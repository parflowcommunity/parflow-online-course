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8"/>
  </p:notesMasterIdLst>
  <p:sldIdLst>
    <p:sldId id="419" r:id="rId3"/>
    <p:sldId id="470" r:id="rId4"/>
    <p:sldId id="463" r:id="rId5"/>
    <p:sldId id="473" r:id="rId6"/>
    <p:sldId id="474" r:id="rId7"/>
    <p:sldId id="475" r:id="rId8"/>
    <p:sldId id="476" r:id="rId9"/>
    <p:sldId id="466" r:id="rId10"/>
    <p:sldId id="464" r:id="rId11"/>
    <p:sldId id="478" r:id="rId12"/>
    <p:sldId id="465" r:id="rId13"/>
    <p:sldId id="479" r:id="rId14"/>
    <p:sldId id="477" r:id="rId15"/>
    <p:sldId id="480" r:id="rId16"/>
    <p:sldId id="481" r:id="rId17"/>
  </p:sldIdLst>
  <p:sldSz cx="12192000" cy="6858000"/>
  <p:notesSz cx="6858000" cy="9144000"/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CDE5"/>
    <a:srgbClr val="F2F6FA"/>
    <a:srgbClr val="DADFE3"/>
    <a:srgbClr val="003E5A"/>
    <a:srgbClr val="0867B1"/>
    <a:srgbClr val="75ABD3"/>
    <a:srgbClr val="203864"/>
    <a:srgbClr val="ED6F65"/>
    <a:srgbClr val="508799"/>
    <a:srgbClr val="89A6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 showGuides="1">
      <p:cViewPr varScale="1">
        <p:scale>
          <a:sx n="155" d="100"/>
          <a:sy n="155" d="100"/>
        </p:scale>
        <p:origin x="384" y="14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tags" Target="tags/tag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497838-CC40-4B09-9203-98E40E972DE1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F33381-1D58-41D2-9FAE-7445ADAEBA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9899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F33381-1D58-41D2-9FAE-7445ADAEBA1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77680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F33381-1D58-41D2-9FAE-7445ADAEBA1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49566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F33381-1D58-41D2-9FAE-7445ADAEBA1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92720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F33381-1D58-41D2-9FAE-7445ADAEBA1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49342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F33381-1D58-41D2-9FAE-7445ADAEBA1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25911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F33381-1D58-41D2-9FAE-7445ADAEBA1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12128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F33381-1D58-41D2-9FAE-7445ADAEBA1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22173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F33381-1D58-41D2-9FAE-7445ADAEBA1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1252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F33381-1D58-41D2-9FAE-7445ADAEBA1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97982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F33381-1D58-41D2-9FAE-7445ADAEBA10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75808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F33381-1D58-41D2-9FAE-7445ADAEBA10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98222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F33381-1D58-41D2-9FAE-7445ADAEBA10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44007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F33381-1D58-41D2-9FAE-7445ADAEBA10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19585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F33381-1D58-41D2-9FAE-7445ADAEBA10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0786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F33381-1D58-41D2-9FAE-7445ADAEBA10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82954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D5349-A60C-4AAD-955E-4C2466B7B47F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5E2E4-93A7-4CBE-A855-878BC0E5FB8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D5349-A60C-4AAD-955E-4C2466B7B47F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5E2E4-93A7-4CBE-A855-878BC0E5FB8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5"/>
                    </a14:imgEffect>
                    <a14:imgEffect>
                      <a14:colorTemperature colorTemp="6300"/>
                    </a14:imgEffect>
                    <a14:imgEffect>
                      <a14:sharpenSoften amount="-4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74" t="4359" r="1774" b="424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19051"/>
            <a:ext cx="12192000" cy="6857999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84000">
                <a:schemeClr val="bg1">
                  <a:alpha val="90000"/>
                  <a:lumMod val="95000"/>
                </a:schemeClr>
              </a:gs>
            </a:gsLst>
            <a:lin ang="16200000" scaled="1"/>
            <a:tileRect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1692274" y="9524"/>
            <a:ext cx="10499725" cy="68675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0" y="0"/>
            <a:ext cx="1692275" cy="6858000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graphicFrame>
        <p:nvGraphicFramePr>
          <p:cNvPr id="11" name="表格 10"/>
          <p:cNvGraphicFramePr>
            <a:graphicFrameLocks noGrp="1"/>
          </p:cNvGraphicFramePr>
          <p:nvPr userDrawn="1"/>
        </p:nvGraphicFramePr>
        <p:xfrm>
          <a:off x="0" y="1268413"/>
          <a:ext cx="1692275" cy="396081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92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92162"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72" marR="91472" marT="45729" marB="4572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216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研究方法与思路</a:t>
                      </a:r>
                    </a:p>
                  </a:txBody>
                  <a:tcPr marL="91472" marR="91472" marT="45729" marB="4572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16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关键技术与难点</a:t>
                      </a:r>
                    </a:p>
                  </a:txBody>
                  <a:tcPr marL="91472" marR="91472" marT="45729" marB="4572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16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研究成果与应用</a:t>
                      </a:r>
                    </a:p>
                  </a:txBody>
                  <a:tcPr marL="91472" marR="91472" marT="45729" marB="4572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216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论文总结</a:t>
                      </a:r>
                      <a:endParaRPr lang="en-US" altLang="zh-CN" sz="1600">
                        <a:solidFill>
                          <a:schemeClr val="accent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72" marR="91472" marT="45729" marB="4572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2" name="组合 11"/>
          <p:cNvGrpSpPr/>
          <p:nvPr userDrawn="1"/>
        </p:nvGrpSpPr>
        <p:grpSpPr bwMode="auto">
          <a:xfrm>
            <a:off x="0" y="1273175"/>
            <a:ext cx="1692275" cy="787400"/>
            <a:chOff x="0" y="1272662"/>
            <a:chExt cx="1691680" cy="788186"/>
          </a:xfrm>
        </p:grpSpPr>
        <p:sp>
          <p:nvSpPr>
            <p:cNvPr id="13" name="矩形 12"/>
            <p:cNvSpPr/>
            <p:nvPr userDrawn="1"/>
          </p:nvSpPr>
          <p:spPr>
            <a:xfrm>
              <a:off x="0" y="1272662"/>
              <a:ext cx="1691680" cy="788186"/>
            </a:xfrm>
            <a:prstGeom prst="rect">
              <a:avLst/>
            </a:prstGeom>
            <a:solidFill>
              <a:srgbClr val="0062A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绪论</a:t>
              </a:r>
            </a:p>
          </p:txBody>
        </p:sp>
        <p:sp>
          <p:nvSpPr>
            <p:cNvPr id="14" name="等腰三角形 13"/>
            <p:cNvSpPr/>
            <p:nvPr userDrawn="1"/>
          </p:nvSpPr>
          <p:spPr>
            <a:xfrm rot="16200000">
              <a:off x="1547965" y="1594550"/>
              <a:ext cx="143018" cy="144411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47625" y="337367"/>
            <a:ext cx="1693999" cy="608785"/>
            <a:chOff x="10010007" y="372206"/>
            <a:chExt cx="1693999" cy="608785"/>
          </a:xfrm>
        </p:grpSpPr>
        <p:grpSp>
          <p:nvGrpSpPr>
            <p:cNvPr id="16" name="组合 15"/>
            <p:cNvGrpSpPr/>
            <p:nvPr/>
          </p:nvGrpSpPr>
          <p:grpSpPr>
            <a:xfrm>
              <a:off x="10010007" y="372206"/>
              <a:ext cx="623848" cy="608316"/>
              <a:chOff x="4391057" y="3538897"/>
              <a:chExt cx="1530350" cy="1492250"/>
            </a:xfrm>
          </p:grpSpPr>
          <p:sp>
            <p:nvSpPr>
              <p:cNvPr id="25" name="Freeform 6"/>
              <p:cNvSpPr/>
              <p:nvPr/>
            </p:nvSpPr>
            <p:spPr bwMode="auto">
              <a:xfrm>
                <a:off x="4545045" y="3700822"/>
                <a:ext cx="1225550" cy="1182688"/>
              </a:xfrm>
              <a:custGeom>
                <a:avLst/>
                <a:gdLst>
                  <a:gd name="T0" fmla="*/ 248 w 496"/>
                  <a:gd name="T1" fmla="*/ 0 h 479"/>
                  <a:gd name="T2" fmla="*/ 423 w 496"/>
                  <a:gd name="T3" fmla="*/ 70 h 479"/>
                  <a:gd name="T4" fmla="*/ 496 w 496"/>
                  <a:gd name="T5" fmla="*/ 240 h 479"/>
                  <a:gd name="T6" fmla="*/ 423 w 496"/>
                  <a:gd name="T7" fmla="*/ 409 h 479"/>
                  <a:gd name="T8" fmla="*/ 248 w 496"/>
                  <a:gd name="T9" fmla="*/ 479 h 479"/>
                  <a:gd name="T10" fmla="*/ 72 w 496"/>
                  <a:gd name="T11" fmla="*/ 409 h 479"/>
                  <a:gd name="T12" fmla="*/ 0 w 496"/>
                  <a:gd name="T13" fmla="*/ 240 h 479"/>
                  <a:gd name="T14" fmla="*/ 72 w 496"/>
                  <a:gd name="T15" fmla="*/ 70 h 479"/>
                  <a:gd name="T16" fmla="*/ 248 w 496"/>
                  <a:gd name="T17" fmla="*/ 0 h 4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96" h="479">
                    <a:moveTo>
                      <a:pt x="248" y="0"/>
                    </a:moveTo>
                    <a:cubicBezTo>
                      <a:pt x="316" y="0"/>
                      <a:pt x="378" y="27"/>
                      <a:pt x="423" y="70"/>
                    </a:cubicBezTo>
                    <a:cubicBezTo>
                      <a:pt x="468" y="114"/>
                      <a:pt x="496" y="173"/>
                      <a:pt x="496" y="240"/>
                    </a:cubicBezTo>
                    <a:cubicBezTo>
                      <a:pt x="496" y="306"/>
                      <a:pt x="468" y="366"/>
                      <a:pt x="423" y="409"/>
                    </a:cubicBezTo>
                    <a:cubicBezTo>
                      <a:pt x="378" y="452"/>
                      <a:pt x="316" y="479"/>
                      <a:pt x="248" y="479"/>
                    </a:cubicBezTo>
                    <a:cubicBezTo>
                      <a:pt x="179" y="479"/>
                      <a:pt x="117" y="452"/>
                      <a:pt x="72" y="409"/>
                    </a:cubicBezTo>
                    <a:cubicBezTo>
                      <a:pt x="27" y="366"/>
                      <a:pt x="0" y="306"/>
                      <a:pt x="0" y="240"/>
                    </a:cubicBezTo>
                    <a:cubicBezTo>
                      <a:pt x="0" y="173"/>
                      <a:pt x="27" y="114"/>
                      <a:pt x="72" y="70"/>
                    </a:cubicBezTo>
                    <a:cubicBezTo>
                      <a:pt x="117" y="27"/>
                      <a:pt x="179" y="0"/>
                      <a:pt x="248" y="0"/>
                    </a:cubicBezTo>
                    <a:close/>
                  </a:path>
                </a:pathLst>
              </a:custGeom>
              <a:solidFill>
                <a:srgbClr val="0062A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" name="Freeform 7"/>
              <p:cNvSpPr>
                <a:spLocks noEditPoints="1"/>
              </p:cNvSpPr>
              <p:nvPr/>
            </p:nvSpPr>
            <p:spPr bwMode="auto">
              <a:xfrm>
                <a:off x="4435507" y="4092935"/>
                <a:ext cx="1446213" cy="898525"/>
              </a:xfrm>
              <a:custGeom>
                <a:avLst/>
                <a:gdLst>
                  <a:gd name="T0" fmla="*/ 557 w 585"/>
                  <a:gd name="T1" fmla="*/ 16 h 364"/>
                  <a:gd name="T2" fmla="*/ 572 w 585"/>
                  <a:gd name="T3" fmla="*/ 26 h 364"/>
                  <a:gd name="T4" fmla="*/ 561 w 585"/>
                  <a:gd name="T5" fmla="*/ 15 h 364"/>
                  <a:gd name="T6" fmla="*/ 540 w 585"/>
                  <a:gd name="T7" fmla="*/ 136 h 364"/>
                  <a:gd name="T8" fmla="*/ 568 w 585"/>
                  <a:gd name="T9" fmla="*/ 163 h 364"/>
                  <a:gd name="T10" fmla="*/ 529 w 585"/>
                  <a:gd name="T11" fmla="*/ 171 h 364"/>
                  <a:gd name="T12" fmla="*/ 523 w 585"/>
                  <a:gd name="T13" fmla="*/ 200 h 364"/>
                  <a:gd name="T14" fmla="*/ 543 w 585"/>
                  <a:gd name="T15" fmla="*/ 215 h 364"/>
                  <a:gd name="T16" fmla="*/ 30 w 585"/>
                  <a:gd name="T17" fmla="*/ 29 h 364"/>
                  <a:gd name="T18" fmla="*/ 14 w 585"/>
                  <a:gd name="T19" fmla="*/ 30 h 364"/>
                  <a:gd name="T20" fmla="*/ 30 w 585"/>
                  <a:gd name="T21" fmla="*/ 33 h 364"/>
                  <a:gd name="T22" fmla="*/ 2 w 585"/>
                  <a:gd name="T23" fmla="*/ 38 h 364"/>
                  <a:gd name="T24" fmla="*/ 38 w 585"/>
                  <a:gd name="T25" fmla="*/ 81 h 364"/>
                  <a:gd name="T26" fmla="*/ 2 w 585"/>
                  <a:gd name="T27" fmla="*/ 114 h 364"/>
                  <a:gd name="T28" fmla="*/ 1 w 585"/>
                  <a:gd name="T29" fmla="*/ 93 h 364"/>
                  <a:gd name="T30" fmla="*/ 20 w 585"/>
                  <a:gd name="T31" fmla="*/ 115 h 364"/>
                  <a:gd name="T32" fmla="*/ 31 w 585"/>
                  <a:gd name="T33" fmla="*/ 134 h 364"/>
                  <a:gd name="T34" fmla="*/ 18 w 585"/>
                  <a:gd name="T35" fmla="*/ 134 h 364"/>
                  <a:gd name="T36" fmla="*/ 42 w 585"/>
                  <a:gd name="T37" fmla="*/ 220 h 364"/>
                  <a:gd name="T38" fmla="*/ 38 w 585"/>
                  <a:gd name="T39" fmla="*/ 211 h 364"/>
                  <a:gd name="T40" fmla="*/ 65 w 585"/>
                  <a:gd name="T41" fmla="*/ 251 h 364"/>
                  <a:gd name="T42" fmla="*/ 49 w 585"/>
                  <a:gd name="T43" fmla="*/ 239 h 364"/>
                  <a:gd name="T44" fmla="*/ 63 w 585"/>
                  <a:gd name="T45" fmla="*/ 257 h 364"/>
                  <a:gd name="T46" fmla="*/ 128 w 585"/>
                  <a:gd name="T47" fmla="*/ 268 h 364"/>
                  <a:gd name="T48" fmla="*/ 95 w 585"/>
                  <a:gd name="T49" fmla="*/ 283 h 364"/>
                  <a:gd name="T50" fmla="*/ 132 w 585"/>
                  <a:gd name="T51" fmla="*/ 272 h 364"/>
                  <a:gd name="T52" fmla="*/ 138 w 585"/>
                  <a:gd name="T53" fmla="*/ 296 h 364"/>
                  <a:gd name="T54" fmla="*/ 159 w 585"/>
                  <a:gd name="T55" fmla="*/ 311 h 364"/>
                  <a:gd name="T56" fmla="*/ 174 w 585"/>
                  <a:gd name="T57" fmla="*/ 311 h 364"/>
                  <a:gd name="T58" fmla="*/ 163 w 585"/>
                  <a:gd name="T59" fmla="*/ 316 h 364"/>
                  <a:gd name="T60" fmla="*/ 190 w 585"/>
                  <a:gd name="T61" fmla="*/ 308 h 364"/>
                  <a:gd name="T62" fmla="*/ 193 w 585"/>
                  <a:gd name="T63" fmla="*/ 342 h 364"/>
                  <a:gd name="T64" fmla="*/ 194 w 585"/>
                  <a:gd name="T65" fmla="*/ 346 h 364"/>
                  <a:gd name="T66" fmla="*/ 191 w 585"/>
                  <a:gd name="T67" fmla="*/ 312 h 364"/>
                  <a:gd name="T68" fmla="*/ 218 w 585"/>
                  <a:gd name="T69" fmla="*/ 318 h 364"/>
                  <a:gd name="T70" fmla="*/ 238 w 585"/>
                  <a:gd name="T71" fmla="*/ 326 h 364"/>
                  <a:gd name="T72" fmla="*/ 268 w 585"/>
                  <a:gd name="T73" fmla="*/ 364 h 364"/>
                  <a:gd name="T74" fmla="*/ 273 w 585"/>
                  <a:gd name="T75" fmla="*/ 343 h 364"/>
                  <a:gd name="T76" fmla="*/ 338 w 585"/>
                  <a:gd name="T77" fmla="*/ 354 h 364"/>
                  <a:gd name="T78" fmla="*/ 351 w 585"/>
                  <a:gd name="T79" fmla="*/ 325 h 364"/>
                  <a:gd name="T80" fmla="*/ 338 w 585"/>
                  <a:gd name="T81" fmla="*/ 322 h 364"/>
                  <a:gd name="T82" fmla="*/ 371 w 585"/>
                  <a:gd name="T83" fmla="*/ 336 h 364"/>
                  <a:gd name="T84" fmla="*/ 431 w 585"/>
                  <a:gd name="T85" fmla="*/ 291 h 364"/>
                  <a:gd name="T86" fmla="*/ 442 w 585"/>
                  <a:gd name="T87" fmla="*/ 307 h 364"/>
                  <a:gd name="T88" fmla="*/ 451 w 585"/>
                  <a:gd name="T89" fmla="*/ 320 h 364"/>
                  <a:gd name="T90" fmla="*/ 466 w 585"/>
                  <a:gd name="T91" fmla="*/ 260 h 364"/>
                  <a:gd name="T92" fmla="*/ 475 w 585"/>
                  <a:gd name="T93" fmla="*/ 277 h 364"/>
                  <a:gd name="T94" fmla="*/ 490 w 585"/>
                  <a:gd name="T95" fmla="*/ 244 h 364"/>
                  <a:gd name="T96" fmla="*/ 483 w 585"/>
                  <a:gd name="T97" fmla="*/ 247 h 364"/>
                  <a:gd name="T98" fmla="*/ 484 w 585"/>
                  <a:gd name="T99" fmla="*/ 269 h 364"/>
                  <a:gd name="T100" fmla="*/ 510 w 585"/>
                  <a:gd name="T101" fmla="*/ 236 h 364"/>
                  <a:gd name="T102" fmla="*/ 527 w 585"/>
                  <a:gd name="T103" fmla="*/ 242 h 364"/>
                  <a:gd name="T104" fmla="*/ 526 w 585"/>
                  <a:gd name="T105" fmla="*/ 222 h 364"/>
                  <a:gd name="T106" fmla="*/ 514 w 585"/>
                  <a:gd name="T107" fmla="*/ 218 h 364"/>
                  <a:gd name="T108" fmla="*/ 546 w 585"/>
                  <a:gd name="T109" fmla="*/ 127 h 364"/>
                  <a:gd name="T110" fmla="*/ 564 w 585"/>
                  <a:gd name="T111" fmla="*/ 115 h 364"/>
                  <a:gd name="T112" fmla="*/ 557 w 585"/>
                  <a:gd name="T113" fmla="*/ 68 h 364"/>
                  <a:gd name="T114" fmla="*/ 573 w 585"/>
                  <a:gd name="T115" fmla="*/ 73 h 364"/>
                  <a:gd name="T116" fmla="*/ 549 w 585"/>
                  <a:gd name="T117" fmla="*/ 72 h 364"/>
                  <a:gd name="T118" fmla="*/ 565 w 585"/>
                  <a:gd name="T119" fmla="*/ 42 h 364"/>
                  <a:gd name="T120" fmla="*/ 545 w 585"/>
                  <a:gd name="T121" fmla="*/ 38 h 3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585" h="364">
                    <a:moveTo>
                      <a:pt x="546" y="6"/>
                    </a:moveTo>
                    <a:cubicBezTo>
                      <a:pt x="548" y="10"/>
                      <a:pt x="548" y="10"/>
                      <a:pt x="548" y="10"/>
                    </a:cubicBezTo>
                    <a:cubicBezTo>
                      <a:pt x="544" y="12"/>
                      <a:pt x="543" y="15"/>
                      <a:pt x="544" y="19"/>
                    </a:cubicBezTo>
                    <a:cubicBezTo>
                      <a:pt x="544" y="22"/>
                      <a:pt x="545" y="23"/>
                      <a:pt x="547" y="24"/>
                    </a:cubicBezTo>
                    <a:cubicBezTo>
                      <a:pt x="548" y="25"/>
                      <a:pt x="550" y="25"/>
                      <a:pt x="551" y="25"/>
                    </a:cubicBezTo>
                    <a:cubicBezTo>
                      <a:pt x="553" y="25"/>
                      <a:pt x="555" y="24"/>
                      <a:pt x="556" y="22"/>
                    </a:cubicBezTo>
                    <a:cubicBezTo>
                      <a:pt x="556" y="21"/>
                      <a:pt x="557" y="19"/>
                      <a:pt x="557" y="16"/>
                    </a:cubicBezTo>
                    <a:cubicBezTo>
                      <a:pt x="557" y="14"/>
                      <a:pt x="557" y="14"/>
                      <a:pt x="557" y="14"/>
                    </a:cubicBezTo>
                    <a:cubicBezTo>
                      <a:pt x="557" y="10"/>
                      <a:pt x="558" y="6"/>
                      <a:pt x="559" y="4"/>
                    </a:cubicBezTo>
                    <a:cubicBezTo>
                      <a:pt x="560" y="3"/>
                      <a:pt x="562" y="2"/>
                      <a:pt x="565" y="1"/>
                    </a:cubicBezTo>
                    <a:cubicBezTo>
                      <a:pt x="568" y="0"/>
                      <a:pt x="571" y="1"/>
                      <a:pt x="573" y="3"/>
                    </a:cubicBezTo>
                    <a:cubicBezTo>
                      <a:pt x="576" y="5"/>
                      <a:pt x="577" y="7"/>
                      <a:pt x="578" y="11"/>
                    </a:cubicBezTo>
                    <a:cubicBezTo>
                      <a:pt x="579" y="15"/>
                      <a:pt x="579" y="18"/>
                      <a:pt x="577" y="21"/>
                    </a:cubicBezTo>
                    <a:cubicBezTo>
                      <a:pt x="576" y="23"/>
                      <a:pt x="574" y="25"/>
                      <a:pt x="572" y="26"/>
                    </a:cubicBezTo>
                    <a:cubicBezTo>
                      <a:pt x="569" y="22"/>
                      <a:pt x="569" y="22"/>
                      <a:pt x="569" y="22"/>
                    </a:cubicBezTo>
                    <a:cubicBezTo>
                      <a:pt x="572" y="21"/>
                      <a:pt x="573" y="20"/>
                      <a:pt x="574" y="18"/>
                    </a:cubicBezTo>
                    <a:cubicBezTo>
                      <a:pt x="575" y="16"/>
                      <a:pt x="575" y="14"/>
                      <a:pt x="574" y="12"/>
                    </a:cubicBezTo>
                    <a:cubicBezTo>
                      <a:pt x="574" y="9"/>
                      <a:pt x="573" y="7"/>
                      <a:pt x="571" y="6"/>
                    </a:cubicBezTo>
                    <a:cubicBezTo>
                      <a:pt x="570" y="5"/>
                      <a:pt x="568" y="5"/>
                      <a:pt x="566" y="5"/>
                    </a:cubicBezTo>
                    <a:cubicBezTo>
                      <a:pt x="564" y="6"/>
                      <a:pt x="563" y="7"/>
                      <a:pt x="562" y="8"/>
                    </a:cubicBezTo>
                    <a:cubicBezTo>
                      <a:pt x="561" y="10"/>
                      <a:pt x="561" y="12"/>
                      <a:pt x="561" y="15"/>
                    </a:cubicBezTo>
                    <a:cubicBezTo>
                      <a:pt x="561" y="17"/>
                      <a:pt x="561" y="17"/>
                      <a:pt x="561" y="17"/>
                    </a:cubicBezTo>
                    <a:cubicBezTo>
                      <a:pt x="561" y="21"/>
                      <a:pt x="560" y="24"/>
                      <a:pt x="558" y="26"/>
                    </a:cubicBezTo>
                    <a:cubicBezTo>
                      <a:pt x="557" y="28"/>
                      <a:pt x="555" y="29"/>
                      <a:pt x="553" y="29"/>
                    </a:cubicBezTo>
                    <a:cubicBezTo>
                      <a:pt x="550" y="30"/>
                      <a:pt x="547" y="29"/>
                      <a:pt x="545" y="28"/>
                    </a:cubicBezTo>
                    <a:cubicBezTo>
                      <a:pt x="543" y="26"/>
                      <a:pt x="541" y="23"/>
                      <a:pt x="540" y="20"/>
                    </a:cubicBezTo>
                    <a:cubicBezTo>
                      <a:pt x="539" y="14"/>
                      <a:pt x="541" y="9"/>
                      <a:pt x="546" y="6"/>
                    </a:cubicBezTo>
                    <a:close/>
                    <a:moveTo>
                      <a:pt x="540" y="136"/>
                    </a:moveTo>
                    <a:cubicBezTo>
                      <a:pt x="543" y="137"/>
                      <a:pt x="543" y="137"/>
                      <a:pt x="543" y="137"/>
                    </a:cubicBezTo>
                    <a:cubicBezTo>
                      <a:pt x="539" y="156"/>
                      <a:pt x="539" y="156"/>
                      <a:pt x="539" y="156"/>
                    </a:cubicBezTo>
                    <a:cubicBezTo>
                      <a:pt x="551" y="158"/>
                      <a:pt x="551" y="158"/>
                      <a:pt x="551" y="158"/>
                    </a:cubicBezTo>
                    <a:cubicBezTo>
                      <a:pt x="554" y="144"/>
                      <a:pt x="554" y="144"/>
                      <a:pt x="554" y="144"/>
                    </a:cubicBezTo>
                    <a:cubicBezTo>
                      <a:pt x="558" y="145"/>
                      <a:pt x="558" y="145"/>
                      <a:pt x="558" y="145"/>
                    </a:cubicBezTo>
                    <a:cubicBezTo>
                      <a:pt x="554" y="159"/>
                      <a:pt x="554" y="159"/>
                      <a:pt x="554" y="159"/>
                    </a:cubicBezTo>
                    <a:cubicBezTo>
                      <a:pt x="568" y="163"/>
                      <a:pt x="568" y="163"/>
                      <a:pt x="568" y="163"/>
                    </a:cubicBezTo>
                    <a:cubicBezTo>
                      <a:pt x="573" y="144"/>
                      <a:pt x="573" y="144"/>
                      <a:pt x="573" y="144"/>
                    </a:cubicBezTo>
                    <a:cubicBezTo>
                      <a:pt x="576" y="144"/>
                      <a:pt x="576" y="144"/>
                      <a:pt x="576" y="144"/>
                    </a:cubicBezTo>
                    <a:cubicBezTo>
                      <a:pt x="571" y="168"/>
                      <a:pt x="571" y="168"/>
                      <a:pt x="571" y="168"/>
                    </a:cubicBezTo>
                    <a:cubicBezTo>
                      <a:pt x="535" y="159"/>
                      <a:pt x="535" y="159"/>
                      <a:pt x="535" y="159"/>
                    </a:cubicBezTo>
                    <a:cubicBezTo>
                      <a:pt x="540" y="136"/>
                      <a:pt x="540" y="136"/>
                      <a:pt x="540" y="136"/>
                    </a:cubicBezTo>
                    <a:close/>
                    <a:moveTo>
                      <a:pt x="530" y="167"/>
                    </a:moveTo>
                    <a:cubicBezTo>
                      <a:pt x="529" y="171"/>
                      <a:pt x="529" y="171"/>
                      <a:pt x="529" y="171"/>
                    </a:cubicBezTo>
                    <a:cubicBezTo>
                      <a:pt x="563" y="185"/>
                      <a:pt x="563" y="185"/>
                      <a:pt x="563" y="185"/>
                    </a:cubicBezTo>
                    <a:cubicBezTo>
                      <a:pt x="565" y="180"/>
                      <a:pt x="565" y="180"/>
                      <a:pt x="565" y="180"/>
                    </a:cubicBezTo>
                    <a:cubicBezTo>
                      <a:pt x="530" y="167"/>
                      <a:pt x="530" y="167"/>
                      <a:pt x="530" y="167"/>
                    </a:cubicBezTo>
                    <a:close/>
                    <a:moveTo>
                      <a:pt x="535" y="182"/>
                    </a:moveTo>
                    <a:cubicBezTo>
                      <a:pt x="534" y="187"/>
                      <a:pt x="534" y="187"/>
                      <a:pt x="534" y="187"/>
                    </a:cubicBezTo>
                    <a:cubicBezTo>
                      <a:pt x="529" y="185"/>
                      <a:pt x="525" y="187"/>
                      <a:pt x="523" y="191"/>
                    </a:cubicBezTo>
                    <a:cubicBezTo>
                      <a:pt x="521" y="194"/>
                      <a:pt x="521" y="197"/>
                      <a:pt x="523" y="200"/>
                    </a:cubicBezTo>
                    <a:cubicBezTo>
                      <a:pt x="525" y="203"/>
                      <a:pt x="528" y="206"/>
                      <a:pt x="532" y="208"/>
                    </a:cubicBezTo>
                    <a:cubicBezTo>
                      <a:pt x="537" y="210"/>
                      <a:pt x="541" y="211"/>
                      <a:pt x="544" y="211"/>
                    </a:cubicBezTo>
                    <a:cubicBezTo>
                      <a:pt x="547" y="210"/>
                      <a:pt x="549" y="208"/>
                      <a:pt x="551" y="206"/>
                    </a:cubicBezTo>
                    <a:cubicBezTo>
                      <a:pt x="553" y="201"/>
                      <a:pt x="552" y="197"/>
                      <a:pt x="548" y="193"/>
                    </a:cubicBezTo>
                    <a:cubicBezTo>
                      <a:pt x="551" y="190"/>
                      <a:pt x="551" y="190"/>
                      <a:pt x="551" y="190"/>
                    </a:cubicBezTo>
                    <a:cubicBezTo>
                      <a:pt x="556" y="195"/>
                      <a:pt x="557" y="201"/>
                      <a:pt x="554" y="207"/>
                    </a:cubicBezTo>
                    <a:cubicBezTo>
                      <a:pt x="552" y="212"/>
                      <a:pt x="548" y="214"/>
                      <a:pt x="543" y="215"/>
                    </a:cubicBezTo>
                    <a:cubicBezTo>
                      <a:pt x="539" y="216"/>
                      <a:pt x="535" y="215"/>
                      <a:pt x="530" y="212"/>
                    </a:cubicBezTo>
                    <a:cubicBezTo>
                      <a:pt x="524" y="209"/>
                      <a:pt x="520" y="205"/>
                      <a:pt x="519" y="201"/>
                    </a:cubicBezTo>
                    <a:cubicBezTo>
                      <a:pt x="517" y="197"/>
                      <a:pt x="518" y="193"/>
                      <a:pt x="520" y="189"/>
                    </a:cubicBezTo>
                    <a:cubicBezTo>
                      <a:pt x="521" y="186"/>
                      <a:pt x="524" y="184"/>
                      <a:pt x="527" y="183"/>
                    </a:cubicBezTo>
                    <a:cubicBezTo>
                      <a:pt x="529" y="182"/>
                      <a:pt x="532" y="182"/>
                      <a:pt x="535" y="182"/>
                    </a:cubicBezTo>
                    <a:close/>
                    <a:moveTo>
                      <a:pt x="30" y="33"/>
                    </a:moveTo>
                    <a:cubicBezTo>
                      <a:pt x="30" y="29"/>
                      <a:pt x="30" y="29"/>
                      <a:pt x="30" y="29"/>
                    </a:cubicBezTo>
                    <a:cubicBezTo>
                      <a:pt x="35" y="29"/>
                      <a:pt x="38" y="26"/>
                      <a:pt x="39" y="22"/>
                    </a:cubicBezTo>
                    <a:cubicBezTo>
                      <a:pt x="40" y="18"/>
                      <a:pt x="39" y="15"/>
                      <a:pt x="37" y="13"/>
                    </a:cubicBezTo>
                    <a:cubicBezTo>
                      <a:pt x="35" y="10"/>
                      <a:pt x="32" y="9"/>
                      <a:pt x="27" y="8"/>
                    </a:cubicBezTo>
                    <a:cubicBezTo>
                      <a:pt x="22" y="6"/>
                      <a:pt x="18" y="7"/>
                      <a:pt x="15" y="8"/>
                    </a:cubicBezTo>
                    <a:cubicBezTo>
                      <a:pt x="12" y="10"/>
                      <a:pt x="11" y="12"/>
                      <a:pt x="10" y="15"/>
                    </a:cubicBezTo>
                    <a:cubicBezTo>
                      <a:pt x="9" y="20"/>
                      <a:pt x="11" y="23"/>
                      <a:pt x="16" y="26"/>
                    </a:cubicBezTo>
                    <a:cubicBezTo>
                      <a:pt x="14" y="30"/>
                      <a:pt x="14" y="30"/>
                      <a:pt x="14" y="30"/>
                    </a:cubicBezTo>
                    <a:cubicBezTo>
                      <a:pt x="7" y="26"/>
                      <a:pt x="5" y="21"/>
                      <a:pt x="7" y="14"/>
                    </a:cubicBezTo>
                    <a:cubicBezTo>
                      <a:pt x="8" y="9"/>
                      <a:pt x="10" y="6"/>
                      <a:pt x="15" y="4"/>
                    </a:cubicBezTo>
                    <a:cubicBezTo>
                      <a:pt x="18" y="2"/>
                      <a:pt x="23" y="2"/>
                      <a:pt x="28" y="3"/>
                    </a:cubicBezTo>
                    <a:cubicBezTo>
                      <a:pt x="34" y="4"/>
                      <a:pt x="38" y="7"/>
                      <a:pt x="41" y="11"/>
                    </a:cubicBezTo>
                    <a:cubicBezTo>
                      <a:pt x="43" y="15"/>
                      <a:pt x="44" y="18"/>
                      <a:pt x="43" y="23"/>
                    </a:cubicBezTo>
                    <a:cubicBezTo>
                      <a:pt x="42" y="26"/>
                      <a:pt x="40" y="29"/>
                      <a:pt x="38" y="31"/>
                    </a:cubicBezTo>
                    <a:cubicBezTo>
                      <a:pt x="36" y="32"/>
                      <a:pt x="33" y="33"/>
                      <a:pt x="30" y="33"/>
                    </a:cubicBezTo>
                    <a:close/>
                    <a:moveTo>
                      <a:pt x="38" y="67"/>
                    </a:moveTo>
                    <a:cubicBezTo>
                      <a:pt x="0" y="65"/>
                      <a:pt x="0" y="65"/>
                      <a:pt x="0" y="65"/>
                    </a:cubicBezTo>
                    <a:cubicBezTo>
                      <a:pt x="1" y="61"/>
                      <a:pt x="1" y="61"/>
                      <a:pt x="1" y="61"/>
                    </a:cubicBezTo>
                    <a:cubicBezTo>
                      <a:pt x="18" y="62"/>
                      <a:pt x="18" y="62"/>
                      <a:pt x="18" y="62"/>
                    </a:cubicBezTo>
                    <a:cubicBezTo>
                      <a:pt x="19" y="43"/>
                      <a:pt x="19" y="43"/>
                      <a:pt x="19" y="43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2" y="38"/>
                      <a:pt x="2" y="38"/>
                      <a:pt x="2" y="38"/>
                    </a:cubicBezTo>
                    <a:cubicBezTo>
                      <a:pt x="39" y="40"/>
                      <a:pt x="39" y="40"/>
                      <a:pt x="39" y="40"/>
                    </a:cubicBezTo>
                    <a:cubicBezTo>
                      <a:pt x="39" y="44"/>
                      <a:pt x="39" y="44"/>
                      <a:pt x="39" y="44"/>
                    </a:cubicBezTo>
                    <a:cubicBezTo>
                      <a:pt x="23" y="44"/>
                      <a:pt x="23" y="44"/>
                      <a:pt x="23" y="44"/>
                    </a:cubicBezTo>
                    <a:cubicBezTo>
                      <a:pt x="22" y="62"/>
                      <a:pt x="22" y="62"/>
                      <a:pt x="22" y="62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7"/>
                      <a:pt x="38" y="67"/>
                      <a:pt x="38" y="67"/>
                    </a:cubicBezTo>
                    <a:close/>
                    <a:moveTo>
                      <a:pt x="38" y="81"/>
                    </a:moveTo>
                    <a:cubicBezTo>
                      <a:pt x="0" y="82"/>
                      <a:pt x="0" y="82"/>
                      <a:pt x="0" y="82"/>
                    </a:cubicBezTo>
                    <a:cubicBezTo>
                      <a:pt x="0" y="77"/>
                      <a:pt x="0" y="77"/>
                      <a:pt x="0" y="77"/>
                    </a:cubicBezTo>
                    <a:cubicBezTo>
                      <a:pt x="38" y="76"/>
                      <a:pt x="38" y="76"/>
                      <a:pt x="38" y="76"/>
                    </a:cubicBezTo>
                    <a:cubicBezTo>
                      <a:pt x="38" y="81"/>
                      <a:pt x="38" y="81"/>
                      <a:pt x="38" y="81"/>
                    </a:cubicBezTo>
                    <a:close/>
                    <a:moveTo>
                      <a:pt x="40" y="117"/>
                    </a:moveTo>
                    <a:cubicBezTo>
                      <a:pt x="3" y="120"/>
                      <a:pt x="3" y="120"/>
                      <a:pt x="3" y="120"/>
                    </a:cubicBezTo>
                    <a:cubicBezTo>
                      <a:pt x="2" y="114"/>
                      <a:pt x="2" y="114"/>
                      <a:pt x="2" y="114"/>
                    </a:cubicBezTo>
                    <a:cubicBezTo>
                      <a:pt x="24" y="101"/>
                      <a:pt x="24" y="101"/>
                      <a:pt x="24" y="101"/>
                    </a:cubicBezTo>
                    <a:cubicBezTo>
                      <a:pt x="24" y="101"/>
                      <a:pt x="28" y="99"/>
                      <a:pt x="34" y="95"/>
                    </a:cubicBezTo>
                    <a:cubicBezTo>
                      <a:pt x="34" y="94"/>
                      <a:pt x="34" y="94"/>
                      <a:pt x="34" y="94"/>
                    </a:cubicBezTo>
                    <a:cubicBezTo>
                      <a:pt x="34" y="94"/>
                      <a:pt x="31" y="95"/>
                      <a:pt x="28" y="95"/>
                    </a:cubicBezTo>
                    <a:cubicBezTo>
                      <a:pt x="26" y="95"/>
                      <a:pt x="24" y="95"/>
                      <a:pt x="22" y="95"/>
                    </a:cubicBezTo>
                    <a:cubicBezTo>
                      <a:pt x="1" y="97"/>
                      <a:pt x="1" y="97"/>
                      <a:pt x="1" y="97"/>
                    </a:cubicBezTo>
                    <a:cubicBezTo>
                      <a:pt x="1" y="93"/>
                      <a:pt x="1" y="93"/>
                      <a:pt x="1" y="93"/>
                    </a:cubicBezTo>
                    <a:cubicBezTo>
                      <a:pt x="38" y="90"/>
                      <a:pt x="38" y="90"/>
                      <a:pt x="38" y="90"/>
                    </a:cubicBezTo>
                    <a:cubicBezTo>
                      <a:pt x="38" y="97"/>
                      <a:pt x="38" y="97"/>
                      <a:pt x="38" y="97"/>
                    </a:cubicBezTo>
                    <a:cubicBezTo>
                      <a:pt x="18" y="109"/>
                      <a:pt x="18" y="109"/>
                      <a:pt x="18" y="109"/>
                    </a:cubicBezTo>
                    <a:cubicBezTo>
                      <a:pt x="17" y="110"/>
                      <a:pt x="15" y="111"/>
                      <a:pt x="13" y="112"/>
                    </a:cubicBezTo>
                    <a:cubicBezTo>
                      <a:pt x="10" y="114"/>
                      <a:pt x="8" y="115"/>
                      <a:pt x="8" y="115"/>
                    </a:cubicBezTo>
                    <a:cubicBezTo>
                      <a:pt x="8" y="116"/>
                      <a:pt x="8" y="116"/>
                      <a:pt x="8" y="116"/>
                    </a:cubicBezTo>
                    <a:cubicBezTo>
                      <a:pt x="15" y="115"/>
                      <a:pt x="19" y="115"/>
                      <a:pt x="20" y="115"/>
                    </a:cubicBezTo>
                    <a:cubicBezTo>
                      <a:pt x="40" y="113"/>
                      <a:pt x="40" y="113"/>
                      <a:pt x="40" y="113"/>
                    </a:cubicBezTo>
                    <a:cubicBezTo>
                      <a:pt x="40" y="117"/>
                      <a:pt x="40" y="117"/>
                      <a:pt x="40" y="117"/>
                    </a:cubicBezTo>
                    <a:close/>
                    <a:moveTo>
                      <a:pt x="24" y="145"/>
                    </a:moveTo>
                    <a:cubicBezTo>
                      <a:pt x="32" y="140"/>
                      <a:pt x="32" y="140"/>
                      <a:pt x="32" y="140"/>
                    </a:cubicBezTo>
                    <a:cubicBezTo>
                      <a:pt x="35" y="139"/>
                      <a:pt x="37" y="137"/>
                      <a:pt x="41" y="136"/>
                    </a:cubicBezTo>
                    <a:cubicBezTo>
                      <a:pt x="41" y="135"/>
                      <a:pt x="41" y="135"/>
                      <a:pt x="41" y="135"/>
                    </a:cubicBezTo>
                    <a:cubicBezTo>
                      <a:pt x="37" y="135"/>
                      <a:pt x="34" y="135"/>
                      <a:pt x="31" y="134"/>
                    </a:cubicBezTo>
                    <a:cubicBezTo>
                      <a:pt x="22" y="134"/>
                      <a:pt x="22" y="134"/>
                      <a:pt x="22" y="134"/>
                    </a:cubicBezTo>
                    <a:cubicBezTo>
                      <a:pt x="24" y="145"/>
                      <a:pt x="24" y="145"/>
                      <a:pt x="24" y="145"/>
                    </a:cubicBezTo>
                    <a:close/>
                    <a:moveTo>
                      <a:pt x="45" y="137"/>
                    </a:moveTo>
                    <a:cubicBezTo>
                      <a:pt x="11" y="157"/>
                      <a:pt x="11" y="157"/>
                      <a:pt x="11" y="157"/>
                    </a:cubicBezTo>
                    <a:cubicBezTo>
                      <a:pt x="10" y="153"/>
                      <a:pt x="10" y="153"/>
                      <a:pt x="10" y="153"/>
                    </a:cubicBezTo>
                    <a:cubicBezTo>
                      <a:pt x="21" y="147"/>
                      <a:pt x="21" y="147"/>
                      <a:pt x="21" y="147"/>
                    </a:cubicBezTo>
                    <a:cubicBezTo>
                      <a:pt x="18" y="134"/>
                      <a:pt x="18" y="134"/>
                      <a:pt x="18" y="134"/>
                    </a:cubicBezTo>
                    <a:cubicBezTo>
                      <a:pt x="6" y="133"/>
                      <a:pt x="6" y="133"/>
                      <a:pt x="6" y="133"/>
                    </a:cubicBezTo>
                    <a:cubicBezTo>
                      <a:pt x="5" y="129"/>
                      <a:pt x="5" y="129"/>
                      <a:pt x="5" y="129"/>
                    </a:cubicBezTo>
                    <a:cubicBezTo>
                      <a:pt x="44" y="132"/>
                      <a:pt x="44" y="132"/>
                      <a:pt x="44" y="132"/>
                    </a:cubicBezTo>
                    <a:cubicBezTo>
                      <a:pt x="45" y="137"/>
                      <a:pt x="45" y="137"/>
                      <a:pt x="45" y="137"/>
                    </a:cubicBezTo>
                    <a:close/>
                    <a:moveTo>
                      <a:pt x="75" y="206"/>
                    </a:moveTo>
                    <a:cubicBezTo>
                      <a:pt x="53" y="218"/>
                      <a:pt x="53" y="218"/>
                      <a:pt x="53" y="218"/>
                    </a:cubicBezTo>
                    <a:cubicBezTo>
                      <a:pt x="49" y="220"/>
                      <a:pt x="46" y="221"/>
                      <a:pt x="42" y="220"/>
                    </a:cubicBezTo>
                    <a:cubicBezTo>
                      <a:pt x="39" y="218"/>
                      <a:pt x="37" y="216"/>
                      <a:pt x="35" y="213"/>
                    </a:cubicBezTo>
                    <a:cubicBezTo>
                      <a:pt x="33" y="209"/>
                      <a:pt x="32" y="206"/>
                      <a:pt x="33" y="202"/>
                    </a:cubicBezTo>
                    <a:cubicBezTo>
                      <a:pt x="34" y="199"/>
                      <a:pt x="36" y="197"/>
                      <a:pt x="40" y="195"/>
                    </a:cubicBezTo>
                    <a:cubicBezTo>
                      <a:pt x="61" y="182"/>
                      <a:pt x="61" y="182"/>
                      <a:pt x="61" y="182"/>
                    </a:cubicBezTo>
                    <a:cubicBezTo>
                      <a:pt x="63" y="186"/>
                      <a:pt x="63" y="186"/>
                      <a:pt x="63" y="186"/>
                    </a:cubicBezTo>
                    <a:cubicBezTo>
                      <a:pt x="42" y="198"/>
                      <a:pt x="42" y="198"/>
                      <a:pt x="42" y="198"/>
                    </a:cubicBezTo>
                    <a:cubicBezTo>
                      <a:pt x="37" y="202"/>
                      <a:pt x="35" y="206"/>
                      <a:pt x="38" y="211"/>
                    </a:cubicBezTo>
                    <a:cubicBezTo>
                      <a:pt x="41" y="217"/>
                      <a:pt x="46" y="218"/>
                      <a:pt x="51" y="214"/>
                    </a:cubicBezTo>
                    <a:cubicBezTo>
                      <a:pt x="73" y="202"/>
                      <a:pt x="73" y="202"/>
                      <a:pt x="73" y="202"/>
                    </a:cubicBezTo>
                    <a:cubicBezTo>
                      <a:pt x="75" y="206"/>
                      <a:pt x="75" y="206"/>
                      <a:pt x="75" y="206"/>
                    </a:cubicBezTo>
                    <a:close/>
                    <a:moveTo>
                      <a:pt x="93" y="234"/>
                    </a:moveTo>
                    <a:cubicBezTo>
                      <a:pt x="90" y="231"/>
                      <a:pt x="90" y="231"/>
                      <a:pt x="90" y="231"/>
                    </a:cubicBezTo>
                    <a:cubicBezTo>
                      <a:pt x="75" y="243"/>
                      <a:pt x="75" y="243"/>
                      <a:pt x="75" y="243"/>
                    </a:cubicBezTo>
                    <a:cubicBezTo>
                      <a:pt x="74" y="244"/>
                      <a:pt x="71" y="247"/>
                      <a:pt x="65" y="251"/>
                    </a:cubicBezTo>
                    <a:cubicBezTo>
                      <a:pt x="65" y="251"/>
                      <a:pt x="65" y="251"/>
                      <a:pt x="65" y="251"/>
                    </a:cubicBezTo>
                    <a:cubicBezTo>
                      <a:pt x="65" y="250"/>
                      <a:pt x="66" y="248"/>
                      <a:pt x="67" y="246"/>
                    </a:cubicBezTo>
                    <a:cubicBezTo>
                      <a:pt x="68" y="243"/>
                      <a:pt x="69" y="241"/>
                      <a:pt x="70" y="239"/>
                    </a:cubicBezTo>
                    <a:cubicBezTo>
                      <a:pt x="80" y="218"/>
                      <a:pt x="80" y="218"/>
                      <a:pt x="80" y="218"/>
                    </a:cubicBezTo>
                    <a:cubicBezTo>
                      <a:pt x="76" y="213"/>
                      <a:pt x="76" y="213"/>
                      <a:pt x="76" y="213"/>
                    </a:cubicBezTo>
                    <a:cubicBezTo>
                      <a:pt x="47" y="236"/>
                      <a:pt x="47" y="236"/>
                      <a:pt x="47" y="236"/>
                    </a:cubicBezTo>
                    <a:cubicBezTo>
                      <a:pt x="49" y="239"/>
                      <a:pt x="49" y="239"/>
                      <a:pt x="49" y="239"/>
                    </a:cubicBezTo>
                    <a:cubicBezTo>
                      <a:pt x="66" y="226"/>
                      <a:pt x="66" y="226"/>
                      <a:pt x="66" y="226"/>
                    </a:cubicBezTo>
                    <a:cubicBezTo>
                      <a:pt x="67" y="225"/>
                      <a:pt x="68" y="224"/>
                      <a:pt x="70" y="222"/>
                    </a:cubicBezTo>
                    <a:cubicBezTo>
                      <a:pt x="73" y="220"/>
                      <a:pt x="74" y="219"/>
                      <a:pt x="75" y="218"/>
                    </a:cubicBezTo>
                    <a:cubicBezTo>
                      <a:pt x="76" y="219"/>
                      <a:pt x="76" y="219"/>
                      <a:pt x="76" y="219"/>
                    </a:cubicBezTo>
                    <a:cubicBezTo>
                      <a:pt x="72" y="226"/>
                      <a:pt x="71" y="229"/>
                      <a:pt x="70" y="230"/>
                    </a:cubicBezTo>
                    <a:cubicBezTo>
                      <a:pt x="60" y="253"/>
                      <a:pt x="60" y="253"/>
                      <a:pt x="60" y="253"/>
                    </a:cubicBezTo>
                    <a:cubicBezTo>
                      <a:pt x="63" y="257"/>
                      <a:pt x="63" y="257"/>
                      <a:pt x="63" y="257"/>
                    </a:cubicBezTo>
                    <a:cubicBezTo>
                      <a:pt x="93" y="234"/>
                      <a:pt x="93" y="234"/>
                      <a:pt x="93" y="234"/>
                    </a:cubicBezTo>
                    <a:close/>
                    <a:moveTo>
                      <a:pt x="102" y="244"/>
                    </a:moveTo>
                    <a:cubicBezTo>
                      <a:pt x="75" y="269"/>
                      <a:pt x="75" y="269"/>
                      <a:pt x="75" y="269"/>
                    </a:cubicBezTo>
                    <a:cubicBezTo>
                      <a:pt x="72" y="266"/>
                      <a:pt x="72" y="266"/>
                      <a:pt x="72" y="266"/>
                    </a:cubicBezTo>
                    <a:cubicBezTo>
                      <a:pt x="99" y="240"/>
                      <a:pt x="99" y="240"/>
                      <a:pt x="99" y="240"/>
                    </a:cubicBezTo>
                    <a:cubicBezTo>
                      <a:pt x="102" y="244"/>
                      <a:pt x="102" y="244"/>
                      <a:pt x="102" y="244"/>
                    </a:cubicBezTo>
                    <a:close/>
                    <a:moveTo>
                      <a:pt x="128" y="268"/>
                    </a:moveTo>
                    <a:cubicBezTo>
                      <a:pt x="95" y="288"/>
                      <a:pt x="95" y="288"/>
                      <a:pt x="95" y="288"/>
                    </a:cubicBezTo>
                    <a:cubicBezTo>
                      <a:pt x="91" y="285"/>
                      <a:pt x="91" y="285"/>
                      <a:pt x="91" y="285"/>
                    </a:cubicBezTo>
                    <a:cubicBezTo>
                      <a:pt x="106" y="249"/>
                      <a:pt x="106" y="249"/>
                      <a:pt x="106" y="249"/>
                    </a:cubicBezTo>
                    <a:cubicBezTo>
                      <a:pt x="110" y="252"/>
                      <a:pt x="110" y="252"/>
                      <a:pt x="110" y="252"/>
                    </a:cubicBezTo>
                    <a:cubicBezTo>
                      <a:pt x="101" y="272"/>
                      <a:pt x="101" y="272"/>
                      <a:pt x="101" y="272"/>
                    </a:cubicBezTo>
                    <a:cubicBezTo>
                      <a:pt x="100" y="273"/>
                      <a:pt x="99" y="275"/>
                      <a:pt x="98" y="278"/>
                    </a:cubicBezTo>
                    <a:cubicBezTo>
                      <a:pt x="97" y="280"/>
                      <a:pt x="96" y="282"/>
                      <a:pt x="95" y="283"/>
                    </a:cubicBezTo>
                    <a:cubicBezTo>
                      <a:pt x="96" y="284"/>
                      <a:pt x="96" y="284"/>
                      <a:pt x="96" y="284"/>
                    </a:cubicBezTo>
                    <a:cubicBezTo>
                      <a:pt x="97" y="283"/>
                      <a:pt x="98" y="282"/>
                      <a:pt x="101" y="280"/>
                    </a:cubicBezTo>
                    <a:cubicBezTo>
                      <a:pt x="103" y="279"/>
                      <a:pt x="105" y="278"/>
                      <a:pt x="106" y="277"/>
                    </a:cubicBezTo>
                    <a:cubicBezTo>
                      <a:pt x="125" y="265"/>
                      <a:pt x="125" y="265"/>
                      <a:pt x="125" y="265"/>
                    </a:cubicBezTo>
                    <a:cubicBezTo>
                      <a:pt x="128" y="268"/>
                      <a:pt x="128" y="268"/>
                      <a:pt x="128" y="268"/>
                    </a:cubicBezTo>
                    <a:close/>
                    <a:moveTo>
                      <a:pt x="151" y="286"/>
                    </a:moveTo>
                    <a:cubicBezTo>
                      <a:pt x="132" y="272"/>
                      <a:pt x="132" y="272"/>
                      <a:pt x="132" y="272"/>
                    </a:cubicBezTo>
                    <a:cubicBezTo>
                      <a:pt x="110" y="302"/>
                      <a:pt x="110" y="302"/>
                      <a:pt x="110" y="302"/>
                    </a:cubicBezTo>
                    <a:cubicBezTo>
                      <a:pt x="130" y="316"/>
                      <a:pt x="130" y="316"/>
                      <a:pt x="130" y="316"/>
                    </a:cubicBezTo>
                    <a:cubicBezTo>
                      <a:pt x="132" y="313"/>
                      <a:pt x="132" y="313"/>
                      <a:pt x="132" y="313"/>
                    </a:cubicBezTo>
                    <a:cubicBezTo>
                      <a:pt x="116" y="302"/>
                      <a:pt x="116" y="302"/>
                      <a:pt x="116" y="302"/>
                    </a:cubicBezTo>
                    <a:cubicBezTo>
                      <a:pt x="124" y="290"/>
                      <a:pt x="124" y="290"/>
                      <a:pt x="124" y="290"/>
                    </a:cubicBezTo>
                    <a:cubicBezTo>
                      <a:pt x="136" y="299"/>
                      <a:pt x="136" y="299"/>
                      <a:pt x="136" y="299"/>
                    </a:cubicBezTo>
                    <a:cubicBezTo>
                      <a:pt x="138" y="296"/>
                      <a:pt x="138" y="296"/>
                      <a:pt x="138" y="296"/>
                    </a:cubicBezTo>
                    <a:cubicBezTo>
                      <a:pt x="127" y="287"/>
                      <a:pt x="127" y="287"/>
                      <a:pt x="127" y="287"/>
                    </a:cubicBezTo>
                    <a:cubicBezTo>
                      <a:pt x="134" y="278"/>
                      <a:pt x="134" y="278"/>
                      <a:pt x="134" y="278"/>
                    </a:cubicBezTo>
                    <a:cubicBezTo>
                      <a:pt x="149" y="289"/>
                      <a:pt x="149" y="289"/>
                      <a:pt x="149" y="289"/>
                    </a:cubicBezTo>
                    <a:cubicBezTo>
                      <a:pt x="151" y="286"/>
                      <a:pt x="151" y="286"/>
                      <a:pt x="151" y="286"/>
                    </a:cubicBezTo>
                    <a:close/>
                    <a:moveTo>
                      <a:pt x="158" y="296"/>
                    </a:moveTo>
                    <a:cubicBezTo>
                      <a:pt x="153" y="308"/>
                      <a:pt x="153" y="308"/>
                      <a:pt x="153" y="308"/>
                    </a:cubicBezTo>
                    <a:cubicBezTo>
                      <a:pt x="159" y="311"/>
                      <a:pt x="159" y="311"/>
                      <a:pt x="159" y="311"/>
                    </a:cubicBezTo>
                    <a:cubicBezTo>
                      <a:pt x="165" y="314"/>
                      <a:pt x="168" y="313"/>
                      <a:pt x="170" y="309"/>
                    </a:cubicBezTo>
                    <a:cubicBezTo>
                      <a:pt x="171" y="307"/>
                      <a:pt x="171" y="306"/>
                      <a:pt x="171" y="304"/>
                    </a:cubicBezTo>
                    <a:cubicBezTo>
                      <a:pt x="170" y="302"/>
                      <a:pt x="168" y="301"/>
                      <a:pt x="166" y="300"/>
                    </a:cubicBezTo>
                    <a:cubicBezTo>
                      <a:pt x="158" y="296"/>
                      <a:pt x="158" y="296"/>
                      <a:pt x="158" y="296"/>
                    </a:cubicBezTo>
                    <a:close/>
                    <a:moveTo>
                      <a:pt x="156" y="291"/>
                    </a:moveTo>
                    <a:cubicBezTo>
                      <a:pt x="167" y="297"/>
                      <a:pt x="167" y="297"/>
                      <a:pt x="167" y="297"/>
                    </a:cubicBezTo>
                    <a:cubicBezTo>
                      <a:pt x="175" y="301"/>
                      <a:pt x="177" y="305"/>
                      <a:pt x="174" y="311"/>
                    </a:cubicBezTo>
                    <a:cubicBezTo>
                      <a:pt x="173" y="314"/>
                      <a:pt x="172" y="315"/>
                      <a:pt x="170" y="316"/>
                    </a:cubicBezTo>
                    <a:cubicBezTo>
                      <a:pt x="169" y="316"/>
                      <a:pt x="169" y="316"/>
                      <a:pt x="168" y="316"/>
                    </a:cubicBezTo>
                    <a:cubicBezTo>
                      <a:pt x="168" y="316"/>
                      <a:pt x="169" y="320"/>
                      <a:pt x="168" y="323"/>
                    </a:cubicBezTo>
                    <a:cubicBezTo>
                      <a:pt x="167" y="328"/>
                      <a:pt x="163" y="335"/>
                      <a:pt x="163" y="336"/>
                    </a:cubicBezTo>
                    <a:cubicBezTo>
                      <a:pt x="159" y="334"/>
                      <a:pt x="159" y="334"/>
                      <a:pt x="159" y="334"/>
                    </a:cubicBezTo>
                    <a:cubicBezTo>
                      <a:pt x="161" y="328"/>
                      <a:pt x="163" y="325"/>
                      <a:pt x="164" y="319"/>
                    </a:cubicBezTo>
                    <a:cubicBezTo>
                      <a:pt x="164" y="318"/>
                      <a:pt x="163" y="316"/>
                      <a:pt x="163" y="316"/>
                    </a:cubicBezTo>
                    <a:cubicBezTo>
                      <a:pt x="151" y="311"/>
                      <a:pt x="151" y="311"/>
                      <a:pt x="151" y="311"/>
                    </a:cubicBezTo>
                    <a:cubicBezTo>
                      <a:pt x="143" y="326"/>
                      <a:pt x="143" y="326"/>
                      <a:pt x="143" y="326"/>
                    </a:cubicBezTo>
                    <a:cubicBezTo>
                      <a:pt x="139" y="324"/>
                      <a:pt x="139" y="324"/>
                      <a:pt x="139" y="324"/>
                    </a:cubicBezTo>
                    <a:cubicBezTo>
                      <a:pt x="156" y="291"/>
                      <a:pt x="156" y="291"/>
                      <a:pt x="156" y="291"/>
                    </a:cubicBezTo>
                    <a:close/>
                    <a:moveTo>
                      <a:pt x="207" y="322"/>
                    </a:moveTo>
                    <a:cubicBezTo>
                      <a:pt x="207" y="316"/>
                      <a:pt x="204" y="311"/>
                      <a:pt x="199" y="309"/>
                    </a:cubicBezTo>
                    <a:cubicBezTo>
                      <a:pt x="195" y="308"/>
                      <a:pt x="192" y="308"/>
                      <a:pt x="190" y="308"/>
                    </a:cubicBezTo>
                    <a:cubicBezTo>
                      <a:pt x="187" y="309"/>
                      <a:pt x="185" y="311"/>
                      <a:pt x="184" y="314"/>
                    </a:cubicBezTo>
                    <a:cubicBezTo>
                      <a:pt x="183" y="316"/>
                      <a:pt x="183" y="319"/>
                      <a:pt x="184" y="320"/>
                    </a:cubicBezTo>
                    <a:cubicBezTo>
                      <a:pt x="184" y="323"/>
                      <a:pt x="187" y="325"/>
                      <a:pt x="190" y="328"/>
                    </a:cubicBezTo>
                    <a:cubicBezTo>
                      <a:pt x="191" y="329"/>
                      <a:pt x="191" y="329"/>
                      <a:pt x="191" y="329"/>
                    </a:cubicBezTo>
                    <a:cubicBezTo>
                      <a:pt x="194" y="331"/>
                      <a:pt x="196" y="332"/>
                      <a:pt x="196" y="334"/>
                    </a:cubicBezTo>
                    <a:cubicBezTo>
                      <a:pt x="197" y="335"/>
                      <a:pt x="197" y="337"/>
                      <a:pt x="196" y="339"/>
                    </a:cubicBezTo>
                    <a:cubicBezTo>
                      <a:pt x="196" y="340"/>
                      <a:pt x="195" y="342"/>
                      <a:pt x="193" y="342"/>
                    </a:cubicBezTo>
                    <a:cubicBezTo>
                      <a:pt x="191" y="343"/>
                      <a:pt x="189" y="343"/>
                      <a:pt x="186" y="342"/>
                    </a:cubicBezTo>
                    <a:cubicBezTo>
                      <a:pt x="184" y="341"/>
                      <a:pt x="183" y="340"/>
                      <a:pt x="182" y="338"/>
                    </a:cubicBezTo>
                    <a:cubicBezTo>
                      <a:pt x="180" y="337"/>
                      <a:pt x="180" y="334"/>
                      <a:pt x="180" y="332"/>
                    </a:cubicBezTo>
                    <a:cubicBezTo>
                      <a:pt x="176" y="332"/>
                      <a:pt x="176" y="332"/>
                      <a:pt x="176" y="332"/>
                    </a:cubicBezTo>
                    <a:cubicBezTo>
                      <a:pt x="175" y="335"/>
                      <a:pt x="176" y="337"/>
                      <a:pt x="177" y="339"/>
                    </a:cubicBezTo>
                    <a:cubicBezTo>
                      <a:pt x="179" y="342"/>
                      <a:pt x="181" y="344"/>
                      <a:pt x="185" y="345"/>
                    </a:cubicBezTo>
                    <a:cubicBezTo>
                      <a:pt x="188" y="347"/>
                      <a:pt x="192" y="347"/>
                      <a:pt x="194" y="346"/>
                    </a:cubicBezTo>
                    <a:cubicBezTo>
                      <a:pt x="197" y="345"/>
                      <a:pt x="199" y="343"/>
                      <a:pt x="201" y="340"/>
                    </a:cubicBezTo>
                    <a:cubicBezTo>
                      <a:pt x="202" y="337"/>
                      <a:pt x="202" y="335"/>
                      <a:pt x="201" y="333"/>
                    </a:cubicBezTo>
                    <a:cubicBezTo>
                      <a:pt x="200" y="331"/>
                      <a:pt x="198" y="329"/>
                      <a:pt x="194" y="326"/>
                    </a:cubicBezTo>
                    <a:cubicBezTo>
                      <a:pt x="193" y="325"/>
                      <a:pt x="193" y="325"/>
                      <a:pt x="193" y="325"/>
                    </a:cubicBezTo>
                    <a:cubicBezTo>
                      <a:pt x="191" y="323"/>
                      <a:pt x="189" y="322"/>
                      <a:pt x="188" y="320"/>
                    </a:cubicBezTo>
                    <a:cubicBezTo>
                      <a:pt x="188" y="319"/>
                      <a:pt x="187" y="317"/>
                      <a:pt x="188" y="315"/>
                    </a:cubicBezTo>
                    <a:cubicBezTo>
                      <a:pt x="189" y="314"/>
                      <a:pt x="190" y="313"/>
                      <a:pt x="191" y="312"/>
                    </a:cubicBezTo>
                    <a:cubicBezTo>
                      <a:pt x="193" y="311"/>
                      <a:pt x="195" y="312"/>
                      <a:pt x="197" y="312"/>
                    </a:cubicBezTo>
                    <a:cubicBezTo>
                      <a:pt x="201" y="314"/>
                      <a:pt x="203" y="317"/>
                      <a:pt x="202" y="321"/>
                    </a:cubicBezTo>
                    <a:cubicBezTo>
                      <a:pt x="207" y="322"/>
                      <a:pt x="207" y="322"/>
                      <a:pt x="207" y="322"/>
                    </a:cubicBezTo>
                    <a:close/>
                    <a:moveTo>
                      <a:pt x="222" y="319"/>
                    </a:moveTo>
                    <a:cubicBezTo>
                      <a:pt x="212" y="355"/>
                      <a:pt x="212" y="355"/>
                      <a:pt x="212" y="355"/>
                    </a:cubicBezTo>
                    <a:cubicBezTo>
                      <a:pt x="208" y="354"/>
                      <a:pt x="208" y="354"/>
                      <a:pt x="208" y="354"/>
                    </a:cubicBezTo>
                    <a:cubicBezTo>
                      <a:pt x="218" y="318"/>
                      <a:pt x="218" y="318"/>
                      <a:pt x="218" y="318"/>
                    </a:cubicBezTo>
                    <a:cubicBezTo>
                      <a:pt x="222" y="319"/>
                      <a:pt x="222" y="319"/>
                      <a:pt x="222" y="319"/>
                    </a:cubicBezTo>
                    <a:close/>
                    <a:moveTo>
                      <a:pt x="255" y="324"/>
                    </a:moveTo>
                    <a:cubicBezTo>
                      <a:pt x="254" y="328"/>
                      <a:pt x="254" y="328"/>
                      <a:pt x="254" y="328"/>
                    </a:cubicBezTo>
                    <a:cubicBezTo>
                      <a:pt x="242" y="326"/>
                      <a:pt x="242" y="326"/>
                      <a:pt x="242" y="326"/>
                    </a:cubicBezTo>
                    <a:cubicBezTo>
                      <a:pt x="238" y="360"/>
                      <a:pt x="238" y="360"/>
                      <a:pt x="238" y="360"/>
                    </a:cubicBezTo>
                    <a:cubicBezTo>
                      <a:pt x="233" y="359"/>
                      <a:pt x="233" y="359"/>
                      <a:pt x="233" y="359"/>
                    </a:cubicBezTo>
                    <a:cubicBezTo>
                      <a:pt x="238" y="326"/>
                      <a:pt x="238" y="326"/>
                      <a:pt x="238" y="326"/>
                    </a:cubicBezTo>
                    <a:cubicBezTo>
                      <a:pt x="227" y="324"/>
                      <a:pt x="227" y="324"/>
                      <a:pt x="227" y="324"/>
                    </a:cubicBezTo>
                    <a:cubicBezTo>
                      <a:pt x="227" y="321"/>
                      <a:pt x="227" y="321"/>
                      <a:pt x="227" y="321"/>
                    </a:cubicBezTo>
                    <a:cubicBezTo>
                      <a:pt x="255" y="324"/>
                      <a:pt x="255" y="324"/>
                      <a:pt x="255" y="324"/>
                    </a:cubicBezTo>
                    <a:close/>
                    <a:moveTo>
                      <a:pt x="287" y="328"/>
                    </a:moveTo>
                    <a:cubicBezTo>
                      <a:pt x="273" y="349"/>
                      <a:pt x="273" y="349"/>
                      <a:pt x="273" y="349"/>
                    </a:cubicBezTo>
                    <a:cubicBezTo>
                      <a:pt x="272" y="364"/>
                      <a:pt x="272" y="364"/>
                      <a:pt x="272" y="364"/>
                    </a:cubicBezTo>
                    <a:cubicBezTo>
                      <a:pt x="268" y="364"/>
                      <a:pt x="268" y="364"/>
                      <a:pt x="268" y="364"/>
                    </a:cubicBezTo>
                    <a:cubicBezTo>
                      <a:pt x="269" y="348"/>
                      <a:pt x="269" y="348"/>
                      <a:pt x="269" y="348"/>
                    </a:cubicBezTo>
                    <a:cubicBezTo>
                      <a:pt x="258" y="326"/>
                      <a:pt x="258" y="326"/>
                      <a:pt x="258" y="326"/>
                    </a:cubicBezTo>
                    <a:cubicBezTo>
                      <a:pt x="263" y="326"/>
                      <a:pt x="263" y="326"/>
                      <a:pt x="263" y="326"/>
                    </a:cubicBezTo>
                    <a:cubicBezTo>
                      <a:pt x="270" y="342"/>
                      <a:pt x="270" y="342"/>
                      <a:pt x="270" y="342"/>
                    </a:cubicBezTo>
                    <a:cubicBezTo>
                      <a:pt x="270" y="342"/>
                      <a:pt x="271" y="343"/>
                      <a:pt x="271" y="343"/>
                    </a:cubicBezTo>
                    <a:cubicBezTo>
                      <a:pt x="271" y="344"/>
                      <a:pt x="271" y="344"/>
                      <a:pt x="272" y="345"/>
                    </a:cubicBezTo>
                    <a:cubicBezTo>
                      <a:pt x="272" y="344"/>
                      <a:pt x="272" y="344"/>
                      <a:pt x="273" y="343"/>
                    </a:cubicBezTo>
                    <a:cubicBezTo>
                      <a:pt x="273" y="343"/>
                      <a:pt x="273" y="342"/>
                      <a:pt x="273" y="342"/>
                    </a:cubicBezTo>
                    <a:cubicBezTo>
                      <a:pt x="283" y="328"/>
                      <a:pt x="283" y="328"/>
                      <a:pt x="283" y="328"/>
                    </a:cubicBezTo>
                    <a:cubicBezTo>
                      <a:pt x="287" y="328"/>
                      <a:pt x="287" y="328"/>
                      <a:pt x="287" y="328"/>
                    </a:cubicBezTo>
                    <a:close/>
                    <a:moveTo>
                      <a:pt x="339" y="326"/>
                    </a:moveTo>
                    <a:cubicBezTo>
                      <a:pt x="336" y="326"/>
                      <a:pt x="333" y="329"/>
                      <a:pt x="332" y="332"/>
                    </a:cubicBezTo>
                    <a:cubicBezTo>
                      <a:pt x="331" y="335"/>
                      <a:pt x="331" y="339"/>
                      <a:pt x="332" y="343"/>
                    </a:cubicBezTo>
                    <a:cubicBezTo>
                      <a:pt x="333" y="349"/>
                      <a:pt x="335" y="352"/>
                      <a:pt x="338" y="354"/>
                    </a:cubicBezTo>
                    <a:cubicBezTo>
                      <a:pt x="340" y="356"/>
                      <a:pt x="343" y="357"/>
                      <a:pt x="346" y="356"/>
                    </a:cubicBezTo>
                    <a:cubicBezTo>
                      <a:pt x="349" y="355"/>
                      <a:pt x="352" y="353"/>
                      <a:pt x="353" y="350"/>
                    </a:cubicBezTo>
                    <a:cubicBezTo>
                      <a:pt x="354" y="347"/>
                      <a:pt x="354" y="343"/>
                      <a:pt x="353" y="339"/>
                    </a:cubicBezTo>
                    <a:cubicBezTo>
                      <a:pt x="352" y="333"/>
                      <a:pt x="350" y="330"/>
                      <a:pt x="347" y="327"/>
                    </a:cubicBezTo>
                    <a:cubicBezTo>
                      <a:pt x="345" y="326"/>
                      <a:pt x="342" y="325"/>
                      <a:pt x="339" y="326"/>
                    </a:cubicBezTo>
                    <a:close/>
                    <a:moveTo>
                      <a:pt x="338" y="322"/>
                    </a:moveTo>
                    <a:cubicBezTo>
                      <a:pt x="343" y="321"/>
                      <a:pt x="347" y="322"/>
                      <a:pt x="351" y="325"/>
                    </a:cubicBezTo>
                    <a:cubicBezTo>
                      <a:pt x="354" y="328"/>
                      <a:pt x="356" y="332"/>
                      <a:pt x="357" y="337"/>
                    </a:cubicBezTo>
                    <a:cubicBezTo>
                      <a:pt x="359" y="344"/>
                      <a:pt x="358" y="349"/>
                      <a:pt x="356" y="353"/>
                    </a:cubicBezTo>
                    <a:cubicBezTo>
                      <a:pt x="354" y="357"/>
                      <a:pt x="351" y="359"/>
                      <a:pt x="347" y="360"/>
                    </a:cubicBezTo>
                    <a:cubicBezTo>
                      <a:pt x="342" y="361"/>
                      <a:pt x="338" y="360"/>
                      <a:pt x="334" y="357"/>
                    </a:cubicBezTo>
                    <a:cubicBezTo>
                      <a:pt x="331" y="354"/>
                      <a:pt x="329" y="350"/>
                      <a:pt x="328" y="344"/>
                    </a:cubicBezTo>
                    <a:cubicBezTo>
                      <a:pt x="326" y="338"/>
                      <a:pt x="327" y="333"/>
                      <a:pt x="329" y="329"/>
                    </a:cubicBezTo>
                    <a:cubicBezTo>
                      <a:pt x="331" y="325"/>
                      <a:pt x="334" y="323"/>
                      <a:pt x="338" y="322"/>
                    </a:cubicBezTo>
                    <a:close/>
                    <a:moveTo>
                      <a:pt x="383" y="312"/>
                    </a:moveTo>
                    <a:cubicBezTo>
                      <a:pt x="384" y="315"/>
                      <a:pt x="384" y="315"/>
                      <a:pt x="384" y="315"/>
                    </a:cubicBezTo>
                    <a:cubicBezTo>
                      <a:pt x="366" y="321"/>
                      <a:pt x="366" y="321"/>
                      <a:pt x="366" y="321"/>
                    </a:cubicBezTo>
                    <a:cubicBezTo>
                      <a:pt x="370" y="333"/>
                      <a:pt x="370" y="333"/>
                      <a:pt x="370" y="333"/>
                    </a:cubicBezTo>
                    <a:cubicBezTo>
                      <a:pt x="383" y="328"/>
                      <a:pt x="383" y="328"/>
                      <a:pt x="383" y="328"/>
                    </a:cubicBezTo>
                    <a:cubicBezTo>
                      <a:pt x="385" y="332"/>
                      <a:pt x="385" y="332"/>
                      <a:pt x="385" y="332"/>
                    </a:cubicBezTo>
                    <a:cubicBezTo>
                      <a:pt x="371" y="336"/>
                      <a:pt x="371" y="336"/>
                      <a:pt x="371" y="336"/>
                    </a:cubicBezTo>
                    <a:cubicBezTo>
                      <a:pt x="377" y="353"/>
                      <a:pt x="377" y="353"/>
                      <a:pt x="377" y="353"/>
                    </a:cubicBezTo>
                    <a:cubicBezTo>
                      <a:pt x="372" y="355"/>
                      <a:pt x="372" y="355"/>
                      <a:pt x="372" y="355"/>
                    </a:cubicBezTo>
                    <a:cubicBezTo>
                      <a:pt x="361" y="319"/>
                      <a:pt x="361" y="319"/>
                      <a:pt x="361" y="319"/>
                    </a:cubicBezTo>
                    <a:cubicBezTo>
                      <a:pt x="383" y="312"/>
                      <a:pt x="383" y="312"/>
                      <a:pt x="383" y="312"/>
                    </a:cubicBezTo>
                    <a:close/>
                    <a:moveTo>
                      <a:pt x="446" y="289"/>
                    </a:moveTo>
                    <a:cubicBezTo>
                      <a:pt x="443" y="292"/>
                      <a:pt x="443" y="292"/>
                      <a:pt x="443" y="292"/>
                    </a:cubicBezTo>
                    <a:cubicBezTo>
                      <a:pt x="439" y="289"/>
                      <a:pt x="435" y="288"/>
                      <a:pt x="431" y="291"/>
                    </a:cubicBezTo>
                    <a:cubicBezTo>
                      <a:pt x="428" y="293"/>
                      <a:pt x="427" y="296"/>
                      <a:pt x="427" y="299"/>
                    </a:cubicBezTo>
                    <a:cubicBezTo>
                      <a:pt x="427" y="303"/>
                      <a:pt x="429" y="306"/>
                      <a:pt x="431" y="310"/>
                    </a:cubicBezTo>
                    <a:cubicBezTo>
                      <a:pt x="434" y="314"/>
                      <a:pt x="438" y="317"/>
                      <a:pt x="441" y="318"/>
                    </a:cubicBezTo>
                    <a:cubicBezTo>
                      <a:pt x="444" y="319"/>
                      <a:pt x="447" y="318"/>
                      <a:pt x="449" y="317"/>
                    </a:cubicBezTo>
                    <a:cubicBezTo>
                      <a:pt x="452" y="315"/>
                      <a:pt x="453" y="312"/>
                      <a:pt x="453" y="309"/>
                    </a:cubicBezTo>
                    <a:cubicBezTo>
                      <a:pt x="453" y="307"/>
                      <a:pt x="452" y="304"/>
                      <a:pt x="450" y="301"/>
                    </a:cubicBezTo>
                    <a:cubicBezTo>
                      <a:pt x="442" y="307"/>
                      <a:pt x="442" y="307"/>
                      <a:pt x="442" y="307"/>
                    </a:cubicBezTo>
                    <a:cubicBezTo>
                      <a:pt x="440" y="304"/>
                      <a:pt x="440" y="304"/>
                      <a:pt x="440" y="304"/>
                    </a:cubicBezTo>
                    <a:cubicBezTo>
                      <a:pt x="451" y="296"/>
                      <a:pt x="451" y="296"/>
                      <a:pt x="451" y="296"/>
                    </a:cubicBezTo>
                    <a:cubicBezTo>
                      <a:pt x="462" y="311"/>
                      <a:pt x="462" y="311"/>
                      <a:pt x="462" y="311"/>
                    </a:cubicBezTo>
                    <a:cubicBezTo>
                      <a:pt x="460" y="313"/>
                      <a:pt x="460" y="313"/>
                      <a:pt x="460" y="313"/>
                    </a:cubicBezTo>
                    <a:cubicBezTo>
                      <a:pt x="456" y="308"/>
                      <a:pt x="456" y="308"/>
                      <a:pt x="456" y="308"/>
                    </a:cubicBezTo>
                    <a:cubicBezTo>
                      <a:pt x="456" y="311"/>
                      <a:pt x="456" y="313"/>
                      <a:pt x="455" y="315"/>
                    </a:cubicBezTo>
                    <a:cubicBezTo>
                      <a:pt x="454" y="317"/>
                      <a:pt x="453" y="318"/>
                      <a:pt x="451" y="320"/>
                    </a:cubicBezTo>
                    <a:cubicBezTo>
                      <a:pt x="447" y="323"/>
                      <a:pt x="443" y="323"/>
                      <a:pt x="438" y="322"/>
                    </a:cubicBezTo>
                    <a:cubicBezTo>
                      <a:pt x="434" y="320"/>
                      <a:pt x="431" y="317"/>
                      <a:pt x="428" y="313"/>
                    </a:cubicBezTo>
                    <a:cubicBezTo>
                      <a:pt x="424" y="307"/>
                      <a:pt x="422" y="302"/>
                      <a:pt x="423" y="298"/>
                    </a:cubicBezTo>
                    <a:cubicBezTo>
                      <a:pt x="424" y="294"/>
                      <a:pt x="426" y="290"/>
                      <a:pt x="429" y="288"/>
                    </a:cubicBezTo>
                    <a:cubicBezTo>
                      <a:pt x="432" y="286"/>
                      <a:pt x="435" y="285"/>
                      <a:pt x="438" y="285"/>
                    </a:cubicBezTo>
                    <a:cubicBezTo>
                      <a:pt x="441" y="286"/>
                      <a:pt x="444" y="287"/>
                      <a:pt x="446" y="289"/>
                    </a:cubicBezTo>
                    <a:close/>
                    <a:moveTo>
                      <a:pt x="466" y="260"/>
                    </a:moveTo>
                    <a:cubicBezTo>
                      <a:pt x="449" y="275"/>
                      <a:pt x="449" y="275"/>
                      <a:pt x="449" y="275"/>
                    </a:cubicBezTo>
                    <a:cubicBezTo>
                      <a:pt x="473" y="303"/>
                      <a:pt x="473" y="303"/>
                      <a:pt x="473" y="303"/>
                    </a:cubicBezTo>
                    <a:cubicBezTo>
                      <a:pt x="491" y="288"/>
                      <a:pt x="491" y="288"/>
                      <a:pt x="491" y="288"/>
                    </a:cubicBezTo>
                    <a:cubicBezTo>
                      <a:pt x="488" y="285"/>
                      <a:pt x="488" y="285"/>
                      <a:pt x="488" y="285"/>
                    </a:cubicBezTo>
                    <a:cubicBezTo>
                      <a:pt x="474" y="298"/>
                      <a:pt x="474" y="298"/>
                      <a:pt x="474" y="298"/>
                    </a:cubicBezTo>
                    <a:cubicBezTo>
                      <a:pt x="464" y="287"/>
                      <a:pt x="464" y="287"/>
                      <a:pt x="464" y="287"/>
                    </a:cubicBezTo>
                    <a:cubicBezTo>
                      <a:pt x="475" y="277"/>
                      <a:pt x="475" y="277"/>
                      <a:pt x="475" y="277"/>
                    </a:cubicBezTo>
                    <a:cubicBezTo>
                      <a:pt x="473" y="275"/>
                      <a:pt x="473" y="275"/>
                      <a:pt x="473" y="275"/>
                    </a:cubicBezTo>
                    <a:cubicBezTo>
                      <a:pt x="462" y="284"/>
                      <a:pt x="462" y="284"/>
                      <a:pt x="462" y="284"/>
                    </a:cubicBezTo>
                    <a:cubicBezTo>
                      <a:pt x="454" y="275"/>
                      <a:pt x="454" y="275"/>
                      <a:pt x="454" y="275"/>
                    </a:cubicBezTo>
                    <a:cubicBezTo>
                      <a:pt x="469" y="263"/>
                      <a:pt x="469" y="263"/>
                      <a:pt x="469" y="263"/>
                    </a:cubicBezTo>
                    <a:cubicBezTo>
                      <a:pt x="466" y="260"/>
                      <a:pt x="466" y="260"/>
                      <a:pt x="466" y="260"/>
                    </a:cubicBezTo>
                    <a:close/>
                    <a:moveTo>
                      <a:pt x="483" y="247"/>
                    </a:moveTo>
                    <a:cubicBezTo>
                      <a:pt x="485" y="245"/>
                      <a:pt x="487" y="244"/>
                      <a:pt x="490" y="244"/>
                    </a:cubicBezTo>
                    <a:cubicBezTo>
                      <a:pt x="494" y="244"/>
                      <a:pt x="497" y="246"/>
                      <a:pt x="501" y="249"/>
                    </a:cubicBezTo>
                    <a:cubicBezTo>
                      <a:pt x="505" y="252"/>
                      <a:pt x="507" y="255"/>
                      <a:pt x="508" y="258"/>
                    </a:cubicBezTo>
                    <a:cubicBezTo>
                      <a:pt x="509" y="262"/>
                      <a:pt x="508" y="265"/>
                      <a:pt x="506" y="268"/>
                    </a:cubicBezTo>
                    <a:cubicBezTo>
                      <a:pt x="504" y="270"/>
                      <a:pt x="502" y="271"/>
                      <a:pt x="499" y="271"/>
                    </a:cubicBezTo>
                    <a:cubicBezTo>
                      <a:pt x="495" y="271"/>
                      <a:pt x="491" y="269"/>
                      <a:pt x="487" y="265"/>
                    </a:cubicBezTo>
                    <a:cubicBezTo>
                      <a:pt x="484" y="262"/>
                      <a:pt x="482" y="259"/>
                      <a:pt x="481" y="256"/>
                    </a:cubicBezTo>
                    <a:cubicBezTo>
                      <a:pt x="480" y="253"/>
                      <a:pt x="480" y="250"/>
                      <a:pt x="483" y="247"/>
                    </a:cubicBezTo>
                    <a:close/>
                    <a:moveTo>
                      <a:pt x="480" y="245"/>
                    </a:moveTo>
                    <a:cubicBezTo>
                      <a:pt x="483" y="241"/>
                      <a:pt x="487" y="239"/>
                      <a:pt x="492" y="240"/>
                    </a:cubicBezTo>
                    <a:cubicBezTo>
                      <a:pt x="496" y="240"/>
                      <a:pt x="500" y="242"/>
                      <a:pt x="504" y="246"/>
                    </a:cubicBezTo>
                    <a:cubicBezTo>
                      <a:pt x="509" y="250"/>
                      <a:pt x="512" y="254"/>
                      <a:pt x="512" y="259"/>
                    </a:cubicBezTo>
                    <a:cubicBezTo>
                      <a:pt x="513" y="263"/>
                      <a:pt x="512" y="267"/>
                      <a:pt x="509" y="270"/>
                    </a:cubicBezTo>
                    <a:cubicBezTo>
                      <a:pt x="506" y="274"/>
                      <a:pt x="502" y="275"/>
                      <a:pt x="497" y="275"/>
                    </a:cubicBezTo>
                    <a:cubicBezTo>
                      <a:pt x="493" y="275"/>
                      <a:pt x="488" y="273"/>
                      <a:pt x="484" y="269"/>
                    </a:cubicBezTo>
                    <a:cubicBezTo>
                      <a:pt x="479" y="265"/>
                      <a:pt x="477" y="260"/>
                      <a:pt x="476" y="255"/>
                    </a:cubicBezTo>
                    <a:cubicBezTo>
                      <a:pt x="476" y="251"/>
                      <a:pt x="477" y="248"/>
                      <a:pt x="480" y="245"/>
                    </a:cubicBezTo>
                    <a:close/>
                    <a:moveTo>
                      <a:pt x="516" y="214"/>
                    </a:moveTo>
                    <a:cubicBezTo>
                      <a:pt x="510" y="212"/>
                      <a:pt x="505" y="214"/>
                      <a:pt x="501" y="219"/>
                    </a:cubicBezTo>
                    <a:cubicBezTo>
                      <a:pt x="500" y="222"/>
                      <a:pt x="499" y="225"/>
                      <a:pt x="499" y="228"/>
                    </a:cubicBezTo>
                    <a:cubicBezTo>
                      <a:pt x="499" y="231"/>
                      <a:pt x="501" y="233"/>
                      <a:pt x="503" y="234"/>
                    </a:cubicBezTo>
                    <a:cubicBezTo>
                      <a:pt x="505" y="236"/>
                      <a:pt x="508" y="237"/>
                      <a:pt x="510" y="236"/>
                    </a:cubicBezTo>
                    <a:cubicBezTo>
                      <a:pt x="512" y="236"/>
                      <a:pt x="515" y="234"/>
                      <a:pt x="518" y="231"/>
                    </a:cubicBezTo>
                    <a:cubicBezTo>
                      <a:pt x="519" y="230"/>
                      <a:pt x="519" y="230"/>
                      <a:pt x="519" y="230"/>
                    </a:cubicBezTo>
                    <a:cubicBezTo>
                      <a:pt x="522" y="228"/>
                      <a:pt x="524" y="227"/>
                      <a:pt x="525" y="227"/>
                    </a:cubicBezTo>
                    <a:cubicBezTo>
                      <a:pt x="527" y="226"/>
                      <a:pt x="528" y="226"/>
                      <a:pt x="530" y="228"/>
                    </a:cubicBezTo>
                    <a:cubicBezTo>
                      <a:pt x="532" y="229"/>
                      <a:pt x="533" y="230"/>
                      <a:pt x="533" y="231"/>
                    </a:cubicBezTo>
                    <a:cubicBezTo>
                      <a:pt x="533" y="233"/>
                      <a:pt x="533" y="236"/>
                      <a:pt x="531" y="238"/>
                    </a:cubicBezTo>
                    <a:cubicBezTo>
                      <a:pt x="530" y="240"/>
                      <a:pt x="528" y="241"/>
                      <a:pt x="527" y="242"/>
                    </a:cubicBezTo>
                    <a:cubicBezTo>
                      <a:pt x="525" y="243"/>
                      <a:pt x="522" y="243"/>
                      <a:pt x="520" y="242"/>
                    </a:cubicBezTo>
                    <a:cubicBezTo>
                      <a:pt x="519" y="246"/>
                      <a:pt x="519" y="246"/>
                      <a:pt x="519" y="246"/>
                    </a:cubicBezTo>
                    <a:cubicBezTo>
                      <a:pt x="522" y="247"/>
                      <a:pt x="524" y="247"/>
                      <a:pt x="527" y="246"/>
                    </a:cubicBezTo>
                    <a:cubicBezTo>
                      <a:pt x="530" y="245"/>
                      <a:pt x="532" y="243"/>
                      <a:pt x="534" y="240"/>
                    </a:cubicBezTo>
                    <a:cubicBezTo>
                      <a:pt x="536" y="237"/>
                      <a:pt x="537" y="234"/>
                      <a:pt x="537" y="231"/>
                    </a:cubicBezTo>
                    <a:cubicBezTo>
                      <a:pt x="537" y="228"/>
                      <a:pt x="535" y="225"/>
                      <a:pt x="532" y="224"/>
                    </a:cubicBezTo>
                    <a:cubicBezTo>
                      <a:pt x="530" y="222"/>
                      <a:pt x="528" y="221"/>
                      <a:pt x="526" y="222"/>
                    </a:cubicBezTo>
                    <a:cubicBezTo>
                      <a:pt x="523" y="222"/>
                      <a:pt x="520" y="224"/>
                      <a:pt x="517" y="227"/>
                    </a:cubicBezTo>
                    <a:cubicBezTo>
                      <a:pt x="516" y="228"/>
                      <a:pt x="516" y="228"/>
                      <a:pt x="516" y="228"/>
                    </a:cubicBezTo>
                    <a:cubicBezTo>
                      <a:pt x="514" y="230"/>
                      <a:pt x="512" y="231"/>
                      <a:pt x="510" y="232"/>
                    </a:cubicBezTo>
                    <a:cubicBezTo>
                      <a:pt x="509" y="232"/>
                      <a:pt x="507" y="232"/>
                      <a:pt x="505" y="231"/>
                    </a:cubicBezTo>
                    <a:cubicBezTo>
                      <a:pt x="504" y="230"/>
                      <a:pt x="503" y="228"/>
                      <a:pt x="503" y="227"/>
                    </a:cubicBezTo>
                    <a:cubicBezTo>
                      <a:pt x="503" y="225"/>
                      <a:pt x="503" y="223"/>
                      <a:pt x="505" y="221"/>
                    </a:cubicBezTo>
                    <a:cubicBezTo>
                      <a:pt x="507" y="218"/>
                      <a:pt x="510" y="217"/>
                      <a:pt x="514" y="218"/>
                    </a:cubicBezTo>
                    <a:cubicBezTo>
                      <a:pt x="516" y="214"/>
                      <a:pt x="516" y="214"/>
                      <a:pt x="516" y="214"/>
                    </a:cubicBezTo>
                    <a:close/>
                    <a:moveTo>
                      <a:pt x="545" y="103"/>
                    </a:moveTo>
                    <a:cubicBezTo>
                      <a:pt x="582" y="107"/>
                      <a:pt x="582" y="107"/>
                      <a:pt x="582" y="107"/>
                    </a:cubicBezTo>
                    <a:cubicBezTo>
                      <a:pt x="581" y="113"/>
                      <a:pt x="581" y="113"/>
                      <a:pt x="581" y="113"/>
                    </a:cubicBezTo>
                    <a:cubicBezTo>
                      <a:pt x="557" y="122"/>
                      <a:pt x="557" y="122"/>
                      <a:pt x="557" y="122"/>
                    </a:cubicBezTo>
                    <a:cubicBezTo>
                      <a:pt x="557" y="122"/>
                      <a:pt x="553" y="123"/>
                      <a:pt x="546" y="126"/>
                    </a:cubicBezTo>
                    <a:cubicBezTo>
                      <a:pt x="546" y="127"/>
                      <a:pt x="546" y="127"/>
                      <a:pt x="546" y="127"/>
                    </a:cubicBezTo>
                    <a:cubicBezTo>
                      <a:pt x="547" y="127"/>
                      <a:pt x="549" y="127"/>
                      <a:pt x="552" y="127"/>
                    </a:cubicBezTo>
                    <a:cubicBezTo>
                      <a:pt x="555" y="127"/>
                      <a:pt x="556" y="128"/>
                      <a:pt x="558" y="128"/>
                    </a:cubicBezTo>
                    <a:cubicBezTo>
                      <a:pt x="579" y="130"/>
                      <a:pt x="579" y="130"/>
                      <a:pt x="579" y="130"/>
                    </a:cubicBezTo>
                    <a:cubicBezTo>
                      <a:pt x="579" y="134"/>
                      <a:pt x="579" y="134"/>
                      <a:pt x="579" y="134"/>
                    </a:cubicBezTo>
                    <a:cubicBezTo>
                      <a:pt x="542" y="130"/>
                      <a:pt x="542" y="130"/>
                      <a:pt x="542" y="130"/>
                    </a:cubicBezTo>
                    <a:cubicBezTo>
                      <a:pt x="542" y="123"/>
                      <a:pt x="542" y="123"/>
                      <a:pt x="542" y="123"/>
                    </a:cubicBezTo>
                    <a:cubicBezTo>
                      <a:pt x="564" y="115"/>
                      <a:pt x="564" y="115"/>
                      <a:pt x="564" y="115"/>
                    </a:cubicBezTo>
                    <a:cubicBezTo>
                      <a:pt x="566" y="114"/>
                      <a:pt x="568" y="114"/>
                      <a:pt x="571" y="113"/>
                    </a:cubicBezTo>
                    <a:cubicBezTo>
                      <a:pt x="574" y="112"/>
                      <a:pt x="575" y="111"/>
                      <a:pt x="576" y="111"/>
                    </a:cubicBezTo>
                    <a:cubicBezTo>
                      <a:pt x="576" y="110"/>
                      <a:pt x="576" y="110"/>
                      <a:pt x="576" y="110"/>
                    </a:cubicBezTo>
                    <a:cubicBezTo>
                      <a:pt x="569" y="110"/>
                      <a:pt x="565" y="109"/>
                      <a:pt x="564" y="109"/>
                    </a:cubicBezTo>
                    <a:cubicBezTo>
                      <a:pt x="544" y="107"/>
                      <a:pt x="544" y="107"/>
                      <a:pt x="544" y="107"/>
                    </a:cubicBezTo>
                    <a:cubicBezTo>
                      <a:pt x="545" y="103"/>
                      <a:pt x="545" y="103"/>
                      <a:pt x="545" y="103"/>
                    </a:cubicBezTo>
                    <a:close/>
                    <a:moveTo>
                      <a:pt x="557" y="68"/>
                    </a:moveTo>
                    <a:cubicBezTo>
                      <a:pt x="558" y="73"/>
                      <a:pt x="558" y="73"/>
                      <a:pt x="558" y="73"/>
                    </a:cubicBezTo>
                    <a:cubicBezTo>
                      <a:pt x="553" y="74"/>
                      <a:pt x="550" y="77"/>
                      <a:pt x="550" y="82"/>
                    </a:cubicBezTo>
                    <a:cubicBezTo>
                      <a:pt x="550" y="85"/>
                      <a:pt x="551" y="88"/>
                      <a:pt x="554" y="90"/>
                    </a:cubicBezTo>
                    <a:cubicBezTo>
                      <a:pt x="557" y="92"/>
                      <a:pt x="560" y="93"/>
                      <a:pt x="565" y="93"/>
                    </a:cubicBezTo>
                    <a:cubicBezTo>
                      <a:pt x="570" y="93"/>
                      <a:pt x="574" y="92"/>
                      <a:pt x="577" y="90"/>
                    </a:cubicBezTo>
                    <a:cubicBezTo>
                      <a:pt x="580" y="88"/>
                      <a:pt x="581" y="85"/>
                      <a:pt x="581" y="82"/>
                    </a:cubicBezTo>
                    <a:cubicBezTo>
                      <a:pt x="581" y="77"/>
                      <a:pt x="578" y="74"/>
                      <a:pt x="573" y="73"/>
                    </a:cubicBezTo>
                    <a:cubicBezTo>
                      <a:pt x="574" y="68"/>
                      <a:pt x="574" y="68"/>
                      <a:pt x="574" y="68"/>
                    </a:cubicBezTo>
                    <a:cubicBezTo>
                      <a:pt x="581" y="71"/>
                      <a:pt x="585" y="75"/>
                      <a:pt x="585" y="82"/>
                    </a:cubicBezTo>
                    <a:cubicBezTo>
                      <a:pt x="584" y="87"/>
                      <a:pt x="582" y="91"/>
                      <a:pt x="579" y="94"/>
                    </a:cubicBezTo>
                    <a:cubicBezTo>
                      <a:pt x="575" y="96"/>
                      <a:pt x="571" y="98"/>
                      <a:pt x="565" y="98"/>
                    </a:cubicBezTo>
                    <a:cubicBezTo>
                      <a:pt x="559" y="97"/>
                      <a:pt x="554" y="96"/>
                      <a:pt x="550" y="92"/>
                    </a:cubicBezTo>
                    <a:cubicBezTo>
                      <a:pt x="547" y="89"/>
                      <a:pt x="546" y="86"/>
                      <a:pt x="546" y="82"/>
                    </a:cubicBezTo>
                    <a:cubicBezTo>
                      <a:pt x="546" y="78"/>
                      <a:pt x="547" y="75"/>
                      <a:pt x="549" y="72"/>
                    </a:cubicBezTo>
                    <a:cubicBezTo>
                      <a:pt x="551" y="70"/>
                      <a:pt x="554" y="69"/>
                      <a:pt x="557" y="68"/>
                    </a:cubicBezTo>
                    <a:close/>
                    <a:moveTo>
                      <a:pt x="545" y="38"/>
                    </a:moveTo>
                    <a:cubicBezTo>
                      <a:pt x="549" y="38"/>
                      <a:pt x="549" y="38"/>
                      <a:pt x="549" y="38"/>
                    </a:cubicBezTo>
                    <a:cubicBezTo>
                      <a:pt x="550" y="57"/>
                      <a:pt x="550" y="57"/>
                      <a:pt x="550" y="57"/>
                    </a:cubicBezTo>
                    <a:cubicBezTo>
                      <a:pt x="562" y="56"/>
                      <a:pt x="562" y="56"/>
                      <a:pt x="562" y="56"/>
                    </a:cubicBezTo>
                    <a:cubicBezTo>
                      <a:pt x="561" y="42"/>
                      <a:pt x="561" y="42"/>
                      <a:pt x="561" y="42"/>
                    </a:cubicBezTo>
                    <a:cubicBezTo>
                      <a:pt x="565" y="42"/>
                      <a:pt x="565" y="42"/>
                      <a:pt x="565" y="42"/>
                    </a:cubicBezTo>
                    <a:cubicBezTo>
                      <a:pt x="566" y="56"/>
                      <a:pt x="566" y="56"/>
                      <a:pt x="566" y="56"/>
                    </a:cubicBezTo>
                    <a:cubicBezTo>
                      <a:pt x="580" y="55"/>
                      <a:pt x="580" y="55"/>
                      <a:pt x="580" y="55"/>
                    </a:cubicBezTo>
                    <a:cubicBezTo>
                      <a:pt x="579" y="36"/>
                      <a:pt x="579" y="36"/>
                      <a:pt x="579" y="36"/>
                    </a:cubicBezTo>
                    <a:cubicBezTo>
                      <a:pt x="582" y="36"/>
                      <a:pt x="582" y="36"/>
                      <a:pt x="582" y="36"/>
                    </a:cubicBezTo>
                    <a:cubicBezTo>
                      <a:pt x="584" y="59"/>
                      <a:pt x="584" y="59"/>
                      <a:pt x="584" y="59"/>
                    </a:cubicBezTo>
                    <a:cubicBezTo>
                      <a:pt x="547" y="62"/>
                      <a:pt x="547" y="62"/>
                      <a:pt x="547" y="62"/>
                    </a:cubicBezTo>
                    <a:lnTo>
                      <a:pt x="545" y="38"/>
                    </a:lnTo>
                    <a:close/>
                  </a:path>
                </a:pathLst>
              </a:custGeom>
              <a:solidFill>
                <a:srgbClr val="0062A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" name="Freeform 8"/>
              <p:cNvSpPr>
                <a:spLocks noEditPoints="1"/>
              </p:cNvSpPr>
              <p:nvPr/>
            </p:nvSpPr>
            <p:spPr bwMode="auto">
              <a:xfrm>
                <a:off x="4537107" y="3583347"/>
                <a:ext cx="1238250" cy="387350"/>
              </a:xfrm>
              <a:custGeom>
                <a:avLst/>
                <a:gdLst>
                  <a:gd name="T0" fmla="*/ 36 w 501"/>
                  <a:gd name="T1" fmla="*/ 127 h 157"/>
                  <a:gd name="T2" fmla="*/ 43 w 501"/>
                  <a:gd name="T3" fmla="*/ 118 h 157"/>
                  <a:gd name="T4" fmla="*/ 23 w 501"/>
                  <a:gd name="T5" fmla="*/ 103 h 157"/>
                  <a:gd name="T6" fmla="*/ 20 w 501"/>
                  <a:gd name="T7" fmla="*/ 157 h 157"/>
                  <a:gd name="T8" fmla="*/ 48 w 501"/>
                  <a:gd name="T9" fmla="*/ 121 h 157"/>
                  <a:gd name="T10" fmla="*/ 65 w 501"/>
                  <a:gd name="T11" fmla="*/ 62 h 157"/>
                  <a:gd name="T12" fmla="*/ 90 w 501"/>
                  <a:gd name="T13" fmla="*/ 93 h 157"/>
                  <a:gd name="T14" fmla="*/ 142 w 501"/>
                  <a:gd name="T15" fmla="*/ 52 h 157"/>
                  <a:gd name="T16" fmla="*/ 127 w 501"/>
                  <a:gd name="T17" fmla="*/ 53 h 157"/>
                  <a:gd name="T18" fmla="*/ 127 w 501"/>
                  <a:gd name="T19" fmla="*/ 53 h 157"/>
                  <a:gd name="T20" fmla="*/ 130 w 501"/>
                  <a:gd name="T21" fmla="*/ 51 h 157"/>
                  <a:gd name="T22" fmla="*/ 119 w 501"/>
                  <a:gd name="T23" fmla="*/ 48 h 157"/>
                  <a:gd name="T24" fmla="*/ 85 w 501"/>
                  <a:gd name="T25" fmla="*/ 60 h 157"/>
                  <a:gd name="T26" fmla="*/ 90 w 501"/>
                  <a:gd name="T27" fmla="*/ 66 h 157"/>
                  <a:gd name="T28" fmla="*/ 95 w 501"/>
                  <a:gd name="T29" fmla="*/ 73 h 157"/>
                  <a:gd name="T30" fmla="*/ 167 w 501"/>
                  <a:gd name="T31" fmla="*/ 19 h 157"/>
                  <a:gd name="T32" fmla="*/ 171 w 501"/>
                  <a:gd name="T33" fmla="*/ 42 h 157"/>
                  <a:gd name="T34" fmla="*/ 191 w 501"/>
                  <a:gd name="T35" fmla="*/ 38 h 157"/>
                  <a:gd name="T36" fmla="*/ 187 w 501"/>
                  <a:gd name="T37" fmla="*/ 21 h 157"/>
                  <a:gd name="T38" fmla="*/ 165 w 501"/>
                  <a:gd name="T39" fmla="*/ 9 h 157"/>
                  <a:gd name="T40" fmla="*/ 195 w 501"/>
                  <a:gd name="T41" fmla="*/ 16 h 157"/>
                  <a:gd name="T42" fmla="*/ 197 w 501"/>
                  <a:gd name="T43" fmla="*/ 40 h 157"/>
                  <a:gd name="T44" fmla="*/ 250 w 501"/>
                  <a:gd name="T45" fmla="*/ 28 h 157"/>
                  <a:gd name="T46" fmla="*/ 208 w 501"/>
                  <a:gd name="T47" fmla="*/ 18 h 157"/>
                  <a:gd name="T48" fmla="*/ 228 w 501"/>
                  <a:gd name="T49" fmla="*/ 15 h 157"/>
                  <a:gd name="T50" fmla="*/ 234 w 501"/>
                  <a:gd name="T51" fmla="*/ 24 h 157"/>
                  <a:gd name="T52" fmla="*/ 228 w 501"/>
                  <a:gd name="T53" fmla="*/ 0 h 157"/>
                  <a:gd name="T54" fmla="*/ 260 w 501"/>
                  <a:gd name="T55" fmla="*/ 35 h 157"/>
                  <a:gd name="T56" fmla="*/ 282 w 501"/>
                  <a:gd name="T57" fmla="*/ 11 h 157"/>
                  <a:gd name="T58" fmla="*/ 282 w 501"/>
                  <a:gd name="T59" fmla="*/ 19 h 157"/>
                  <a:gd name="T60" fmla="*/ 301 w 501"/>
                  <a:gd name="T61" fmla="*/ 25 h 157"/>
                  <a:gd name="T62" fmla="*/ 290 w 501"/>
                  <a:gd name="T63" fmla="*/ 39 h 157"/>
                  <a:gd name="T64" fmla="*/ 336 w 501"/>
                  <a:gd name="T65" fmla="*/ 47 h 157"/>
                  <a:gd name="T66" fmla="*/ 323 w 501"/>
                  <a:gd name="T67" fmla="*/ 36 h 157"/>
                  <a:gd name="T68" fmla="*/ 313 w 501"/>
                  <a:gd name="T69" fmla="*/ 19 h 157"/>
                  <a:gd name="T70" fmla="*/ 314 w 501"/>
                  <a:gd name="T71" fmla="*/ 12 h 157"/>
                  <a:gd name="T72" fmla="*/ 306 w 501"/>
                  <a:gd name="T73" fmla="*/ 5 h 157"/>
                  <a:gd name="T74" fmla="*/ 359 w 501"/>
                  <a:gd name="T75" fmla="*/ 35 h 157"/>
                  <a:gd name="T76" fmla="*/ 370 w 501"/>
                  <a:gd name="T77" fmla="*/ 60 h 157"/>
                  <a:gd name="T78" fmla="*/ 422 w 501"/>
                  <a:gd name="T79" fmla="*/ 92 h 157"/>
                  <a:gd name="T80" fmla="*/ 427 w 501"/>
                  <a:gd name="T81" fmla="*/ 76 h 157"/>
                  <a:gd name="T82" fmla="*/ 397 w 501"/>
                  <a:gd name="T83" fmla="*/ 37 h 157"/>
                  <a:gd name="T84" fmla="*/ 451 w 501"/>
                  <a:gd name="T85" fmla="*/ 123 h 157"/>
                  <a:gd name="T86" fmla="*/ 457 w 501"/>
                  <a:gd name="T87" fmla="*/ 139 h 157"/>
                  <a:gd name="T88" fmla="*/ 468 w 501"/>
                  <a:gd name="T89" fmla="*/ 131 h 157"/>
                  <a:gd name="T90" fmla="*/ 461 w 501"/>
                  <a:gd name="T91" fmla="*/ 107 h 157"/>
                  <a:gd name="T92" fmla="*/ 457 w 501"/>
                  <a:gd name="T93" fmla="*/ 118 h 157"/>
                  <a:gd name="T94" fmla="*/ 451 w 501"/>
                  <a:gd name="T95" fmla="*/ 123 h 157"/>
                  <a:gd name="T96" fmla="*/ 456 w 501"/>
                  <a:gd name="T97" fmla="*/ 82 h 157"/>
                  <a:gd name="T98" fmla="*/ 470 w 501"/>
                  <a:gd name="T99" fmla="*/ 97 h 157"/>
                  <a:gd name="T100" fmla="*/ 490 w 501"/>
                  <a:gd name="T101" fmla="*/ 121 h 157"/>
                  <a:gd name="T102" fmla="*/ 493 w 501"/>
                  <a:gd name="T103" fmla="*/ 148 h 157"/>
                  <a:gd name="T104" fmla="*/ 466 w 501"/>
                  <a:gd name="T105" fmla="*/ 108 h 1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501" h="157">
                    <a:moveTo>
                      <a:pt x="24" y="143"/>
                    </a:moveTo>
                    <a:cubicBezTo>
                      <a:pt x="14" y="135"/>
                      <a:pt x="14" y="135"/>
                      <a:pt x="14" y="135"/>
                    </a:cubicBezTo>
                    <a:cubicBezTo>
                      <a:pt x="26" y="120"/>
                      <a:pt x="26" y="120"/>
                      <a:pt x="26" y="120"/>
                    </a:cubicBezTo>
                    <a:cubicBezTo>
                      <a:pt x="36" y="127"/>
                      <a:pt x="36" y="127"/>
                      <a:pt x="36" y="127"/>
                    </a:cubicBezTo>
                    <a:cubicBezTo>
                      <a:pt x="24" y="143"/>
                      <a:pt x="24" y="143"/>
                      <a:pt x="24" y="143"/>
                    </a:cubicBezTo>
                    <a:close/>
                    <a:moveTo>
                      <a:pt x="49" y="93"/>
                    </a:moveTo>
                    <a:cubicBezTo>
                      <a:pt x="58" y="100"/>
                      <a:pt x="58" y="100"/>
                      <a:pt x="58" y="100"/>
                    </a:cubicBezTo>
                    <a:cubicBezTo>
                      <a:pt x="43" y="118"/>
                      <a:pt x="43" y="118"/>
                      <a:pt x="43" y="118"/>
                    </a:cubicBezTo>
                    <a:cubicBezTo>
                      <a:pt x="34" y="110"/>
                      <a:pt x="34" y="110"/>
                      <a:pt x="34" y="110"/>
                    </a:cubicBezTo>
                    <a:cubicBezTo>
                      <a:pt x="49" y="93"/>
                      <a:pt x="49" y="93"/>
                      <a:pt x="49" y="93"/>
                    </a:cubicBezTo>
                    <a:close/>
                    <a:moveTo>
                      <a:pt x="30" y="107"/>
                    </a:moveTo>
                    <a:cubicBezTo>
                      <a:pt x="23" y="103"/>
                      <a:pt x="23" y="103"/>
                      <a:pt x="23" y="103"/>
                    </a:cubicBezTo>
                    <a:cubicBezTo>
                      <a:pt x="15" y="112"/>
                      <a:pt x="15" y="112"/>
                      <a:pt x="15" y="112"/>
                    </a:cubicBezTo>
                    <a:cubicBezTo>
                      <a:pt x="22" y="117"/>
                      <a:pt x="22" y="117"/>
                      <a:pt x="22" y="117"/>
                    </a:cubicBezTo>
                    <a:cubicBezTo>
                      <a:pt x="0" y="142"/>
                      <a:pt x="0" y="142"/>
                      <a:pt x="0" y="142"/>
                    </a:cubicBezTo>
                    <a:cubicBezTo>
                      <a:pt x="20" y="157"/>
                      <a:pt x="20" y="157"/>
                      <a:pt x="20" y="157"/>
                    </a:cubicBezTo>
                    <a:cubicBezTo>
                      <a:pt x="40" y="131"/>
                      <a:pt x="40" y="131"/>
                      <a:pt x="40" y="131"/>
                    </a:cubicBezTo>
                    <a:cubicBezTo>
                      <a:pt x="48" y="137"/>
                      <a:pt x="48" y="137"/>
                      <a:pt x="48" y="137"/>
                    </a:cubicBezTo>
                    <a:cubicBezTo>
                      <a:pt x="55" y="127"/>
                      <a:pt x="55" y="127"/>
                      <a:pt x="55" y="127"/>
                    </a:cubicBezTo>
                    <a:cubicBezTo>
                      <a:pt x="48" y="121"/>
                      <a:pt x="48" y="121"/>
                      <a:pt x="48" y="121"/>
                    </a:cubicBezTo>
                    <a:cubicBezTo>
                      <a:pt x="71" y="95"/>
                      <a:pt x="71" y="95"/>
                      <a:pt x="71" y="95"/>
                    </a:cubicBezTo>
                    <a:cubicBezTo>
                      <a:pt x="53" y="80"/>
                      <a:pt x="53" y="80"/>
                      <a:pt x="53" y="80"/>
                    </a:cubicBezTo>
                    <a:cubicBezTo>
                      <a:pt x="30" y="107"/>
                      <a:pt x="30" y="107"/>
                      <a:pt x="30" y="107"/>
                    </a:cubicBezTo>
                    <a:close/>
                    <a:moveTo>
                      <a:pt x="65" y="62"/>
                    </a:moveTo>
                    <a:cubicBezTo>
                      <a:pt x="77" y="54"/>
                      <a:pt x="87" y="47"/>
                      <a:pt x="99" y="40"/>
                    </a:cubicBezTo>
                    <a:cubicBezTo>
                      <a:pt x="111" y="32"/>
                      <a:pt x="123" y="25"/>
                      <a:pt x="136" y="18"/>
                    </a:cubicBezTo>
                    <a:cubicBezTo>
                      <a:pt x="155" y="52"/>
                      <a:pt x="155" y="52"/>
                      <a:pt x="155" y="52"/>
                    </a:cubicBezTo>
                    <a:cubicBezTo>
                      <a:pt x="90" y="93"/>
                      <a:pt x="90" y="93"/>
                      <a:pt x="90" y="93"/>
                    </a:cubicBezTo>
                    <a:cubicBezTo>
                      <a:pt x="65" y="62"/>
                      <a:pt x="65" y="62"/>
                      <a:pt x="65" y="62"/>
                    </a:cubicBezTo>
                    <a:close/>
                    <a:moveTo>
                      <a:pt x="96" y="81"/>
                    </a:moveTo>
                    <a:cubicBezTo>
                      <a:pt x="119" y="66"/>
                      <a:pt x="119" y="66"/>
                      <a:pt x="119" y="66"/>
                    </a:cubicBezTo>
                    <a:cubicBezTo>
                      <a:pt x="142" y="52"/>
                      <a:pt x="142" y="52"/>
                      <a:pt x="142" y="52"/>
                    </a:cubicBezTo>
                    <a:cubicBezTo>
                      <a:pt x="128" y="29"/>
                      <a:pt x="128" y="29"/>
                      <a:pt x="128" y="29"/>
                    </a:cubicBezTo>
                    <a:cubicBezTo>
                      <a:pt x="79" y="58"/>
                      <a:pt x="79" y="58"/>
                      <a:pt x="79" y="58"/>
                    </a:cubicBezTo>
                    <a:cubicBezTo>
                      <a:pt x="96" y="81"/>
                      <a:pt x="96" y="81"/>
                      <a:pt x="96" y="81"/>
                    </a:cubicBezTo>
                    <a:close/>
                    <a:moveTo>
                      <a:pt x="127" y="53"/>
                    </a:moveTo>
                    <a:cubicBezTo>
                      <a:pt x="125" y="50"/>
                      <a:pt x="125" y="50"/>
                      <a:pt x="125" y="50"/>
                    </a:cubicBezTo>
                    <a:cubicBezTo>
                      <a:pt x="121" y="52"/>
                      <a:pt x="121" y="52"/>
                      <a:pt x="121" y="52"/>
                    </a:cubicBezTo>
                    <a:cubicBezTo>
                      <a:pt x="123" y="56"/>
                      <a:pt x="123" y="56"/>
                      <a:pt x="123" y="56"/>
                    </a:cubicBezTo>
                    <a:cubicBezTo>
                      <a:pt x="127" y="53"/>
                      <a:pt x="127" y="53"/>
                      <a:pt x="127" y="53"/>
                    </a:cubicBezTo>
                    <a:close/>
                    <a:moveTo>
                      <a:pt x="120" y="62"/>
                    </a:moveTo>
                    <a:cubicBezTo>
                      <a:pt x="137" y="52"/>
                      <a:pt x="137" y="52"/>
                      <a:pt x="137" y="52"/>
                    </a:cubicBezTo>
                    <a:cubicBezTo>
                      <a:pt x="135" y="48"/>
                      <a:pt x="135" y="48"/>
                      <a:pt x="135" y="48"/>
                    </a:cubicBezTo>
                    <a:cubicBezTo>
                      <a:pt x="130" y="51"/>
                      <a:pt x="130" y="51"/>
                      <a:pt x="130" y="51"/>
                    </a:cubicBezTo>
                    <a:cubicBezTo>
                      <a:pt x="128" y="48"/>
                      <a:pt x="128" y="48"/>
                      <a:pt x="128" y="48"/>
                    </a:cubicBezTo>
                    <a:cubicBezTo>
                      <a:pt x="133" y="45"/>
                      <a:pt x="133" y="45"/>
                      <a:pt x="133" y="45"/>
                    </a:cubicBezTo>
                    <a:cubicBezTo>
                      <a:pt x="130" y="41"/>
                      <a:pt x="130" y="41"/>
                      <a:pt x="130" y="41"/>
                    </a:cubicBezTo>
                    <a:cubicBezTo>
                      <a:pt x="119" y="48"/>
                      <a:pt x="119" y="48"/>
                      <a:pt x="119" y="48"/>
                    </a:cubicBezTo>
                    <a:cubicBezTo>
                      <a:pt x="117" y="45"/>
                      <a:pt x="117" y="45"/>
                      <a:pt x="117" y="45"/>
                    </a:cubicBezTo>
                    <a:cubicBezTo>
                      <a:pt x="128" y="38"/>
                      <a:pt x="128" y="38"/>
                      <a:pt x="128" y="38"/>
                    </a:cubicBezTo>
                    <a:cubicBezTo>
                      <a:pt x="126" y="34"/>
                      <a:pt x="126" y="34"/>
                      <a:pt x="126" y="34"/>
                    </a:cubicBezTo>
                    <a:cubicBezTo>
                      <a:pt x="112" y="43"/>
                      <a:pt x="99" y="51"/>
                      <a:pt x="85" y="60"/>
                    </a:cubicBezTo>
                    <a:cubicBezTo>
                      <a:pt x="88" y="63"/>
                      <a:pt x="88" y="63"/>
                      <a:pt x="88" y="63"/>
                    </a:cubicBezTo>
                    <a:cubicBezTo>
                      <a:pt x="101" y="55"/>
                      <a:pt x="101" y="55"/>
                      <a:pt x="101" y="55"/>
                    </a:cubicBezTo>
                    <a:cubicBezTo>
                      <a:pt x="103" y="58"/>
                      <a:pt x="103" y="58"/>
                      <a:pt x="103" y="58"/>
                    </a:cubicBezTo>
                    <a:cubicBezTo>
                      <a:pt x="90" y="66"/>
                      <a:pt x="90" y="66"/>
                      <a:pt x="90" y="66"/>
                    </a:cubicBezTo>
                    <a:cubicBezTo>
                      <a:pt x="93" y="69"/>
                      <a:pt x="93" y="69"/>
                      <a:pt x="93" y="69"/>
                    </a:cubicBezTo>
                    <a:cubicBezTo>
                      <a:pt x="106" y="62"/>
                      <a:pt x="106" y="62"/>
                      <a:pt x="106" y="62"/>
                    </a:cubicBezTo>
                    <a:cubicBezTo>
                      <a:pt x="108" y="65"/>
                      <a:pt x="108" y="65"/>
                      <a:pt x="108" y="65"/>
                    </a:cubicBezTo>
                    <a:cubicBezTo>
                      <a:pt x="95" y="73"/>
                      <a:pt x="95" y="73"/>
                      <a:pt x="95" y="73"/>
                    </a:cubicBezTo>
                    <a:cubicBezTo>
                      <a:pt x="98" y="76"/>
                      <a:pt x="98" y="76"/>
                      <a:pt x="98" y="76"/>
                    </a:cubicBezTo>
                    <a:cubicBezTo>
                      <a:pt x="120" y="62"/>
                      <a:pt x="120" y="62"/>
                      <a:pt x="120" y="62"/>
                    </a:cubicBezTo>
                    <a:close/>
                    <a:moveTo>
                      <a:pt x="165" y="9"/>
                    </a:moveTo>
                    <a:cubicBezTo>
                      <a:pt x="167" y="19"/>
                      <a:pt x="167" y="19"/>
                      <a:pt x="167" y="19"/>
                    </a:cubicBezTo>
                    <a:cubicBezTo>
                      <a:pt x="159" y="20"/>
                      <a:pt x="159" y="20"/>
                      <a:pt x="159" y="20"/>
                    </a:cubicBezTo>
                    <a:cubicBezTo>
                      <a:pt x="160" y="25"/>
                      <a:pt x="160" y="25"/>
                      <a:pt x="160" y="25"/>
                    </a:cubicBezTo>
                    <a:cubicBezTo>
                      <a:pt x="168" y="24"/>
                      <a:pt x="168" y="24"/>
                      <a:pt x="168" y="24"/>
                    </a:cubicBezTo>
                    <a:cubicBezTo>
                      <a:pt x="171" y="42"/>
                      <a:pt x="171" y="42"/>
                      <a:pt x="171" y="42"/>
                    </a:cubicBezTo>
                    <a:cubicBezTo>
                      <a:pt x="166" y="43"/>
                      <a:pt x="166" y="43"/>
                      <a:pt x="166" y="43"/>
                    </a:cubicBezTo>
                    <a:cubicBezTo>
                      <a:pt x="166" y="47"/>
                      <a:pt x="166" y="47"/>
                      <a:pt x="166" y="47"/>
                    </a:cubicBezTo>
                    <a:cubicBezTo>
                      <a:pt x="191" y="43"/>
                      <a:pt x="191" y="43"/>
                      <a:pt x="191" y="43"/>
                    </a:cubicBezTo>
                    <a:cubicBezTo>
                      <a:pt x="191" y="38"/>
                      <a:pt x="191" y="38"/>
                      <a:pt x="191" y="38"/>
                    </a:cubicBezTo>
                    <a:cubicBezTo>
                      <a:pt x="184" y="40"/>
                      <a:pt x="184" y="40"/>
                      <a:pt x="184" y="40"/>
                    </a:cubicBezTo>
                    <a:cubicBezTo>
                      <a:pt x="183" y="31"/>
                      <a:pt x="183" y="31"/>
                      <a:pt x="183" y="31"/>
                    </a:cubicBezTo>
                    <a:cubicBezTo>
                      <a:pt x="181" y="22"/>
                      <a:pt x="181" y="22"/>
                      <a:pt x="181" y="22"/>
                    </a:cubicBezTo>
                    <a:cubicBezTo>
                      <a:pt x="187" y="21"/>
                      <a:pt x="187" y="21"/>
                      <a:pt x="187" y="21"/>
                    </a:cubicBezTo>
                    <a:cubicBezTo>
                      <a:pt x="186" y="17"/>
                      <a:pt x="186" y="17"/>
                      <a:pt x="186" y="17"/>
                    </a:cubicBezTo>
                    <a:cubicBezTo>
                      <a:pt x="181" y="17"/>
                      <a:pt x="181" y="17"/>
                      <a:pt x="181" y="17"/>
                    </a:cubicBezTo>
                    <a:cubicBezTo>
                      <a:pt x="180" y="7"/>
                      <a:pt x="180" y="7"/>
                      <a:pt x="180" y="7"/>
                    </a:cubicBezTo>
                    <a:cubicBezTo>
                      <a:pt x="165" y="9"/>
                      <a:pt x="165" y="9"/>
                      <a:pt x="165" y="9"/>
                    </a:cubicBezTo>
                    <a:close/>
                    <a:moveTo>
                      <a:pt x="208" y="14"/>
                    </a:moveTo>
                    <a:cubicBezTo>
                      <a:pt x="208" y="9"/>
                      <a:pt x="208" y="9"/>
                      <a:pt x="208" y="9"/>
                    </a:cubicBezTo>
                    <a:cubicBezTo>
                      <a:pt x="194" y="9"/>
                      <a:pt x="194" y="9"/>
                      <a:pt x="194" y="9"/>
                    </a:cubicBezTo>
                    <a:cubicBezTo>
                      <a:pt x="195" y="16"/>
                      <a:pt x="195" y="16"/>
                      <a:pt x="195" y="16"/>
                    </a:cubicBezTo>
                    <a:cubicBezTo>
                      <a:pt x="192" y="16"/>
                      <a:pt x="192" y="16"/>
                      <a:pt x="192" y="16"/>
                    </a:cubicBezTo>
                    <a:cubicBezTo>
                      <a:pt x="192" y="20"/>
                      <a:pt x="192" y="20"/>
                      <a:pt x="192" y="20"/>
                    </a:cubicBezTo>
                    <a:cubicBezTo>
                      <a:pt x="195" y="20"/>
                      <a:pt x="195" y="20"/>
                      <a:pt x="195" y="20"/>
                    </a:cubicBezTo>
                    <a:cubicBezTo>
                      <a:pt x="197" y="40"/>
                      <a:pt x="197" y="40"/>
                      <a:pt x="197" y="40"/>
                    </a:cubicBezTo>
                    <a:cubicBezTo>
                      <a:pt x="209" y="39"/>
                      <a:pt x="209" y="39"/>
                      <a:pt x="209" y="39"/>
                    </a:cubicBezTo>
                    <a:cubicBezTo>
                      <a:pt x="222" y="38"/>
                      <a:pt x="222" y="38"/>
                      <a:pt x="222" y="38"/>
                    </a:cubicBezTo>
                    <a:cubicBezTo>
                      <a:pt x="231" y="38"/>
                      <a:pt x="241" y="38"/>
                      <a:pt x="250" y="38"/>
                    </a:cubicBezTo>
                    <a:cubicBezTo>
                      <a:pt x="250" y="28"/>
                      <a:pt x="250" y="28"/>
                      <a:pt x="250" y="28"/>
                    </a:cubicBezTo>
                    <a:cubicBezTo>
                      <a:pt x="236" y="28"/>
                      <a:pt x="236" y="28"/>
                      <a:pt x="236" y="28"/>
                    </a:cubicBezTo>
                    <a:cubicBezTo>
                      <a:pt x="236" y="34"/>
                      <a:pt x="236" y="34"/>
                      <a:pt x="236" y="34"/>
                    </a:cubicBezTo>
                    <a:cubicBezTo>
                      <a:pt x="209" y="34"/>
                      <a:pt x="209" y="34"/>
                      <a:pt x="209" y="34"/>
                    </a:cubicBezTo>
                    <a:cubicBezTo>
                      <a:pt x="208" y="18"/>
                      <a:pt x="208" y="18"/>
                      <a:pt x="208" y="18"/>
                    </a:cubicBezTo>
                    <a:cubicBezTo>
                      <a:pt x="215" y="17"/>
                      <a:pt x="215" y="17"/>
                      <a:pt x="215" y="17"/>
                    </a:cubicBezTo>
                    <a:cubicBezTo>
                      <a:pt x="216" y="27"/>
                      <a:pt x="216" y="27"/>
                      <a:pt x="216" y="27"/>
                    </a:cubicBezTo>
                    <a:cubicBezTo>
                      <a:pt x="228" y="26"/>
                      <a:pt x="228" y="26"/>
                      <a:pt x="228" y="26"/>
                    </a:cubicBezTo>
                    <a:cubicBezTo>
                      <a:pt x="228" y="15"/>
                      <a:pt x="228" y="15"/>
                      <a:pt x="228" y="15"/>
                    </a:cubicBezTo>
                    <a:cubicBezTo>
                      <a:pt x="236" y="14"/>
                      <a:pt x="236" y="14"/>
                      <a:pt x="236" y="14"/>
                    </a:cubicBezTo>
                    <a:cubicBezTo>
                      <a:pt x="236" y="19"/>
                      <a:pt x="236" y="19"/>
                      <a:pt x="236" y="19"/>
                    </a:cubicBezTo>
                    <a:cubicBezTo>
                      <a:pt x="234" y="19"/>
                      <a:pt x="234" y="19"/>
                      <a:pt x="234" y="19"/>
                    </a:cubicBezTo>
                    <a:cubicBezTo>
                      <a:pt x="234" y="24"/>
                      <a:pt x="234" y="24"/>
                      <a:pt x="234" y="24"/>
                    </a:cubicBezTo>
                    <a:cubicBezTo>
                      <a:pt x="248" y="24"/>
                      <a:pt x="248" y="24"/>
                      <a:pt x="248" y="24"/>
                    </a:cubicBezTo>
                    <a:cubicBezTo>
                      <a:pt x="248" y="8"/>
                      <a:pt x="248" y="8"/>
                      <a:pt x="248" y="8"/>
                    </a:cubicBezTo>
                    <a:cubicBezTo>
                      <a:pt x="228" y="11"/>
                      <a:pt x="228" y="11"/>
                      <a:pt x="228" y="11"/>
                    </a:cubicBezTo>
                    <a:cubicBezTo>
                      <a:pt x="228" y="0"/>
                      <a:pt x="228" y="0"/>
                      <a:pt x="228" y="0"/>
                    </a:cubicBezTo>
                    <a:cubicBezTo>
                      <a:pt x="214" y="0"/>
                      <a:pt x="214" y="0"/>
                      <a:pt x="214" y="0"/>
                    </a:cubicBezTo>
                    <a:cubicBezTo>
                      <a:pt x="215" y="13"/>
                      <a:pt x="215" y="13"/>
                      <a:pt x="215" y="13"/>
                    </a:cubicBezTo>
                    <a:cubicBezTo>
                      <a:pt x="208" y="14"/>
                      <a:pt x="208" y="14"/>
                      <a:pt x="208" y="14"/>
                    </a:cubicBezTo>
                    <a:close/>
                    <a:moveTo>
                      <a:pt x="260" y="35"/>
                    </a:moveTo>
                    <a:cubicBezTo>
                      <a:pt x="280" y="33"/>
                      <a:pt x="277" y="27"/>
                      <a:pt x="278" y="6"/>
                    </a:cubicBezTo>
                    <a:cubicBezTo>
                      <a:pt x="303" y="9"/>
                      <a:pt x="303" y="9"/>
                      <a:pt x="303" y="9"/>
                    </a:cubicBezTo>
                    <a:cubicBezTo>
                      <a:pt x="303" y="13"/>
                      <a:pt x="303" y="13"/>
                      <a:pt x="303" y="13"/>
                    </a:cubicBezTo>
                    <a:cubicBezTo>
                      <a:pt x="282" y="11"/>
                      <a:pt x="282" y="11"/>
                      <a:pt x="282" y="11"/>
                    </a:cubicBezTo>
                    <a:cubicBezTo>
                      <a:pt x="282" y="15"/>
                      <a:pt x="282" y="15"/>
                      <a:pt x="282" y="15"/>
                    </a:cubicBezTo>
                    <a:cubicBezTo>
                      <a:pt x="302" y="17"/>
                      <a:pt x="302" y="17"/>
                      <a:pt x="302" y="17"/>
                    </a:cubicBezTo>
                    <a:cubicBezTo>
                      <a:pt x="302" y="20"/>
                      <a:pt x="302" y="20"/>
                      <a:pt x="302" y="20"/>
                    </a:cubicBezTo>
                    <a:cubicBezTo>
                      <a:pt x="282" y="19"/>
                      <a:pt x="282" y="19"/>
                      <a:pt x="282" y="19"/>
                    </a:cubicBezTo>
                    <a:cubicBezTo>
                      <a:pt x="281" y="29"/>
                      <a:pt x="281" y="29"/>
                      <a:pt x="281" y="29"/>
                    </a:cubicBezTo>
                    <a:cubicBezTo>
                      <a:pt x="292" y="29"/>
                      <a:pt x="292" y="29"/>
                      <a:pt x="292" y="29"/>
                    </a:cubicBezTo>
                    <a:cubicBezTo>
                      <a:pt x="292" y="24"/>
                      <a:pt x="292" y="24"/>
                      <a:pt x="292" y="24"/>
                    </a:cubicBezTo>
                    <a:cubicBezTo>
                      <a:pt x="301" y="25"/>
                      <a:pt x="301" y="25"/>
                      <a:pt x="301" y="25"/>
                    </a:cubicBezTo>
                    <a:cubicBezTo>
                      <a:pt x="299" y="31"/>
                      <a:pt x="292" y="33"/>
                      <a:pt x="285" y="34"/>
                    </a:cubicBezTo>
                    <a:cubicBezTo>
                      <a:pt x="273" y="37"/>
                      <a:pt x="273" y="37"/>
                      <a:pt x="273" y="37"/>
                    </a:cubicBezTo>
                    <a:cubicBezTo>
                      <a:pt x="273" y="39"/>
                      <a:pt x="273" y="39"/>
                      <a:pt x="273" y="39"/>
                    </a:cubicBezTo>
                    <a:cubicBezTo>
                      <a:pt x="282" y="40"/>
                      <a:pt x="287" y="39"/>
                      <a:pt x="290" y="39"/>
                    </a:cubicBezTo>
                    <a:cubicBezTo>
                      <a:pt x="294" y="39"/>
                      <a:pt x="300" y="37"/>
                      <a:pt x="306" y="35"/>
                    </a:cubicBezTo>
                    <a:cubicBezTo>
                      <a:pt x="308" y="40"/>
                      <a:pt x="315" y="44"/>
                      <a:pt x="322" y="46"/>
                    </a:cubicBezTo>
                    <a:cubicBezTo>
                      <a:pt x="327" y="48"/>
                      <a:pt x="331" y="49"/>
                      <a:pt x="335" y="50"/>
                    </a:cubicBezTo>
                    <a:cubicBezTo>
                      <a:pt x="336" y="47"/>
                      <a:pt x="336" y="47"/>
                      <a:pt x="336" y="47"/>
                    </a:cubicBezTo>
                    <a:cubicBezTo>
                      <a:pt x="322" y="41"/>
                      <a:pt x="322" y="41"/>
                      <a:pt x="322" y="41"/>
                    </a:cubicBezTo>
                    <a:cubicBezTo>
                      <a:pt x="315" y="37"/>
                      <a:pt x="314" y="35"/>
                      <a:pt x="312" y="27"/>
                    </a:cubicBezTo>
                    <a:cubicBezTo>
                      <a:pt x="324" y="29"/>
                      <a:pt x="324" y="29"/>
                      <a:pt x="324" y="29"/>
                    </a:cubicBezTo>
                    <a:cubicBezTo>
                      <a:pt x="323" y="36"/>
                      <a:pt x="323" y="36"/>
                      <a:pt x="323" y="36"/>
                    </a:cubicBezTo>
                    <a:cubicBezTo>
                      <a:pt x="335" y="38"/>
                      <a:pt x="335" y="38"/>
                      <a:pt x="335" y="38"/>
                    </a:cubicBezTo>
                    <a:cubicBezTo>
                      <a:pt x="337" y="28"/>
                      <a:pt x="337" y="28"/>
                      <a:pt x="337" y="28"/>
                    </a:cubicBezTo>
                    <a:cubicBezTo>
                      <a:pt x="313" y="22"/>
                      <a:pt x="313" y="22"/>
                      <a:pt x="313" y="22"/>
                    </a:cubicBezTo>
                    <a:cubicBezTo>
                      <a:pt x="313" y="19"/>
                      <a:pt x="313" y="19"/>
                      <a:pt x="313" y="19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2" y="21"/>
                      <a:pt x="342" y="21"/>
                      <a:pt x="342" y="21"/>
                    </a:cubicBezTo>
                    <a:cubicBezTo>
                      <a:pt x="313" y="16"/>
                      <a:pt x="313" y="16"/>
                      <a:pt x="313" y="16"/>
                    </a:cubicBezTo>
                    <a:cubicBezTo>
                      <a:pt x="314" y="12"/>
                      <a:pt x="314" y="12"/>
                      <a:pt x="314" y="12"/>
                    </a:cubicBezTo>
                    <a:cubicBezTo>
                      <a:pt x="320" y="13"/>
                      <a:pt x="325" y="14"/>
                      <a:pt x="330" y="16"/>
                    </a:cubicBezTo>
                    <a:cubicBezTo>
                      <a:pt x="344" y="19"/>
                      <a:pt x="344" y="19"/>
                      <a:pt x="344" y="19"/>
                    </a:cubicBezTo>
                    <a:cubicBezTo>
                      <a:pt x="345" y="15"/>
                      <a:pt x="345" y="15"/>
                      <a:pt x="345" y="15"/>
                    </a:cubicBezTo>
                    <a:cubicBezTo>
                      <a:pt x="333" y="12"/>
                      <a:pt x="317" y="7"/>
                      <a:pt x="306" y="5"/>
                    </a:cubicBezTo>
                    <a:cubicBezTo>
                      <a:pt x="292" y="3"/>
                      <a:pt x="283" y="2"/>
                      <a:pt x="269" y="1"/>
                    </a:cubicBezTo>
                    <a:cubicBezTo>
                      <a:pt x="268" y="13"/>
                      <a:pt x="270" y="21"/>
                      <a:pt x="266" y="29"/>
                    </a:cubicBezTo>
                    <a:cubicBezTo>
                      <a:pt x="265" y="32"/>
                      <a:pt x="263" y="32"/>
                      <a:pt x="260" y="35"/>
                    </a:cubicBezTo>
                    <a:close/>
                    <a:moveTo>
                      <a:pt x="359" y="35"/>
                    </a:moveTo>
                    <a:cubicBezTo>
                      <a:pt x="388" y="51"/>
                      <a:pt x="388" y="51"/>
                      <a:pt x="388" y="51"/>
                    </a:cubicBezTo>
                    <a:cubicBezTo>
                      <a:pt x="382" y="52"/>
                      <a:pt x="375" y="53"/>
                      <a:pt x="370" y="53"/>
                    </a:cubicBezTo>
                    <a:cubicBezTo>
                      <a:pt x="362" y="53"/>
                      <a:pt x="355" y="52"/>
                      <a:pt x="348" y="51"/>
                    </a:cubicBezTo>
                    <a:cubicBezTo>
                      <a:pt x="347" y="57"/>
                      <a:pt x="366" y="59"/>
                      <a:pt x="370" y="60"/>
                    </a:cubicBezTo>
                    <a:cubicBezTo>
                      <a:pt x="376" y="61"/>
                      <a:pt x="386" y="60"/>
                      <a:pt x="392" y="60"/>
                    </a:cubicBezTo>
                    <a:cubicBezTo>
                      <a:pt x="396" y="71"/>
                      <a:pt x="401" y="78"/>
                      <a:pt x="405" y="82"/>
                    </a:cubicBezTo>
                    <a:cubicBezTo>
                      <a:pt x="418" y="95"/>
                      <a:pt x="418" y="95"/>
                      <a:pt x="418" y="95"/>
                    </a:cubicBezTo>
                    <a:cubicBezTo>
                      <a:pt x="422" y="92"/>
                      <a:pt x="422" y="92"/>
                      <a:pt x="422" y="92"/>
                    </a:cubicBezTo>
                    <a:cubicBezTo>
                      <a:pt x="416" y="84"/>
                      <a:pt x="416" y="84"/>
                      <a:pt x="416" y="84"/>
                    </a:cubicBezTo>
                    <a:cubicBezTo>
                      <a:pt x="412" y="79"/>
                      <a:pt x="408" y="75"/>
                      <a:pt x="407" y="73"/>
                    </a:cubicBezTo>
                    <a:cubicBezTo>
                      <a:pt x="404" y="68"/>
                      <a:pt x="402" y="63"/>
                      <a:pt x="401" y="59"/>
                    </a:cubicBezTo>
                    <a:cubicBezTo>
                      <a:pt x="427" y="76"/>
                      <a:pt x="427" y="76"/>
                      <a:pt x="427" y="76"/>
                    </a:cubicBezTo>
                    <a:cubicBezTo>
                      <a:pt x="430" y="72"/>
                      <a:pt x="430" y="72"/>
                      <a:pt x="430" y="72"/>
                    </a:cubicBezTo>
                    <a:cubicBezTo>
                      <a:pt x="403" y="54"/>
                      <a:pt x="403" y="54"/>
                      <a:pt x="403" y="54"/>
                    </a:cubicBezTo>
                    <a:cubicBezTo>
                      <a:pt x="409" y="45"/>
                      <a:pt x="409" y="45"/>
                      <a:pt x="409" y="45"/>
                    </a:cubicBezTo>
                    <a:cubicBezTo>
                      <a:pt x="397" y="37"/>
                      <a:pt x="397" y="37"/>
                      <a:pt x="397" y="37"/>
                    </a:cubicBezTo>
                    <a:cubicBezTo>
                      <a:pt x="391" y="47"/>
                      <a:pt x="391" y="47"/>
                      <a:pt x="391" y="47"/>
                    </a:cubicBezTo>
                    <a:cubicBezTo>
                      <a:pt x="381" y="42"/>
                      <a:pt x="371" y="36"/>
                      <a:pt x="361" y="30"/>
                    </a:cubicBezTo>
                    <a:cubicBezTo>
                      <a:pt x="359" y="35"/>
                      <a:pt x="359" y="35"/>
                      <a:pt x="359" y="35"/>
                    </a:cubicBezTo>
                    <a:close/>
                    <a:moveTo>
                      <a:pt x="451" y="123"/>
                    </a:moveTo>
                    <a:cubicBezTo>
                      <a:pt x="439" y="110"/>
                      <a:pt x="439" y="110"/>
                      <a:pt x="439" y="110"/>
                    </a:cubicBezTo>
                    <a:cubicBezTo>
                      <a:pt x="435" y="113"/>
                      <a:pt x="435" y="113"/>
                      <a:pt x="435" y="113"/>
                    </a:cubicBezTo>
                    <a:cubicBezTo>
                      <a:pt x="447" y="127"/>
                      <a:pt x="447" y="127"/>
                      <a:pt x="447" y="127"/>
                    </a:cubicBezTo>
                    <a:cubicBezTo>
                      <a:pt x="457" y="139"/>
                      <a:pt x="457" y="139"/>
                      <a:pt x="457" y="139"/>
                    </a:cubicBezTo>
                    <a:cubicBezTo>
                      <a:pt x="464" y="134"/>
                      <a:pt x="464" y="134"/>
                      <a:pt x="464" y="134"/>
                    </a:cubicBezTo>
                    <a:cubicBezTo>
                      <a:pt x="482" y="157"/>
                      <a:pt x="482" y="157"/>
                      <a:pt x="482" y="157"/>
                    </a:cubicBezTo>
                    <a:cubicBezTo>
                      <a:pt x="485" y="154"/>
                      <a:pt x="485" y="154"/>
                      <a:pt x="485" y="154"/>
                    </a:cubicBezTo>
                    <a:cubicBezTo>
                      <a:pt x="468" y="131"/>
                      <a:pt x="468" y="131"/>
                      <a:pt x="468" y="131"/>
                    </a:cubicBezTo>
                    <a:cubicBezTo>
                      <a:pt x="481" y="132"/>
                      <a:pt x="481" y="132"/>
                      <a:pt x="481" y="132"/>
                    </a:cubicBezTo>
                    <a:cubicBezTo>
                      <a:pt x="475" y="124"/>
                      <a:pt x="475" y="124"/>
                      <a:pt x="475" y="124"/>
                    </a:cubicBezTo>
                    <a:cubicBezTo>
                      <a:pt x="468" y="116"/>
                      <a:pt x="468" y="116"/>
                      <a:pt x="468" y="116"/>
                    </a:cubicBezTo>
                    <a:cubicBezTo>
                      <a:pt x="461" y="107"/>
                      <a:pt x="461" y="107"/>
                      <a:pt x="461" y="107"/>
                    </a:cubicBezTo>
                    <a:cubicBezTo>
                      <a:pt x="453" y="99"/>
                      <a:pt x="453" y="99"/>
                      <a:pt x="453" y="99"/>
                    </a:cubicBezTo>
                    <a:cubicBezTo>
                      <a:pt x="450" y="102"/>
                      <a:pt x="450" y="102"/>
                      <a:pt x="450" y="102"/>
                    </a:cubicBezTo>
                    <a:cubicBezTo>
                      <a:pt x="464" y="118"/>
                      <a:pt x="464" y="118"/>
                      <a:pt x="464" y="118"/>
                    </a:cubicBezTo>
                    <a:cubicBezTo>
                      <a:pt x="457" y="118"/>
                      <a:pt x="457" y="118"/>
                      <a:pt x="457" y="118"/>
                    </a:cubicBezTo>
                    <a:cubicBezTo>
                      <a:pt x="435" y="94"/>
                      <a:pt x="435" y="94"/>
                      <a:pt x="435" y="94"/>
                    </a:cubicBezTo>
                    <a:cubicBezTo>
                      <a:pt x="431" y="97"/>
                      <a:pt x="431" y="97"/>
                      <a:pt x="431" y="97"/>
                    </a:cubicBezTo>
                    <a:cubicBezTo>
                      <a:pt x="453" y="121"/>
                      <a:pt x="453" y="121"/>
                      <a:pt x="453" y="121"/>
                    </a:cubicBezTo>
                    <a:cubicBezTo>
                      <a:pt x="451" y="123"/>
                      <a:pt x="451" y="123"/>
                      <a:pt x="451" y="123"/>
                    </a:cubicBezTo>
                    <a:close/>
                    <a:moveTo>
                      <a:pt x="441" y="85"/>
                    </a:moveTo>
                    <a:cubicBezTo>
                      <a:pt x="447" y="79"/>
                      <a:pt x="447" y="79"/>
                      <a:pt x="447" y="79"/>
                    </a:cubicBezTo>
                    <a:cubicBezTo>
                      <a:pt x="455" y="87"/>
                      <a:pt x="455" y="87"/>
                      <a:pt x="455" y="87"/>
                    </a:cubicBezTo>
                    <a:cubicBezTo>
                      <a:pt x="456" y="82"/>
                      <a:pt x="456" y="82"/>
                      <a:pt x="456" y="82"/>
                    </a:cubicBezTo>
                    <a:cubicBezTo>
                      <a:pt x="465" y="92"/>
                      <a:pt x="465" y="92"/>
                      <a:pt x="465" y="92"/>
                    </a:cubicBezTo>
                    <a:cubicBezTo>
                      <a:pt x="465" y="98"/>
                      <a:pt x="465" y="98"/>
                      <a:pt x="465" y="98"/>
                    </a:cubicBezTo>
                    <a:cubicBezTo>
                      <a:pt x="470" y="104"/>
                      <a:pt x="470" y="104"/>
                      <a:pt x="470" y="104"/>
                    </a:cubicBezTo>
                    <a:cubicBezTo>
                      <a:pt x="470" y="97"/>
                      <a:pt x="470" y="97"/>
                      <a:pt x="470" y="97"/>
                    </a:cubicBezTo>
                    <a:cubicBezTo>
                      <a:pt x="482" y="110"/>
                      <a:pt x="482" y="110"/>
                      <a:pt x="482" y="110"/>
                    </a:cubicBezTo>
                    <a:cubicBezTo>
                      <a:pt x="481" y="117"/>
                      <a:pt x="481" y="117"/>
                      <a:pt x="481" y="117"/>
                    </a:cubicBezTo>
                    <a:cubicBezTo>
                      <a:pt x="486" y="124"/>
                      <a:pt x="486" y="124"/>
                      <a:pt x="486" y="124"/>
                    </a:cubicBezTo>
                    <a:cubicBezTo>
                      <a:pt x="490" y="121"/>
                      <a:pt x="490" y="121"/>
                      <a:pt x="490" y="121"/>
                    </a:cubicBezTo>
                    <a:cubicBezTo>
                      <a:pt x="500" y="133"/>
                      <a:pt x="500" y="133"/>
                      <a:pt x="500" y="133"/>
                    </a:cubicBezTo>
                    <a:cubicBezTo>
                      <a:pt x="496" y="136"/>
                      <a:pt x="496" y="136"/>
                      <a:pt x="496" y="136"/>
                    </a:cubicBezTo>
                    <a:cubicBezTo>
                      <a:pt x="501" y="143"/>
                      <a:pt x="501" y="143"/>
                      <a:pt x="501" y="143"/>
                    </a:cubicBezTo>
                    <a:cubicBezTo>
                      <a:pt x="493" y="148"/>
                      <a:pt x="493" y="148"/>
                      <a:pt x="493" y="148"/>
                    </a:cubicBezTo>
                    <a:cubicBezTo>
                      <a:pt x="485" y="137"/>
                      <a:pt x="485" y="137"/>
                      <a:pt x="485" y="137"/>
                    </a:cubicBezTo>
                    <a:cubicBezTo>
                      <a:pt x="488" y="134"/>
                      <a:pt x="488" y="134"/>
                      <a:pt x="488" y="134"/>
                    </a:cubicBezTo>
                    <a:cubicBezTo>
                      <a:pt x="479" y="123"/>
                      <a:pt x="479" y="123"/>
                      <a:pt x="479" y="123"/>
                    </a:cubicBezTo>
                    <a:cubicBezTo>
                      <a:pt x="466" y="108"/>
                      <a:pt x="466" y="108"/>
                      <a:pt x="466" y="108"/>
                    </a:cubicBezTo>
                    <a:cubicBezTo>
                      <a:pt x="453" y="92"/>
                      <a:pt x="453" y="92"/>
                      <a:pt x="453" y="92"/>
                    </a:cubicBezTo>
                    <a:cubicBezTo>
                      <a:pt x="450" y="95"/>
                      <a:pt x="450" y="95"/>
                      <a:pt x="450" y="95"/>
                    </a:cubicBezTo>
                    <a:lnTo>
                      <a:pt x="441" y="85"/>
                    </a:lnTo>
                    <a:close/>
                  </a:path>
                </a:pathLst>
              </a:custGeom>
              <a:solidFill>
                <a:srgbClr val="0062A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" name="Freeform 9"/>
              <p:cNvSpPr>
                <a:spLocks noEditPoints="1"/>
              </p:cNvSpPr>
              <p:nvPr/>
            </p:nvSpPr>
            <p:spPr bwMode="auto">
              <a:xfrm>
                <a:off x="5051457" y="4769210"/>
                <a:ext cx="212725" cy="79375"/>
              </a:xfrm>
              <a:custGeom>
                <a:avLst/>
                <a:gdLst>
                  <a:gd name="T0" fmla="*/ 7 w 86"/>
                  <a:gd name="T1" fmla="*/ 32 h 32"/>
                  <a:gd name="T2" fmla="*/ 4 w 86"/>
                  <a:gd name="T3" fmla="*/ 10 h 32"/>
                  <a:gd name="T4" fmla="*/ 0 w 86"/>
                  <a:gd name="T5" fmla="*/ 8 h 32"/>
                  <a:gd name="T6" fmla="*/ 8 w 86"/>
                  <a:gd name="T7" fmla="*/ 0 h 32"/>
                  <a:gd name="T8" fmla="*/ 10 w 86"/>
                  <a:gd name="T9" fmla="*/ 32 h 32"/>
                  <a:gd name="T10" fmla="*/ 25 w 86"/>
                  <a:gd name="T11" fmla="*/ 24 h 32"/>
                  <a:gd name="T12" fmla="*/ 29 w 86"/>
                  <a:gd name="T13" fmla="*/ 29 h 32"/>
                  <a:gd name="T14" fmla="*/ 34 w 86"/>
                  <a:gd name="T15" fmla="*/ 26 h 32"/>
                  <a:gd name="T16" fmla="*/ 36 w 86"/>
                  <a:gd name="T17" fmla="*/ 17 h 32"/>
                  <a:gd name="T18" fmla="*/ 33 w 86"/>
                  <a:gd name="T19" fmla="*/ 20 h 32"/>
                  <a:gd name="T20" fmla="*/ 23 w 86"/>
                  <a:gd name="T21" fmla="*/ 18 h 32"/>
                  <a:gd name="T22" fmla="*/ 23 w 86"/>
                  <a:gd name="T23" fmla="*/ 3 h 32"/>
                  <a:gd name="T24" fmla="*/ 34 w 86"/>
                  <a:gd name="T25" fmla="*/ 1 h 32"/>
                  <a:gd name="T26" fmla="*/ 39 w 86"/>
                  <a:gd name="T27" fmla="*/ 15 h 32"/>
                  <a:gd name="T28" fmla="*/ 34 w 86"/>
                  <a:gd name="T29" fmla="*/ 30 h 32"/>
                  <a:gd name="T30" fmla="*/ 24 w 86"/>
                  <a:gd name="T31" fmla="*/ 30 h 32"/>
                  <a:gd name="T32" fmla="*/ 35 w 86"/>
                  <a:gd name="T33" fmla="*/ 10 h 32"/>
                  <a:gd name="T34" fmla="*/ 30 w 86"/>
                  <a:gd name="T35" fmla="*/ 3 h 32"/>
                  <a:gd name="T36" fmla="*/ 24 w 86"/>
                  <a:gd name="T37" fmla="*/ 11 h 32"/>
                  <a:gd name="T38" fmla="*/ 30 w 86"/>
                  <a:gd name="T39" fmla="*/ 17 h 32"/>
                  <a:gd name="T40" fmla="*/ 35 w 86"/>
                  <a:gd name="T41" fmla="*/ 10 h 32"/>
                  <a:gd name="T42" fmla="*/ 48 w 86"/>
                  <a:gd name="T43" fmla="*/ 23 h 32"/>
                  <a:gd name="T44" fmla="*/ 53 w 86"/>
                  <a:gd name="T45" fmla="*/ 29 h 32"/>
                  <a:gd name="T46" fmla="*/ 59 w 86"/>
                  <a:gd name="T47" fmla="*/ 21 h 32"/>
                  <a:gd name="T48" fmla="*/ 53 w 86"/>
                  <a:gd name="T49" fmla="*/ 14 h 32"/>
                  <a:gd name="T50" fmla="*/ 48 w 86"/>
                  <a:gd name="T51" fmla="*/ 17 h 32"/>
                  <a:gd name="T52" fmla="*/ 48 w 86"/>
                  <a:gd name="T53" fmla="*/ 0 h 32"/>
                  <a:gd name="T54" fmla="*/ 61 w 86"/>
                  <a:gd name="T55" fmla="*/ 4 h 32"/>
                  <a:gd name="T56" fmla="*/ 49 w 86"/>
                  <a:gd name="T57" fmla="*/ 13 h 32"/>
                  <a:gd name="T58" fmla="*/ 60 w 86"/>
                  <a:gd name="T59" fmla="*/ 13 h 32"/>
                  <a:gd name="T60" fmla="*/ 60 w 86"/>
                  <a:gd name="T61" fmla="*/ 28 h 32"/>
                  <a:gd name="T62" fmla="*/ 47 w 86"/>
                  <a:gd name="T63" fmla="*/ 30 h 32"/>
                  <a:gd name="T64" fmla="*/ 86 w 86"/>
                  <a:gd name="T65" fmla="*/ 28 h 32"/>
                  <a:gd name="T66" fmla="*/ 67 w 86"/>
                  <a:gd name="T67" fmla="*/ 32 h 32"/>
                  <a:gd name="T68" fmla="*/ 70 w 86"/>
                  <a:gd name="T69" fmla="*/ 25 h 32"/>
                  <a:gd name="T70" fmla="*/ 80 w 86"/>
                  <a:gd name="T71" fmla="*/ 13 h 32"/>
                  <a:gd name="T72" fmla="*/ 81 w 86"/>
                  <a:gd name="T73" fmla="*/ 5 h 32"/>
                  <a:gd name="T74" fmla="*/ 73 w 86"/>
                  <a:gd name="T75" fmla="*/ 5 h 32"/>
                  <a:gd name="T76" fmla="*/ 68 w 86"/>
                  <a:gd name="T77" fmla="*/ 9 h 32"/>
                  <a:gd name="T78" fmla="*/ 77 w 86"/>
                  <a:gd name="T79" fmla="*/ 0 h 32"/>
                  <a:gd name="T80" fmla="*/ 85 w 86"/>
                  <a:gd name="T81" fmla="*/ 9 h 32"/>
                  <a:gd name="T82" fmla="*/ 83 w 86"/>
                  <a:gd name="T83" fmla="*/ 16 h 32"/>
                  <a:gd name="T84" fmla="*/ 73 w 86"/>
                  <a:gd name="T85" fmla="*/ 26 h 32"/>
                  <a:gd name="T86" fmla="*/ 86 w 86"/>
                  <a:gd name="T87" fmla="*/ 28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86" h="32">
                    <a:moveTo>
                      <a:pt x="10" y="32"/>
                    </a:moveTo>
                    <a:cubicBezTo>
                      <a:pt x="7" y="32"/>
                      <a:pt x="7" y="32"/>
                      <a:pt x="7" y="32"/>
                    </a:cubicBezTo>
                    <a:cubicBezTo>
                      <a:pt x="7" y="7"/>
                      <a:pt x="7" y="7"/>
                      <a:pt x="7" y="7"/>
                    </a:cubicBezTo>
                    <a:cubicBezTo>
                      <a:pt x="6" y="8"/>
                      <a:pt x="5" y="9"/>
                      <a:pt x="4" y="10"/>
                    </a:cubicBezTo>
                    <a:cubicBezTo>
                      <a:pt x="2" y="10"/>
                      <a:pt x="1" y="11"/>
                      <a:pt x="0" y="12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2" y="7"/>
                      <a:pt x="4" y="5"/>
                      <a:pt x="5" y="4"/>
                    </a:cubicBezTo>
                    <a:cubicBezTo>
                      <a:pt x="6" y="3"/>
                      <a:pt x="7" y="1"/>
                      <a:pt x="8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0" y="32"/>
                      <a:pt x="10" y="32"/>
                      <a:pt x="10" y="32"/>
                    </a:cubicBezTo>
                    <a:close/>
                    <a:moveTo>
                      <a:pt x="21" y="24"/>
                    </a:move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6"/>
                      <a:pt x="26" y="27"/>
                      <a:pt x="26" y="28"/>
                    </a:cubicBezTo>
                    <a:cubicBezTo>
                      <a:pt x="27" y="29"/>
                      <a:pt x="28" y="29"/>
                      <a:pt x="29" y="29"/>
                    </a:cubicBezTo>
                    <a:cubicBezTo>
                      <a:pt x="30" y="29"/>
                      <a:pt x="31" y="29"/>
                      <a:pt x="32" y="28"/>
                    </a:cubicBezTo>
                    <a:cubicBezTo>
                      <a:pt x="33" y="28"/>
                      <a:pt x="33" y="27"/>
                      <a:pt x="34" y="26"/>
                    </a:cubicBezTo>
                    <a:cubicBezTo>
                      <a:pt x="34" y="25"/>
                      <a:pt x="35" y="24"/>
                      <a:pt x="35" y="22"/>
                    </a:cubicBezTo>
                    <a:cubicBezTo>
                      <a:pt x="35" y="21"/>
                      <a:pt x="36" y="19"/>
                      <a:pt x="36" y="17"/>
                    </a:cubicBezTo>
                    <a:cubicBezTo>
                      <a:pt x="36" y="17"/>
                      <a:pt x="36" y="17"/>
                      <a:pt x="36" y="17"/>
                    </a:cubicBezTo>
                    <a:cubicBezTo>
                      <a:pt x="35" y="18"/>
                      <a:pt x="34" y="19"/>
                      <a:pt x="33" y="20"/>
                    </a:cubicBezTo>
                    <a:cubicBezTo>
                      <a:pt x="32" y="21"/>
                      <a:pt x="30" y="21"/>
                      <a:pt x="29" y="21"/>
                    </a:cubicBezTo>
                    <a:cubicBezTo>
                      <a:pt x="27" y="21"/>
                      <a:pt x="25" y="20"/>
                      <a:pt x="23" y="18"/>
                    </a:cubicBezTo>
                    <a:cubicBezTo>
                      <a:pt x="22" y="16"/>
                      <a:pt x="21" y="14"/>
                      <a:pt x="21" y="11"/>
                    </a:cubicBezTo>
                    <a:cubicBezTo>
                      <a:pt x="21" y="7"/>
                      <a:pt x="22" y="5"/>
                      <a:pt x="23" y="3"/>
                    </a:cubicBezTo>
                    <a:cubicBezTo>
                      <a:pt x="25" y="1"/>
                      <a:pt x="27" y="0"/>
                      <a:pt x="30" y="0"/>
                    </a:cubicBezTo>
                    <a:cubicBezTo>
                      <a:pt x="31" y="0"/>
                      <a:pt x="33" y="0"/>
                      <a:pt x="34" y="1"/>
                    </a:cubicBezTo>
                    <a:cubicBezTo>
                      <a:pt x="36" y="3"/>
                      <a:pt x="37" y="4"/>
                      <a:pt x="38" y="6"/>
                    </a:cubicBezTo>
                    <a:cubicBezTo>
                      <a:pt x="39" y="8"/>
                      <a:pt x="39" y="11"/>
                      <a:pt x="39" y="15"/>
                    </a:cubicBezTo>
                    <a:cubicBezTo>
                      <a:pt x="39" y="19"/>
                      <a:pt x="39" y="22"/>
                      <a:pt x="38" y="25"/>
                    </a:cubicBezTo>
                    <a:cubicBezTo>
                      <a:pt x="37" y="27"/>
                      <a:pt x="36" y="29"/>
                      <a:pt x="34" y="30"/>
                    </a:cubicBezTo>
                    <a:cubicBezTo>
                      <a:pt x="33" y="32"/>
                      <a:pt x="31" y="32"/>
                      <a:pt x="29" y="32"/>
                    </a:cubicBezTo>
                    <a:cubicBezTo>
                      <a:pt x="27" y="32"/>
                      <a:pt x="25" y="32"/>
                      <a:pt x="24" y="30"/>
                    </a:cubicBezTo>
                    <a:cubicBezTo>
                      <a:pt x="23" y="29"/>
                      <a:pt x="22" y="27"/>
                      <a:pt x="21" y="24"/>
                    </a:cubicBezTo>
                    <a:close/>
                    <a:moveTo>
                      <a:pt x="35" y="10"/>
                    </a:moveTo>
                    <a:cubicBezTo>
                      <a:pt x="35" y="8"/>
                      <a:pt x="35" y="6"/>
                      <a:pt x="34" y="5"/>
                    </a:cubicBezTo>
                    <a:cubicBezTo>
                      <a:pt x="33" y="4"/>
                      <a:pt x="31" y="3"/>
                      <a:pt x="30" y="3"/>
                    </a:cubicBezTo>
                    <a:cubicBezTo>
                      <a:pt x="28" y="3"/>
                      <a:pt x="27" y="4"/>
                      <a:pt x="26" y="5"/>
                    </a:cubicBezTo>
                    <a:cubicBezTo>
                      <a:pt x="25" y="7"/>
                      <a:pt x="24" y="8"/>
                      <a:pt x="24" y="11"/>
                    </a:cubicBezTo>
                    <a:cubicBezTo>
                      <a:pt x="24" y="13"/>
                      <a:pt x="25" y="14"/>
                      <a:pt x="26" y="16"/>
                    </a:cubicBezTo>
                    <a:cubicBezTo>
                      <a:pt x="27" y="17"/>
                      <a:pt x="28" y="17"/>
                      <a:pt x="30" y="17"/>
                    </a:cubicBezTo>
                    <a:cubicBezTo>
                      <a:pt x="31" y="17"/>
                      <a:pt x="33" y="17"/>
                      <a:pt x="34" y="16"/>
                    </a:cubicBezTo>
                    <a:cubicBezTo>
                      <a:pt x="35" y="14"/>
                      <a:pt x="35" y="13"/>
                      <a:pt x="35" y="10"/>
                    </a:cubicBezTo>
                    <a:close/>
                    <a:moveTo>
                      <a:pt x="44" y="23"/>
                    </a:moveTo>
                    <a:cubicBezTo>
                      <a:pt x="48" y="23"/>
                      <a:pt x="48" y="23"/>
                      <a:pt x="48" y="23"/>
                    </a:cubicBezTo>
                    <a:cubicBezTo>
                      <a:pt x="48" y="25"/>
                      <a:pt x="49" y="27"/>
                      <a:pt x="50" y="28"/>
                    </a:cubicBezTo>
                    <a:cubicBezTo>
                      <a:pt x="51" y="29"/>
                      <a:pt x="52" y="29"/>
                      <a:pt x="53" y="29"/>
                    </a:cubicBezTo>
                    <a:cubicBezTo>
                      <a:pt x="55" y="29"/>
                      <a:pt x="56" y="28"/>
                      <a:pt x="57" y="27"/>
                    </a:cubicBezTo>
                    <a:cubicBezTo>
                      <a:pt x="58" y="25"/>
                      <a:pt x="59" y="24"/>
                      <a:pt x="59" y="21"/>
                    </a:cubicBezTo>
                    <a:cubicBezTo>
                      <a:pt x="59" y="19"/>
                      <a:pt x="58" y="17"/>
                      <a:pt x="57" y="16"/>
                    </a:cubicBezTo>
                    <a:cubicBezTo>
                      <a:pt x="56" y="15"/>
                      <a:pt x="55" y="14"/>
                      <a:pt x="53" y="14"/>
                    </a:cubicBezTo>
                    <a:cubicBezTo>
                      <a:pt x="52" y="14"/>
                      <a:pt x="51" y="14"/>
                      <a:pt x="50" y="15"/>
                    </a:cubicBezTo>
                    <a:cubicBezTo>
                      <a:pt x="49" y="16"/>
                      <a:pt x="49" y="16"/>
                      <a:pt x="48" y="17"/>
                    </a:cubicBezTo>
                    <a:cubicBezTo>
                      <a:pt x="45" y="17"/>
                      <a:pt x="45" y="17"/>
                      <a:pt x="45" y="17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50" y="4"/>
                      <a:pt x="50" y="4"/>
                      <a:pt x="50" y="4"/>
                    </a:cubicBezTo>
                    <a:cubicBezTo>
                      <a:pt x="49" y="13"/>
                      <a:pt x="49" y="13"/>
                      <a:pt x="49" y="13"/>
                    </a:cubicBezTo>
                    <a:cubicBezTo>
                      <a:pt x="51" y="11"/>
                      <a:pt x="52" y="11"/>
                      <a:pt x="54" y="11"/>
                    </a:cubicBezTo>
                    <a:cubicBezTo>
                      <a:pt x="56" y="11"/>
                      <a:pt x="58" y="12"/>
                      <a:pt x="60" y="13"/>
                    </a:cubicBezTo>
                    <a:cubicBezTo>
                      <a:pt x="62" y="15"/>
                      <a:pt x="63" y="18"/>
                      <a:pt x="63" y="21"/>
                    </a:cubicBezTo>
                    <a:cubicBezTo>
                      <a:pt x="63" y="24"/>
                      <a:pt x="62" y="26"/>
                      <a:pt x="60" y="28"/>
                    </a:cubicBezTo>
                    <a:cubicBezTo>
                      <a:pt x="59" y="31"/>
                      <a:pt x="56" y="32"/>
                      <a:pt x="53" y="32"/>
                    </a:cubicBezTo>
                    <a:cubicBezTo>
                      <a:pt x="51" y="32"/>
                      <a:pt x="49" y="31"/>
                      <a:pt x="47" y="30"/>
                    </a:cubicBezTo>
                    <a:cubicBezTo>
                      <a:pt x="46" y="28"/>
                      <a:pt x="45" y="26"/>
                      <a:pt x="44" y="23"/>
                    </a:cubicBezTo>
                    <a:close/>
                    <a:moveTo>
                      <a:pt x="86" y="28"/>
                    </a:moveTo>
                    <a:cubicBezTo>
                      <a:pt x="86" y="32"/>
                      <a:pt x="86" y="32"/>
                      <a:pt x="86" y="32"/>
                    </a:cubicBezTo>
                    <a:cubicBezTo>
                      <a:pt x="67" y="32"/>
                      <a:pt x="67" y="32"/>
                      <a:pt x="67" y="32"/>
                    </a:cubicBezTo>
                    <a:cubicBezTo>
                      <a:pt x="67" y="31"/>
                      <a:pt x="67" y="30"/>
                      <a:pt x="68" y="29"/>
                    </a:cubicBezTo>
                    <a:cubicBezTo>
                      <a:pt x="68" y="28"/>
                      <a:pt x="69" y="26"/>
                      <a:pt x="70" y="25"/>
                    </a:cubicBezTo>
                    <a:cubicBezTo>
                      <a:pt x="71" y="23"/>
                      <a:pt x="72" y="22"/>
                      <a:pt x="74" y="20"/>
                    </a:cubicBezTo>
                    <a:cubicBezTo>
                      <a:pt x="77" y="17"/>
                      <a:pt x="79" y="15"/>
                      <a:pt x="80" y="13"/>
                    </a:cubicBezTo>
                    <a:cubicBezTo>
                      <a:pt x="81" y="12"/>
                      <a:pt x="82" y="10"/>
                      <a:pt x="82" y="9"/>
                    </a:cubicBezTo>
                    <a:cubicBezTo>
                      <a:pt x="82" y="7"/>
                      <a:pt x="82" y="6"/>
                      <a:pt x="81" y="5"/>
                    </a:cubicBezTo>
                    <a:cubicBezTo>
                      <a:pt x="80" y="4"/>
                      <a:pt x="78" y="3"/>
                      <a:pt x="77" y="3"/>
                    </a:cubicBezTo>
                    <a:cubicBezTo>
                      <a:pt x="75" y="3"/>
                      <a:pt x="74" y="4"/>
                      <a:pt x="73" y="5"/>
                    </a:cubicBezTo>
                    <a:cubicBezTo>
                      <a:pt x="72" y="6"/>
                      <a:pt x="71" y="7"/>
                      <a:pt x="71" y="9"/>
                    </a:cubicBezTo>
                    <a:cubicBezTo>
                      <a:pt x="68" y="9"/>
                      <a:pt x="68" y="9"/>
                      <a:pt x="68" y="9"/>
                    </a:cubicBezTo>
                    <a:cubicBezTo>
                      <a:pt x="68" y="6"/>
                      <a:pt x="69" y="4"/>
                      <a:pt x="71" y="2"/>
                    </a:cubicBezTo>
                    <a:cubicBezTo>
                      <a:pt x="72" y="1"/>
                      <a:pt x="74" y="0"/>
                      <a:pt x="77" y="0"/>
                    </a:cubicBezTo>
                    <a:cubicBezTo>
                      <a:pt x="80" y="0"/>
                      <a:pt x="82" y="1"/>
                      <a:pt x="83" y="2"/>
                    </a:cubicBezTo>
                    <a:cubicBezTo>
                      <a:pt x="85" y="4"/>
                      <a:pt x="85" y="6"/>
                      <a:pt x="85" y="9"/>
                    </a:cubicBezTo>
                    <a:cubicBezTo>
                      <a:pt x="85" y="10"/>
                      <a:pt x="85" y="11"/>
                      <a:pt x="85" y="12"/>
                    </a:cubicBezTo>
                    <a:cubicBezTo>
                      <a:pt x="84" y="14"/>
                      <a:pt x="84" y="15"/>
                      <a:pt x="83" y="16"/>
                    </a:cubicBezTo>
                    <a:cubicBezTo>
                      <a:pt x="82" y="18"/>
                      <a:pt x="80" y="19"/>
                      <a:pt x="77" y="22"/>
                    </a:cubicBezTo>
                    <a:cubicBezTo>
                      <a:pt x="75" y="24"/>
                      <a:pt x="74" y="25"/>
                      <a:pt x="73" y="26"/>
                    </a:cubicBezTo>
                    <a:cubicBezTo>
                      <a:pt x="73" y="27"/>
                      <a:pt x="72" y="27"/>
                      <a:pt x="72" y="28"/>
                    </a:cubicBezTo>
                    <a:lnTo>
                      <a:pt x="86" y="28"/>
                    </a:lnTo>
                    <a:close/>
                  </a:path>
                </a:pathLst>
              </a:custGeom>
              <a:solidFill>
                <a:srgbClr val="E1E8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" name="Freeform 10"/>
              <p:cNvSpPr>
                <a:spLocks noEditPoints="1"/>
              </p:cNvSpPr>
              <p:nvPr/>
            </p:nvSpPr>
            <p:spPr bwMode="auto">
              <a:xfrm>
                <a:off x="4545044" y="3700823"/>
                <a:ext cx="1225550" cy="1182688"/>
              </a:xfrm>
              <a:custGeom>
                <a:avLst/>
                <a:gdLst>
                  <a:gd name="T0" fmla="*/ 376 w 496"/>
                  <a:gd name="T1" fmla="*/ 242 h 479"/>
                  <a:gd name="T2" fmla="*/ 302 w 496"/>
                  <a:gd name="T3" fmla="*/ 153 h 479"/>
                  <a:gd name="T4" fmla="*/ 245 w 496"/>
                  <a:gd name="T5" fmla="*/ 122 h 479"/>
                  <a:gd name="T6" fmla="*/ 221 w 496"/>
                  <a:gd name="T7" fmla="*/ 153 h 479"/>
                  <a:gd name="T8" fmla="*/ 237 w 496"/>
                  <a:gd name="T9" fmla="*/ 218 h 479"/>
                  <a:gd name="T10" fmla="*/ 145 w 496"/>
                  <a:gd name="T11" fmla="*/ 131 h 479"/>
                  <a:gd name="T12" fmla="*/ 248 w 496"/>
                  <a:gd name="T13" fmla="*/ 93 h 479"/>
                  <a:gd name="T14" fmla="*/ 398 w 496"/>
                  <a:gd name="T15" fmla="*/ 237 h 479"/>
                  <a:gd name="T16" fmla="*/ 237 w 496"/>
                  <a:gd name="T17" fmla="*/ 242 h 479"/>
                  <a:gd name="T18" fmla="*/ 237 w 496"/>
                  <a:gd name="T19" fmla="*/ 242 h 479"/>
                  <a:gd name="T20" fmla="*/ 259 w 496"/>
                  <a:gd name="T21" fmla="*/ 386 h 479"/>
                  <a:gd name="T22" fmla="*/ 358 w 496"/>
                  <a:gd name="T23" fmla="*/ 351 h 479"/>
                  <a:gd name="T24" fmla="*/ 91 w 496"/>
                  <a:gd name="T25" fmla="*/ 248 h 479"/>
                  <a:gd name="T26" fmla="*/ 342 w 496"/>
                  <a:gd name="T27" fmla="*/ 114 h 479"/>
                  <a:gd name="T28" fmla="*/ 252 w 496"/>
                  <a:gd name="T29" fmla="*/ 85 h 479"/>
                  <a:gd name="T30" fmla="*/ 64 w 496"/>
                  <a:gd name="T31" fmla="*/ 247 h 479"/>
                  <a:gd name="T32" fmla="*/ 151 w 496"/>
                  <a:gd name="T33" fmla="*/ 373 h 479"/>
                  <a:gd name="T34" fmla="*/ 89 w 496"/>
                  <a:gd name="T35" fmla="*/ 339 h 479"/>
                  <a:gd name="T36" fmla="*/ 151 w 496"/>
                  <a:gd name="T37" fmla="*/ 373 h 479"/>
                  <a:gd name="T38" fmla="*/ 199 w 496"/>
                  <a:gd name="T39" fmla="*/ 423 h 479"/>
                  <a:gd name="T40" fmla="*/ 327 w 496"/>
                  <a:gd name="T41" fmla="*/ 384 h 479"/>
                  <a:gd name="T42" fmla="*/ 296 w 496"/>
                  <a:gd name="T43" fmla="*/ 423 h 479"/>
                  <a:gd name="T44" fmla="*/ 451 w 496"/>
                  <a:gd name="T45" fmla="*/ 362 h 479"/>
                  <a:gd name="T46" fmla="*/ 357 w 496"/>
                  <a:gd name="T47" fmla="*/ 445 h 479"/>
                  <a:gd name="T48" fmla="*/ 459 w 496"/>
                  <a:gd name="T49" fmla="*/ 130 h 479"/>
                  <a:gd name="T50" fmla="*/ 488 w 496"/>
                  <a:gd name="T51" fmla="*/ 238 h 479"/>
                  <a:gd name="T52" fmla="*/ 248 w 496"/>
                  <a:gd name="T53" fmla="*/ 427 h 479"/>
                  <a:gd name="T54" fmla="*/ 333 w 496"/>
                  <a:gd name="T55" fmla="*/ 442 h 479"/>
                  <a:gd name="T56" fmla="*/ 456 w 496"/>
                  <a:gd name="T57" fmla="*/ 355 h 479"/>
                  <a:gd name="T58" fmla="*/ 488 w 496"/>
                  <a:gd name="T59" fmla="*/ 246 h 479"/>
                  <a:gd name="T60" fmla="*/ 55 w 496"/>
                  <a:gd name="T61" fmla="*/ 247 h 479"/>
                  <a:gd name="T62" fmla="*/ 8 w 496"/>
                  <a:gd name="T63" fmla="*/ 246 h 479"/>
                  <a:gd name="T64" fmla="*/ 156 w 496"/>
                  <a:gd name="T65" fmla="*/ 437 h 479"/>
                  <a:gd name="T66" fmla="*/ 78 w 496"/>
                  <a:gd name="T67" fmla="*/ 403 h 479"/>
                  <a:gd name="T68" fmla="*/ 79 w 496"/>
                  <a:gd name="T69" fmla="*/ 144 h 479"/>
                  <a:gd name="T70" fmla="*/ 78 w 496"/>
                  <a:gd name="T71" fmla="*/ 76 h 479"/>
                  <a:gd name="T72" fmla="*/ 243 w 496"/>
                  <a:gd name="T73" fmla="*/ 59 h 479"/>
                  <a:gd name="T74" fmla="*/ 412 w 496"/>
                  <a:gd name="T75" fmla="*/ 246 h 479"/>
                  <a:gd name="T76" fmla="*/ 430 w 496"/>
                  <a:gd name="T77" fmla="*/ 246 h 479"/>
                  <a:gd name="T78" fmla="*/ 131 w 496"/>
                  <a:gd name="T79" fmla="*/ 132 h 479"/>
                  <a:gd name="T80" fmla="*/ 164 w 496"/>
                  <a:gd name="T81" fmla="*/ 45 h 479"/>
                  <a:gd name="T82" fmla="*/ 385 w 496"/>
                  <a:gd name="T83" fmla="*/ 331 h 479"/>
                  <a:gd name="T84" fmla="*/ 306 w 496"/>
                  <a:gd name="T85" fmla="*/ 425 h 479"/>
                  <a:gd name="T86" fmla="*/ 385 w 496"/>
                  <a:gd name="T87" fmla="*/ 331 h 479"/>
                  <a:gd name="T88" fmla="*/ 148 w 496"/>
                  <a:gd name="T89" fmla="*/ 29 h 479"/>
                  <a:gd name="T90" fmla="*/ 390 w 496"/>
                  <a:gd name="T91" fmla="*/ 165 h 479"/>
                  <a:gd name="T92" fmla="*/ 411 w 496"/>
                  <a:gd name="T93" fmla="*/ 156 h 479"/>
                  <a:gd name="T94" fmla="*/ 76 w 496"/>
                  <a:gd name="T95" fmla="*/ 151 h 479"/>
                  <a:gd name="T96" fmla="*/ 37 w 496"/>
                  <a:gd name="T97" fmla="*/ 129 h 479"/>
                  <a:gd name="T98" fmla="*/ 340 w 496"/>
                  <a:gd name="T99" fmla="*/ 41 h 479"/>
                  <a:gd name="T100" fmla="*/ 418 w 496"/>
                  <a:gd name="T101" fmla="*/ 76 h 479"/>
                  <a:gd name="T102" fmla="*/ 385 w 496"/>
                  <a:gd name="T103" fmla="*/ 158 h 479"/>
                  <a:gd name="T104" fmla="*/ 308 w 496"/>
                  <a:gd name="T105" fmla="*/ 52 h 479"/>
                  <a:gd name="T106" fmla="*/ 105 w 496"/>
                  <a:gd name="T107" fmla="*/ 165 h 479"/>
                  <a:gd name="T108" fmla="*/ 83 w 496"/>
                  <a:gd name="T109" fmla="*/ 239 h 479"/>
                  <a:gd name="T110" fmla="*/ 496 w 496"/>
                  <a:gd name="T111" fmla="*/ 240 h 479"/>
                  <a:gd name="T112" fmla="*/ 72 w 496"/>
                  <a:gd name="T113" fmla="*/ 409 h 479"/>
                  <a:gd name="T114" fmla="*/ 248 w 496"/>
                  <a:gd name="T115" fmla="*/ 0 h 4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496" h="479">
                    <a:moveTo>
                      <a:pt x="259" y="227"/>
                    </a:moveTo>
                    <a:cubicBezTo>
                      <a:pt x="259" y="242"/>
                      <a:pt x="259" y="242"/>
                      <a:pt x="259" y="242"/>
                    </a:cubicBezTo>
                    <a:cubicBezTo>
                      <a:pt x="376" y="242"/>
                      <a:pt x="376" y="242"/>
                      <a:pt x="376" y="242"/>
                    </a:cubicBezTo>
                    <a:cubicBezTo>
                      <a:pt x="259" y="227"/>
                      <a:pt x="259" y="227"/>
                      <a:pt x="259" y="227"/>
                    </a:cubicBezTo>
                    <a:close/>
                    <a:moveTo>
                      <a:pt x="259" y="168"/>
                    </a:moveTo>
                    <a:cubicBezTo>
                      <a:pt x="258" y="150"/>
                      <a:pt x="291" y="153"/>
                      <a:pt x="302" y="153"/>
                    </a:cubicBezTo>
                    <a:cubicBezTo>
                      <a:pt x="329" y="153"/>
                      <a:pt x="362" y="154"/>
                      <a:pt x="362" y="154"/>
                    </a:cubicBezTo>
                    <a:cubicBezTo>
                      <a:pt x="360" y="151"/>
                      <a:pt x="354" y="147"/>
                      <a:pt x="349" y="144"/>
                    </a:cubicBezTo>
                    <a:cubicBezTo>
                      <a:pt x="322" y="129"/>
                      <a:pt x="260" y="122"/>
                      <a:pt x="245" y="122"/>
                    </a:cubicBezTo>
                    <a:cubicBezTo>
                      <a:pt x="203" y="122"/>
                      <a:pt x="153" y="132"/>
                      <a:pt x="153" y="132"/>
                    </a:cubicBezTo>
                    <a:cubicBezTo>
                      <a:pt x="153" y="151"/>
                      <a:pt x="153" y="151"/>
                      <a:pt x="153" y="151"/>
                    </a:cubicBezTo>
                    <a:cubicBezTo>
                      <a:pt x="153" y="151"/>
                      <a:pt x="216" y="152"/>
                      <a:pt x="221" y="153"/>
                    </a:cubicBezTo>
                    <a:cubicBezTo>
                      <a:pt x="224" y="154"/>
                      <a:pt x="228" y="154"/>
                      <a:pt x="231" y="156"/>
                    </a:cubicBezTo>
                    <a:cubicBezTo>
                      <a:pt x="234" y="158"/>
                      <a:pt x="236" y="165"/>
                      <a:pt x="236" y="168"/>
                    </a:cubicBezTo>
                    <a:cubicBezTo>
                      <a:pt x="237" y="177"/>
                      <a:pt x="237" y="185"/>
                      <a:pt x="237" y="218"/>
                    </a:cubicBezTo>
                    <a:cubicBezTo>
                      <a:pt x="91" y="238"/>
                      <a:pt x="91" y="238"/>
                      <a:pt x="91" y="238"/>
                    </a:cubicBezTo>
                    <a:cubicBezTo>
                      <a:pt x="93" y="200"/>
                      <a:pt x="110" y="164"/>
                      <a:pt x="137" y="138"/>
                    </a:cubicBezTo>
                    <a:cubicBezTo>
                      <a:pt x="140" y="135"/>
                      <a:pt x="142" y="133"/>
                      <a:pt x="145" y="131"/>
                    </a:cubicBezTo>
                    <a:cubicBezTo>
                      <a:pt x="145" y="131"/>
                      <a:pt x="145" y="131"/>
                      <a:pt x="145" y="131"/>
                    </a:cubicBezTo>
                    <a:cubicBezTo>
                      <a:pt x="146" y="130"/>
                      <a:pt x="146" y="130"/>
                      <a:pt x="146" y="130"/>
                    </a:cubicBezTo>
                    <a:cubicBezTo>
                      <a:pt x="173" y="107"/>
                      <a:pt x="209" y="93"/>
                      <a:pt x="248" y="93"/>
                    </a:cubicBezTo>
                    <a:cubicBezTo>
                      <a:pt x="291" y="93"/>
                      <a:pt x="330" y="110"/>
                      <a:pt x="358" y="138"/>
                    </a:cubicBezTo>
                    <a:cubicBezTo>
                      <a:pt x="384" y="163"/>
                      <a:pt x="401" y="198"/>
                      <a:pt x="403" y="237"/>
                    </a:cubicBezTo>
                    <a:cubicBezTo>
                      <a:pt x="398" y="237"/>
                      <a:pt x="398" y="237"/>
                      <a:pt x="398" y="237"/>
                    </a:cubicBezTo>
                    <a:cubicBezTo>
                      <a:pt x="259" y="218"/>
                      <a:pt x="259" y="218"/>
                      <a:pt x="259" y="218"/>
                    </a:cubicBezTo>
                    <a:cubicBezTo>
                      <a:pt x="259" y="168"/>
                      <a:pt x="259" y="168"/>
                      <a:pt x="259" y="168"/>
                    </a:cubicBezTo>
                    <a:close/>
                    <a:moveTo>
                      <a:pt x="237" y="242"/>
                    </a:moveTo>
                    <a:cubicBezTo>
                      <a:pt x="114" y="242"/>
                      <a:pt x="114" y="242"/>
                      <a:pt x="114" y="242"/>
                    </a:cubicBezTo>
                    <a:cubicBezTo>
                      <a:pt x="237" y="258"/>
                      <a:pt x="237" y="258"/>
                      <a:pt x="237" y="258"/>
                    </a:cubicBezTo>
                    <a:cubicBezTo>
                      <a:pt x="237" y="251"/>
                      <a:pt x="237" y="249"/>
                      <a:pt x="237" y="242"/>
                    </a:cubicBezTo>
                    <a:close/>
                    <a:moveTo>
                      <a:pt x="237" y="266"/>
                    </a:moveTo>
                    <a:cubicBezTo>
                      <a:pt x="237" y="386"/>
                      <a:pt x="237" y="386"/>
                      <a:pt x="237" y="386"/>
                    </a:cubicBezTo>
                    <a:cubicBezTo>
                      <a:pt x="259" y="386"/>
                      <a:pt x="259" y="386"/>
                      <a:pt x="259" y="386"/>
                    </a:cubicBezTo>
                    <a:cubicBezTo>
                      <a:pt x="259" y="266"/>
                      <a:pt x="259" y="266"/>
                      <a:pt x="259" y="266"/>
                    </a:cubicBezTo>
                    <a:cubicBezTo>
                      <a:pt x="403" y="247"/>
                      <a:pt x="403" y="247"/>
                      <a:pt x="403" y="247"/>
                    </a:cubicBezTo>
                    <a:cubicBezTo>
                      <a:pt x="403" y="288"/>
                      <a:pt x="385" y="324"/>
                      <a:pt x="358" y="351"/>
                    </a:cubicBezTo>
                    <a:cubicBezTo>
                      <a:pt x="329" y="378"/>
                      <a:pt x="290" y="395"/>
                      <a:pt x="247" y="395"/>
                    </a:cubicBezTo>
                    <a:cubicBezTo>
                      <a:pt x="204" y="395"/>
                      <a:pt x="165" y="378"/>
                      <a:pt x="137" y="351"/>
                    </a:cubicBezTo>
                    <a:cubicBezTo>
                      <a:pt x="110" y="324"/>
                      <a:pt x="92" y="288"/>
                      <a:pt x="91" y="248"/>
                    </a:cubicBezTo>
                    <a:cubicBezTo>
                      <a:pt x="237" y="266"/>
                      <a:pt x="237" y="266"/>
                      <a:pt x="237" y="266"/>
                    </a:cubicBezTo>
                    <a:close/>
                    <a:moveTo>
                      <a:pt x="252" y="85"/>
                    </a:moveTo>
                    <a:cubicBezTo>
                      <a:pt x="285" y="86"/>
                      <a:pt x="316" y="97"/>
                      <a:pt x="342" y="114"/>
                    </a:cubicBezTo>
                    <a:cubicBezTo>
                      <a:pt x="325" y="81"/>
                      <a:pt x="305" y="61"/>
                      <a:pt x="298" y="54"/>
                    </a:cubicBezTo>
                    <a:cubicBezTo>
                      <a:pt x="285" y="57"/>
                      <a:pt x="270" y="59"/>
                      <a:pt x="252" y="59"/>
                    </a:cubicBezTo>
                    <a:cubicBezTo>
                      <a:pt x="252" y="85"/>
                      <a:pt x="252" y="85"/>
                      <a:pt x="252" y="85"/>
                    </a:cubicBezTo>
                    <a:close/>
                    <a:moveTo>
                      <a:pt x="105" y="324"/>
                    </a:moveTo>
                    <a:cubicBezTo>
                      <a:pt x="91" y="301"/>
                      <a:pt x="84" y="275"/>
                      <a:pt x="83" y="247"/>
                    </a:cubicBezTo>
                    <a:cubicBezTo>
                      <a:pt x="64" y="247"/>
                      <a:pt x="64" y="247"/>
                      <a:pt x="64" y="247"/>
                    </a:cubicBezTo>
                    <a:cubicBezTo>
                      <a:pt x="64" y="278"/>
                      <a:pt x="73" y="307"/>
                      <a:pt x="85" y="332"/>
                    </a:cubicBezTo>
                    <a:cubicBezTo>
                      <a:pt x="91" y="329"/>
                      <a:pt x="98" y="326"/>
                      <a:pt x="105" y="324"/>
                    </a:cubicBezTo>
                    <a:close/>
                    <a:moveTo>
                      <a:pt x="151" y="373"/>
                    </a:moveTo>
                    <a:cubicBezTo>
                      <a:pt x="144" y="368"/>
                      <a:pt x="137" y="363"/>
                      <a:pt x="131" y="357"/>
                    </a:cubicBezTo>
                    <a:cubicBezTo>
                      <a:pt x="123" y="349"/>
                      <a:pt x="116" y="340"/>
                      <a:pt x="109" y="331"/>
                    </a:cubicBezTo>
                    <a:cubicBezTo>
                      <a:pt x="102" y="334"/>
                      <a:pt x="95" y="336"/>
                      <a:pt x="89" y="339"/>
                    </a:cubicBezTo>
                    <a:cubicBezTo>
                      <a:pt x="115" y="391"/>
                      <a:pt x="155" y="425"/>
                      <a:pt x="164" y="433"/>
                    </a:cubicBezTo>
                    <a:cubicBezTo>
                      <a:pt x="171" y="430"/>
                      <a:pt x="180" y="427"/>
                      <a:pt x="189" y="425"/>
                    </a:cubicBezTo>
                    <a:cubicBezTo>
                      <a:pt x="181" y="417"/>
                      <a:pt x="166" y="400"/>
                      <a:pt x="151" y="373"/>
                    </a:cubicBezTo>
                    <a:close/>
                    <a:moveTo>
                      <a:pt x="243" y="403"/>
                    </a:moveTo>
                    <a:cubicBezTo>
                      <a:pt x="215" y="403"/>
                      <a:pt x="189" y="395"/>
                      <a:pt x="166" y="383"/>
                    </a:cubicBezTo>
                    <a:cubicBezTo>
                      <a:pt x="181" y="406"/>
                      <a:pt x="194" y="419"/>
                      <a:pt x="199" y="423"/>
                    </a:cubicBezTo>
                    <a:cubicBezTo>
                      <a:pt x="212" y="420"/>
                      <a:pt x="226" y="419"/>
                      <a:pt x="243" y="418"/>
                    </a:cubicBezTo>
                    <a:cubicBezTo>
                      <a:pt x="243" y="403"/>
                      <a:pt x="243" y="403"/>
                      <a:pt x="243" y="403"/>
                    </a:cubicBezTo>
                    <a:close/>
                    <a:moveTo>
                      <a:pt x="327" y="384"/>
                    </a:moveTo>
                    <a:cubicBezTo>
                      <a:pt x="304" y="396"/>
                      <a:pt x="279" y="403"/>
                      <a:pt x="252" y="403"/>
                    </a:cubicBezTo>
                    <a:cubicBezTo>
                      <a:pt x="252" y="418"/>
                      <a:pt x="252" y="418"/>
                      <a:pt x="252" y="418"/>
                    </a:cubicBezTo>
                    <a:cubicBezTo>
                      <a:pt x="269" y="419"/>
                      <a:pt x="284" y="421"/>
                      <a:pt x="296" y="423"/>
                    </a:cubicBezTo>
                    <a:cubicBezTo>
                      <a:pt x="301" y="419"/>
                      <a:pt x="313" y="406"/>
                      <a:pt x="327" y="384"/>
                    </a:cubicBezTo>
                    <a:close/>
                    <a:moveTo>
                      <a:pt x="418" y="403"/>
                    </a:moveTo>
                    <a:cubicBezTo>
                      <a:pt x="430" y="391"/>
                      <a:pt x="442" y="377"/>
                      <a:pt x="451" y="362"/>
                    </a:cubicBezTo>
                    <a:cubicBezTo>
                      <a:pt x="446" y="359"/>
                      <a:pt x="433" y="351"/>
                      <a:pt x="414" y="343"/>
                    </a:cubicBezTo>
                    <a:cubicBezTo>
                      <a:pt x="390" y="392"/>
                      <a:pt x="355" y="426"/>
                      <a:pt x="342" y="437"/>
                    </a:cubicBezTo>
                    <a:cubicBezTo>
                      <a:pt x="350" y="441"/>
                      <a:pt x="355" y="444"/>
                      <a:pt x="357" y="445"/>
                    </a:cubicBezTo>
                    <a:cubicBezTo>
                      <a:pt x="380" y="434"/>
                      <a:pt x="400" y="420"/>
                      <a:pt x="418" y="403"/>
                    </a:cubicBezTo>
                    <a:close/>
                    <a:moveTo>
                      <a:pt x="488" y="238"/>
                    </a:moveTo>
                    <a:cubicBezTo>
                      <a:pt x="487" y="199"/>
                      <a:pt x="477" y="162"/>
                      <a:pt x="459" y="130"/>
                    </a:cubicBezTo>
                    <a:cubicBezTo>
                      <a:pt x="453" y="134"/>
                      <a:pt x="439" y="143"/>
                      <a:pt x="419" y="152"/>
                    </a:cubicBezTo>
                    <a:cubicBezTo>
                      <a:pt x="430" y="178"/>
                      <a:pt x="437" y="207"/>
                      <a:pt x="438" y="238"/>
                    </a:cubicBezTo>
                    <a:cubicBezTo>
                      <a:pt x="488" y="238"/>
                      <a:pt x="488" y="238"/>
                      <a:pt x="488" y="238"/>
                    </a:cubicBezTo>
                    <a:close/>
                    <a:moveTo>
                      <a:pt x="248" y="471"/>
                    </a:moveTo>
                    <a:cubicBezTo>
                      <a:pt x="212" y="471"/>
                      <a:pt x="179" y="464"/>
                      <a:pt x="148" y="450"/>
                    </a:cubicBezTo>
                    <a:cubicBezTo>
                      <a:pt x="161" y="443"/>
                      <a:pt x="193" y="426"/>
                      <a:pt x="248" y="427"/>
                    </a:cubicBezTo>
                    <a:cubicBezTo>
                      <a:pt x="287" y="427"/>
                      <a:pt x="314" y="435"/>
                      <a:pt x="332" y="442"/>
                    </a:cubicBezTo>
                    <a:cubicBezTo>
                      <a:pt x="332" y="442"/>
                      <a:pt x="332" y="442"/>
                      <a:pt x="333" y="442"/>
                    </a:cubicBezTo>
                    <a:cubicBezTo>
                      <a:pt x="333" y="442"/>
                      <a:pt x="333" y="442"/>
                      <a:pt x="333" y="442"/>
                    </a:cubicBezTo>
                    <a:cubicBezTo>
                      <a:pt x="340" y="445"/>
                      <a:pt x="345" y="448"/>
                      <a:pt x="348" y="450"/>
                    </a:cubicBezTo>
                    <a:cubicBezTo>
                      <a:pt x="318" y="463"/>
                      <a:pt x="284" y="471"/>
                      <a:pt x="248" y="471"/>
                    </a:cubicBezTo>
                    <a:close/>
                    <a:moveTo>
                      <a:pt x="456" y="355"/>
                    </a:moveTo>
                    <a:cubicBezTo>
                      <a:pt x="450" y="352"/>
                      <a:pt x="437" y="344"/>
                      <a:pt x="418" y="335"/>
                    </a:cubicBezTo>
                    <a:cubicBezTo>
                      <a:pt x="429" y="309"/>
                      <a:pt x="438" y="279"/>
                      <a:pt x="438" y="246"/>
                    </a:cubicBezTo>
                    <a:cubicBezTo>
                      <a:pt x="488" y="246"/>
                      <a:pt x="488" y="246"/>
                      <a:pt x="488" y="246"/>
                    </a:cubicBezTo>
                    <a:cubicBezTo>
                      <a:pt x="486" y="286"/>
                      <a:pt x="475" y="323"/>
                      <a:pt x="456" y="355"/>
                    </a:cubicBezTo>
                    <a:close/>
                    <a:moveTo>
                      <a:pt x="8" y="246"/>
                    </a:moveTo>
                    <a:cubicBezTo>
                      <a:pt x="55" y="247"/>
                      <a:pt x="55" y="247"/>
                      <a:pt x="55" y="247"/>
                    </a:cubicBezTo>
                    <a:cubicBezTo>
                      <a:pt x="56" y="280"/>
                      <a:pt x="65" y="309"/>
                      <a:pt x="78" y="335"/>
                    </a:cubicBezTo>
                    <a:cubicBezTo>
                      <a:pt x="59" y="344"/>
                      <a:pt x="46" y="352"/>
                      <a:pt x="41" y="356"/>
                    </a:cubicBezTo>
                    <a:cubicBezTo>
                      <a:pt x="21" y="324"/>
                      <a:pt x="9" y="286"/>
                      <a:pt x="8" y="246"/>
                    </a:cubicBezTo>
                    <a:close/>
                    <a:moveTo>
                      <a:pt x="78" y="403"/>
                    </a:moveTo>
                    <a:cubicBezTo>
                      <a:pt x="96" y="421"/>
                      <a:pt x="117" y="435"/>
                      <a:pt x="140" y="446"/>
                    </a:cubicBezTo>
                    <a:cubicBezTo>
                      <a:pt x="143" y="444"/>
                      <a:pt x="148" y="441"/>
                      <a:pt x="156" y="437"/>
                    </a:cubicBezTo>
                    <a:cubicBezTo>
                      <a:pt x="142" y="425"/>
                      <a:pt x="106" y="391"/>
                      <a:pt x="81" y="343"/>
                    </a:cubicBezTo>
                    <a:cubicBezTo>
                      <a:pt x="63" y="352"/>
                      <a:pt x="50" y="360"/>
                      <a:pt x="45" y="363"/>
                    </a:cubicBezTo>
                    <a:cubicBezTo>
                      <a:pt x="54" y="378"/>
                      <a:pt x="66" y="391"/>
                      <a:pt x="78" y="403"/>
                    </a:cubicBezTo>
                    <a:close/>
                    <a:moveTo>
                      <a:pt x="78" y="76"/>
                    </a:moveTo>
                    <a:cubicBezTo>
                      <a:pt x="64" y="90"/>
                      <a:pt x="52" y="105"/>
                      <a:pt x="41" y="122"/>
                    </a:cubicBezTo>
                    <a:cubicBezTo>
                      <a:pt x="47" y="126"/>
                      <a:pt x="60" y="134"/>
                      <a:pt x="79" y="144"/>
                    </a:cubicBezTo>
                    <a:cubicBezTo>
                      <a:pt x="104" y="91"/>
                      <a:pt x="142" y="54"/>
                      <a:pt x="155" y="41"/>
                    </a:cubicBezTo>
                    <a:cubicBezTo>
                      <a:pt x="147" y="38"/>
                      <a:pt x="142" y="35"/>
                      <a:pt x="139" y="33"/>
                    </a:cubicBezTo>
                    <a:cubicBezTo>
                      <a:pt x="116" y="45"/>
                      <a:pt x="96" y="59"/>
                      <a:pt x="78" y="76"/>
                    </a:cubicBezTo>
                    <a:close/>
                    <a:moveTo>
                      <a:pt x="153" y="114"/>
                    </a:moveTo>
                    <a:cubicBezTo>
                      <a:pt x="179" y="96"/>
                      <a:pt x="210" y="86"/>
                      <a:pt x="243" y="85"/>
                    </a:cubicBezTo>
                    <a:cubicBezTo>
                      <a:pt x="243" y="59"/>
                      <a:pt x="243" y="59"/>
                      <a:pt x="243" y="59"/>
                    </a:cubicBezTo>
                    <a:cubicBezTo>
                      <a:pt x="226" y="59"/>
                      <a:pt x="210" y="57"/>
                      <a:pt x="197" y="54"/>
                    </a:cubicBezTo>
                    <a:cubicBezTo>
                      <a:pt x="190" y="61"/>
                      <a:pt x="170" y="81"/>
                      <a:pt x="153" y="114"/>
                    </a:cubicBezTo>
                    <a:close/>
                    <a:moveTo>
                      <a:pt x="412" y="246"/>
                    </a:moveTo>
                    <a:cubicBezTo>
                      <a:pt x="411" y="275"/>
                      <a:pt x="403" y="301"/>
                      <a:pt x="390" y="324"/>
                    </a:cubicBezTo>
                    <a:cubicBezTo>
                      <a:pt x="397" y="327"/>
                      <a:pt x="404" y="329"/>
                      <a:pt x="410" y="332"/>
                    </a:cubicBezTo>
                    <a:cubicBezTo>
                      <a:pt x="421" y="307"/>
                      <a:pt x="429" y="278"/>
                      <a:pt x="430" y="246"/>
                    </a:cubicBezTo>
                    <a:cubicBezTo>
                      <a:pt x="412" y="246"/>
                      <a:pt x="412" y="246"/>
                      <a:pt x="412" y="246"/>
                    </a:cubicBezTo>
                    <a:close/>
                    <a:moveTo>
                      <a:pt x="110" y="158"/>
                    </a:moveTo>
                    <a:cubicBezTo>
                      <a:pt x="116" y="148"/>
                      <a:pt x="123" y="140"/>
                      <a:pt x="131" y="132"/>
                    </a:cubicBezTo>
                    <a:cubicBezTo>
                      <a:pt x="134" y="129"/>
                      <a:pt x="136" y="127"/>
                      <a:pt x="139" y="125"/>
                    </a:cubicBezTo>
                    <a:cubicBezTo>
                      <a:pt x="155" y="88"/>
                      <a:pt x="177" y="63"/>
                      <a:pt x="187" y="52"/>
                    </a:cubicBezTo>
                    <a:cubicBezTo>
                      <a:pt x="178" y="50"/>
                      <a:pt x="171" y="47"/>
                      <a:pt x="164" y="45"/>
                    </a:cubicBezTo>
                    <a:cubicBezTo>
                      <a:pt x="155" y="53"/>
                      <a:pt x="113" y="91"/>
                      <a:pt x="86" y="148"/>
                    </a:cubicBezTo>
                    <a:cubicBezTo>
                      <a:pt x="93" y="151"/>
                      <a:pt x="101" y="154"/>
                      <a:pt x="110" y="158"/>
                    </a:cubicBezTo>
                    <a:close/>
                    <a:moveTo>
                      <a:pt x="385" y="331"/>
                    </a:moveTo>
                    <a:cubicBezTo>
                      <a:pt x="379" y="340"/>
                      <a:pt x="372" y="349"/>
                      <a:pt x="363" y="357"/>
                    </a:cubicBezTo>
                    <a:cubicBezTo>
                      <a:pt x="357" y="363"/>
                      <a:pt x="349" y="369"/>
                      <a:pt x="341" y="375"/>
                    </a:cubicBezTo>
                    <a:cubicBezTo>
                      <a:pt x="328" y="400"/>
                      <a:pt x="314" y="417"/>
                      <a:pt x="306" y="425"/>
                    </a:cubicBezTo>
                    <a:cubicBezTo>
                      <a:pt x="317" y="428"/>
                      <a:pt x="326" y="431"/>
                      <a:pt x="334" y="434"/>
                    </a:cubicBezTo>
                    <a:cubicBezTo>
                      <a:pt x="342" y="426"/>
                      <a:pt x="381" y="392"/>
                      <a:pt x="407" y="339"/>
                    </a:cubicBezTo>
                    <a:cubicBezTo>
                      <a:pt x="400" y="337"/>
                      <a:pt x="393" y="334"/>
                      <a:pt x="385" y="331"/>
                    </a:cubicBezTo>
                    <a:close/>
                    <a:moveTo>
                      <a:pt x="346" y="29"/>
                    </a:moveTo>
                    <a:cubicBezTo>
                      <a:pt x="335" y="36"/>
                      <a:pt x="305" y="50"/>
                      <a:pt x="248" y="51"/>
                    </a:cubicBezTo>
                    <a:cubicBezTo>
                      <a:pt x="199" y="52"/>
                      <a:pt x="163" y="36"/>
                      <a:pt x="148" y="29"/>
                    </a:cubicBezTo>
                    <a:cubicBezTo>
                      <a:pt x="179" y="16"/>
                      <a:pt x="212" y="8"/>
                      <a:pt x="248" y="8"/>
                    </a:cubicBezTo>
                    <a:cubicBezTo>
                      <a:pt x="283" y="8"/>
                      <a:pt x="316" y="16"/>
                      <a:pt x="346" y="29"/>
                    </a:cubicBezTo>
                    <a:close/>
                    <a:moveTo>
                      <a:pt x="390" y="165"/>
                    </a:moveTo>
                    <a:cubicBezTo>
                      <a:pt x="403" y="187"/>
                      <a:pt x="410" y="212"/>
                      <a:pt x="411" y="238"/>
                    </a:cubicBezTo>
                    <a:cubicBezTo>
                      <a:pt x="430" y="238"/>
                      <a:pt x="430" y="238"/>
                      <a:pt x="430" y="238"/>
                    </a:cubicBezTo>
                    <a:cubicBezTo>
                      <a:pt x="429" y="208"/>
                      <a:pt x="422" y="180"/>
                      <a:pt x="411" y="156"/>
                    </a:cubicBezTo>
                    <a:cubicBezTo>
                      <a:pt x="405" y="159"/>
                      <a:pt x="398" y="162"/>
                      <a:pt x="390" y="165"/>
                    </a:cubicBezTo>
                    <a:close/>
                    <a:moveTo>
                      <a:pt x="37" y="129"/>
                    </a:moveTo>
                    <a:cubicBezTo>
                      <a:pt x="43" y="133"/>
                      <a:pt x="56" y="142"/>
                      <a:pt x="76" y="151"/>
                    </a:cubicBezTo>
                    <a:cubicBezTo>
                      <a:pt x="64" y="177"/>
                      <a:pt x="56" y="207"/>
                      <a:pt x="55" y="238"/>
                    </a:cubicBezTo>
                    <a:cubicBezTo>
                      <a:pt x="8" y="238"/>
                      <a:pt x="8" y="238"/>
                      <a:pt x="8" y="238"/>
                    </a:cubicBezTo>
                    <a:cubicBezTo>
                      <a:pt x="8" y="198"/>
                      <a:pt x="19" y="161"/>
                      <a:pt x="37" y="129"/>
                    </a:cubicBezTo>
                    <a:close/>
                    <a:moveTo>
                      <a:pt x="418" y="76"/>
                    </a:moveTo>
                    <a:cubicBezTo>
                      <a:pt x="399" y="59"/>
                      <a:pt x="378" y="44"/>
                      <a:pt x="355" y="33"/>
                    </a:cubicBezTo>
                    <a:cubicBezTo>
                      <a:pt x="353" y="35"/>
                      <a:pt x="348" y="38"/>
                      <a:pt x="340" y="41"/>
                    </a:cubicBezTo>
                    <a:cubicBezTo>
                      <a:pt x="353" y="54"/>
                      <a:pt x="391" y="91"/>
                      <a:pt x="416" y="145"/>
                    </a:cubicBezTo>
                    <a:cubicBezTo>
                      <a:pt x="436" y="135"/>
                      <a:pt x="449" y="126"/>
                      <a:pt x="455" y="123"/>
                    </a:cubicBezTo>
                    <a:cubicBezTo>
                      <a:pt x="444" y="106"/>
                      <a:pt x="432" y="90"/>
                      <a:pt x="418" y="76"/>
                    </a:cubicBezTo>
                    <a:close/>
                    <a:moveTo>
                      <a:pt x="356" y="125"/>
                    </a:moveTo>
                    <a:cubicBezTo>
                      <a:pt x="359" y="127"/>
                      <a:pt x="361" y="129"/>
                      <a:pt x="364" y="132"/>
                    </a:cubicBezTo>
                    <a:cubicBezTo>
                      <a:pt x="372" y="140"/>
                      <a:pt x="379" y="148"/>
                      <a:pt x="385" y="158"/>
                    </a:cubicBezTo>
                    <a:cubicBezTo>
                      <a:pt x="394" y="155"/>
                      <a:pt x="401" y="152"/>
                      <a:pt x="408" y="148"/>
                    </a:cubicBezTo>
                    <a:cubicBezTo>
                      <a:pt x="382" y="92"/>
                      <a:pt x="341" y="53"/>
                      <a:pt x="332" y="45"/>
                    </a:cubicBezTo>
                    <a:cubicBezTo>
                      <a:pt x="325" y="48"/>
                      <a:pt x="317" y="50"/>
                      <a:pt x="308" y="52"/>
                    </a:cubicBezTo>
                    <a:cubicBezTo>
                      <a:pt x="318" y="63"/>
                      <a:pt x="340" y="88"/>
                      <a:pt x="356" y="125"/>
                    </a:cubicBezTo>
                    <a:close/>
                    <a:moveTo>
                      <a:pt x="83" y="239"/>
                    </a:moveTo>
                    <a:cubicBezTo>
                      <a:pt x="84" y="212"/>
                      <a:pt x="92" y="187"/>
                      <a:pt x="105" y="165"/>
                    </a:cubicBezTo>
                    <a:cubicBezTo>
                      <a:pt x="97" y="162"/>
                      <a:pt x="90" y="158"/>
                      <a:pt x="83" y="155"/>
                    </a:cubicBezTo>
                    <a:cubicBezTo>
                      <a:pt x="72" y="180"/>
                      <a:pt x="64" y="208"/>
                      <a:pt x="64" y="239"/>
                    </a:cubicBezTo>
                    <a:cubicBezTo>
                      <a:pt x="83" y="239"/>
                      <a:pt x="83" y="239"/>
                      <a:pt x="83" y="239"/>
                    </a:cubicBezTo>
                    <a:close/>
                    <a:moveTo>
                      <a:pt x="248" y="0"/>
                    </a:moveTo>
                    <a:cubicBezTo>
                      <a:pt x="316" y="0"/>
                      <a:pt x="378" y="27"/>
                      <a:pt x="423" y="70"/>
                    </a:cubicBezTo>
                    <a:cubicBezTo>
                      <a:pt x="468" y="114"/>
                      <a:pt x="496" y="173"/>
                      <a:pt x="496" y="240"/>
                    </a:cubicBezTo>
                    <a:cubicBezTo>
                      <a:pt x="496" y="306"/>
                      <a:pt x="468" y="366"/>
                      <a:pt x="423" y="409"/>
                    </a:cubicBezTo>
                    <a:cubicBezTo>
                      <a:pt x="378" y="452"/>
                      <a:pt x="316" y="479"/>
                      <a:pt x="248" y="479"/>
                    </a:cubicBezTo>
                    <a:cubicBezTo>
                      <a:pt x="179" y="479"/>
                      <a:pt x="117" y="452"/>
                      <a:pt x="72" y="409"/>
                    </a:cubicBezTo>
                    <a:cubicBezTo>
                      <a:pt x="27" y="366"/>
                      <a:pt x="0" y="306"/>
                      <a:pt x="0" y="240"/>
                    </a:cubicBezTo>
                    <a:cubicBezTo>
                      <a:pt x="0" y="173"/>
                      <a:pt x="27" y="114"/>
                      <a:pt x="72" y="70"/>
                    </a:cubicBezTo>
                    <a:cubicBezTo>
                      <a:pt x="117" y="27"/>
                      <a:pt x="179" y="0"/>
                      <a:pt x="248" y="0"/>
                    </a:cubicBezTo>
                    <a:close/>
                  </a:path>
                </a:pathLst>
              </a:custGeom>
              <a:solidFill>
                <a:srgbClr val="C0C0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" name="Freeform 11"/>
              <p:cNvSpPr>
                <a:spLocks noEditPoints="1"/>
              </p:cNvSpPr>
              <p:nvPr/>
            </p:nvSpPr>
            <p:spPr bwMode="auto">
              <a:xfrm>
                <a:off x="4391057" y="3538897"/>
                <a:ext cx="1530350" cy="1492250"/>
              </a:xfrm>
              <a:custGeom>
                <a:avLst/>
                <a:gdLst>
                  <a:gd name="T0" fmla="*/ 309 w 619"/>
                  <a:gd name="T1" fmla="*/ 0 h 605"/>
                  <a:gd name="T2" fmla="*/ 528 w 619"/>
                  <a:gd name="T3" fmla="*/ 89 h 605"/>
                  <a:gd name="T4" fmla="*/ 619 w 619"/>
                  <a:gd name="T5" fmla="*/ 303 h 605"/>
                  <a:gd name="T6" fmla="*/ 528 w 619"/>
                  <a:gd name="T7" fmla="*/ 517 h 605"/>
                  <a:gd name="T8" fmla="*/ 309 w 619"/>
                  <a:gd name="T9" fmla="*/ 605 h 605"/>
                  <a:gd name="T10" fmla="*/ 91 w 619"/>
                  <a:gd name="T11" fmla="*/ 517 h 605"/>
                  <a:gd name="T12" fmla="*/ 0 w 619"/>
                  <a:gd name="T13" fmla="*/ 303 h 605"/>
                  <a:gd name="T14" fmla="*/ 91 w 619"/>
                  <a:gd name="T15" fmla="*/ 89 h 605"/>
                  <a:gd name="T16" fmla="*/ 309 w 619"/>
                  <a:gd name="T17" fmla="*/ 0 h 605"/>
                  <a:gd name="T18" fmla="*/ 523 w 619"/>
                  <a:gd name="T19" fmla="*/ 95 h 605"/>
                  <a:gd name="T20" fmla="*/ 309 w 619"/>
                  <a:gd name="T21" fmla="*/ 9 h 605"/>
                  <a:gd name="T22" fmla="*/ 96 w 619"/>
                  <a:gd name="T23" fmla="*/ 95 h 605"/>
                  <a:gd name="T24" fmla="*/ 8 w 619"/>
                  <a:gd name="T25" fmla="*/ 303 h 605"/>
                  <a:gd name="T26" fmla="*/ 96 w 619"/>
                  <a:gd name="T27" fmla="*/ 511 h 605"/>
                  <a:gd name="T28" fmla="*/ 309 w 619"/>
                  <a:gd name="T29" fmla="*/ 597 h 605"/>
                  <a:gd name="T30" fmla="*/ 523 w 619"/>
                  <a:gd name="T31" fmla="*/ 511 h 605"/>
                  <a:gd name="T32" fmla="*/ 611 w 619"/>
                  <a:gd name="T33" fmla="*/ 303 h 605"/>
                  <a:gd name="T34" fmla="*/ 523 w 619"/>
                  <a:gd name="T35" fmla="*/ 95 h 6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19" h="605">
                    <a:moveTo>
                      <a:pt x="309" y="0"/>
                    </a:moveTo>
                    <a:cubicBezTo>
                      <a:pt x="395" y="0"/>
                      <a:pt x="472" y="34"/>
                      <a:pt x="528" y="89"/>
                    </a:cubicBezTo>
                    <a:cubicBezTo>
                      <a:pt x="584" y="144"/>
                      <a:pt x="619" y="219"/>
                      <a:pt x="619" y="303"/>
                    </a:cubicBezTo>
                    <a:cubicBezTo>
                      <a:pt x="619" y="386"/>
                      <a:pt x="584" y="462"/>
                      <a:pt x="528" y="517"/>
                    </a:cubicBezTo>
                    <a:cubicBezTo>
                      <a:pt x="472" y="571"/>
                      <a:pt x="395" y="605"/>
                      <a:pt x="309" y="605"/>
                    </a:cubicBezTo>
                    <a:cubicBezTo>
                      <a:pt x="224" y="605"/>
                      <a:pt x="147" y="571"/>
                      <a:pt x="91" y="517"/>
                    </a:cubicBezTo>
                    <a:cubicBezTo>
                      <a:pt x="35" y="462"/>
                      <a:pt x="0" y="386"/>
                      <a:pt x="0" y="303"/>
                    </a:cubicBezTo>
                    <a:cubicBezTo>
                      <a:pt x="0" y="219"/>
                      <a:pt x="35" y="144"/>
                      <a:pt x="91" y="89"/>
                    </a:cubicBezTo>
                    <a:cubicBezTo>
                      <a:pt x="147" y="34"/>
                      <a:pt x="224" y="0"/>
                      <a:pt x="309" y="0"/>
                    </a:cubicBezTo>
                    <a:close/>
                    <a:moveTo>
                      <a:pt x="523" y="95"/>
                    </a:moveTo>
                    <a:cubicBezTo>
                      <a:pt x="468" y="42"/>
                      <a:pt x="393" y="9"/>
                      <a:pt x="309" y="9"/>
                    </a:cubicBezTo>
                    <a:cubicBezTo>
                      <a:pt x="226" y="9"/>
                      <a:pt x="151" y="42"/>
                      <a:pt x="96" y="95"/>
                    </a:cubicBezTo>
                    <a:cubicBezTo>
                      <a:pt x="42" y="148"/>
                      <a:pt x="8" y="222"/>
                      <a:pt x="8" y="303"/>
                    </a:cubicBezTo>
                    <a:cubicBezTo>
                      <a:pt x="8" y="384"/>
                      <a:pt x="42" y="458"/>
                      <a:pt x="96" y="511"/>
                    </a:cubicBezTo>
                    <a:cubicBezTo>
                      <a:pt x="151" y="564"/>
                      <a:pt x="226" y="597"/>
                      <a:pt x="309" y="597"/>
                    </a:cubicBezTo>
                    <a:cubicBezTo>
                      <a:pt x="393" y="597"/>
                      <a:pt x="468" y="564"/>
                      <a:pt x="523" y="511"/>
                    </a:cubicBezTo>
                    <a:cubicBezTo>
                      <a:pt x="577" y="458"/>
                      <a:pt x="611" y="384"/>
                      <a:pt x="611" y="303"/>
                    </a:cubicBezTo>
                    <a:cubicBezTo>
                      <a:pt x="611" y="222"/>
                      <a:pt x="577" y="148"/>
                      <a:pt x="523" y="95"/>
                    </a:cubicBezTo>
                    <a:close/>
                  </a:path>
                </a:pathLst>
              </a:custGeom>
              <a:solidFill>
                <a:srgbClr val="C0C0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grpSp>
          <p:nvGrpSpPr>
            <p:cNvPr id="17" name="组合 16"/>
            <p:cNvGrpSpPr/>
            <p:nvPr/>
          </p:nvGrpSpPr>
          <p:grpSpPr>
            <a:xfrm>
              <a:off x="10718800" y="487596"/>
              <a:ext cx="859168" cy="212900"/>
              <a:chOff x="3732034" y="4252643"/>
              <a:chExt cx="1620838" cy="401638"/>
            </a:xfrm>
            <a:solidFill>
              <a:schemeClr val="tx1"/>
            </a:solidFill>
          </p:grpSpPr>
          <p:sp>
            <p:nvSpPr>
              <p:cNvPr id="19" name="Freeform 10"/>
              <p:cNvSpPr>
                <a:spLocks noEditPoints="1"/>
              </p:cNvSpPr>
              <p:nvPr/>
            </p:nvSpPr>
            <p:spPr bwMode="auto">
              <a:xfrm>
                <a:off x="5105222" y="4273281"/>
                <a:ext cx="247650" cy="338138"/>
              </a:xfrm>
              <a:custGeom>
                <a:avLst/>
                <a:gdLst>
                  <a:gd name="T0" fmla="*/ 58 w 217"/>
                  <a:gd name="T1" fmla="*/ 251 h 294"/>
                  <a:gd name="T2" fmla="*/ 69 w 217"/>
                  <a:gd name="T3" fmla="*/ 232 h 294"/>
                  <a:gd name="T4" fmla="*/ 60 w 217"/>
                  <a:gd name="T5" fmla="*/ 258 h 294"/>
                  <a:gd name="T6" fmla="*/ 88 w 217"/>
                  <a:gd name="T7" fmla="*/ 276 h 294"/>
                  <a:gd name="T8" fmla="*/ 124 w 217"/>
                  <a:gd name="T9" fmla="*/ 236 h 294"/>
                  <a:gd name="T10" fmla="*/ 79 w 217"/>
                  <a:gd name="T11" fmla="*/ 229 h 294"/>
                  <a:gd name="T12" fmla="*/ 142 w 217"/>
                  <a:gd name="T13" fmla="*/ 138 h 294"/>
                  <a:gd name="T14" fmla="*/ 101 w 217"/>
                  <a:gd name="T15" fmla="*/ 58 h 294"/>
                  <a:gd name="T16" fmla="*/ 107 w 217"/>
                  <a:gd name="T17" fmla="*/ 64 h 294"/>
                  <a:gd name="T18" fmla="*/ 151 w 217"/>
                  <a:gd name="T19" fmla="*/ 41 h 294"/>
                  <a:gd name="T20" fmla="*/ 152 w 217"/>
                  <a:gd name="T21" fmla="*/ 40 h 294"/>
                  <a:gd name="T22" fmla="*/ 209 w 217"/>
                  <a:gd name="T23" fmla="*/ 41 h 294"/>
                  <a:gd name="T24" fmla="*/ 194 w 217"/>
                  <a:gd name="T25" fmla="*/ 2 h 294"/>
                  <a:gd name="T26" fmla="*/ 167 w 217"/>
                  <a:gd name="T27" fmla="*/ 13 h 294"/>
                  <a:gd name="T28" fmla="*/ 137 w 217"/>
                  <a:gd name="T29" fmla="*/ 41 h 294"/>
                  <a:gd name="T30" fmla="*/ 112 w 217"/>
                  <a:gd name="T31" fmla="*/ 32 h 294"/>
                  <a:gd name="T32" fmla="*/ 69 w 217"/>
                  <a:gd name="T33" fmla="*/ 36 h 294"/>
                  <a:gd name="T34" fmla="*/ 48 w 217"/>
                  <a:gd name="T35" fmla="*/ 36 h 294"/>
                  <a:gd name="T36" fmla="*/ 36 w 217"/>
                  <a:gd name="T37" fmla="*/ 44 h 294"/>
                  <a:gd name="T38" fmla="*/ 61 w 217"/>
                  <a:gd name="T39" fmla="*/ 89 h 294"/>
                  <a:gd name="T40" fmla="*/ 52 w 217"/>
                  <a:gd name="T41" fmla="*/ 105 h 294"/>
                  <a:gd name="T42" fmla="*/ 26 w 217"/>
                  <a:gd name="T43" fmla="*/ 123 h 294"/>
                  <a:gd name="T44" fmla="*/ 0 w 217"/>
                  <a:gd name="T45" fmla="*/ 160 h 294"/>
                  <a:gd name="T46" fmla="*/ 30 w 217"/>
                  <a:gd name="T47" fmla="*/ 174 h 294"/>
                  <a:gd name="T48" fmla="*/ 65 w 217"/>
                  <a:gd name="T49" fmla="*/ 150 h 294"/>
                  <a:gd name="T50" fmla="*/ 98 w 217"/>
                  <a:gd name="T51" fmla="*/ 133 h 294"/>
                  <a:gd name="T52" fmla="*/ 120 w 217"/>
                  <a:gd name="T53" fmla="*/ 125 h 294"/>
                  <a:gd name="T54" fmla="*/ 156 w 217"/>
                  <a:gd name="T55" fmla="*/ 114 h 294"/>
                  <a:gd name="T56" fmla="*/ 141 w 217"/>
                  <a:gd name="T57" fmla="*/ 126 h 294"/>
                  <a:gd name="T58" fmla="*/ 110 w 217"/>
                  <a:gd name="T59" fmla="*/ 137 h 294"/>
                  <a:gd name="T60" fmla="*/ 100 w 217"/>
                  <a:gd name="T61" fmla="*/ 184 h 294"/>
                  <a:gd name="T62" fmla="*/ 74 w 217"/>
                  <a:gd name="T63" fmla="*/ 212 h 294"/>
                  <a:gd name="T64" fmla="*/ 49 w 217"/>
                  <a:gd name="T65" fmla="*/ 227 h 294"/>
                  <a:gd name="T66" fmla="*/ 40 w 217"/>
                  <a:gd name="T67" fmla="*/ 252 h 294"/>
                  <a:gd name="T68" fmla="*/ 64 w 217"/>
                  <a:gd name="T69" fmla="*/ 291 h 294"/>
                  <a:gd name="T70" fmla="*/ 112 w 217"/>
                  <a:gd name="T71" fmla="*/ 289 h 294"/>
                  <a:gd name="T72" fmla="*/ 143 w 217"/>
                  <a:gd name="T73" fmla="*/ 264 h 294"/>
                  <a:gd name="T74" fmla="*/ 152 w 217"/>
                  <a:gd name="T75" fmla="*/ 228 h 294"/>
                  <a:gd name="T76" fmla="*/ 179 w 217"/>
                  <a:gd name="T77" fmla="*/ 227 h 294"/>
                  <a:gd name="T78" fmla="*/ 209 w 217"/>
                  <a:gd name="T79" fmla="*/ 222 h 294"/>
                  <a:gd name="T80" fmla="*/ 184 w 217"/>
                  <a:gd name="T81" fmla="*/ 195 h 294"/>
                  <a:gd name="T82" fmla="*/ 139 w 217"/>
                  <a:gd name="T83" fmla="*/ 193 h 294"/>
                  <a:gd name="T84" fmla="*/ 129 w 217"/>
                  <a:gd name="T85" fmla="*/ 181 h 294"/>
                  <a:gd name="T86" fmla="*/ 150 w 217"/>
                  <a:gd name="T87" fmla="*/ 149 h 294"/>
                  <a:gd name="T88" fmla="*/ 170 w 217"/>
                  <a:gd name="T89" fmla="*/ 138 h 294"/>
                  <a:gd name="T90" fmla="*/ 204 w 217"/>
                  <a:gd name="T91" fmla="*/ 125 h 294"/>
                  <a:gd name="T92" fmla="*/ 176 w 217"/>
                  <a:gd name="T93" fmla="*/ 88 h 294"/>
                  <a:gd name="T94" fmla="*/ 137 w 217"/>
                  <a:gd name="T95" fmla="*/ 95 h 294"/>
                  <a:gd name="T96" fmla="*/ 119 w 217"/>
                  <a:gd name="T97" fmla="*/ 102 h 294"/>
                  <a:gd name="T98" fmla="*/ 84 w 217"/>
                  <a:gd name="T99" fmla="*/ 116 h 294"/>
                  <a:gd name="T100" fmla="*/ 64 w 217"/>
                  <a:gd name="T101" fmla="*/ 127 h 294"/>
                  <a:gd name="T102" fmla="*/ 31 w 217"/>
                  <a:gd name="T103" fmla="*/ 142 h 294"/>
                  <a:gd name="T104" fmla="*/ 46 w 217"/>
                  <a:gd name="T105" fmla="*/ 117 h 294"/>
                  <a:gd name="T106" fmla="*/ 105 w 217"/>
                  <a:gd name="T107" fmla="*/ 87 h 294"/>
                  <a:gd name="T108" fmla="*/ 132 w 217"/>
                  <a:gd name="T109" fmla="*/ 80 h 294"/>
                  <a:gd name="T110" fmla="*/ 151 w 217"/>
                  <a:gd name="T111" fmla="*/ 67 h 294"/>
                  <a:gd name="T112" fmla="*/ 170 w 217"/>
                  <a:gd name="T113" fmla="*/ 143 h 294"/>
                  <a:gd name="T114" fmla="*/ 64 w 217"/>
                  <a:gd name="T115" fmla="*/ 253 h 294"/>
                  <a:gd name="T116" fmla="*/ 173 w 217"/>
                  <a:gd name="T117" fmla="*/ 139 h 294"/>
                  <a:gd name="T118" fmla="*/ 142 w 217"/>
                  <a:gd name="T119" fmla="*/ 78 h 294"/>
                  <a:gd name="T120" fmla="*/ 156 w 217"/>
                  <a:gd name="T121" fmla="*/ 146 h 2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17" h="294">
                    <a:moveTo>
                      <a:pt x="58" y="254"/>
                    </a:moveTo>
                    <a:cubicBezTo>
                      <a:pt x="59" y="255"/>
                      <a:pt x="59" y="256"/>
                      <a:pt x="58" y="257"/>
                    </a:cubicBezTo>
                    <a:cubicBezTo>
                      <a:pt x="58" y="254"/>
                      <a:pt x="58" y="254"/>
                      <a:pt x="58" y="254"/>
                    </a:cubicBezTo>
                    <a:close/>
                    <a:moveTo>
                      <a:pt x="57" y="252"/>
                    </a:moveTo>
                    <a:cubicBezTo>
                      <a:pt x="57" y="252"/>
                      <a:pt x="57" y="252"/>
                      <a:pt x="57" y="252"/>
                    </a:cubicBezTo>
                    <a:cubicBezTo>
                      <a:pt x="58" y="254"/>
                      <a:pt x="58" y="254"/>
                      <a:pt x="58" y="254"/>
                    </a:cubicBezTo>
                    <a:cubicBezTo>
                      <a:pt x="58" y="252"/>
                      <a:pt x="58" y="253"/>
                      <a:pt x="57" y="252"/>
                    </a:cubicBezTo>
                    <a:close/>
                    <a:moveTo>
                      <a:pt x="57" y="252"/>
                    </a:moveTo>
                    <a:cubicBezTo>
                      <a:pt x="57" y="250"/>
                      <a:pt x="57" y="250"/>
                      <a:pt x="57" y="250"/>
                    </a:cubicBezTo>
                    <a:cubicBezTo>
                      <a:pt x="58" y="251"/>
                      <a:pt x="57" y="250"/>
                      <a:pt x="58" y="251"/>
                    </a:cubicBezTo>
                    <a:cubicBezTo>
                      <a:pt x="57" y="252"/>
                      <a:pt x="57" y="252"/>
                      <a:pt x="57" y="252"/>
                    </a:cubicBezTo>
                    <a:close/>
                    <a:moveTo>
                      <a:pt x="65" y="237"/>
                    </a:moveTo>
                    <a:cubicBezTo>
                      <a:pt x="66" y="234"/>
                      <a:pt x="65" y="235"/>
                      <a:pt x="68" y="233"/>
                    </a:cubicBezTo>
                    <a:cubicBezTo>
                      <a:pt x="68" y="234"/>
                      <a:pt x="68" y="234"/>
                      <a:pt x="67" y="235"/>
                    </a:cubicBezTo>
                    <a:cubicBezTo>
                      <a:pt x="67" y="236"/>
                      <a:pt x="66" y="236"/>
                      <a:pt x="65" y="237"/>
                    </a:cubicBezTo>
                    <a:close/>
                    <a:moveTo>
                      <a:pt x="71" y="230"/>
                    </a:moveTo>
                    <a:cubicBezTo>
                      <a:pt x="71" y="228"/>
                      <a:pt x="72" y="230"/>
                      <a:pt x="73" y="228"/>
                    </a:cubicBezTo>
                    <a:cubicBezTo>
                      <a:pt x="71" y="229"/>
                      <a:pt x="70" y="229"/>
                      <a:pt x="70" y="229"/>
                    </a:cubicBezTo>
                    <a:cubicBezTo>
                      <a:pt x="70" y="230"/>
                      <a:pt x="70" y="230"/>
                      <a:pt x="70" y="230"/>
                    </a:cubicBezTo>
                    <a:cubicBezTo>
                      <a:pt x="69" y="231"/>
                      <a:pt x="69" y="231"/>
                      <a:pt x="69" y="232"/>
                    </a:cubicBezTo>
                    <a:cubicBezTo>
                      <a:pt x="71" y="232"/>
                      <a:pt x="72" y="232"/>
                      <a:pt x="74" y="231"/>
                    </a:cubicBezTo>
                    <a:cubicBezTo>
                      <a:pt x="73" y="233"/>
                      <a:pt x="73" y="233"/>
                      <a:pt x="71" y="233"/>
                    </a:cubicBezTo>
                    <a:cubicBezTo>
                      <a:pt x="71" y="235"/>
                      <a:pt x="71" y="234"/>
                      <a:pt x="71" y="236"/>
                    </a:cubicBezTo>
                    <a:cubicBezTo>
                      <a:pt x="69" y="236"/>
                      <a:pt x="69" y="237"/>
                      <a:pt x="66" y="237"/>
                    </a:cubicBezTo>
                    <a:cubicBezTo>
                      <a:pt x="66" y="238"/>
                      <a:pt x="66" y="238"/>
                      <a:pt x="66" y="238"/>
                    </a:cubicBezTo>
                    <a:cubicBezTo>
                      <a:pt x="64" y="238"/>
                      <a:pt x="65" y="238"/>
                      <a:pt x="63" y="238"/>
                    </a:cubicBezTo>
                    <a:cubicBezTo>
                      <a:pt x="64" y="240"/>
                      <a:pt x="64" y="239"/>
                      <a:pt x="63" y="240"/>
                    </a:cubicBezTo>
                    <a:cubicBezTo>
                      <a:pt x="60" y="243"/>
                      <a:pt x="60" y="251"/>
                      <a:pt x="60" y="255"/>
                    </a:cubicBezTo>
                    <a:cubicBezTo>
                      <a:pt x="60" y="255"/>
                      <a:pt x="60" y="257"/>
                      <a:pt x="60" y="257"/>
                    </a:cubicBezTo>
                    <a:cubicBezTo>
                      <a:pt x="60" y="259"/>
                      <a:pt x="60" y="257"/>
                      <a:pt x="60" y="258"/>
                    </a:cubicBezTo>
                    <a:cubicBezTo>
                      <a:pt x="60" y="259"/>
                      <a:pt x="60" y="259"/>
                      <a:pt x="60" y="259"/>
                    </a:cubicBezTo>
                    <a:cubicBezTo>
                      <a:pt x="60" y="260"/>
                      <a:pt x="60" y="259"/>
                      <a:pt x="61" y="260"/>
                    </a:cubicBezTo>
                    <a:cubicBezTo>
                      <a:pt x="61" y="261"/>
                      <a:pt x="60" y="260"/>
                      <a:pt x="61" y="261"/>
                    </a:cubicBezTo>
                    <a:cubicBezTo>
                      <a:pt x="61" y="262"/>
                      <a:pt x="62" y="262"/>
                      <a:pt x="62" y="263"/>
                    </a:cubicBezTo>
                    <a:cubicBezTo>
                      <a:pt x="61" y="265"/>
                      <a:pt x="63" y="265"/>
                      <a:pt x="65" y="265"/>
                    </a:cubicBezTo>
                    <a:cubicBezTo>
                      <a:pt x="65" y="267"/>
                      <a:pt x="64" y="266"/>
                      <a:pt x="66" y="268"/>
                    </a:cubicBezTo>
                    <a:cubicBezTo>
                      <a:pt x="70" y="273"/>
                      <a:pt x="69" y="272"/>
                      <a:pt x="75" y="274"/>
                    </a:cubicBezTo>
                    <a:cubicBezTo>
                      <a:pt x="75" y="275"/>
                      <a:pt x="75" y="275"/>
                      <a:pt x="76" y="275"/>
                    </a:cubicBezTo>
                    <a:cubicBezTo>
                      <a:pt x="77" y="276"/>
                      <a:pt x="76" y="275"/>
                      <a:pt x="76" y="276"/>
                    </a:cubicBezTo>
                    <a:cubicBezTo>
                      <a:pt x="81" y="277"/>
                      <a:pt x="84" y="276"/>
                      <a:pt x="88" y="276"/>
                    </a:cubicBezTo>
                    <a:cubicBezTo>
                      <a:pt x="99" y="276"/>
                      <a:pt x="96" y="275"/>
                      <a:pt x="100" y="275"/>
                    </a:cubicBezTo>
                    <a:cubicBezTo>
                      <a:pt x="101" y="273"/>
                      <a:pt x="100" y="274"/>
                      <a:pt x="101" y="274"/>
                    </a:cubicBezTo>
                    <a:cubicBezTo>
                      <a:pt x="101" y="274"/>
                      <a:pt x="101" y="274"/>
                      <a:pt x="101" y="274"/>
                    </a:cubicBezTo>
                    <a:cubicBezTo>
                      <a:pt x="102" y="274"/>
                      <a:pt x="103" y="274"/>
                      <a:pt x="104" y="273"/>
                    </a:cubicBezTo>
                    <a:cubicBezTo>
                      <a:pt x="107" y="271"/>
                      <a:pt x="107" y="271"/>
                      <a:pt x="107" y="271"/>
                    </a:cubicBezTo>
                    <a:cubicBezTo>
                      <a:pt x="114" y="268"/>
                      <a:pt x="116" y="266"/>
                      <a:pt x="121" y="260"/>
                    </a:cubicBezTo>
                    <a:cubicBezTo>
                      <a:pt x="121" y="259"/>
                      <a:pt x="121" y="259"/>
                      <a:pt x="122" y="259"/>
                    </a:cubicBezTo>
                    <a:cubicBezTo>
                      <a:pt x="126" y="253"/>
                      <a:pt x="126" y="253"/>
                      <a:pt x="126" y="253"/>
                    </a:cubicBezTo>
                    <a:cubicBezTo>
                      <a:pt x="128" y="247"/>
                      <a:pt x="126" y="243"/>
                      <a:pt x="125" y="238"/>
                    </a:cubicBezTo>
                    <a:cubicBezTo>
                      <a:pt x="124" y="236"/>
                      <a:pt x="124" y="236"/>
                      <a:pt x="124" y="236"/>
                    </a:cubicBezTo>
                    <a:cubicBezTo>
                      <a:pt x="121" y="232"/>
                      <a:pt x="116" y="224"/>
                      <a:pt x="112" y="223"/>
                    </a:cubicBezTo>
                    <a:cubicBezTo>
                      <a:pt x="111" y="223"/>
                      <a:pt x="108" y="223"/>
                      <a:pt x="107" y="222"/>
                    </a:cubicBezTo>
                    <a:cubicBezTo>
                      <a:pt x="106" y="221"/>
                      <a:pt x="105" y="222"/>
                      <a:pt x="104" y="221"/>
                    </a:cubicBezTo>
                    <a:cubicBezTo>
                      <a:pt x="99" y="222"/>
                      <a:pt x="99" y="222"/>
                      <a:pt x="99" y="222"/>
                    </a:cubicBezTo>
                    <a:cubicBezTo>
                      <a:pt x="98" y="223"/>
                      <a:pt x="96" y="223"/>
                      <a:pt x="94" y="224"/>
                    </a:cubicBezTo>
                    <a:cubicBezTo>
                      <a:pt x="84" y="228"/>
                      <a:pt x="84" y="228"/>
                      <a:pt x="84" y="228"/>
                    </a:cubicBezTo>
                    <a:cubicBezTo>
                      <a:pt x="81" y="227"/>
                      <a:pt x="81" y="227"/>
                      <a:pt x="81" y="227"/>
                    </a:cubicBezTo>
                    <a:cubicBezTo>
                      <a:pt x="81" y="228"/>
                      <a:pt x="81" y="226"/>
                      <a:pt x="81" y="228"/>
                    </a:cubicBezTo>
                    <a:cubicBezTo>
                      <a:pt x="80" y="226"/>
                      <a:pt x="80" y="226"/>
                      <a:pt x="80" y="226"/>
                    </a:cubicBezTo>
                    <a:cubicBezTo>
                      <a:pt x="80" y="228"/>
                      <a:pt x="80" y="227"/>
                      <a:pt x="79" y="229"/>
                    </a:cubicBezTo>
                    <a:cubicBezTo>
                      <a:pt x="79" y="226"/>
                      <a:pt x="79" y="226"/>
                      <a:pt x="79" y="226"/>
                    </a:cubicBezTo>
                    <a:cubicBezTo>
                      <a:pt x="78" y="227"/>
                      <a:pt x="78" y="226"/>
                      <a:pt x="77" y="226"/>
                    </a:cubicBezTo>
                    <a:cubicBezTo>
                      <a:pt x="75" y="227"/>
                      <a:pt x="76" y="227"/>
                      <a:pt x="74" y="227"/>
                    </a:cubicBezTo>
                    <a:cubicBezTo>
                      <a:pt x="73" y="228"/>
                      <a:pt x="74" y="229"/>
                      <a:pt x="73" y="229"/>
                    </a:cubicBezTo>
                    <a:cubicBezTo>
                      <a:pt x="73" y="230"/>
                      <a:pt x="73" y="230"/>
                      <a:pt x="71" y="230"/>
                    </a:cubicBezTo>
                    <a:close/>
                    <a:moveTo>
                      <a:pt x="143" y="142"/>
                    </a:moveTo>
                    <a:cubicBezTo>
                      <a:pt x="143" y="144"/>
                      <a:pt x="143" y="144"/>
                      <a:pt x="143" y="144"/>
                    </a:cubicBezTo>
                    <a:cubicBezTo>
                      <a:pt x="142" y="144"/>
                      <a:pt x="142" y="144"/>
                      <a:pt x="141" y="144"/>
                    </a:cubicBezTo>
                    <a:cubicBezTo>
                      <a:pt x="141" y="142"/>
                      <a:pt x="141" y="142"/>
                      <a:pt x="143" y="142"/>
                    </a:cubicBezTo>
                    <a:close/>
                    <a:moveTo>
                      <a:pt x="142" y="138"/>
                    </a:moveTo>
                    <a:cubicBezTo>
                      <a:pt x="142" y="140"/>
                      <a:pt x="143" y="139"/>
                      <a:pt x="141" y="139"/>
                    </a:cubicBezTo>
                    <a:cubicBezTo>
                      <a:pt x="141" y="138"/>
                      <a:pt x="141" y="139"/>
                      <a:pt x="142" y="138"/>
                    </a:cubicBezTo>
                    <a:close/>
                    <a:moveTo>
                      <a:pt x="143" y="98"/>
                    </a:moveTo>
                    <a:cubicBezTo>
                      <a:pt x="143" y="96"/>
                      <a:pt x="144" y="97"/>
                      <a:pt x="144" y="98"/>
                    </a:cubicBezTo>
                    <a:cubicBezTo>
                      <a:pt x="144" y="99"/>
                      <a:pt x="143" y="99"/>
                      <a:pt x="143" y="98"/>
                    </a:cubicBezTo>
                    <a:close/>
                    <a:moveTo>
                      <a:pt x="96" y="70"/>
                    </a:moveTo>
                    <a:cubicBezTo>
                      <a:pt x="96" y="68"/>
                      <a:pt x="96" y="66"/>
                      <a:pt x="97" y="65"/>
                    </a:cubicBezTo>
                    <a:cubicBezTo>
                      <a:pt x="98" y="63"/>
                      <a:pt x="98" y="63"/>
                      <a:pt x="98" y="63"/>
                    </a:cubicBezTo>
                    <a:cubicBezTo>
                      <a:pt x="100" y="59"/>
                      <a:pt x="99" y="61"/>
                      <a:pt x="101" y="59"/>
                    </a:cubicBezTo>
                    <a:cubicBezTo>
                      <a:pt x="101" y="58"/>
                      <a:pt x="101" y="58"/>
                      <a:pt x="101" y="58"/>
                    </a:cubicBezTo>
                    <a:cubicBezTo>
                      <a:pt x="106" y="53"/>
                      <a:pt x="106" y="53"/>
                      <a:pt x="106" y="53"/>
                    </a:cubicBezTo>
                    <a:cubicBezTo>
                      <a:pt x="106" y="53"/>
                      <a:pt x="106" y="52"/>
                      <a:pt x="106" y="52"/>
                    </a:cubicBezTo>
                    <a:cubicBezTo>
                      <a:pt x="109" y="48"/>
                      <a:pt x="109" y="48"/>
                      <a:pt x="109" y="48"/>
                    </a:cubicBezTo>
                    <a:cubicBezTo>
                      <a:pt x="109" y="48"/>
                      <a:pt x="109" y="48"/>
                      <a:pt x="109" y="48"/>
                    </a:cubicBezTo>
                    <a:cubicBezTo>
                      <a:pt x="110" y="46"/>
                      <a:pt x="110" y="46"/>
                      <a:pt x="110" y="46"/>
                    </a:cubicBezTo>
                    <a:cubicBezTo>
                      <a:pt x="112" y="48"/>
                      <a:pt x="110" y="49"/>
                      <a:pt x="110" y="51"/>
                    </a:cubicBezTo>
                    <a:cubicBezTo>
                      <a:pt x="109" y="53"/>
                      <a:pt x="109" y="53"/>
                      <a:pt x="109" y="54"/>
                    </a:cubicBezTo>
                    <a:cubicBezTo>
                      <a:pt x="108" y="57"/>
                      <a:pt x="108" y="57"/>
                      <a:pt x="108" y="57"/>
                    </a:cubicBezTo>
                    <a:cubicBezTo>
                      <a:pt x="108" y="58"/>
                      <a:pt x="108" y="60"/>
                      <a:pt x="108" y="61"/>
                    </a:cubicBezTo>
                    <a:cubicBezTo>
                      <a:pt x="108" y="64"/>
                      <a:pt x="107" y="61"/>
                      <a:pt x="107" y="64"/>
                    </a:cubicBezTo>
                    <a:cubicBezTo>
                      <a:pt x="107" y="66"/>
                      <a:pt x="108" y="63"/>
                      <a:pt x="108" y="66"/>
                    </a:cubicBezTo>
                    <a:cubicBezTo>
                      <a:pt x="108" y="71"/>
                      <a:pt x="107" y="71"/>
                      <a:pt x="105" y="72"/>
                    </a:cubicBezTo>
                    <a:cubicBezTo>
                      <a:pt x="99" y="76"/>
                      <a:pt x="99" y="76"/>
                      <a:pt x="99" y="76"/>
                    </a:cubicBezTo>
                    <a:cubicBezTo>
                      <a:pt x="98" y="72"/>
                      <a:pt x="98" y="72"/>
                      <a:pt x="98" y="72"/>
                    </a:cubicBezTo>
                    <a:cubicBezTo>
                      <a:pt x="96" y="72"/>
                      <a:pt x="96" y="72"/>
                      <a:pt x="96" y="72"/>
                    </a:cubicBezTo>
                    <a:cubicBezTo>
                      <a:pt x="97" y="71"/>
                      <a:pt x="97" y="72"/>
                      <a:pt x="96" y="71"/>
                    </a:cubicBezTo>
                    <a:cubicBezTo>
                      <a:pt x="96" y="71"/>
                      <a:pt x="96" y="71"/>
                      <a:pt x="95" y="72"/>
                    </a:cubicBezTo>
                    <a:cubicBezTo>
                      <a:pt x="95" y="70"/>
                      <a:pt x="94" y="71"/>
                      <a:pt x="96" y="70"/>
                    </a:cubicBezTo>
                    <a:close/>
                    <a:moveTo>
                      <a:pt x="150" y="42"/>
                    </a:moveTo>
                    <a:cubicBezTo>
                      <a:pt x="150" y="41"/>
                      <a:pt x="151" y="41"/>
                      <a:pt x="151" y="41"/>
                    </a:cubicBezTo>
                    <a:cubicBezTo>
                      <a:pt x="151" y="41"/>
                      <a:pt x="152" y="41"/>
                      <a:pt x="152" y="41"/>
                    </a:cubicBezTo>
                    <a:cubicBezTo>
                      <a:pt x="151" y="42"/>
                      <a:pt x="151" y="42"/>
                      <a:pt x="150" y="42"/>
                    </a:cubicBezTo>
                    <a:close/>
                    <a:moveTo>
                      <a:pt x="152" y="40"/>
                    </a:moveTo>
                    <a:cubicBezTo>
                      <a:pt x="152" y="39"/>
                      <a:pt x="152" y="40"/>
                      <a:pt x="153" y="39"/>
                    </a:cubicBezTo>
                    <a:cubicBezTo>
                      <a:pt x="154" y="37"/>
                      <a:pt x="161" y="29"/>
                      <a:pt x="163" y="29"/>
                    </a:cubicBezTo>
                    <a:cubicBezTo>
                      <a:pt x="163" y="30"/>
                      <a:pt x="163" y="29"/>
                      <a:pt x="163" y="30"/>
                    </a:cubicBezTo>
                    <a:cubicBezTo>
                      <a:pt x="163" y="30"/>
                      <a:pt x="161" y="34"/>
                      <a:pt x="158" y="34"/>
                    </a:cubicBezTo>
                    <a:cubicBezTo>
                      <a:pt x="159" y="35"/>
                      <a:pt x="159" y="35"/>
                      <a:pt x="159" y="35"/>
                    </a:cubicBezTo>
                    <a:cubicBezTo>
                      <a:pt x="157" y="35"/>
                      <a:pt x="158" y="35"/>
                      <a:pt x="157" y="36"/>
                    </a:cubicBezTo>
                    <a:cubicBezTo>
                      <a:pt x="156" y="38"/>
                      <a:pt x="154" y="40"/>
                      <a:pt x="152" y="40"/>
                    </a:cubicBezTo>
                    <a:close/>
                    <a:moveTo>
                      <a:pt x="177" y="61"/>
                    </a:moveTo>
                    <a:cubicBezTo>
                      <a:pt x="180" y="61"/>
                      <a:pt x="179" y="60"/>
                      <a:pt x="181" y="60"/>
                    </a:cubicBezTo>
                    <a:cubicBezTo>
                      <a:pt x="192" y="60"/>
                      <a:pt x="187" y="61"/>
                      <a:pt x="195" y="57"/>
                    </a:cubicBezTo>
                    <a:cubicBezTo>
                      <a:pt x="199" y="55"/>
                      <a:pt x="206" y="51"/>
                      <a:pt x="206" y="47"/>
                    </a:cubicBezTo>
                    <a:cubicBezTo>
                      <a:pt x="207" y="48"/>
                      <a:pt x="207" y="48"/>
                      <a:pt x="207" y="48"/>
                    </a:cubicBezTo>
                    <a:cubicBezTo>
                      <a:pt x="207" y="46"/>
                      <a:pt x="208" y="46"/>
                      <a:pt x="208" y="44"/>
                    </a:cubicBezTo>
                    <a:cubicBezTo>
                      <a:pt x="209" y="44"/>
                      <a:pt x="209" y="44"/>
                      <a:pt x="209" y="44"/>
                    </a:cubicBezTo>
                    <a:cubicBezTo>
                      <a:pt x="209" y="43"/>
                      <a:pt x="209" y="43"/>
                      <a:pt x="209" y="43"/>
                    </a:cubicBezTo>
                    <a:cubicBezTo>
                      <a:pt x="209" y="43"/>
                      <a:pt x="209" y="43"/>
                      <a:pt x="209" y="43"/>
                    </a:cubicBezTo>
                    <a:cubicBezTo>
                      <a:pt x="209" y="41"/>
                      <a:pt x="209" y="41"/>
                      <a:pt x="209" y="41"/>
                    </a:cubicBezTo>
                    <a:cubicBezTo>
                      <a:pt x="210" y="41"/>
                      <a:pt x="210" y="41"/>
                      <a:pt x="210" y="41"/>
                    </a:cubicBezTo>
                    <a:cubicBezTo>
                      <a:pt x="210" y="39"/>
                      <a:pt x="210" y="39"/>
                      <a:pt x="210" y="39"/>
                    </a:cubicBezTo>
                    <a:cubicBezTo>
                      <a:pt x="210" y="39"/>
                      <a:pt x="210" y="39"/>
                      <a:pt x="210" y="39"/>
                    </a:cubicBezTo>
                    <a:cubicBezTo>
                      <a:pt x="211" y="36"/>
                      <a:pt x="211" y="36"/>
                      <a:pt x="211" y="36"/>
                    </a:cubicBezTo>
                    <a:cubicBezTo>
                      <a:pt x="212" y="35"/>
                      <a:pt x="211" y="33"/>
                      <a:pt x="212" y="31"/>
                    </a:cubicBezTo>
                    <a:cubicBezTo>
                      <a:pt x="212" y="31"/>
                      <a:pt x="212" y="31"/>
                      <a:pt x="212" y="31"/>
                    </a:cubicBezTo>
                    <a:cubicBezTo>
                      <a:pt x="213" y="29"/>
                      <a:pt x="212" y="27"/>
                      <a:pt x="212" y="26"/>
                    </a:cubicBezTo>
                    <a:cubicBezTo>
                      <a:pt x="209" y="13"/>
                      <a:pt x="208" y="15"/>
                      <a:pt x="206" y="12"/>
                    </a:cubicBezTo>
                    <a:cubicBezTo>
                      <a:pt x="205" y="8"/>
                      <a:pt x="202" y="6"/>
                      <a:pt x="200" y="4"/>
                    </a:cubicBezTo>
                    <a:cubicBezTo>
                      <a:pt x="198" y="3"/>
                      <a:pt x="196" y="2"/>
                      <a:pt x="194" y="2"/>
                    </a:cubicBezTo>
                    <a:cubicBezTo>
                      <a:pt x="191" y="0"/>
                      <a:pt x="189" y="0"/>
                      <a:pt x="186" y="0"/>
                    </a:cubicBezTo>
                    <a:cubicBezTo>
                      <a:pt x="184" y="0"/>
                      <a:pt x="183" y="1"/>
                      <a:pt x="182" y="2"/>
                    </a:cubicBezTo>
                    <a:cubicBezTo>
                      <a:pt x="177" y="4"/>
                      <a:pt x="177" y="4"/>
                      <a:pt x="177" y="4"/>
                    </a:cubicBezTo>
                    <a:cubicBezTo>
                      <a:pt x="177" y="4"/>
                      <a:pt x="177" y="4"/>
                      <a:pt x="177" y="4"/>
                    </a:cubicBezTo>
                    <a:cubicBezTo>
                      <a:pt x="176" y="5"/>
                      <a:pt x="176" y="5"/>
                      <a:pt x="176" y="5"/>
                    </a:cubicBezTo>
                    <a:cubicBezTo>
                      <a:pt x="172" y="8"/>
                      <a:pt x="172" y="8"/>
                      <a:pt x="172" y="8"/>
                    </a:cubicBezTo>
                    <a:cubicBezTo>
                      <a:pt x="172" y="8"/>
                      <a:pt x="172" y="8"/>
                      <a:pt x="172" y="8"/>
                    </a:cubicBezTo>
                    <a:cubicBezTo>
                      <a:pt x="172" y="8"/>
                      <a:pt x="172" y="8"/>
                      <a:pt x="172" y="8"/>
                    </a:cubicBezTo>
                    <a:cubicBezTo>
                      <a:pt x="172" y="8"/>
                      <a:pt x="172" y="9"/>
                      <a:pt x="171" y="9"/>
                    </a:cubicBezTo>
                    <a:cubicBezTo>
                      <a:pt x="167" y="13"/>
                      <a:pt x="167" y="13"/>
                      <a:pt x="167" y="13"/>
                    </a:cubicBezTo>
                    <a:cubicBezTo>
                      <a:pt x="164" y="17"/>
                      <a:pt x="164" y="16"/>
                      <a:pt x="164" y="18"/>
                    </a:cubicBezTo>
                    <a:cubicBezTo>
                      <a:pt x="163" y="17"/>
                      <a:pt x="163" y="17"/>
                      <a:pt x="163" y="17"/>
                    </a:cubicBezTo>
                    <a:cubicBezTo>
                      <a:pt x="163" y="19"/>
                      <a:pt x="163" y="18"/>
                      <a:pt x="162" y="20"/>
                    </a:cubicBezTo>
                    <a:cubicBezTo>
                      <a:pt x="161" y="20"/>
                      <a:pt x="161" y="21"/>
                      <a:pt x="160" y="21"/>
                    </a:cubicBezTo>
                    <a:cubicBezTo>
                      <a:pt x="158" y="23"/>
                      <a:pt x="157" y="25"/>
                      <a:pt x="155" y="27"/>
                    </a:cubicBezTo>
                    <a:cubicBezTo>
                      <a:pt x="150" y="32"/>
                      <a:pt x="150" y="32"/>
                      <a:pt x="150" y="32"/>
                    </a:cubicBezTo>
                    <a:cubicBezTo>
                      <a:pt x="150" y="32"/>
                      <a:pt x="150" y="32"/>
                      <a:pt x="150" y="32"/>
                    </a:cubicBezTo>
                    <a:cubicBezTo>
                      <a:pt x="149" y="33"/>
                      <a:pt x="149" y="33"/>
                      <a:pt x="149" y="33"/>
                    </a:cubicBezTo>
                    <a:cubicBezTo>
                      <a:pt x="143" y="38"/>
                      <a:pt x="143" y="38"/>
                      <a:pt x="143" y="38"/>
                    </a:cubicBezTo>
                    <a:cubicBezTo>
                      <a:pt x="141" y="40"/>
                      <a:pt x="140" y="41"/>
                      <a:pt x="137" y="41"/>
                    </a:cubicBezTo>
                    <a:cubicBezTo>
                      <a:pt x="138" y="38"/>
                      <a:pt x="138" y="39"/>
                      <a:pt x="137" y="36"/>
                    </a:cubicBezTo>
                    <a:cubicBezTo>
                      <a:pt x="136" y="34"/>
                      <a:pt x="137" y="36"/>
                      <a:pt x="136" y="34"/>
                    </a:cubicBezTo>
                    <a:cubicBezTo>
                      <a:pt x="136" y="33"/>
                      <a:pt x="135" y="32"/>
                      <a:pt x="134" y="31"/>
                    </a:cubicBezTo>
                    <a:cubicBezTo>
                      <a:pt x="124" y="27"/>
                      <a:pt x="124" y="27"/>
                      <a:pt x="124" y="27"/>
                    </a:cubicBezTo>
                    <a:cubicBezTo>
                      <a:pt x="124" y="27"/>
                      <a:pt x="123" y="27"/>
                      <a:pt x="123" y="27"/>
                    </a:cubicBezTo>
                    <a:cubicBezTo>
                      <a:pt x="122" y="26"/>
                      <a:pt x="122" y="26"/>
                      <a:pt x="122" y="26"/>
                    </a:cubicBezTo>
                    <a:cubicBezTo>
                      <a:pt x="122" y="26"/>
                      <a:pt x="116" y="28"/>
                      <a:pt x="114" y="30"/>
                    </a:cubicBezTo>
                    <a:cubicBezTo>
                      <a:pt x="114" y="30"/>
                      <a:pt x="113" y="30"/>
                      <a:pt x="113" y="30"/>
                    </a:cubicBezTo>
                    <a:cubicBezTo>
                      <a:pt x="113" y="30"/>
                      <a:pt x="113" y="30"/>
                      <a:pt x="113" y="30"/>
                    </a:cubicBezTo>
                    <a:cubicBezTo>
                      <a:pt x="110" y="33"/>
                      <a:pt x="116" y="29"/>
                      <a:pt x="112" y="32"/>
                    </a:cubicBezTo>
                    <a:cubicBezTo>
                      <a:pt x="93" y="41"/>
                      <a:pt x="93" y="41"/>
                      <a:pt x="93" y="41"/>
                    </a:cubicBezTo>
                    <a:cubicBezTo>
                      <a:pt x="90" y="42"/>
                      <a:pt x="89" y="43"/>
                      <a:pt x="87" y="44"/>
                    </a:cubicBezTo>
                    <a:cubicBezTo>
                      <a:pt x="81" y="48"/>
                      <a:pt x="81" y="48"/>
                      <a:pt x="81" y="48"/>
                    </a:cubicBezTo>
                    <a:cubicBezTo>
                      <a:pt x="81" y="48"/>
                      <a:pt x="81" y="49"/>
                      <a:pt x="81" y="49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76" y="49"/>
                      <a:pt x="74" y="51"/>
                      <a:pt x="73" y="48"/>
                    </a:cubicBezTo>
                    <a:cubicBezTo>
                      <a:pt x="72" y="47"/>
                      <a:pt x="72" y="47"/>
                      <a:pt x="72" y="47"/>
                    </a:cubicBezTo>
                    <a:cubicBezTo>
                      <a:pt x="72" y="45"/>
                      <a:pt x="72" y="43"/>
                      <a:pt x="72" y="41"/>
                    </a:cubicBezTo>
                    <a:cubicBezTo>
                      <a:pt x="71" y="39"/>
                      <a:pt x="70" y="38"/>
                      <a:pt x="69" y="35"/>
                    </a:cubicBezTo>
                    <a:cubicBezTo>
                      <a:pt x="69" y="36"/>
                      <a:pt x="69" y="36"/>
                      <a:pt x="69" y="36"/>
                    </a:cubicBezTo>
                    <a:cubicBezTo>
                      <a:pt x="68" y="34"/>
                      <a:pt x="66" y="33"/>
                      <a:pt x="64" y="33"/>
                    </a:cubicBezTo>
                    <a:cubicBezTo>
                      <a:pt x="63" y="34"/>
                      <a:pt x="64" y="32"/>
                      <a:pt x="63" y="34"/>
                    </a:cubicBezTo>
                    <a:cubicBezTo>
                      <a:pt x="62" y="34"/>
                      <a:pt x="62" y="34"/>
                      <a:pt x="60" y="34"/>
                    </a:cubicBezTo>
                    <a:cubicBezTo>
                      <a:pt x="58" y="35"/>
                      <a:pt x="59" y="35"/>
                      <a:pt x="58" y="36"/>
                    </a:cubicBezTo>
                    <a:cubicBezTo>
                      <a:pt x="58" y="35"/>
                      <a:pt x="58" y="35"/>
                      <a:pt x="57" y="36"/>
                    </a:cubicBezTo>
                    <a:cubicBezTo>
                      <a:pt x="55" y="36"/>
                      <a:pt x="50" y="36"/>
                      <a:pt x="49" y="35"/>
                    </a:cubicBezTo>
                    <a:cubicBezTo>
                      <a:pt x="49" y="35"/>
                      <a:pt x="49" y="35"/>
                      <a:pt x="49" y="35"/>
                    </a:cubicBezTo>
                    <a:cubicBezTo>
                      <a:pt x="49" y="35"/>
                      <a:pt x="49" y="36"/>
                      <a:pt x="49" y="36"/>
                    </a:cubicBezTo>
                    <a:cubicBezTo>
                      <a:pt x="48" y="36"/>
                      <a:pt x="48" y="36"/>
                      <a:pt x="48" y="36"/>
                    </a:cubicBezTo>
                    <a:cubicBezTo>
                      <a:pt x="48" y="36"/>
                      <a:pt x="48" y="36"/>
                      <a:pt x="48" y="36"/>
                    </a:cubicBezTo>
                    <a:cubicBezTo>
                      <a:pt x="48" y="36"/>
                      <a:pt x="48" y="36"/>
                      <a:pt x="48" y="36"/>
                    </a:cubicBezTo>
                    <a:cubicBezTo>
                      <a:pt x="48" y="36"/>
                      <a:pt x="48" y="36"/>
                      <a:pt x="48" y="36"/>
                    </a:cubicBezTo>
                    <a:cubicBezTo>
                      <a:pt x="48" y="36"/>
                      <a:pt x="48" y="36"/>
                      <a:pt x="48" y="36"/>
                    </a:cubicBezTo>
                    <a:cubicBezTo>
                      <a:pt x="47" y="36"/>
                      <a:pt x="47" y="36"/>
                      <a:pt x="47" y="36"/>
                    </a:cubicBezTo>
                    <a:cubicBezTo>
                      <a:pt x="45" y="36"/>
                      <a:pt x="42" y="36"/>
                      <a:pt x="40" y="38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37" y="41"/>
                      <a:pt x="36" y="41"/>
                      <a:pt x="36" y="41"/>
                    </a:cubicBezTo>
                    <a:cubicBezTo>
                      <a:pt x="36" y="43"/>
                      <a:pt x="36" y="43"/>
                      <a:pt x="36" y="44"/>
                    </a:cubicBezTo>
                    <a:cubicBezTo>
                      <a:pt x="36" y="46"/>
                      <a:pt x="36" y="46"/>
                      <a:pt x="36" y="46"/>
                    </a:cubicBezTo>
                    <a:cubicBezTo>
                      <a:pt x="33" y="49"/>
                      <a:pt x="33" y="49"/>
                      <a:pt x="33" y="49"/>
                    </a:cubicBezTo>
                    <a:cubicBezTo>
                      <a:pt x="33" y="55"/>
                      <a:pt x="34" y="56"/>
                      <a:pt x="37" y="60"/>
                    </a:cubicBezTo>
                    <a:cubicBezTo>
                      <a:pt x="37" y="61"/>
                      <a:pt x="37" y="61"/>
                      <a:pt x="38" y="62"/>
                    </a:cubicBezTo>
                    <a:cubicBezTo>
                      <a:pt x="49" y="77"/>
                      <a:pt x="49" y="77"/>
                      <a:pt x="49" y="77"/>
                    </a:cubicBezTo>
                    <a:cubicBezTo>
                      <a:pt x="50" y="78"/>
                      <a:pt x="49" y="77"/>
                      <a:pt x="50" y="78"/>
                    </a:cubicBezTo>
                    <a:cubicBezTo>
                      <a:pt x="55" y="83"/>
                      <a:pt x="55" y="83"/>
                      <a:pt x="55" y="83"/>
                    </a:cubicBezTo>
                    <a:cubicBezTo>
                      <a:pt x="55" y="83"/>
                      <a:pt x="55" y="83"/>
                      <a:pt x="55" y="84"/>
                    </a:cubicBezTo>
                    <a:cubicBezTo>
                      <a:pt x="61" y="89"/>
                      <a:pt x="61" y="89"/>
                      <a:pt x="61" y="89"/>
                    </a:cubicBezTo>
                    <a:cubicBezTo>
                      <a:pt x="61" y="89"/>
                      <a:pt x="61" y="89"/>
                      <a:pt x="61" y="89"/>
                    </a:cubicBezTo>
                    <a:cubicBezTo>
                      <a:pt x="63" y="90"/>
                      <a:pt x="63" y="90"/>
                      <a:pt x="63" y="90"/>
                    </a:cubicBezTo>
                    <a:cubicBezTo>
                      <a:pt x="64" y="91"/>
                      <a:pt x="63" y="91"/>
                      <a:pt x="64" y="91"/>
                    </a:cubicBezTo>
                    <a:cubicBezTo>
                      <a:pt x="65" y="92"/>
                      <a:pt x="66" y="92"/>
                      <a:pt x="67" y="93"/>
                    </a:cubicBezTo>
                    <a:cubicBezTo>
                      <a:pt x="67" y="95"/>
                      <a:pt x="67" y="95"/>
                      <a:pt x="65" y="96"/>
                    </a:cubicBezTo>
                    <a:cubicBezTo>
                      <a:pt x="65" y="96"/>
                      <a:pt x="65" y="96"/>
                      <a:pt x="64" y="97"/>
                    </a:cubicBezTo>
                    <a:cubicBezTo>
                      <a:pt x="64" y="97"/>
                      <a:pt x="64" y="97"/>
                      <a:pt x="64" y="97"/>
                    </a:cubicBezTo>
                    <a:cubicBezTo>
                      <a:pt x="61" y="98"/>
                      <a:pt x="62" y="98"/>
                      <a:pt x="61" y="99"/>
                    </a:cubicBezTo>
                    <a:cubicBezTo>
                      <a:pt x="58" y="101"/>
                      <a:pt x="58" y="101"/>
                      <a:pt x="58" y="101"/>
                    </a:cubicBezTo>
                    <a:cubicBezTo>
                      <a:pt x="57" y="102"/>
                      <a:pt x="55" y="102"/>
                      <a:pt x="54" y="103"/>
                    </a:cubicBezTo>
                    <a:cubicBezTo>
                      <a:pt x="53" y="104"/>
                      <a:pt x="52" y="105"/>
                      <a:pt x="52" y="105"/>
                    </a:cubicBezTo>
                    <a:cubicBezTo>
                      <a:pt x="51" y="106"/>
                      <a:pt x="50" y="106"/>
                      <a:pt x="50" y="106"/>
                    </a:cubicBezTo>
                    <a:cubicBezTo>
                      <a:pt x="43" y="112"/>
                      <a:pt x="43" y="112"/>
                      <a:pt x="43" y="112"/>
                    </a:cubicBezTo>
                    <a:cubicBezTo>
                      <a:pt x="42" y="112"/>
                      <a:pt x="42" y="112"/>
                      <a:pt x="42" y="112"/>
                    </a:cubicBezTo>
                    <a:cubicBezTo>
                      <a:pt x="40" y="114"/>
                      <a:pt x="40" y="114"/>
                      <a:pt x="40" y="114"/>
                    </a:cubicBezTo>
                    <a:cubicBezTo>
                      <a:pt x="40" y="114"/>
                      <a:pt x="40" y="114"/>
                      <a:pt x="40" y="114"/>
                    </a:cubicBezTo>
                    <a:cubicBezTo>
                      <a:pt x="40" y="114"/>
                      <a:pt x="39" y="114"/>
                      <a:pt x="39" y="114"/>
                    </a:cubicBezTo>
                    <a:cubicBezTo>
                      <a:pt x="29" y="121"/>
                      <a:pt x="29" y="121"/>
                      <a:pt x="29" y="121"/>
                    </a:cubicBezTo>
                    <a:cubicBezTo>
                      <a:pt x="29" y="121"/>
                      <a:pt x="29" y="121"/>
                      <a:pt x="28" y="122"/>
                    </a:cubicBezTo>
                    <a:cubicBezTo>
                      <a:pt x="27" y="123"/>
                      <a:pt x="27" y="123"/>
                      <a:pt x="27" y="123"/>
                    </a:cubicBezTo>
                    <a:cubicBezTo>
                      <a:pt x="26" y="123"/>
                      <a:pt x="27" y="123"/>
                      <a:pt x="26" y="123"/>
                    </a:cubicBezTo>
                    <a:cubicBezTo>
                      <a:pt x="25" y="124"/>
                      <a:pt x="25" y="124"/>
                      <a:pt x="24" y="125"/>
                    </a:cubicBezTo>
                    <a:cubicBezTo>
                      <a:pt x="23" y="126"/>
                      <a:pt x="21" y="128"/>
                      <a:pt x="19" y="129"/>
                    </a:cubicBezTo>
                    <a:cubicBezTo>
                      <a:pt x="18" y="130"/>
                      <a:pt x="18" y="130"/>
                      <a:pt x="17" y="131"/>
                    </a:cubicBezTo>
                    <a:cubicBezTo>
                      <a:pt x="15" y="133"/>
                      <a:pt x="12" y="136"/>
                      <a:pt x="11" y="139"/>
                    </a:cubicBezTo>
                    <a:cubicBezTo>
                      <a:pt x="10" y="140"/>
                      <a:pt x="10" y="140"/>
                      <a:pt x="10" y="140"/>
                    </a:cubicBezTo>
                    <a:cubicBezTo>
                      <a:pt x="10" y="140"/>
                      <a:pt x="10" y="140"/>
                      <a:pt x="10" y="140"/>
                    </a:cubicBezTo>
                    <a:cubicBezTo>
                      <a:pt x="2" y="153"/>
                      <a:pt x="2" y="153"/>
                      <a:pt x="2" y="153"/>
                    </a:cubicBezTo>
                    <a:cubicBezTo>
                      <a:pt x="2" y="153"/>
                      <a:pt x="2" y="153"/>
                      <a:pt x="2" y="153"/>
                    </a:cubicBezTo>
                    <a:cubicBezTo>
                      <a:pt x="2" y="154"/>
                      <a:pt x="2" y="154"/>
                      <a:pt x="2" y="154"/>
                    </a:cubicBezTo>
                    <a:cubicBezTo>
                      <a:pt x="1" y="156"/>
                      <a:pt x="0" y="158"/>
                      <a:pt x="0" y="160"/>
                    </a:cubicBezTo>
                    <a:cubicBezTo>
                      <a:pt x="0" y="167"/>
                      <a:pt x="0" y="164"/>
                      <a:pt x="1" y="169"/>
                    </a:cubicBezTo>
                    <a:cubicBezTo>
                      <a:pt x="1" y="170"/>
                      <a:pt x="2" y="171"/>
                      <a:pt x="2" y="172"/>
                    </a:cubicBezTo>
                    <a:cubicBezTo>
                      <a:pt x="2" y="174"/>
                      <a:pt x="1" y="172"/>
                      <a:pt x="3" y="175"/>
                    </a:cubicBezTo>
                    <a:cubicBezTo>
                      <a:pt x="3" y="175"/>
                      <a:pt x="3" y="175"/>
                      <a:pt x="4" y="176"/>
                    </a:cubicBezTo>
                    <a:cubicBezTo>
                      <a:pt x="7" y="178"/>
                      <a:pt x="7" y="178"/>
                      <a:pt x="7" y="178"/>
                    </a:cubicBezTo>
                    <a:cubicBezTo>
                      <a:pt x="8" y="179"/>
                      <a:pt x="9" y="180"/>
                      <a:pt x="11" y="181"/>
                    </a:cubicBezTo>
                    <a:cubicBezTo>
                      <a:pt x="12" y="181"/>
                      <a:pt x="16" y="180"/>
                      <a:pt x="18" y="179"/>
                    </a:cubicBezTo>
                    <a:cubicBezTo>
                      <a:pt x="19" y="179"/>
                      <a:pt x="19" y="177"/>
                      <a:pt x="21" y="176"/>
                    </a:cubicBezTo>
                    <a:cubicBezTo>
                      <a:pt x="26" y="173"/>
                      <a:pt x="28" y="176"/>
                      <a:pt x="28" y="174"/>
                    </a:cubicBezTo>
                    <a:cubicBezTo>
                      <a:pt x="29" y="174"/>
                      <a:pt x="29" y="174"/>
                      <a:pt x="30" y="174"/>
                    </a:cubicBezTo>
                    <a:cubicBezTo>
                      <a:pt x="31" y="173"/>
                      <a:pt x="31" y="173"/>
                      <a:pt x="31" y="173"/>
                    </a:cubicBezTo>
                    <a:cubicBezTo>
                      <a:pt x="33" y="172"/>
                      <a:pt x="36" y="172"/>
                      <a:pt x="39" y="171"/>
                    </a:cubicBezTo>
                    <a:cubicBezTo>
                      <a:pt x="41" y="170"/>
                      <a:pt x="39" y="171"/>
                      <a:pt x="41" y="170"/>
                    </a:cubicBezTo>
                    <a:cubicBezTo>
                      <a:pt x="43" y="169"/>
                      <a:pt x="44" y="168"/>
                      <a:pt x="46" y="166"/>
                    </a:cubicBezTo>
                    <a:cubicBezTo>
                      <a:pt x="48" y="166"/>
                      <a:pt x="47" y="166"/>
                      <a:pt x="49" y="166"/>
                    </a:cubicBezTo>
                    <a:cubicBezTo>
                      <a:pt x="52" y="164"/>
                      <a:pt x="53" y="163"/>
                      <a:pt x="56" y="160"/>
                    </a:cubicBezTo>
                    <a:cubicBezTo>
                      <a:pt x="56" y="160"/>
                      <a:pt x="56" y="160"/>
                      <a:pt x="56" y="160"/>
                    </a:cubicBezTo>
                    <a:cubicBezTo>
                      <a:pt x="62" y="153"/>
                      <a:pt x="62" y="153"/>
                      <a:pt x="62" y="153"/>
                    </a:cubicBezTo>
                    <a:cubicBezTo>
                      <a:pt x="62" y="153"/>
                      <a:pt x="62" y="152"/>
                      <a:pt x="62" y="152"/>
                    </a:cubicBezTo>
                    <a:cubicBezTo>
                      <a:pt x="65" y="150"/>
                      <a:pt x="65" y="150"/>
                      <a:pt x="65" y="150"/>
                    </a:cubicBezTo>
                    <a:cubicBezTo>
                      <a:pt x="67" y="148"/>
                      <a:pt x="69" y="148"/>
                      <a:pt x="71" y="146"/>
                    </a:cubicBezTo>
                    <a:cubicBezTo>
                      <a:pt x="73" y="144"/>
                      <a:pt x="76" y="143"/>
                      <a:pt x="78" y="142"/>
                    </a:cubicBezTo>
                    <a:cubicBezTo>
                      <a:pt x="81" y="141"/>
                      <a:pt x="77" y="143"/>
                      <a:pt x="79" y="142"/>
                    </a:cubicBezTo>
                    <a:cubicBezTo>
                      <a:pt x="81" y="141"/>
                      <a:pt x="80" y="139"/>
                      <a:pt x="83" y="139"/>
                    </a:cubicBezTo>
                    <a:cubicBezTo>
                      <a:pt x="85" y="139"/>
                      <a:pt x="85" y="139"/>
                      <a:pt x="86" y="139"/>
                    </a:cubicBezTo>
                    <a:cubicBezTo>
                      <a:pt x="86" y="139"/>
                      <a:pt x="86" y="138"/>
                      <a:pt x="86" y="138"/>
                    </a:cubicBezTo>
                    <a:cubicBezTo>
                      <a:pt x="90" y="136"/>
                      <a:pt x="90" y="136"/>
                      <a:pt x="90" y="136"/>
                    </a:cubicBezTo>
                    <a:cubicBezTo>
                      <a:pt x="92" y="135"/>
                      <a:pt x="94" y="136"/>
                      <a:pt x="96" y="135"/>
                    </a:cubicBezTo>
                    <a:cubicBezTo>
                      <a:pt x="97" y="134"/>
                      <a:pt x="97" y="134"/>
                      <a:pt x="97" y="134"/>
                    </a:cubicBezTo>
                    <a:cubicBezTo>
                      <a:pt x="97" y="134"/>
                      <a:pt x="97" y="134"/>
                      <a:pt x="98" y="133"/>
                    </a:cubicBezTo>
                    <a:cubicBezTo>
                      <a:pt x="98" y="133"/>
                      <a:pt x="98" y="133"/>
                      <a:pt x="99" y="133"/>
                    </a:cubicBezTo>
                    <a:cubicBezTo>
                      <a:pt x="99" y="132"/>
                      <a:pt x="99" y="133"/>
                      <a:pt x="99" y="133"/>
                    </a:cubicBezTo>
                    <a:cubicBezTo>
                      <a:pt x="99" y="133"/>
                      <a:pt x="99" y="133"/>
                      <a:pt x="99" y="133"/>
                    </a:cubicBezTo>
                    <a:cubicBezTo>
                      <a:pt x="101" y="133"/>
                      <a:pt x="105" y="132"/>
                      <a:pt x="107" y="130"/>
                    </a:cubicBezTo>
                    <a:cubicBezTo>
                      <a:pt x="109" y="130"/>
                      <a:pt x="109" y="130"/>
                      <a:pt x="111" y="129"/>
                    </a:cubicBezTo>
                    <a:cubicBezTo>
                      <a:pt x="111" y="129"/>
                      <a:pt x="111" y="128"/>
                      <a:pt x="111" y="128"/>
                    </a:cubicBezTo>
                    <a:cubicBezTo>
                      <a:pt x="115" y="127"/>
                      <a:pt x="116" y="128"/>
                      <a:pt x="119" y="125"/>
                    </a:cubicBezTo>
                    <a:cubicBezTo>
                      <a:pt x="119" y="125"/>
                      <a:pt x="120" y="125"/>
                      <a:pt x="120" y="125"/>
                    </a:cubicBezTo>
                    <a:cubicBezTo>
                      <a:pt x="120" y="125"/>
                      <a:pt x="120" y="125"/>
                      <a:pt x="120" y="125"/>
                    </a:cubicBezTo>
                    <a:cubicBezTo>
                      <a:pt x="120" y="125"/>
                      <a:pt x="120" y="125"/>
                      <a:pt x="120" y="125"/>
                    </a:cubicBezTo>
                    <a:cubicBezTo>
                      <a:pt x="122" y="124"/>
                      <a:pt x="123" y="124"/>
                      <a:pt x="125" y="123"/>
                    </a:cubicBezTo>
                    <a:cubicBezTo>
                      <a:pt x="130" y="121"/>
                      <a:pt x="130" y="121"/>
                      <a:pt x="130" y="121"/>
                    </a:cubicBezTo>
                    <a:cubicBezTo>
                      <a:pt x="132" y="121"/>
                      <a:pt x="134" y="119"/>
                      <a:pt x="136" y="117"/>
                    </a:cubicBezTo>
                    <a:cubicBezTo>
                      <a:pt x="136" y="117"/>
                      <a:pt x="137" y="117"/>
                      <a:pt x="137" y="117"/>
                    </a:cubicBezTo>
                    <a:cubicBezTo>
                      <a:pt x="144" y="112"/>
                      <a:pt x="144" y="112"/>
                      <a:pt x="144" y="112"/>
                    </a:cubicBezTo>
                    <a:cubicBezTo>
                      <a:pt x="144" y="115"/>
                      <a:pt x="144" y="113"/>
                      <a:pt x="145" y="115"/>
                    </a:cubicBezTo>
                    <a:cubicBezTo>
                      <a:pt x="146" y="115"/>
                      <a:pt x="147" y="116"/>
                      <a:pt x="148" y="115"/>
                    </a:cubicBezTo>
                    <a:cubicBezTo>
                      <a:pt x="151" y="114"/>
                      <a:pt x="151" y="114"/>
                      <a:pt x="151" y="114"/>
                    </a:cubicBezTo>
                    <a:cubicBezTo>
                      <a:pt x="153" y="113"/>
                      <a:pt x="153" y="113"/>
                      <a:pt x="156" y="114"/>
                    </a:cubicBezTo>
                    <a:cubicBezTo>
                      <a:pt x="156" y="114"/>
                      <a:pt x="156" y="114"/>
                      <a:pt x="156" y="114"/>
                    </a:cubicBezTo>
                    <a:cubicBezTo>
                      <a:pt x="156" y="114"/>
                      <a:pt x="156" y="114"/>
                      <a:pt x="156" y="115"/>
                    </a:cubicBezTo>
                    <a:cubicBezTo>
                      <a:pt x="156" y="115"/>
                      <a:pt x="156" y="115"/>
                      <a:pt x="155" y="115"/>
                    </a:cubicBezTo>
                    <a:cubicBezTo>
                      <a:pt x="155" y="115"/>
                      <a:pt x="155" y="115"/>
                      <a:pt x="155" y="114"/>
                    </a:cubicBezTo>
                    <a:cubicBezTo>
                      <a:pt x="154" y="118"/>
                      <a:pt x="149" y="119"/>
                      <a:pt x="148" y="121"/>
                    </a:cubicBezTo>
                    <a:cubicBezTo>
                      <a:pt x="145" y="121"/>
                      <a:pt x="144" y="123"/>
                      <a:pt x="142" y="124"/>
                    </a:cubicBezTo>
                    <a:cubicBezTo>
                      <a:pt x="142" y="126"/>
                      <a:pt x="142" y="126"/>
                      <a:pt x="142" y="128"/>
                    </a:cubicBezTo>
                    <a:cubicBezTo>
                      <a:pt x="141" y="129"/>
                      <a:pt x="141" y="129"/>
                      <a:pt x="141" y="129"/>
                    </a:cubicBezTo>
                    <a:cubicBezTo>
                      <a:pt x="140" y="128"/>
                      <a:pt x="141" y="130"/>
                      <a:pt x="140" y="128"/>
                    </a:cubicBezTo>
                    <a:cubicBezTo>
                      <a:pt x="140" y="127"/>
                      <a:pt x="140" y="128"/>
                      <a:pt x="140" y="127"/>
                    </a:cubicBezTo>
                    <a:cubicBezTo>
                      <a:pt x="141" y="126"/>
                      <a:pt x="140" y="127"/>
                      <a:pt x="141" y="126"/>
                    </a:cubicBezTo>
                    <a:cubicBezTo>
                      <a:pt x="142" y="123"/>
                      <a:pt x="140" y="128"/>
                      <a:pt x="141" y="125"/>
                    </a:cubicBezTo>
                    <a:cubicBezTo>
                      <a:pt x="138" y="125"/>
                      <a:pt x="136" y="127"/>
                      <a:pt x="133" y="127"/>
                    </a:cubicBezTo>
                    <a:cubicBezTo>
                      <a:pt x="131" y="127"/>
                      <a:pt x="132" y="128"/>
                      <a:pt x="130" y="128"/>
                    </a:cubicBezTo>
                    <a:cubicBezTo>
                      <a:pt x="128" y="130"/>
                      <a:pt x="128" y="130"/>
                      <a:pt x="128" y="130"/>
                    </a:cubicBezTo>
                    <a:cubicBezTo>
                      <a:pt x="125" y="132"/>
                      <a:pt x="123" y="132"/>
                      <a:pt x="120" y="133"/>
                    </a:cubicBezTo>
                    <a:cubicBezTo>
                      <a:pt x="118" y="134"/>
                      <a:pt x="119" y="134"/>
                      <a:pt x="118" y="134"/>
                    </a:cubicBezTo>
                    <a:cubicBezTo>
                      <a:pt x="116" y="134"/>
                      <a:pt x="113" y="134"/>
                      <a:pt x="112" y="136"/>
                    </a:cubicBezTo>
                    <a:cubicBezTo>
                      <a:pt x="111" y="135"/>
                      <a:pt x="111" y="135"/>
                      <a:pt x="111" y="135"/>
                    </a:cubicBezTo>
                    <a:cubicBezTo>
                      <a:pt x="111" y="136"/>
                      <a:pt x="111" y="136"/>
                      <a:pt x="111" y="136"/>
                    </a:cubicBezTo>
                    <a:cubicBezTo>
                      <a:pt x="110" y="137"/>
                      <a:pt x="110" y="137"/>
                      <a:pt x="110" y="137"/>
                    </a:cubicBezTo>
                    <a:cubicBezTo>
                      <a:pt x="108" y="138"/>
                      <a:pt x="105" y="140"/>
                      <a:pt x="103" y="141"/>
                    </a:cubicBezTo>
                    <a:cubicBezTo>
                      <a:pt x="101" y="141"/>
                      <a:pt x="97" y="143"/>
                      <a:pt x="96" y="145"/>
                    </a:cubicBezTo>
                    <a:cubicBezTo>
                      <a:pt x="94" y="143"/>
                      <a:pt x="95" y="145"/>
                      <a:pt x="93" y="144"/>
                    </a:cubicBezTo>
                    <a:cubicBezTo>
                      <a:pt x="92" y="145"/>
                      <a:pt x="93" y="145"/>
                      <a:pt x="92" y="145"/>
                    </a:cubicBezTo>
                    <a:cubicBezTo>
                      <a:pt x="92" y="145"/>
                      <a:pt x="92" y="145"/>
                      <a:pt x="92" y="145"/>
                    </a:cubicBezTo>
                    <a:cubicBezTo>
                      <a:pt x="88" y="148"/>
                      <a:pt x="88" y="149"/>
                      <a:pt x="86" y="153"/>
                    </a:cubicBezTo>
                    <a:cubicBezTo>
                      <a:pt x="82" y="161"/>
                      <a:pt x="82" y="161"/>
                      <a:pt x="82" y="161"/>
                    </a:cubicBezTo>
                    <a:cubicBezTo>
                      <a:pt x="80" y="164"/>
                      <a:pt x="79" y="167"/>
                      <a:pt x="81" y="171"/>
                    </a:cubicBezTo>
                    <a:cubicBezTo>
                      <a:pt x="83" y="175"/>
                      <a:pt x="84" y="176"/>
                      <a:pt x="87" y="178"/>
                    </a:cubicBezTo>
                    <a:cubicBezTo>
                      <a:pt x="100" y="184"/>
                      <a:pt x="100" y="184"/>
                      <a:pt x="100" y="184"/>
                    </a:cubicBezTo>
                    <a:cubicBezTo>
                      <a:pt x="100" y="184"/>
                      <a:pt x="100" y="184"/>
                      <a:pt x="100" y="184"/>
                    </a:cubicBezTo>
                    <a:cubicBezTo>
                      <a:pt x="100" y="184"/>
                      <a:pt x="100" y="184"/>
                      <a:pt x="100" y="184"/>
                    </a:cubicBezTo>
                    <a:cubicBezTo>
                      <a:pt x="101" y="185"/>
                      <a:pt x="99" y="187"/>
                      <a:pt x="98" y="188"/>
                    </a:cubicBezTo>
                    <a:cubicBezTo>
                      <a:pt x="98" y="189"/>
                      <a:pt x="98" y="190"/>
                      <a:pt x="97" y="191"/>
                    </a:cubicBezTo>
                    <a:cubicBezTo>
                      <a:pt x="95" y="196"/>
                      <a:pt x="95" y="196"/>
                      <a:pt x="95" y="196"/>
                    </a:cubicBezTo>
                    <a:cubicBezTo>
                      <a:pt x="94" y="197"/>
                      <a:pt x="94" y="202"/>
                      <a:pt x="95" y="203"/>
                    </a:cubicBezTo>
                    <a:cubicBezTo>
                      <a:pt x="92" y="204"/>
                      <a:pt x="93" y="204"/>
                      <a:pt x="91" y="205"/>
                    </a:cubicBezTo>
                    <a:cubicBezTo>
                      <a:pt x="91" y="206"/>
                      <a:pt x="91" y="205"/>
                      <a:pt x="90" y="205"/>
                    </a:cubicBezTo>
                    <a:cubicBezTo>
                      <a:pt x="75" y="212"/>
                      <a:pt x="75" y="212"/>
                      <a:pt x="75" y="212"/>
                    </a:cubicBezTo>
                    <a:cubicBezTo>
                      <a:pt x="75" y="212"/>
                      <a:pt x="74" y="212"/>
                      <a:pt x="74" y="212"/>
                    </a:cubicBezTo>
                    <a:cubicBezTo>
                      <a:pt x="67" y="215"/>
                      <a:pt x="67" y="215"/>
                      <a:pt x="67" y="215"/>
                    </a:cubicBezTo>
                    <a:cubicBezTo>
                      <a:pt x="66" y="215"/>
                      <a:pt x="67" y="215"/>
                      <a:pt x="66" y="215"/>
                    </a:cubicBezTo>
                    <a:cubicBezTo>
                      <a:pt x="65" y="216"/>
                      <a:pt x="65" y="216"/>
                      <a:pt x="65" y="216"/>
                    </a:cubicBezTo>
                    <a:cubicBezTo>
                      <a:pt x="65" y="216"/>
                      <a:pt x="65" y="216"/>
                      <a:pt x="65" y="216"/>
                    </a:cubicBezTo>
                    <a:cubicBezTo>
                      <a:pt x="49" y="226"/>
                      <a:pt x="49" y="226"/>
                      <a:pt x="49" y="226"/>
                    </a:cubicBezTo>
                    <a:cubicBezTo>
                      <a:pt x="49" y="224"/>
                      <a:pt x="49" y="224"/>
                      <a:pt x="49" y="224"/>
                    </a:cubicBezTo>
                    <a:cubicBezTo>
                      <a:pt x="48" y="225"/>
                      <a:pt x="46" y="225"/>
                      <a:pt x="46" y="227"/>
                    </a:cubicBezTo>
                    <a:cubicBezTo>
                      <a:pt x="49" y="226"/>
                      <a:pt x="43" y="228"/>
                      <a:pt x="47" y="227"/>
                    </a:cubicBezTo>
                    <a:cubicBezTo>
                      <a:pt x="48" y="226"/>
                      <a:pt x="45" y="227"/>
                      <a:pt x="47" y="226"/>
                    </a:cubicBezTo>
                    <a:cubicBezTo>
                      <a:pt x="50" y="226"/>
                      <a:pt x="49" y="227"/>
                      <a:pt x="49" y="227"/>
                    </a:cubicBezTo>
                    <a:cubicBezTo>
                      <a:pt x="49" y="227"/>
                      <a:pt x="49" y="227"/>
                      <a:pt x="49" y="227"/>
                    </a:cubicBezTo>
                    <a:cubicBezTo>
                      <a:pt x="49" y="228"/>
                      <a:pt x="49" y="228"/>
                      <a:pt x="49" y="228"/>
                    </a:cubicBezTo>
                    <a:cubicBezTo>
                      <a:pt x="47" y="229"/>
                      <a:pt x="49" y="228"/>
                      <a:pt x="48" y="229"/>
                    </a:cubicBezTo>
                    <a:cubicBezTo>
                      <a:pt x="44" y="233"/>
                      <a:pt x="44" y="233"/>
                      <a:pt x="44" y="233"/>
                    </a:cubicBezTo>
                    <a:cubicBezTo>
                      <a:pt x="44" y="233"/>
                      <a:pt x="44" y="233"/>
                      <a:pt x="43" y="234"/>
                    </a:cubicBezTo>
                    <a:cubicBezTo>
                      <a:pt x="41" y="237"/>
                      <a:pt x="41" y="241"/>
                      <a:pt x="39" y="244"/>
                    </a:cubicBezTo>
                    <a:cubicBezTo>
                      <a:pt x="39" y="244"/>
                      <a:pt x="39" y="244"/>
                      <a:pt x="39" y="245"/>
                    </a:cubicBezTo>
                    <a:cubicBezTo>
                      <a:pt x="39" y="245"/>
                      <a:pt x="39" y="245"/>
                      <a:pt x="39" y="245"/>
                    </a:cubicBezTo>
                    <a:cubicBezTo>
                      <a:pt x="38" y="247"/>
                      <a:pt x="38" y="249"/>
                      <a:pt x="39" y="251"/>
                    </a:cubicBezTo>
                    <a:cubicBezTo>
                      <a:pt x="39" y="251"/>
                      <a:pt x="40" y="252"/>
                      <a:pt x="40" y="252"/>
                    </a:cubicBezTo>
                    <a:cubicBezTo>
                      <a:pt x="39" y="253"/>
                      <a:pt x="40" y="255"/>
                      <a:pt x="39" y="258"/>
                    </a:cubicBezTo>
                    <a:cubicBezTo>
                      <a:pt x="39" y="261"/>
                      <a:pt x="38" y="260"/>
                      <a:pt x="39" y="263"/>
                    </a:cubicBezTo>
                    <a:cubicBezTo>
                      <a:pt x="43" y="272"/>
                      <a:pt x="43" y="272"/>
                      <a:pt x="43" y="272"/>
                    </a:cubicBezTo>
                    <a:cubicBezTo>
                      <a:pt x="43" y="275"/>
                      <a:pt x="43" y="274"/>
                      <a:pt x="45" y="275"/>
                    </a:cubicBezTo>
                    <a:cubicBezTo>
                      <a:pt x="46" y="276"/>
                      <a:pt x="46" y="278"/>
                      <a:pt x="47" y="279"/>
                    </a:cubicBezTo>
                    <a:cubicBezTo>
                      <a:pt x="48" y="278"/>
                      <a:pt x="47" y="278"/>
                      <a:pt x="48" y="278"/>
                    </a:cubicBezTo>
                    <a:cubicBezTo>
                      <a:pt x="53" y="284"/>
                      <a:pt x="53" y="284"/>
                      <a:pt x="53" y="284"/>
                    </a:cubicBezTo>
                    <a:cubicBezTo>
                      <a:pt x="55" y="286"/>
                      <a:pt x="57" y="286"/>
                      <a:pt x="59" y="287"/>
                    </a:cubicBezTo>
                    <a:cubicBezTo>
                      <a:pt x="64" y="290"/>
                      <a:pt x="64" y="290"/>
                      <a:pt x="64" y="290"/>
                    </a:cubicBezTo>
                    <a:cubicBezTo>
                      <a:pt x="64" y="290"/>
                      <a:pt x="64" y="290"/>
                      <a:pt x="64" y="291"/>
                    </a:cubicBezTo>
                    <a:cubicBezTo>
                      <a:pt x="70" y="292"/>
                      <a:pt x="74" y="293"/>
                      <a:pt x="79" y="293"/>
                    </a:cubicBezTo>
                    <a:cubicBezTo>
                      <a:pt x="83" y="293"/>
                      <a:pt x="83" y="292"/>
                      <a:pt x="85" y="294"/>
                    </a:cubicBezTo>
                    <a:cubicBezTo>
                      <a:pt x="87" y="292"/>
                      <a:pt x="86" y="294"/>
                      <a:pt x="89" y="293"/>
                    </a:cubicBezTo>
                    <a:cubicBezTo>
                      <a:pt x="90" y="293"/>
                      <a:pt x="89" y="294"/>
                      <a:pt x="90" y="293"/>
                    </a:cubicBezTo>
                    <a:cubicBezTo>
                      <a:pt x="90" y="294"/>
                      <a:pt x="91" y="294"/>
                      <a:pt x="92" y="293"/>
                    </a:cubicBezTo>
                    <a:cubicBezTo>
                      <a:pt x="93" y="293"/>
                      <a:pt x="93" y="293"/>
                      <a:pt x="93" y="293"/>
                    </a:cubicBezTo>
                    <a:cubicBezTo>
                      <a:pt x="96" y="292"/>
                      <a:pt x="96" y="293"/>
                      <a:pt x="100" y="292"/>
                    </a:cubicBezTo>
                    <a:cubicBezTo>
                      <a:pt x="107" y="291"/>
                      <a:pt x="107" y="291"/>
                      <a:pt x="107" y="291"/>
                    </a:cubicBezTo>
                    <a:cubicBezTo>
                      <a:pt x="108" y="290"/>
                      <a:pt x="110" y="290"/>
                      <a:pt x="112" y="289"/>
                    </a:cubicBezTo>
                    <a:cubicBezTo>
                      <a:pt x="112" y="289"/>
                      <a:pt x="112" y="289"/>
                      <a:pt x="112" y="289"/>
                    </a:cubicBezTo>
                    <a:cubicBezTo>
                      <a:pt x="115" y="288"/>
                      <a:pt x="115" y="288"/>
                      <a:pt x="115" y="288"/>
                    </a:cubicBezTo>
                    <a:cubicBezTo>
                      <a:pt x="116" y="287"/>
                      <a:pt x="115" y="288"/>
                      <a:pt x="116" y="287"/>
                    </a:cubicBezTo>
                    <a:cubicBezTo>
                      <a:pt x="117" y="286"/>
                      <a:pt x="116" y="287"/>
                      <a:pt x="117" y="286"/>
                    </a:cubicBezTo>
                    <a:cubicBezTo>
                      <a:pt x="119" y="287"/>
                      <a:pt x="122" y="283"/>
                      <a:pt x="125" y="283"/>
                    </a:cubicBezTo>
                    <a:cubicBezTo>
                      <a:pt x="124" y="280"/>
                      <a:pt x="127" y="284"/>
                      <a:pt x="125" y="280"/>
                    </a:cubicBezTo>
                    <a:cubicBezTo>
                      <a:pt x="129" y="278"/>
                      <a:pt x="129" y="278"/>
                      <a:pt x="129" y="278"/>
                    </a:cubicBezTo>
                    <a:cubicBezTo>
                      <a:pt x="129" y="278"/>
                      <a:pt x="130" y="277"/>
                      <a:pt x="130" y="277"/>
                    </a:cubicBezTo>
                    <a:cubicBezTo>
                      <a:pt x="135" y="274"/>
                      <a:pt x="132" y="276"/>
                      <a:pt x="136" y="272"/>
                    </a:cubicBezTo>
                    <a:cubicBezTo>
                      <a:pt x="138" y="270"/>
                      <a:pt x="143" y="267"/>
                      <a:pt x="141" y="264"/>
                    </a:cubicBezTo>
                    <a:cubicBezTo>
                      <a:pt x="142" y="264"/>
                      <a:pt x="143" y="264"/>
                      <a:pt x="143" y="264"/>
                    </a:cubicBezTo>
                    <a:cubicBezTo>
                      <a:pt x="147" y="262"/>
                      <a:pt x="147" y="262"/>
                      <a:pt x="147" y="262"/>
                    </a:cubicBezTo>
                    <a:cubicBezTo>
                      <a:pt x="151" y="254"/>
                      <a:pt x="151" y="254"/>
                      <a:pt x="151" y="254"/>
                    </a:cubicBezTo>
                    <a:cubicBezTo>
                      <a:pt x="152" y="254"/>
                      <a:pt x="152" y="254"/>
                      <a:pt x="152" y="254"/>
                    </a:cubicBezTo>
                    <a:cubicBezTo>
                      <a:pt x="152" y="253"/>
                      <a:pt x="152" y="253"/>
                      <a:pt x="152" y="253"/>
                    </a:cubicBezTo>
                    <a:cubicBezTo>
                      <a:pt x="154" y="251"/>
                      <a:pt x="152" y="251"/>
                      <a:pt x="154" y="246"/>
                    </a:cubicBezTo>
                    <a:cubicBezTo>
                      <a:pt x="154" y="245"/>
                      <a:pt x="154" y="246"/>
                      <a:pt x="154" y="246"/>
                    </a:cubicBezTo>
                    <a:cubicBezTo>
                      <a:pt x="155" y="244"/>
                      <a:pt x="155" y="244"/>
                      <a:pt x="155" y="244"/>
                    </a:cubicBezTo>
                    <a:cubicBezTo>
                      <a:pt x="155" y="243"/>
                      <a:pt x="154" y="241"/>
                      <a:pt x="154" y="240"/>
                    </a:cubicBezTo>
                    <a:cubicBezTo>
                      <a:pt x="153" y="237"/>
                      <a:pt x="153" y="231"/>
                      <a:pt x="152" y="229"/>
                    </a:cubicBezTo>
                    <a:cubicBezTo>
                      <a:pt x="152" y="229"/>
                      <a:pt x="152" y="229"/>
                      <a:pt x="152" y="228"/>
                    </a:cubicBezTo>
                    <a:cubicBezTo>
                      <a:pt x="151" y="228"/>
                      <a:pt x="151" y="228"/>
                      <a:pt x="151" y="228"/>
                    </a:cubicBezTo>
                    <a:cubicBezTo>
                      <a:pt x="152" y="227"/>
                      <a:pt x="152" y="227"/>
                      <a:pt x="152" y="227"/>
                    </a:cubicBezTo>
                    <a:cubicBezTo>
                      <a:pt x="151" y="227"/>
                      <a:pt x="151" y="227"/>
                      <a:pt x="151" y="226"/>
                    </a:cubicBezTo>
                    <a:cubicBezTo>
                      <a:pt x="150" y="224"/>
                      <a:pt x="149" y="222"/>
                      <a:pt x="149" y="220"/>
                    </a:cubicBezTo>
                    <a:cubicBezTo>
                      <a:pt x="152" y="220"/>
                      <a:pt x="159" y="219"/>
                      <a:pt x="160" y="220"/>
                    </a:cubicBezTo>
                    <a:cubicBezTo>
                      <a:pt x="164" y="221"/>
                      <a:pt x="164" y="221"/>
                      <a:pt x="164" y="221"/>
                    </a:cubicBezTo>
                    <a:cubicBezTo>
                      <a:pt x="165" y="221"/>
                      <a:pt x="165" y="221"/>
                      <a:pt x="166" y="221"/>
                    </a:cubicBezTo>
                    <a:cubicBezTo>
                      <a:pt x="167" y="222"/>
                      <a:pt x="169" y="223"/>
                      <a:pt x="170" y="224"/>
                    </a:cubicBezTo>
                    <a:cubicBezTo>
                      <a:pt x="170" y="223"/>
                      <a:pt x="170" y="223"/>
                      <a:pt x="170" y="223"/>
                    </a:cubicBezTo>
                    <a:cubicBezTo>
                      <a:pt x="171" y="226"/>
                      <a:pt x="177" y="227"/>
                      <a:pt x="179" y="227"/>
                    </a:cubicBezTo>
                    <a:cubicBezTo>
                      <a:pt x="179" y="229"/>
                      <a:pt x="179" y="229"/>
                      <a:pt x="180" y="227"/>
                    </a:cubicBezTo>
                    <a:cubicBezTo>
                      <a:pt x="181" y="229"/>
                      <a:pt x="181" y="229"/>
                      <a:pt x="181" y="229"/>
                    </a:cubicBezTo>
                    <a:cubicBezTo>
                      <a:pt x="184" y="229"/>
                      <a:pt x="184" y="229"/>
                      <a:pt x="186" y="230"/>
                    </a:cubicBezTo>
                    <a:cubicBezTo>
                      <a:pt x="189" y="232"/>
                      <a:pt x="188" y="231"/>
                      <a:pt x="192" y="232"/>
                    </a:cubicBezTo>
                    <a:cubicBezTo>
                      <a:pt x="193" y="232"/>
                      <a:pt x="193" y="231"/>
                      <a:pt x="195" y="230"/>
                    </a:cubicBezTo>
                    <a:cubicBezTo>
                      <a:pt x="197" y="229"/>
                      <a:pt x="197" y="229"/>
                      <a:pt x="197" y="229"/>
                    </a:cubicBezTo>
                    <a:cubicBezTo>
                      <a:pt x="198" y="229"/>
                      <a:pt x="199" y="228"/>
                      <a:pt x="200" y="228"/>
                    </a:cubicBezTo>
                    <a:cubicBezTo>
                      <a:pt x="200" y="227"/>
                      <a:pt x="200" y="228"/>
                      <a:pt x="201" y="228"/>
                    </a:cubicBezTo>
                    <a:cubicBezTo>
                      <a:pt x="202" y="227"/>
                      <a:pt x="203" y="227"/>
                      <a:pt x="205" y="226"/>
                    </a:cubicBezTo>
                    <a:cubicBezTo>
                      <a:pt x="207" y="224"/>
                      <a:pt x="208" y="224"/>
                      <a:pt x="209" y="222"/>
                    </a:cubicBezTo>
                    <a:cubicBezTo>
                      <a:pt x="210" y="220"/>
                      <a:pt x="210" y="217"/>
                      <a:pt x="210" y="215"/>
                    </a:cubicBezTo>
                    <a:cubicBezTo>
                      <a:pt x="211" y="214"/>
                      <a:pt x="213" y="213"/>
                      <a:pt x="213" y="211"/>
                    </a:cubicBezTo>
                    <a:cubicBezTo>
                      <a:pt x="209" y="209"/>
                      <a:pt x="209" y="209"/>
                      <a:pt x="209" y="209"/>
                    </a:cubicBezTo>
                    <a:cubicBezTo>
                      <a:pt x="209" y="209"/>
                      <a:pt x="209" y="209"/>
                      <a:pt x="209" y="208"/>
                    </a:cubicBezTo>
                    <a:cubicBezTo>
                      <a:pt x="203" y="205"/>
                      <a:pt x="203" y="205"/>
                      <a:pt x="203" y="205"/>
                    </a:cubicBezTo>
                    <a:cubicBezTo>
                      <a:pt x="202" y="204"/>
                      <a:pt x="200" y="203"/>
                      <a:pt x="199" y="201"/>
                    </a:cubicBezTo>
                    <a:cubicBezTo>
                      <a:pt x="195" y="196"/>
                      <a:pt x="193" y="199"/>
                      <a:pt x="192" y="197"/>
                    </a:cubicBezTo>
                    <a:cubicBezTo>
                      <a:pt x="190" y="196"/>
                      <a:pt x="189" y="196"/>
                      <a:pt x="187" y="196"/>
                    </a:cubicBezTo>
                    <a:cubicBezTo>
                      <a:pt x="187" y="195"/>
                      <a:pt x="187" y="195"/>
                      <a:pt x="187" y="195"/>
                    </a:cubicBezTo>
                    <a:cubicBezTo>
                      <a:pt x="186" y="196"/>
                      <a:pt x="185" y="196"/>
                      <a:pt x="184" y="195"/>
                    </a:cubicBezTo>
                    <a:cubicBezTo>
                      <a:pt x="181" y="194"/>
                      <a:pt x="179" y="194"/>
                      <a:pt x="176" y="194"/>
                    </a:cubicBezTo>
                    <a:cubicBezTo>
                      <a:pt x="175" y="193"/>
                      <a:pt x="175" y="193"/>
                      <a:pt x="172" y="193"/>
                    </a:cubicBezTo>
                    <a:cubicBezTo>
                      <a:pt x="170" y="193"/>
                      <a:pt x="166" y="192"/>
                      <a:pt x="164" y="194"/>
                    </a:cubicBezTo>
                    <a:cubicBezTo>
                      <a:pt x="162" y="191"/>
                      <a:pt x="157" y="193"/>
                      <a:pt x="152" y="192"/>
                    </a:cubicBezTo>
                    <a:cubicBezTo>
                      <a:pt x="150" y="192"/>
                      <a:pt x="151" y="191"/>
                      <a:pt x="149" y="192"/>
                    </a:cubicBezTo>
                    <a:cubicBezTo>
                      <a:pt x="148" y="191"/>
                      <a:pt x="148" y="191"/>
                      <a:pt x="148" y="191"/>
                    </a:cubicBezTo>
                    <a:cubicBezTo>
                      <a:pt x="145" y="191"/>
                      <a:pt x="146" y="191"/>
                      <a:pt x="144" y="190"/>
                    </a:cubicBezTo>
                    <a:cubicBezTo>
                      <a:pt x="144" y="192"/>
                      <a:pt x="144" y="192"/>
                      <a:pt x="144" y="192"/>
                    </a:cubicBezTo>
                    <a:cubicBezTo>
                      <a:pt x="142" y="192"/>
                      <a:pt x="142" y="191"/>
                      <a:pt x="141" y="190"/>
                    </a:cubicBezTo>
                    <a:cubicBezTo>
                      <a:pt x="139" y="193"/>
                      <a:pt x="139" y="193"/>
                      <a:pt x="139" y="193"/>
                    </a:cubicBezTo>
                    <a:cubicBezTo>
                      <a:pt x="139" y="193"/>
                      <a:pt x="139" y="193"/>
                      <a:pt x="139" y="193"/>
                    </a:cubicBezTo>
                    <a:cubicBezTo>
                      <a:pt x="139" y="194"/>
                      <a:pt x="139" y="194"/>
                      <a:pt x="138" y="195"/>
                    </a:cubicBezTo>
                    <a:cubicBezTo>
                      <a:pt x="132" y="195"/>
                      <a:pt x="132" y="195"/>
                      <a:pt x="132" y="195"/>
                    </a:cubicBezTo>
                    <a:cubicBezTo>
                      <a:pt x="132" y="196"/>
                      <a:pt x="132" y="195"/>
                      <a:pt x="132" y="195"/>
                    </a:cubicBezTo>
                    <a:cubicBezTo>
                      <a:pt x="126" y="195"/>
                      <a:pt x="126" y="195"/>
                      <a:pt x="126" y="195"/>
                    </a:cubicBezTo>
                    <a:cubicBezTo>
                      <a:pt x="122" y="194"/>
                      <a:pt x="121" y="192"/>
                      <a:pt x="124" y="188"/>
                    </a:cubicBezTo>
                    <a:cubicBezTo>
                      <a:pt x="126" y="186"/>
                      <a:pt x="126" y="187"/>
                      <a:pt x="126" y="184"/>
                    </a:cubicBezTo>
                    <a:cubicBezTo>
                      <a:pt x="127" y="185"/>
                      <a:pt x="126" y="185"/>
                      <a:pt x="127" y="184"/>
                    </a:cubicBezTo>
                    <a:cubicBezTo>
                      <a:pt x="129" y="182"/>
                      <a:pt x="129" y="182"/>
                      <a:pt x="129" y="182"/>
                    </a:cubicBezTo>
                    <a:cubicBezTo>
                      <a:pt x="129" y="182"/>
                      <a:pt x="129" y="182"/>
                      <a:pt x="129" y="181"/>
                    </a:cubicBezTo>
                    <a:cubicBezTo>
                      <a:pt x="129" y="181"/>
                      <a:pt x="130" y="181"/>
                      <a:pt x="130" y="181"/>
                    </a:cubicBezTo>
                    <a:cubicBezTo>
                      <a:pt x="138" y="173"/>
                      <a:pt x="138" y="173"/>
                      <a:pt x="138" y="173"/>
                    </a:cubicBezTo>
                    <a:cubicBezTo>
                      <a:pt x="139" y="172"/>
                      <a:pt x="140" y="171"/>
                      <a:pt x="141" y="170"/>
                    </a:cubicBezTo>
                    <a:cubicBezTo>
                      <a:pt x="142" y="168"/>
                      <a:pt x="142" y="168"/>
                      <a:pt x="144" y="167"/>
                    </a:cubicBezTo>
                    <a:cubicBezTo>
                      <a:pt x="146" y="167"/>
                      <a:pt x="147" y="166"/>
                      <a:pt x="147" y="162"/>
                    </a:cubicBezTo>
                    <a:cubicBezTo>
                      <a:pt x="148" y="162"/>
                      <a:pt x="148" y="162"/>
                      <a:pt x="148" y="162"/>
                    </a:cubicBezTo>
                    <a:cubicBezTo>
                      <a:pt x="148" y="161"/>
                      <a:pt x="147" y="161"/>
                      <a:pt x="148" y="160"/>
                    </a:cubicBezTo>
                    <a:cubicBezTo>
                      <a:pt x="149" y="159"/>
                      <a:pt x="149" y="158"/>
                      <a:pt x="150" y="157"/>
                    </a:cubicBezTo>
                    <a:cubicBezTo>
                      <a:pt x="149" y="156"/>
                      <a:pt x="149" y="153"/>
                      <a:pt x="149" y="151"/>
                    </a:cubicBezTo>
                    <a:cubicBezTo>
                      <a:pt x="149" y="149"/>
                      <a:pt x="149" y="150"/>
                      <a:pt x="150" y="149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5" y="146"/>
                      <a:pt x="145" y="146"/>
                      <a:pt x="145" y="146"/>
                    </a:cubicBezTo>
                    <a:cubicBezTo>
                      <a:pt x="147" y="144"/>
                      <a:pt x="155" y="142"/>
                      <a:pt x="158" y="141"/>
                    </a:cubicBezTo>
                    <a:cubicBezTo>
                      <a:pt x="164" y="138"/>
                      <a:pt x="164" y="138"/>
                      <a:pt x="164" y="138"/>
                    </a:cubicBezTo>
                    <a:cubicBezTo>
                      <a:pt x="166" y="137"/>
                      <a:pt x="166" y="137"/>
                      <a:pt x="168" y="137"/>
                    </a:cubicBezTo>
                    <a:cubicBezTo>
                      <a:pt x="169" y="140"/>
                      <a:pt x="168" y="136"/>
                      <a:pt x="170" y="138"/>
                    </a:cubicBezTo>
                    <a:cubicBezTo>
                      <a:pt x="170" y="136"/>
                      <a:pt x="172" y="136"/>
                      <a:pt x="174" y="135"/>
                    </a:cubicBezTo>
                    <a:cubicBezTo>
                      <a:pt x="174" y="137"/>
                      <a:pt x="174" y="137"/>
                      <a:pt x="174" y="137"/>
                    </a:cubicBezTo>
                    <a:cubicBezTo>
                      <a:pt x="174" y="137"/>
                      <a:pt x="175" y="137"/>
                      <a:pt x="175" y="137"/>
                    </a:cubicBezTo>
                    <a:cubicBezTo>
                      <a:pt x="176" y="136"/>
                      <a:pt x="176" y="136"/>
                      <a:pt x="176" y="136"/>
                    </a:cubicBezTo>
                    <a:cubicBezTo>
                      <a:pt x="176" y="139"/>
                      <a:pt x="177" y="136"/>
                      <a:pt x="176" y="138"/>
                    </a:cubicBezTo>
                    <a:cubicBezTo>
                      <a:pt x="175" y="139"/>
                      <a:pt x="175" y="138"/>
                      <a:pt x="175" y="139"/>
                    </a:cubicBezTo>
                    <a:cubicBezTo>
                      <a:pt x="181" y="139"/>
                      <a:pt x="178" y="139"/>
                      <a:pt x="183" y="137"/>
                    </a:cubicBezTo>
                    <a:cubicBezTo>
                      <a:pt x="185" y="136"/>
                      <a:pt x="186" y="135"/>
                      <a:pt x="189" y="135"/>
                    </a:cubicBezTo>
                    <a:cubicBezTo>
                      <a:pt x="190" y="133"/>
                      <a:pt x="193" y="132"/>
                      <a:pt x="195" y="131"/>
                    </a:cubicBezTo>
                    <a:cubicBezTo>
                      <a:pt x="204" y="125"/>
                      <a:pt x="204" y="125"/>
                      <a:pt x="204" y="125"/>
                    </a:cubicBezTo>
                    <a:cubicBezTo>
                      <a:pt x="204" y="125"/>
                      <a:pt x="204" y="125"/>
                      <a:pt x="204" y="125"/>
                    </a:cubicBezTo>
                    <a:cubicBezTo>
                      <a:pt x="207" y="124"/>
                      <a:pt x="207" y="124"/>
                      <a:pt x="207" y="124"/>
                    </a:cubicBezTo>
                    <a:cubicBezTo>
                      <a:pt x="209" y="122"/>
                      <a:pt x="212" y="120"/>
                      <a:pt x="213" y="117"/>
                    </a:cubicBezTo>
                    <a:cubicBezTo>
                      <a:pt x="216" y="109"/>
                      <a:pt x="216" y="109"/>
                      <a:pt x="216" y="109"/>
                    </a:cubicBezTo>
                    <a:cubicBezTo>
                      <a:pt x="217" y="103"/>
                      <a:pt x="217" y="103"/>
                      <a:pt x="217" y="103"/>
                    </a:cubicBezTo>
                    <a:cubicBezTo>
                      <a:pt x="213" y="100"/>
                      <a:pt x="211" y="95"/>
                      <a:pt x="207" y="93"/>
                    </a:cubicBezTo>
                    <a:cubicBezTo>
                      <a:pt x="206" y="93"/>
                      <a:pt x="206" y="93"/>
                      <a:pt x="206" y="92"/>
                    </a:cubicBezTo>
                    <a:cubicBezTo>
                      <a:pt x="195" y="89"/>
                      <a:pt x="195" y="89"/>
                      <a:pt x="195" y="89"/>
                    </a:cubicBezTo>
                    <a:cubicBezTo>
                      <a:pt x="193" y="88"/>
                      <a:pt x="189" y="89"/>
                      <a:pt x="186" y="88"/>
                    </a:cubicBezTo>
                    <a:cubicBezTo>
                      <a:pt x="183" y="87"/>
                      <a:pt x="179" y="87"/>
                      <a:pt x="176" y="88"/>
                    </a:cubicBezTo>
                    <a:cubicBezTo>
                      <a:pt x="172" y="88"/>
                      <a:pt x="172" y="88"/>
                      <a:pt x="172" y="88"/>
                    </a:cubicBezTo>
                    <a:cubicBezTo>
                      <a:pt x="169" y="88"/>
                      <a:pt x="166" y="88"/>
                      <a:pt x="163" y="89"/>
                    </a:cubicBezTo>
                    <a:cubicBezTo>
                      <a:pt x="162" y="89"/>
                      <a:pt x="163" y="88"/>
                      <a:pt x="162" y="90"/>
                    </a:cubicBezTo>
                    <a:cubicBezTo>
                      <a:pt x="161" y="90"/>
                      <a:pt x="159" y="89"/>
                      <a:pt x="158" y="90"/>
                    </a:cubicBezTo>
                    <a:cubicBezTo>
                      <a:pt x="151" y="91"/>
                      <a:pt x="151" y="91"/>
                      <a:pt x="151" y="91"/>
                    </a:cubicBezTo>
                    <a:cubicBezTo>
                      <a:pt x="149" y="91"/>
                      <a:pt x="151" y="91"/>
                      <a:pt x="150" y="91"/>
                    </a:cubicBezTo>
                    <a:cubicBezTo>
                      <a:pt x="149" y="92"/>
                      <a:pt x="149" y="92"/>
                      <a:pt x="148" y="92"/>
                    </a:cubicBezTo>
                    <a:cubicBezTo>
                      <a:pt x="138" y="94"/>
                      <a:pt x="138" y="94"/>
                      <a:pt x="138" y="94"/>
                    </a:cubicBezTo>
                    <a:cubicBezTo>
                      <a:pt x="137" y="95"/>
                      <a:pt x="139" y="93"/>
                      <a:pt x="138" y="94"/>
                    </a:cubicBezTo>
                    <a:cubicBezTo>
                      <a:pt x="137" y="95"/>
                      <a:pt x="138" y="95"/>
                      <a:pt x="137" y="95"/>
                    </a:cubicBezTo>
                    <a:cubicBezTo>
                      <a:pt x="136" y="96"/>
                      <a:pt x="136" y="96"/>
                      <a:pt x="136" y="96"/>
                    </a:cubicBezTo>
                    <a:cubicBezTo>
                      <a:pt x="135" y="95"/>
                      <a:pt x="136" y="96"/>
                      <a:pt x="134" y="96"/>
                    </a:cubicBezTo>
                    <a:cubicBezTo>
                      <a:pt x="131" y="97"/>
                      <a:pt x="131" y="97"/>
                      <a:pt x="131" y="97"/>
                    </a:cubicBezTo>
                    <a:cubicBezTo>
                      <a:pt x="132" y="98"/>
                      <a:pt x="131" y="96"/>
                      <a:pt x="131" y="98"/>
                    </a:cubicBezTo>
                    <a:cubicBezTo>
                      <a:pt x="130" y="99"/>
                      <a:pt x="131" y="99"/>
                      <a:pt x="129" y="99"/>
                    </a:cubicBezTo>
                    <a:cubicBezTo>
                      <a:pt x="129" y="99"/>
                      <a:pt x="128" y="99"/>
                      <a:pt x="127" y="100"/>
                    </a:cubicBezTo>
                    <a:cubicBezTo>
                      <a:pt x="126" y="100"/>
                      <a:pt x="127" y="100"/>
                      <a:pt x="126" y="100"/>
                    </a:cubicBezTo>
                    <a:cubicBezTo>
                      <a:pt x="125" y="101"/>
                      <a:pt x="125" y="101"/>
                      <a:pt x="125" y="101"/>
                    </a:cubicBezTo>
                    <a:cubicBezTo>
                      <a:pt x="123" y="102"/>
                      <a:pt x="121" y="101"/>
                      <a:pt x="119" y="102"/>
                    </a:cubicBezTo>
                    <a:cubicBezTo>
                      <a:pt x="119" y="102"/>
                      <a:pt x="119" y="102"/>
                      <a:pt x="119" y="102"/>
                    </a:cubicBezTo>
                    <a:cubicBezTo>
                      <a:pt x="119" y="102"/>
                      <a:pt x="119" y="102"/>
                      <a:pt x="119" y="102"/>
                    </a:cubicBezTo>
                    <a:cubicBezTo>
                      <a:pt x="107" y="107"/>
                      <a:pt x="107" y="107"/>
                      <a:pt x="107" y="107"/>
                    </a:cubicBezTo>
                    <a:cubicBezTo>
                      <a:pt x="106" y="107"/>
                      <a:pt x="106" y="107"/>
                      <a:pt x="106" y="107"/>
                    </a:cubicBezTo>
                    <a:cubicBezTo>
                      <a:pt x="105" y="107"/>
                      <a:pt x="105" y="107"/>
                      <a:pt x="104" y="107"/>
                    </a:cubicBezTo>
                    <a:cubicBezTo>
                      <a:pt x="104" y="110"/>
                      <a:pt x="101" y="107"/>
                      <a:pt x="100" y="109"/>
                    </a:cubicBezTo>
                    <a:cubicBezTo>
                      <a:pt x="96" y="109"/>
                      <a:pt x="99" y="112"/>
                      <a:pt x="90" y="112"/>
                    </a:cubicBezTo>
                    <a:cubicBezTo>
                      <a:pt x="89" y="114"/>
                      <a:pt x="89" y="114"/>
                      <a:pt x="87" y="115"/>
                    </a:cubicBezTo>
                    <a:cubicBezTo>
                      <a:pt x="86" y="115"/>
                      <a:pt x="87" y="115"/>
                      <a:pt x="86" y="115"/>
                    </a:cubicBezTo>
                    <a:cubicBezTo>
                      <a:pt x="83" y="116"/>
                      <a:pt x="87" y="115"/>
                      <a:pt x="84" y="116"/>
                    </a:cubicBezTo>
                    <a:cubicBezTo>
                      <a:pt x="84" y="116"/>
                      <a:pt x="84" y="116"/>
                      <a:pt x="84" y="116"/>
                    </a:cubicBezTo>
                    <a:cubicBezTo>
                      <a:pt x="84" y="116"/>
                      <a:pt x="84" y="116"/>
                      <a:pt x="84" y="116"/>
                    </a:cubicBezTo>
                    <a:cubicBezTo>
                      <a:pt x="84" y="116"/>
                      <a:pt x="84" y="116"/>
                      <a:pt x="84" y="116"/>
                    </a:cubicBezTo>
                    <a:cubicBezTo>
                      <a:pt x="80" y="117"/>
                      <a:pt x="80" y="117"/>
                      <a:pt x="80" y="117"/>
                    </a:cubicBezTo>
                    <a:cubicBezTo>
                      <a:pt x="79" y="118"/>
                      <a:pt x="78" y="119"/>
                      <a:pt x="77" y="120"/>
                    </a:cubicBezTo>
                    <a:cubicBezTo>
                      <a:pt x="75" y="121"/>
                      <a:pt x="75" y="121"/>
                      <a:pt x="75" y="121"/>
                    </a:cubicBezTo>
                    <a:cubicBezTo>
                      <a:pt x="74" y="121"/>
                      <a:pt x="73" y="121"/>
                      <a:pt x="71" y="122"/>
                    </a:cubicBezTo>
                    <a:cubicBezTo>
                      <a:pt x="71" y="122"/>
                      <a:pt x="71" y="122"/>
                      <a:pt x="71" y="122"/>
                    </a:cubicBezTo>
                    <a:cubicBezTo>
                      <a:pt x="69" y="123"/>
                      <a:pt x="69" y="123"/>
                      <a:pt x="69" y="123"/>
                    </a:cubicBezTo>
                    <a:cubicBezTo>
                      <a:pt x="68" y="124"/>
                      <a:pt x="70" y="124"/>
                      <a:pt x="67" y="124"/>
                    </a:cubicBezTo>
                    <a:cubicBezTo>
                      <a:pt x="64" y="127"/>
                      <a:pt x="64" y="127"/>
                      <a:pt x="64" y="127"/>
                    </a:cubicBezTo>
                    <a:cubicBezTo>
                      <a:pt x="61" y="130"/>
                      <a:pt x="62" y="132"/>
                      <a:pt x="57" y="132"/>
                    </a:cubicBezTo>
                    <a:cubicBezTo>
                      <a:pt x="57" y="133"/>
                      <a:pt x="57" y="133"/>
                      <a:pt x="58" y="133"/>
                    </a:cubicBezTo>
                    <a:cubicBezTo>
                      <a:pt x="54" y="133"/>
                      <a:pt x="58" y="134"/>
                      <a:pt x="55" y="134"/>
                    </a:cubicBezTo>
                    <a:cubicBezTo>
                      <a:pt x="54" y="134"/>
                      <a:pt x="54" y="134"/>
                      <a:pt x="53" y="134"/>
                    </a:cubicBezTo>
                    <a:cubicBezTo>
                      <a:pt x="50" y="136"/>
                      <a:pt x="47" y="138"/>
                      <a:pt x="44" y="138"/>
                    </a:cubicBezTo>
                    <a:cubicBezTo>
                      <a:pt x="44" y="139"/>
                      <a:pt x="45" y="139"/>
                      <a:pt x="44" y="139"/>
                    </a:cubicBezTo>
                    <a:cubicBezTo>
                      <a:pt x="39" y="140"/>
                      <a:pt x="39" y="140"/>
                      <a:pt x="39" y="140"/>
                    </a:cubicBezTo>
                    <a:cubicBezTo>
                      <a:pt x="39" y="140"/>
                      <a:pt x="39" y="140"/>
                      <a:pt x="38" y="140"/>
                    </a:cubicBezTo>
                    <a:cubicBezTo>
                      <a:pt x="35" y="141"/>
                      <a:pt x="35" y="141"/>
                      <a:pt x="35" y="141"/>
                    </a:cubicBezTo>
                    <a:cubicBezTo>
                      <a:pt x="34" y="142"/>
                      <a:pt x="33" y="143"/>
                      <a:pt x="31" y="142"/>
                    </a:cubicBezTo>
                    <a:cubicBezTo>
                      <a:pt x="31" y="142"/>
                      <a:pt x="31" y="142"/>
                      <a:pt x="31" y="142"/>
                    </a:cubicBezTo>
                    <a:cubicBezTo>
                      <a:pt x="24" y="140"/>
                      <a:pt x="24" y="140"/>
                      <a:pt x="24" y="140"/>
                    </a:cubicBezTo>
                    <a:cubicBezTo>
                      <a:pt x="25" y="135"/>
                      <a:pt x="25" y="135"/>
                      <a:pt x="25" y="135"/>
                    </a:cubicBezTo>
                    <a:cubicBezTo>
                      <a:pt x="25" y="134"/>
                      <a:pt x="25" y="134"/>
                      <a:pt x="25" y="134"/>
                    </a:cubicBezTo>
                    <a:cubicBezTo>
                      <a:pt x="26" y="133"/>
                      <a:pt x="26" y="133"/>
                      <a:pt x="26" y="133"/>
                    </a:cubicBezTo>
                    <a:cubicBezTo>
                      <a:pt x="26" y="133"/>
                      <a:pt x="27" y="132"/>
                      <a:pt x="27" y="132"/>
                    </a:cubicBezTo>
                    <a:cubicBezTo>
                      <a:pt x="29" y="130"/>
                      <a:pt x="30" y="128"/>
                      <a:pt x="32" y="129"/>
                    </a:cubicBezTo>
                    <a:cubicBezTo>
                      <a:pt x="32" y="126"/>
                      <a:pt x="38" y="123"/>
                      <a:pt x="40" y="121"/>
                    </a:cubicBezTo>
                    <a:cubicBezTo>
                      <a:pt x="41" y="121"/>
                      <a:pt x="40" y="121"/>
                      <a:pt x="41" y="120"/>
                    </a:cubicBezTo>
                    <a:cubicBezTo>
                      <a:pt x="43" y="119"/>
                      <a:pt x="45" y="118"/>
                      <a:pt x="46" y="117"/>
                    </a:cubicBezTo>
                    <a:cubicBezTo>
                      <a:pt x="47" y="115"/>
                      <a:pt x="47" y="115"/>
                      <a:pt x="47" y="115"/>
                    </a:cubicBezTo>
                    <a:cubicBezTo>
                      <a:pt x="48" y="115"/>
                      <a:pt x="48" y="115"/>
                      <a:pt x="49" y="114"/>
                    </a:cubicBezTo>
                    <a:cubicBezTo>
                      <a:pt x="59" y="106"/>
                      <a:pt x="59" y="106"/>
                      <a:pt x="59" y="106"/>
                    </a:cubicBezTo>
                    <a:cubicBezTo>
                      <a:pt x="61" y="104"/>
                      <a:pt x="66" y="102"/>
                      <a:pt x="67" y="100"/>
                    </a:cubicBezTo>
                    <a:cubicBezTo>
                      <a:pt x="70" y="99"/>
                      <a:pt x="70" y="98"/>
                      <a:pt x="72" y="98"/>
                    </a:cubicBezTo>
                    <a:cubicBezTo>
                      <a:pt x="76" y="97"/>
                      <a:pt x="75" y="97"/>
                      <a:pt x="77" y="98"/>
                    </a:cubicBezTo>
                    <a:cubicBezTo>
                      <a:pt x="90" y="99"/>
                      <a:pt x="90" y="99"/>
                      <a:pt x="90" y="99"/>
                    </a:cubicBezTo>
                    <a:cubicBezTo>
                      <a:pt x="93" y="98"/>
                      <a:pt x="93" y="98"/>
                      <a:pt x="93" y="98"/>
                    </a:cubicBezTo>
                    <a:cubicBezTo>
                      <a:pt x="95" y="96"/>
                      <a:pt x="97" y="94"/>
                      <a:pt x="98" y="91"/>
                    </a:cubicBezTo>
                    <a:cubicBezTo>
                      <a:pt x="101" y="85"/>
                      <a:pt x="99" y="89"/>
                      <a:pt x="105" y="87"/>
                    </a:cubicBezTo>
                    <a:cubicBezTo>
                      <a:pt x="111" y="84"/>
                      <a:pt x="109" y="87"/>
                      <a:pt x="116" y="86"/>
                    </a:cubicBezTo>
                    <a:cubicBezTo>
                      <a:pt x="117" y="87"/>
                      <a:pt x="117" y="86"/>
                      <a:pt x="119" y="87"/>
                    </a:cubicBezTo>
                    <a:cubicBezTo>
                      <a:pt x="120" y="87"/>
                      <a:pt x="119" y="87"/>
                      <a:pt x="120" y="87"/>
                    </a:cubicBezTo>
                    <a:cubicBezTo>
                      <a:pt x="120" y="88"/>
                      <a:pt x="120" y="88"/>
                      <a:pt x="120" y="88"/>
                    </a:cubicBezTo>
                    <a:cubicBezTo>
                      <a:pt x="122" y="88"/>
                      <a:pt x="122" y="88"/>
                      <a:pt x="123" y="88"/>
                    </a:cubicBezTo>
                    <a:cubicBezTo>
                      <a:pt x="125" y="87"/>
                      <a:pt x="124" y="88"/>
                      <a:pt x="125" y="87"/>
                    </a:cubicBezTo>
                    <a:cubicBezTo>
                      <a:pt x="127" y="85"/>
                      <a:pt x="127" y="85"/>
                      <a:pt x="127" y="85"/>
                    </a:cubicBezTo>
                    <a:cubicBezTo>
                      <a:pt x="127" y="86"/>
                      <a:pt x="127" y="86"/>
                      <a:pt x="127" y="86"/>
                    </a:cubicBezTo>
                    <a:cubicBezTo>
                      <a:pt x="128" y="84"/>
                      <a:pt x="128" y="84"/>
                      <a:pt x="129" y="84"/>
                    </a:cubicBezTo>
                    <a:cubicBezTo>
                      <a:pt x="131" y="83"/>
                      <a:pt x="131" y="81"/>
                      <a:pt x="132" y="80"/>
                    </a:cubicBezTo>
                    <a:cubicBezTo>
                      <a:pt x="132" y="80"/>
                      <a:pt x="132" y="80"/>
                      <a:pt x="132" y="80"/>
                    </a:cubicBezTo>
                    <a:cubicBezTo>
                      <a:pt x="132" y="80"/>
                      <a:pt x="132" y="80"/>
                      <a:pt x="133" y="80"/>
                    </a:cubicBezTo>
                    <a:cubicBezTo>
                      <a:pt x="136" y="78"/>
                      <a:pt x="133" y="77"/>
                      <a:pt x="136" y="79"/>
                    </a:cubicBezTo>
                    <a:cubicBezTo>
                      <a:pt x="136" y="77"/>
                      <a:pt x="136" y="77"/>
                      <a:pt x="135" y="77"/>
                    </a:cubicBezTo>
                    <a:cubicBezTo>
                      <a:pt x="136" y="77"/>
                      <a:pt x="137" y="76"/>
                      <a:pt x="137" y="76"/>
                    </a:cubicBezTo>
                    <a:cubicBezTo>
                      <a:pt x="138" y="76"/>
                      <a:pt x="137" y="76"/>
                      <a:pt x="138" y="77"/>
                    </a:cubicBezTo>
                    <a:cubicBezTo>
                      <a:pt x="138" y="74"/>
                      <a:pt x="139" y="74"/>
                      <a:pt x="140" y="73"/>
                    </a:cubicBezTo>
                    <a:cubicBezTo>
                      <a:pt x="142" y="70"/>
                      <a:pt x="142" y="70"/>
                      <a:pt x="142" y="70"/>
                    </a:cubicBezTo>
                    <a:cubicBezTo>
                      <a:pt x="144" y="69"/>
                      <a:pt x="143" y="69"/>
                      <a:pt x="143" y="70"/>
                    </a:cubicBezTo>
                    <a:cubicBezTo>
                      <a:pt x="146" y="70"/>
                      <a:pt x="148" y="69"/>
                      <a:pt x="151" y="67"/>
                    </a:cubicBezTo>
                    <a:cubicBezTo>
                      <a:pt x="161" y="62"/>
                      <a:pt x="161" y="62"/>
                      <a:pt x="161" y="62"/>
                    </a:cubicBezTo>
                    <a:cubicBezTo>
                      <a:pt x="161" y="62"/>
                      <a:pt x="162" y="61"/>
                      <a:pt x="162" y="61"/>
                    </a:cubicBezTo>
                    <a:cubicBezTo>
                      <a:pt x="166" y="62"/>
                      <a:pt x="166" y="62"/>
                      <a:pt x="166" y="62"/>
                    </a:cubicBezTo>
                    <a:cubicBezTo>
                      <a:pt x="166" y="61"/>
                      <a:pt x="166" y="61"/>
                      <a:pt x="166" y="61"/>
                    </a:cubicBezTo>
                    <a:cubicBezTo>
                      <a:pt x="167" y="61"/>
                      <a:pt x="167" y="61"/>
                      <a:pt x="168" y="61"/>
                    </a:cubicBezTo>
                    <a:cubicBezTo>
                      <a:pt x="169" y="60"/>
                      <a:pt x="170" y="59"/>
                      <a:pt x="173" y="59"/>
                    </a:cubicBezTo>
                    <a:cubicBezTo>
                      <a:pt x="181" y="59"/>
                      <a:pt x="172" y="61"/>
                      <a:pt x="177" y="61"/>
                    </a:cubicBezTo>
                    <a:close/>
                    <a:moveTo>
                      <a:pt x="170" y="144"/>
                    </a:moveTo>
                    <a:cubicBezTo>
                      <a:pt x="170" y="144"/>
                      <a:pt x="170" y="144"/>
                      <a:pt x="170" y="144"/>
                    </a:cubicBezTo>
                    <a:cubicBezTo>
                      <a:pt x="170" y="143"/>
                      <a:pt x="170" y="143"/>
                      <a:pt x="170" y="143"/>
                    </a:cubicBezTo>
                    <a:cubicBezTo>
                      <a:pt x="166" y="145"/>
                      <a:pt x="169" y="143"/>
                      <a:pt x="165" y="144"/>
                    </a:cubicBezTo>
                    <a:cubicBezTo>
                      <a:pt x="168" y="143"/>
                      <a:pt x="166" y="144"/>
                      <a:pt x="167" y="143"/>
                    </a:cubicBezTo>
                    <a:cubicBezTo>
                      <a:pt x="166" y="142"/>
                      <a:pt x="166" y="142"/>
                      <a:pt x="165" y="141"/>
                    </a:cubicBezTo>
                    <a:cubicBezTo>
                      <a:pt x="167" y="141"/>
                      <a:pt x="166" y="142"/>
                      <a:pt x="167" y="140"/>
                    </a:cubicBezTo>
                    <a:cubicBezTo>
                      <a:pt x="172" y="142"/>
                      <a:pt x="172" y="142"/>
                      <a:pt x="172" y="142"/>
                    </a:cubicBezTo>
                    <a:cubicBezTo>
                      <a:pt x="170" y="142"/>
                      <a:pt x="172" y="142"/>
                      <a:pt x="170" y="144"/>
                    </a:cubicBezTo>
                    <a:close/>
                    <a:moveTo>
                      <a:pt x="64" y="253"/>
                    </a:moveTo>
                    <a:cubicBezTo>
                      <a:pt x="63" y="252"/>
                      <a:pt x="63" y="250"/>
                      <a:pt x="64" y="248"/>
                    </a:cubicBezTo>
                    <a:cubicBezTo>
                      <a:pt x="65" y="247"/>
                      <a:pt x="65" y="247"/>
                      <a:pt x="67" y="247"/>
                    </a:cubicBezTo>
                    <a:cubicBezTo>
                      <a:pt x="65" y="252"/>
                      <a:pt x="65" y="254"/>
                      <a:pt x="64" y="253"/>
                    </a:cubicBezTo>
                    <a:close/>
                    <a:moveTo>
                      <a:pt x="161" y="147"/>
                    </a:moveTo>
                    <a:cubicBezTo>
                      <a:pt x="159" y="148"/>
                      <a:pt x="160" y="147"/>
                      <a:pt x="158" y="146"/>
                    </a:cubicBezTo>
                    <a:cubicBezTo>
                      <a:pt x="157" y="146"/>
                      <a:pt x="157" y="146"/>
                      <a:pt x="157" y="146"/>
                    </a:cubicBezTo>
                    <a:cubicBezTo>
                      <a:pt x="157" y="146"/>
                      <a:pt x="157" y="145"/>
                      <a:pt x="157" y="145"/>
                    </a:cubicBezTo>
                    <a:cubicBezTo>
                      <a:pt x="158" y="145"/>
                      <a:pt x="158" y="145"/>
                      <a:pt x="158" y="145"/>
                    </a:cubicBezTo>
                    <a:cubicBezTo>
                      <a:pt x="159" y="146"/>
                      <a:pt x="159" y="145"/>
                      <a:pt x="160" y="146"/>
                    </a:cubicBezTo>
                    <a:cubicBezTo>
                      <a:pt x="161" y="147"/>
                      <a:pt x="161" y="147"/>
                      <a:pt x="161" y="147"/>
                    </a:cubicBezTo>
                    <a:close/>
                    <a:moveTo>
                      <a:pt x="174" y="140"/>
                    </a:moveTo>
                    <a:cubicBezTo>
                      <a:pt x="173" y="143"/>
                      <a:pt x="173" y="143"/>
                      <a:pt x="173" y="143"/>
                    </a:cubicBezTo>
                    <a:cubicBezTo>
                      <a:pt x="173" y="139"/>
                      <a:pt x="173" y="139"/>
                      <a:pt x="173" y="139"/>
                    </a:cubicBezTo>
                    <a:cubicBezTo>
                      <a:pt x="175" y="139"/>
                      <a:pt x="174" y="139"/>
                      <a:pt x="175" y="140"/>
                    </a:cubicBezTo>
                    <a:cubicBezTo>
                      <a:pt x="175" y="140"/>
                      <a:pt x="175" y="140"/>
                      <a:pt x="174" y="140"/>
                    </a:cubicBezTo>
                    <a:close/>
                    <a:moveTo>
                      <a:pt x="68" y="242"/>
                    </a:moveTo>
                    <a:cubicBezTo>
                      <a:pt x="72" y="242"/>
                      <a:pt x="69" y="242"/>
                      <a:pt x="70" y="243"/>
                    </a:cubicBezTo>
                    <a:cubicBezTo>
                      <a:pt x="69" y="244"/>
                      <a:pt x="69" y="244"/>
                      <a:pt x="69" y="244"/>
                    </a:cubicBezTo>
                    <a:cubicBezTo>
                      <a:pt x="68" y="243"/>
                      <a:pt x="68" y="243"/>
                      <a:pt x="68" y="242"/>
                    </a:cubicBezTo>
                    <a:close/>
                    <a:moveTo>
                      <a:pt x="139" y="79"/>
                    </a:moveTo>
                    <a:cubicBezTo>
                      <a:pt x="140" y="77"/>
                      <a:pt x="140" y="77"/>
                      <a:pt x="140" y="77"/>
                    </a:cubicBezTo>
                    <a:cubicBezTo>
                      <a:pt x="140" y="77"/>
                      <a:pt x="140" y="77"/>
                      <a:pt x="140" y="77"/>
                    </a:cubicBezTo>
                    <a:cubicBezTo>
                      <a:pt x="142" y="78"/>
                      <a:pt x="142" y="78"/>
                      <a:pt x="142" y="78"/>
                    </a:cubicBezTo>
                    <a:cubicBezTo>
                      <a:pt x="140" y="79"/>
                      <a:pt x="139" y="78"/>
                      <a:pt x="140" y="80"/>
                    </a:cubicBezTo>
                    <a:cubicBezTo>
                      <a:pt x="139" y="79"/>
                      <a:pt x="139" y="79"/>
                      <a:pt x="139" y="79"/>
                    </a:cubicBezTo>
                    <a:close/>
                    <a:moveTo>
                      <a:pt x="71" y="241"/>
                    </a:moveTo>
                    <a:cubicBezTo>
                      <a:pt x="70" y="241"/>
                      <a:pt x="71" y="241"/>
                      <a:pt x="70" y="240"/>
                    </a:cubicBezTo>
                    <a:cubicBezTo>
                      <a:pt x="73" y="240"/>
                      <a:pt x="73" y="240"/>
                      <a:pt x="73" y="240"/>
                    </a:cubicBezTo>
                    <a:cubicBezTo>
                      <a:pt x="71" y="242"/>
                      <a:pt x="72" y="241"/>
                      <a:pt x="71" y="241"/>
                    </a:cubicBezTo>
                    <a:close/>
                    <a:moveTo>
                      <a:pt x="71" y="241"/>
                    </a:moveTo>
                    <a:cubicBezTo>
                      <a:pt x="71" y="243"/>
                      <a:pt x="72" y="242"/>
                      <a:pt x="70" y="242"/>
                    </a:cubicBezTo>
                    <a:cubicBezTo>
                      <a:pt x="71" y="241"/>
                      <a:pt x="70" y="242"/>
                      <a:pt x="71" y="241"/>
                    </a:cubicBezTo>
                    <a:close/>
                    <a:moveTo>
                      <a:pt x="156" y="146"/>
                    </a:moveTo>
                    <a:cubicBezTo>
                      <a:pt x="156" y="146"/>
                      <a:pt x="157" y="146"/>
                      <a:pt x="156" y="147"/>
                    </a:cubicBezTo>
                    <a:cubicBezTo>
                      <a:pt x="156" y="147"/>
                      <a:pt x="155" y="147"/>
                      <a:pt x="156" y="14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" name="Freeform 11"/>
              <p:cNvSpPr/>
              <p:nvPr/>
            </p:nvSpPr>
            <p:spPr bwMode="auto">
              <a:xfrm>
                <a:off x="4854397" y="4333606"/>
                <a:ext cx="200025" cy="247650"/>
              </a:xfrm>
              <a:custGeom>
                <a:avLst/>
                <a:gdLst>
                  <a:gd name="T0" fmla="*/ 118 w 175"/>
                  <a:gd name="T1" fmla="*/ 8 h 216"/>
                  <a:gd name="T2" fmla="*/ 102 w 175"/>
                  <a:gd name="T3" fmla="*/ 0 h 216"/>
                  <a:gd name="T4" fmla="*/ 90 w 175"/>
                  <a:gd name="T5" fmla="*/ 10 h 216"/>
                  <a:gd name="T6" fmla="*/ 88 w 175"/>
                  <a:gd name="T7" fmla="*/ 35 h 216"/>
                  <a:gd name="T8" fmla="*/ 85 w 175"/>
                  <a:gd name="T9" fmla="*/ 57 h 216"/>
                  <a:gd name="T10" fmla="*/ 80 w 175"/>
                  <a:gd name="T11" fmla="*/ 72 h 216"/>
                  <a:gd name="T12" fmla="*/ 75 w 175"/>
                  <a:gd name="T13" fmla="*/ 80 h 216"/>
                  <a:gd name="T14" fmla="*/ 58 w 175"/>
                  <a:gd name="T15" fmla="*/ 88 h 216"/>
                  <a:gd name="T16" fmla="*/ 47 w 175"/>
                  <a:gd name="T17" fmla="*/ 94 h 216"/>
                  <a:gd name="T18" fmla="*/ 41 w 175"/>
                  <a:gd name="T19" fmla="*/ 98 h 216"/>
                  <a:gd name="T20" fmla="*/ 11 w 175"/>
                  <a:gd name="T21" fmla="*/ 105 h 216"/>
                  <a:gd name="T22" fmla="*/ 11 w 175"/>
                  <a:gd name="T23" fmla="*/ 122 h 216"/>
                  <a:gd name="T24" fmla="*/ 28 w 175"/>
                  <a:gd name="T25" fmla="*/ 131 h 216"/>
                  <a:gd name="T26" fmla="*/ 41 w 175"/>
                  <a:gd name="T27" fmla="*/ 133 h 216"/>
                  <a:gd name="T28" fmla="*/ 53 w 175"/>
                  <a:gd name="T29" fmla="*/ 130 h 216"/>
                  <a:gd name="T30" fmla="*/ 62 w 175"/>
                  <a:gd name="T31" fmla="*/ 127 h 216"/>
                  <a:gd name="T32" fmla="*/ 63 w 175"/>
                  <a:gd name="T33" fmla="*/ 139 h 216"/>
                  <a:gd name="T34" fmla="*/ 57 w 175"/>
                  <a:gd name="T35" fmla="*/ 151 h 216"/>
                  <a:gd name="T36" fmla="*/ 43 w 175"/>
                  <a:gd name="T37" fmla="*/ 173 h 216"/>
                  <a:gd name="T38" fmla="*/ 38 w 175"/>
                  <a:gd name="T39" fmla="*/ 179 h 216"/>
                  <a:gd name="T40" fmla="*/ 17 w 175"/>
                  <a:gd name="T41" fmla="*/ 198 h 216"/>
                  <a:gd name="T42" fmla="*/ 7 w 175"/>
                  <a:gd name="T43" fmla="*/ 205 h 216"/>
                  <a:gd name="T44" fmla="*/ 18 w 175"/>
                  <a:gd name="T45" fmla="*/ 215 h 216"/>
                  <a:gd name="T46" fmla="*/ 39 w 175"/>
                  <a:gd name="T47" fmla="*/ 213 h 216"/>
                  <a:gd name="T48" fmla="*/ 58 w 175"/>
                  <a:gd name="T49" fmla="*/ 201 h 216"/>
                  <a:gd name="T50" fmla="*/ 72 w 175"/>
                  <a:gd name="T51" fmla="*/ 184 h 216"/>
                  <a:gd name="T52" fmla="*/ 82 w 175"/>
                  <a:gd name="T53" fmla="*/ 170 h 216"/>
                  <a:gd name="T54" fmla="*/ 111 w 175"/>
                  <a:gd name="T55" fmla="*/ 165 h 216"/>
                  <a:gd name="T56" fmla="*/ 142 w 175"/>
                  <a:gd name="T57" fmla="*/ 200 h 216"/>
                  <a:gd name="T58" fmla="*/ 154 w 175"/>
                  <a:gd name="T59" fmla="*/ 205 h 216"/>
                  <a:gd name="T60" fmla="*/ 162 w 175"/>
                  <a:gd name="T61" fmla="*/ 207 h 216"/>
                  <a:gd name="T62" fmla="*/ 174 w 175"/>
                  <a:gd name="T63" fmla="*/ 195 h 216"/>
                  <a:gd name="T64" fmla="*/ 170 w 175"/>
                  <a:gd name="T65" fmla="*/ 175 h 216"/>
                  <a:gd name="T66" fmla="*/ 162 w 175"/>
                  <a:gd name="T67" fmla="*/ 165 h 216"/>
                  <a:gd name="T68" fmla="*/ 148 w 175"/>
                  <a:gd name="T69" fmla="*/ 153 h 216"/>
                  <a:gd name="T70" fmla="*/ 126 w 175"/>
                  <a:gd name="T71" fmla="*/ 139 h 216"/>
                  <a:gd name="T72" fmla="*/ 112 w 175"/>
                  <a:gd name="T73" fmla="*/ 134 h 216"/>
                  <a:gd name="T74" fmla="*/ 111 w 175"/>
                  <a:gd name="T75" fmla="*/ 135 h 216"/>
                  <a:gd name="T76" fmla="*/ 102 w 175"/>
                  <a:gd name="T77" fmla="*/ 132 h 216"/>
                  <a:gd name="T78" fmla="*/ 108 w 175"/>
                  <a:gd name="T79" fmla="*/ 109 h 216"/>
                  <a:gd name="T80" fmla="*/ 119 w 175"/>
                  <a:gd name="T81" fmla="*/ 103 h 216"/>
                  <a:gd name="T82" fmla="*/ 123 w 175"/>
                  <a:gd name="T83" fmla="*/ 101 h 216"/>
                  <a:gd name="T84" fmla="*/ 141 w 175"/>
                  <a:gd name="T85" fmla="*/ 92 h 216"/>
                  <a:gd name="T86" fmla="*/ 151 w 175"/>
                  <a:gd name="T87" fmla="*/ 89 h 216"/>
                  <a:gd name="T88" fmla="*/ 162 w 175"/>
                  <a:gd name="T89" fmla="*/ 84 h 216"/>
                  <a:gd name="T90" fmla="*/ 173 w 175"/>
                  <a:gd name="T91" fmla="*/ 69 h 216"/>
                  <a:gd name="T92" fmla="*/ 152 w 175"/>
                  <a:gd name="T93" fmla="*/ 59 h 216"/>
                  <a:gd name="T94" fmla="*/ 141 w 175"/>
                  <a:gd name="T95" fmla="*/ 54 h 216"/>
                  <a:gd name="T96" fmla="*/ 119 w 175"/>
                  <a:gd name="T97" fmla="*/ 58 h 216"/>
                  <a:gd name="T98" fmla="*/ 120 w 175"/>
                  <a:gd name="T99" fmla="*/ 37 h 216"/>
                  <a:gd name="T100" fmla="*/ 122 w 175"/>
                  <a:gd name="T101" fmla="*/ 25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175" h="216">
                    <a:moveTo>
                      <a:pt x="121" y="13"/>
                    </a:moveTo>
                    <a:cubicBezTo>
                      <a:pt x="120" y="11"/>
                      <a:pt x="119" y="11"/>
                      <a:pt x="119" y="9"/>
                    </a:cubicBezTo>
                    <a:cubicBezTo>
                      <a:pt x="118" y="10"/>
                      <a:pt x="118" y="10"/>
                      <a:pt x="118" y="10"/>
                    </a:cubicBezTo>
                    <a:cubicBezTo>
                      <a:pt x="118" y="9"/>
                      <a:pt x="118" y="8"/>
                      <a:pt x="118" y="8"/>
                    </a:cubicBezTo>
                    <a:cubicBezTo>
                      <a:pt x="117" y="7"/>
                      <a:pt x="117" y="7"/>
                      <a:pt x="117" y="7"/>
                    </a:cubicBezTo>
                    <a:cubicBezTo>
                      <a:pt x="116" y="6"/>
                      <a:pt x="115" y="5"/>
                      <a:pt x="114" y="4"/>
                    </a:cubicBezTo>
                    <a:cubicBezTo>
                      <a:pt x="112" y="2"/>
                      <a:pt x="109" y="1"/>
                      <a:pt x="107" y="1"/>
                    </a:cubicBezTo>
                    <a:cubicBezTo>
                      <a:pt x="105" y="0"/>
                      <a:pt x="104" y="0"/>
                      <a:pt x="102" y="0"/>
                    </a:cubicBezTo>
                    <a:cubicBezTo>
                      <a:pt x="99" y="1"/>
                      <a:pt x="99" y="1"/>
                      <a:pt x="99" y="1"/>
                    </a:cubicBezTo>
                    <a:cubicBezTo>
                      <a:pt x="99" y="1"/>
                      <a:pt x="99" y="1"/>
                      <a:pt x="98" y="1"/>
                    </a:cubicBezTo>
                    <a:cubicBezTo>
                      <a:pt x="96" y="3"/>
                      <a:pt x="96" y="6"/>
                      <a:pt x="92" y="6"/>
                    </a:cubicBezTo>
                    <a:cubicBezTo>
                      <a:pt x="90" y="10"/>
                      <a:pt x="90" y="10"/>
                      <a:pt x="90" y="10"/>
                    </a:cubicBezTo>
                    <a:cubicBezTo>
                      <a:pt x="88" y="19"/>
                      <a:pt x="91" y="18"/>
                      <a:pt x="90" y="20"/>
                    </a:cubicBezTo>
                    <a:cubicBezTo>
                      <a:pt x="90" y="20"/>
                      <a:pt x="90" y="20"/>
                      <a:pt x="90" y="20"/>
                    </a:cubicBezTo>
                    <a:cubicBezTo>
                      <a:pt x="90" y="21"/>
                      <a:pt x="90" y="21"/>
                      <a:pt x="90" y="21"/>
                    </a:cubicBezTo>
                    <a:cubicBezTo>
                      <a:pt x="90" y="25"/>
                      <a:pt x="88" y="31"/>
                      <a:pt x="88" y="35"/>
                    </a:cubicBezTo>
                    <a:cubicBezTo>
                      <a:pt x="88" y="36"/>
                      <a:pt x="88" y="36"/>
                      <a:pt x="88" y="36"/>
                    </a:cubicBezTo>
                    <a:cubicBezTo>
                      <a:pt x="88" y="38"/>
                      <a:pt x="87" y="38"/>
                      <a:pt x="87" y="41"/>
                    </a:cubicBezTo>
                    <a:cubicBezTo>
                      <a:pt x="85" y="52"/>
                      <a:pt x="85" y="52"/>
                      <a:pt x="85" y="52"/>
                    </a:cubicBezTo>
                    <a:cubicBezTo>
                      <a:pt x="85" y="54"/>
                      <a:pt x="85" y="54"/>
                      <a:pt x="85" y="57"/>
                    </a:cubicBezTo>
                    <a:cubicBezTo>
                      <a:pt x="82" y="63"/>
                      <a:pt x="82" y="63"/>
                      <a:pt x="82" y="63"/>
                    </a:cubicBezTo>
                    <a:cubicBezTo>
                      <a:pt x="82" y="63"/>
                      <a:pt x="82" y="65"/>
                      <a:pt x="82" y="66"/>
                    </a:cubicBezTo>
                    <a:cubicBezTo>
                      <a:pt x="81" y="65"/>
                      <a:pt x="82" y="66"/>
                      <a:pt x="81" y="68"/>
                    </a:cubicBezTo>
                    <a:cubicBezTo>
                      <a:pt x="80" y="72"/>
                      <a:pt x="80" y="72"/>
                      <a:pt x="80" y="72"/>
                    </a:cubicBezTo>
                    <a:cubicBezTo>
                      <a:pt x="79" y="72"/>
                      <a:pt x="80" y="72"/>
                      <a:pt x="80" y="72"/>
                    </a:cubicBezTo>
                    <a:cubicBezTo>
                      <a:pt x="80" y="73"/>
                      <a:pt x="80" y="75"/>
                      <a:pt x="79" y="76"/>
                    </a:cubicBezTo>
                    <a:cubicBezTo>
                      <a:pt x="78" y="78"/>
                      <a:pt x="76" y="79"/>
                      <a:pt x="74" y="79"/>
                    </a:cubicBezTo>
                    <a:cubicBezTo>
                      <a:pt x="75" y="80"/>
                      <a:pt x="75" y="80"/>
                      <a:pt x="75" y="80"/>
                    </a:cubicBezTo>
                    <a:cubicBezTo>
                      <a:pt x="72" y="80"/>
                      <a:pt x="69" y="82"/>
                      <a:pt x="66" y="84"/>
                    </a:cubicBezTo>
                    <a:cubicBezTo>
                      <a:pt x="64" y="85"/>
                      <a:pt x="65" y="84"/>
                      <a:pt x="64" y="85"/>
                    </a:cubicBezTo>
                    <a:cubicBezTo>
                      <a:pt x="63" y="86"/>
                      <a:pt x="61" y="86"/>
                      <a:pt x="61" y="86"/>
                    </a:cubicBezTo>
                    <a:cubicBezTo>
                      <a:pt x="60" y="87"/>
                      <a:pt x="60" y="88"/>
                      <a:pt x="58" y="88"/>
                    </a:cubicBezTo>
                    <a:cubicBezTo>
                      <a:pt x="51" y="92"/>
                      <a:pt x="51" y="92"/>
                      <a:pt x="51" y="92"/>
                    </a:cubicBezTo>
                    <a:cubicBezTo>
                      <a:pt x="51" y="92"/>
                      <a:pt x="51" y="92"/>
                      <a:pt x="51" y="92"/>
                    </a:cubicBezTo>
                    <a:cubicBezTo>
                      <a:pt x="49" y="93"/>
                      <a:pt x="49" y="93"/>
                      <a:pt x="49" y="93"/>
                    </a:cubicBezTo>
                    <a:cubicBezTo>
                      <a:pt x="48" y="93"/>
                      <a:pt x="48" y="94"/>
                      <a:pt x="47" y="94"/>
                    </a:cubicBezTo>
                    <a:cubicBezTo>
                      <a:pt x="44" y="96"/>
                      <a:pt x="44" y="96"/>
                      <a:pt x="44" y="96"/>
                    </a:cubicBezTo>
                    <a:cubicBezTo>
                      <a:pt x="42" y="97"/>
                      <a:pt x="44" y="97"/>
                      <a:pt x="41" y="97"/>
                    </a:cubicBezTo>
                    <a:cubicBezTo>
                      <a:pt x="42" y="97"/>
                      <a:pt x="42" y="97"/>
                      <a:pt x="42" y="97"/>
                    </a:cubicBezTo>
                    <a:cubicBezTo>
                      <a:pt x="42" y="97"/>
                      <a:pt x="42" y="98"/>
                      <a:pt x="41" y="98"/>
                    </a:cubicBezTo>
                    <a:cubicBezTo>
                      <a:pt x="26" y="102"/>
                      <a:pt x="26" y="102"/>
                      <a:pt x="26" y="102"/>
                    </a:cubicBezTo>
                    <a:cubicBezTo>
                      <a:pt x="24" y="102"/>
                      <a:pt x="21" y="102"/>
                      <a:pt x="19" y="102"/>
                    </a:cubicBezTo>
                    <a:cubicBezTo>
                      <a:pt x="18" y="103"/>
                      <a:pt x="19" y="103"/>
                      <a:pt x="18" y="103"/>
                    </a:cubicBezTo>
                    <a:cubicBezTo>
                      <a:pt x="11" y="105"/>
                      <a:pt x="11" y="105"/>
                      <a:pt x="11" y="105"/>
                    </a:cubicBezTo>
                    <a:cubicBezTo>
                      <a:pt x="12" y="106"/>
                      <a:pt x="12" y="105"/>
                      <a:pt x="12" y="106"/>
                    </a:cubicBezTo>
                    <a:cubicBezTo>
                      <a:pt x="12" y="106"/>
                      <a:pt x="11" y="107"/>
                      <a:pt x="11" y="107"/>
                    </a:cubicBezTo>
                    <a:cubicBezTo>
                      <a:pt x="7" y="113"/>
                      <a:pt x="11" y="111"/>
                      <a:pt x="9" y="116"/>
                    </a:cubicBezTo>
                    <a:cubicBezTo>
                      <a:pt x="8" y="118"/>
                      <a:pt x="10" y="120"/>
                      <a:pt x="11" y="122"/>
                    </a:cubicBezTo>
                    <a:cubicBezTo>
                      <a:pt x="13" y="125"/>
                      <a:pt x="13" y="123"/>
                      <a:pt x="15" y="125"/>
                    </a:cubicBezTo>
                    <a:cubicBezTo>
                      <a:pt x="18" y="127"/>
                      <a:pt x="18" y="127"/>
                      <a:pt x="18" y="127"/>
                    </a:cubicBezTo>
                    <a:cubicBezTo>
                      <a:pt x="19" y="128"/>
                      <a:pt x="19" y="127"/>
                      <a:pt x="21" y="128"/>
                    </a:cubicBezTo>
                    <a:cubicBezTo>
                      <a:pt x="24" y="129"/>
                      <a:pt x="26" y="131"/>
                      <a:pt x="28" y="131"/>
                    </a:cubicBezTo>
                    <a:cubicBezTo>
                      <a:pt x="35" y="132"/>
                      <a:pt x="35" y="132"/>
                      <a:pt x="35" y="132"/>
                    </a:cubicBezTo>
                    <a:cubicBezTo>
                      <a:pt x="35" y="132"/>
                      <a:pt x="36" y="132"/>
                      <a:pt x="36" y="132"/>
                    </a:cubicBezTo>
                    <a:cubicBezTo>
                      <a:pt x="40" y="133"/>
                      <a:pt x="40" y="133"/>
                      <a:pt x="40" y="133"/>
                    </a:cubicBezTo>
                    <a:cubicBezTo>
                      <a:pt x="40" y="133"/>
                      <a:pt x="41" y="133"/>
                      <a:pt x="41" y="133"/>
                    </a:cubicBezTo>
                    <a:cubicBezTo>
                      <a:pt x="44" y="133"/>
                      <a:pt x="44" y="133"/>
                      <a:pt x="44" y="133"/>
                    </a:cubicBezTo>
                    <a:cubicBezTo>
                      <a:pt x="44" y="133"/>
                      <a:pt x="44" y="133"/>
                      <a:pt x="44" y="133"/>
                    </a:cubicBezTo>
                    <a:cubicBezTo>
                      <a:pt x="53" y="130"/>
                      <a:pt x="53" y="130"/>
                      <a:pt x="53" y="130"/>
                    </a:cubicBezTo>
                    <a:cubicBezTo>
                      <a:pt x="53" y="130"/>
                      <a:pt x="53" y="130"/>
                      <a:pt x="53" y="130"/>
                    </a:cubicBezTo>
                    <a:cubicBezTo>
                      <a:pt x="55" y="129"/>
                      <a:pt x="55" y="129"/>
                      <a:pt x="55" y="129"/>
                    </a:cubicBezTo>
                    <a:cubicBezTo>
                      <a:pt x="55" y="129"/>
                      <a:pt x="55" y="129"/>
                      <a:pt x="55" y="129"/>
                    </a:cubicBezTo>
                    <a:cubicBezTo>
                      <a:pt x="57" y="128"/>
                      <a:pt x="57" y="129"/>
                      <a:pt x="59" y="128"/>
                    </a:cubicBezTo>
                    <a:cubicBezTo>
                      <a:pt x="61" y="126"/>
                      <a:pt x="59" y="127"/>
                      <a:pt x="62" y="127"/>
                    </a:cubicBezTo>
                    <a:cubicBezTo>
                      <a:pt x="69" y="124"/>
                      <a:pt x="69" y="124"/>
                      <a:pt x="69" y="124"/>
                    </a:cubicBezTo>
                    <a:cubicBezTo>
                      <a:pt x="68" y="126"/>
                      <a:pt x="69" y="124"/>
                      <a:pt x="68" y="126"/>
                    </a:cubicBezTo>
                    <a:cubicBezTo>
                      <a:pt x="67" y="132"/>
                      <a:pt x="67" y="130"/>
                      <a:pt x="65" y="135"/>
                    </a:cubicBezTo>
                    <a:cubicBezTo>
                      <a:pt x="63" y="139"/>
                      <a:pt x="63" y="139"/>
                      <a:pt x="63" y="139"/>
                    </a:cubicBezTo>
                    <a:cubicBezTo>
                      <a:pt x="63" y="139"/>
                      <a:pt x="63" y="139"/>
                      <a:pt x="63" y="140"/>
                    </a:cubicBezTo>
                    <a:cubicBezTo>
                      <a:pt x="63" y="140"/>
                      <a:pt x="63" y="140"/>
                      <a:pt x="63" y="140"/>
                    </a:cubicBezTo>
                    <a:cubicBezTo>
                      <a:pt x="61" y="144"/>
                      <a:pt x="62" y="141"/>
                      <a:pt x="60" y="145"/>
                    </a:cubicBezTo>
                    <a:cubicBezTo>
                      <a:pt x="57" y="151"/>
                      <a:pt x="57" y="151"/>
                      <a:pt x="57" y="151"/>
                    </a:cubicBezTo>
                    <a:cubicBezTo>
                      <a:pt x="57" y="151"/>
                      <a:pt x="56" y="152"/>
                      <a:pt x="56" y="152"/>
                    </a:cubicBezTo>
                    <a:cubicBezTo>
                      <a:pt x="49" y="165"/>
                      <a:pt x="49" y="165"/>
                      <a:pt x="49" y="165"/>
                    </a:cubicBezTo>
                    <a:cubicBezTo>
                      <a:pt x="49" y="165"/>
                      <a:pt x="48" y="165"/>
                      <a:pt x="48" y="165"/>
                    </a:cubicBezTo>
                    <a:cubicBezTo>
                      <a:pt x="43" y="173"/>
                      <a:pt x="43" y="173"/>
                      <a:pt x="43" y="173"/>
                    </a:cubicBezTo>
                    <a:cubicBezTo>
                      <a:pt x="42" y="174"/>
                      <a:pt x="42" y="174"/>
                      <a:pt x="41" y="175"/>
                    </a:cubicBezTo>
                    <a:cubicBezTo>
                      <a:pt x="40" y="176"/>
                      <a:pt x="40" y="176"/>
                      <a:pt x="40" y="177"/>
                    </a:cubicBezTo>
                    <a:cubicBezTo>
                      <a:pt x="39" y="176"/>
                      <a:pt x="39" y="176"/>
                      <a:pt x="39" y="176"/>
                    </a:cubicBezTo>
                    <a:cubicBezTo>
                      <a:pt x="39" y="178"/>
                      <a:pt x="39" y="178"/>
                      <a:pt x="38" y="179"/>
                    </a:cubicBezTo>
                    <a:cubicBezTo>
                      <a:pt x="28" y="190"/>
                      <a:pt x="28" y="190"/>
                      <a:pt x="28" y="190"/>
                    </a:cubicBezTo>
                    <a:cubicBezTo>
                      <a:pt x="27" y="190"/>
                      <a:pt x="27" y="190"/>
                      <a:pt x="27" y="189"/>
                    </a:cubicBezTo>
                    <a:cubicBezTo>
                      <a:pt x="26" y="191"/>
                      <a:pt x="23" y="193"/>
                      <a:pt x="22" y="194"/>
                    </a:cubicBezTo>
                    <a:cubicBezTo>
                      <a:pt x="17" y="198"/>
                      <a:pt x="17" y="198"/>
                      <a:pt x="17" y="198"/>
                    </a:cubicBezTo>
                    <a:cubicBezTo>
                      <a:pt x="17" y="198"/>
                      <a:pt x="16" y="199"/>
                      <a:pt x="16" y="199"/>
                    </a:cubicBezTo>
                    <a:cubicBezTo>
                      <a:pt x="15" y="199"/>
                      <a:pt x="15" y="199"/>
                      <a:pt x="15" y="199"/>
                    </a:cubicBezTo>
                    <a:cubicBezTo>
                      <a:pt x="7" y="205"/>
                      <a:pt x="7" y="205"/>
                      <a:pt x="7" y="205"/>
                    </a:cubicBezTo>
                    <a:cubicBezTo>
                      <a:pt x="7" y="205"/>
                      <a:pt x="7" y="205"/>
                      <a:pt x="7" y="205"/>
                    </a:cubicBezTo>
                    <a:cubicBezTo>
                      <a:pt x="0" y="209"/>
                      <a:pt x="0" y="209"/>
                      <a:pt x="0" y="209"/>
                    </a:cubicBezTo>
                    <a:cubicBezTo>
                      <a:pt x="0" y="211"/>
                      <a:pt x="0" y="211"/>
                      <a:pt x="0" y="211"/>
                    </a:cubicBezTo>
                    <a:cubicBezTo>
                      <a:pt x="2" y="211"/>
                      <a:pt x="4" y="211"/>
                      <a:pt x="5" y="213"/>
                    </a:cubicBezTo>
                    <a:cubicBezTo>
                      <a:pt x="9" y="211"/>
                      <a:pt x="14" y="215"/>
                      <a:pt x="18" y="215"/>
                    </a:cubicBezTo>
                    <a:cubicBezTo>
                      <a:pt x="22" y="215"/>
                      <a:pt x="24" y="214"/>
                      <a:pt x="28" y="214"/>
                    </a:cubicBezTo>
                    <a:cubicBezTo>
                      <a:pt x="28" y="216"/>
                      <a:pt x="28" y="216"/>
                      <a:pt x="28" y="216"/>
                    </a:cubicBezTo>
                    <a:cubicBezTo>
                      <a:pt x="34" y="215"/>
                      <a:pt x="35" y="214"/>
                      <a:pt x="35" y="214"/>
                    </a:cubicBezTo>
                    <a:cubicBezTo>
                      <a:pt x="37" y="213"/>
                      <a:pt x="38" y="213"/>
                      <a:pt x="39" y="213"/>
                    </a:cubicBezTo>
                    <a:cubicBezTo>
                      <a:pt x="42" y="211"/>
                      <a:pt x="42" y="211"/>
                      <a:pt x="42" y="211"/>
                    </a:cubicBezTo>
                    <a:cubicBezTo>
                      <a:pt x="47" y="209"/>
                      <a:pt x="48" y="206"/>
                      <a:pt x="54" y="205"/>
                    </a:cubicBezTo>
                    <a:cubicBezTo>
                      <a:pt x="56" y="204"/>
                      <a:pt x="56" y="203"/>
                      <a:pt x="57" y="204"/>
                    </a:cubicBezTo>
                    <a:cubicBezTo>
                      <a:pt x="58" y="201"/>
                      <a:pt x="58" y="201"/>
                      <a:pt x="58" y="201"/>
                    </a:cubicBezTo>
                    <a:cubicBezTo>
                      <a:pt x="60" y="200"/>
                      <a:pt x="59" y="200"/>
                      <a:pt x="61" y="198"/>
                    </a:cubicBezTo>
                    <a:cubicBezTo>
                      <a:pt x="67" y="192"/>
                      <a:pt x="67" y="192"/>
                      <a:pt x="67" y="192"/>
                    </a:cubicBezTo>
                    <a:cubicBezTo>
                      <a:pt x="68" y="191"/>
                      <a:pt x="69" y="189"/>
                      <a:pt x="70" y="188"/>
                    </a:cubicBezTo>
                    <a:cubicBezTo>
                      <a:pt x="72" y="186"/>
                      <a:pt x="71" y="187"/>
                      <a:pt x="72" y="184"/>
                    </a:cubicBezTo>
                    <a:cubicBezTo>
                      <a:pt x="76" y="179"/>
                      <a:pt x="76" y="179"/>
                      <a:pt x="76" y="179"/>
                    </a:cubicBezTo>
                    <a:cubicBezTo>
                      <a:pt x="76" y="178"/>
                      <a:pt x="77" y="178"/>
                      <a:pt x="77" y="177"/>
                    </a:cubicBezTo>
                    <a:cubicBezTo>
                      <a:pt x="79" y="175"/>
                      <a:pt x="80" y="173"/>
                      <a:pt x="81" y="171"/>
                    </a:cubicBezTo>
                    <a:cubicBezTo>
                      <a:pt x="82" y="170"/>
                      <a:pt x="82" y="171"/>
                      <a:pt x="82" y="170"/>
                    </a:cubicBezTo>
                    <a:cubicBezTo>
                      <a:pt x="95" y="146"/>
                      <a:pt x="95" y="146"/>
                      <a:pt x="95" y="146"/>
                    </a:cubicBezTo>
                    <a:cubicBezTo>
                      <a:pt x="95" y="146"/>
                      <a:pt x="96" y="145"/>
                      <a:pt x="96" y="145"/>
                    </a:cubicBezTo>
                    <a:cubicBezTo>
                      <a:pt x="100" y="148"/>
                      <a:pt x="102" y="154"/>
                      <a:pt x="106" y="157"/>
                    </a:cubicBezTo>
                    <a:cubicBezTo>
                      <a:pt x="109" y="161"/>
                      <a:pt x="109" y="161"/>
                      <a:pt x="111" y="165"/>
                    </a:cubicBezTo>
                    <a:cubicBezTo>
                      <a:pt x="119" y="176"/>
                      <a:pt x="119" y="176"/>
                      <a:pt x="119" y="176"/>
                    </a:cubicBezTo>
                    <a:cubicBezTo>
                      <a:pt x="120" y="178"/>
                      <a:pt x="119" y="177"/>
                      <a:pt x="120" y="178"/>
                    </a:cubicBezTo>
                    <a:cubicBezTo>
                      <a:pt x="124" y="183"/>
                      <a:pt x="123" y="184"/>
                      <a:pt x="129" y="189"/>
                    </a:cubicBezTo>
                    <a:cubicBezTo>
                      <a:pt x="142" y="200"/>
                      <a:pt x="142" y="200"/>
                      <a:pt x="142" y="200"/>
                    </a:cubicBezTo>
                    <a:cubicBezTo>
                      <a:pt x="142" y="200"/>
                      <a:pt x="143" y="200"/>
                      <a:pt x="143" y="200"/>
                    </a:cubicBezTo>
                    <a:cubicBezTo>
                      <a:pt x="145" y="202"/>
                      <a:pt x="145" y="202"/>
                      <a:pt x="145" y="202"/>
                    </a:cubicBezTo>
                    <a:cubicBezTo>
                      <a:pt x="146" y="202"/>
                      <a:pt x="146" y="202"/>
                      <a:pt x="146" y="202"/>
                    </a:cubicBezTo>
                    <a:cubicBezTo>
                      <a:pt x="154" y="205"/>
                      <a:pt x="154" y="205"/>
                      <a:pt x="154" y="205"/>
                    </a:cubicBezTo>
                    <a:cubicBezTo>
                      <a:pt x="158" y="207"/>
                      <a:pt x="159" y="206"/>
                      <a:pt x="160" y="206"/>
                    </a:cubicBezTo>
                    <a:cubicBezTo>
                      <a:pt x="161" y="207"/>
                      <a:pt x="160" y="206"/>
                      <a:pt x="161" y="206"/>
                    </a:cubicBezTo>
                    <a:cubicBezTo>
                      <a:pt x="162" y="207"/>
                      <a:pt x="162" y="207"/>
                      <a:pt x="162" y="207"/>
                    </a:cubicBezTo>
                    <a:cubicBezTo>
                      <a:pt x="162" y="207"/>
                      <a:pt x="162" y="207"/>
                      <a:pt x="162" y="207"/>
                    </a:cubicBezTo>
                    <a:cubicBezTo>
                      <a:pt x="162" y="206"/>
                      <a:pt x="162" y="207"/>
                      <a:pt x="162" y="206"/>
                    </a:cubicBezTo>
                    <a:cubicBezTo>
                      <a:pt x="167" y="206"/>
                      <a:pt x="170" y="203"/>
                      <a:pt x="173" y="200"/>
                    </a:cubicBezTo>
                    <a:cubicBezTo>
                      <a:pt x="173" y="199"/>
                      <a:pt x="174" y="199"/>
                      <a:pt x="174" y="198"/>
                    </a:cubicBezTo>
                    <a:cubicBezTo>
                      <a:pt x="174" y="197"/>
                      <a:pt x="174" y="195"/>
                      <a:pt x="174" y="195"/>
                    </a:cubicBezTo>
                    <a:cubicBezTo>
                      <a:pt x="175" y="193"/>
                      <a:pt x="175" y="193"/>
                      <a:pt x="175" y="193"/>
                    </a:cubicBezTo>
                    <a:cubicBezTo>
                      <a:pt x="175" y="190"/>
                      <a:pt x="175" y="188"/>
                      <a:pt x="174" y="185"/>
                    </a:cubicBezTo>
                    <a:cubicBezTo>
                      <a:pt x="174" y="184"/>
                      <a:pt x="174" y="184"/>
                      <a:pt x="174" y="184"/>
                    </a:cubicBezTo>
                    <a:cubicBezTo>
                      <a:pt x="170" y="175"/>
                      <a:pt x="170" y="175"/>
                      <a:pt x="170" y="175"/>
                    </a:cubicBezTo>
                    <a:cubicBezTo>
                      <a:pt x="169" y="174"/>
                      <a:pt x="170" y="174"/>
                      <a:pt x="168" y="171"/>
                    </a:cubicBezTo>
                    <a:cubicBezTo>
                      <a:pt x="164" y="167"/>
                      <a:pt x="164" y="167"/>
                      <a:pt x="164" y="167"/>
                    </a:cubicBezTo>
                    <a:cubicBezTo>
                      <a:pt x="163" y="166"/>
                      <a:pt x="163" y="166"/>
                      <a:pt x="163" y="166"/>
                    </a:cubicBezTo>
                    <a:cubicBezTo>
                      <a:pt x="162" y="165"/>
                      <a:pt x="162" y="165"/>
                      <a:pt x="162" y="165"/>
                    </a:cubicBezTo>
                    <a:cubicBezTo>
                      <a:pt x="161" y="164"/>
                      <a:pt x="161" y="164"/>
                      <a:pt x="159" y="163"/>
                    </a:cubicBezTo>
                    <a:cubicBezTo>
                      <a:pt x="160" y="162"/>
                      <a:pt x="160" y="162"/>
                      <a:pt x="160" y="162"/>
                    </a:cubicBezTo>
                    <a:cubicBezTo>
                      <a:pt x="158" y="162"/>
                      <a:pt x="159" y="161"/>
                      <a:pt x="157" y="160"/>
                    </a:cubicBezTo>
                    <a:cubicBezTo>
                      <a:pt x="148" y="153"/>
                      <a:pt x="148" y="153"/>
                      <a:pt x="148" y="153"/>
                    </a:cubicBezTo>
                    <a:cubicBezTo>
                      <a:pt x="146" y="151"/>
                      <a:pt x="142" y="146"/>
                      <a:pt x="138" y="145"/>
                    </a:cubicBezTo>
                    <a:cubicBezTo>
                      <a:pt x="139" y="145"/>
                      <a:pt x="139" y="145"/>
                      <a:pt x="139" y="145"/>
                    </a:cubicBezTo>
                    <a:cubicBezTo>
                      <a:pt x="137" y="144"/>
                      <a:pt x="136" y="144"/>
                      <a:pt x="135" y="143"/>
                    </a:cubicBezTo>
                    <a:cubicBezTo>
                      <a:pt x="126" y="139"/>
                      <a:pt x="126" y="139"/>
                      <a:pt x="126" y="139"/>
                    </a:cubicBezTo>
                    <a:cubicBezTo>
                      <a:pt x="123" y="138"/>
                      <a:pt x="122" y="137"/>
                      <a:pt x="119" y="137"/>
                    </a:cubicBezTo>
                    <a:cubicBezTo>
                      <a:pt x="119" y="136"/>
                      <a:pt x="117" y="136"/>
                      <a:pt x="116" y="135"/>
                    </a:cubicBezTo>
                    <a:cubicBezTo>
                      <a:pt x="113" y="135"/>
                      <a:pt x="113" y="135"/>
                      <a:pt x="113" y="135"/>
                    </a:cubicBezTo>
                    <a:cubicBezTo>
                      <a:pt x="112" y="133"/>
                      <a:pt x="113" y="134"/>
                      <a:pt x="112" y="134"/>
                    </a:cubicBezTo>
                    <a:cubicBezTo>
                      <a:pt x="111" y="134"/>
                      <a:pt x="111" y="134"/>
                      <a:pt x="111" y="134"/>
                    </a:cubicBezTo>
                    <a:cubicBezTo>
                      <a:pt x="111" y="134"/>
                      <a:pt x="111" y="134"/>
                      <a:pt x="111" y="134"/>
                    </a:cubicBezTo>
                    <a:cubicBezTo>
                      <a:pt x="111" y="134"/>
                      <a:pt x="111" y="135"/>
                      <a:pt x="111" y="135"/>
                    </a:cubicBezTo>
                    <a:cubicBezTo>
                      <a:pt x="111" y="134"/>
                      <a:pt x="111" y="135"/>
                      <a:pt x="111" y="135"/>
                    </a:cubicBezTo>
                    <a:cubicBezTo>
                      <a:pt x="110" y="134"/>
                      <a:pt x="110" y="134"/>
                      <a:pt x="110" y="134"/>
                    </a:cubicBezTo>
                    <a:cubicBezTo>
                      <a:pt x="110" y="134"/>
                      <a:pt x="109" y="134"/>
                      <a:pt x="109" y="134"/>
                    </a:cubicBezTo>
                    <a:cubicBezTo>
                      <a:pt x="108" y="133"/>
                      <a:pt x="106" y="134"/>
                      <a:pt x="106" y="133"/>
                    </a:cubicBezTo>
                    <a:cubicBezTo>
                      <a:pt x="103" y="133"/>
                      <a:pt x="104" y="132"/>
                      <a:pt x="102" y="132"/>
                    </a:cubicBezTo>
                    <a:cubicBezTo>
                      <a:pt x="105" y="121"/>
                      <a:pt x="105" y="121"/>
                      <a:pt x="105" y="121"/>
                    </a:cubicBezTo>
                    <a:cubicBezTo>
                      <a:pt x="105" y="119"/>
                      <a:pt x="105" y="120"/>
                      <a:pt x="105" y="119"/>
                    </a:cubicBezTo>
                    <a:cubicBezTo>
                      <a:pt x="107" y="114"/>
                      <a:pt x="107" y="114"/>
                      <a:pt x="107" y="114"/>
                    </a:cubicBezTo>
                    <a:cubicBezTo>
                      <a:pt x="107" y="110"/>
                      <a:pt x="107" y="112"/>
                      <a:pt x="108" y="109"/>
                    </a:cubicBezTo>
                    <a:cubicBezTo>
                      <a:pt x="109" y="108"/>
                      <a:pt x="109" y="108"/>
                      <a:pt x="109" y="108"/>
                    </a:cubicBezTo>
                    <a:cubicBezTo>
                      <a:pt x="109" y="106"/>
                      <a:pt x="109" y="107"/>
                      <a:pt x="109" y="105"/>
                    </a:cubicBezTo>
                    <a:cubicBezTo>
                      <a:pt x="113" y="105"/>
                      <a:pt x="114" y="104"/>
                      <a:pt x="117" y="103"/>
                    </a:cubicBezTo>
                    <a:cubicBezTo>
                      <a:pt x="118" y="103"/>
                      <a:pt x="119" y="103"/>
                      <a:pt x="119" y="103"/>
                    </a:cubicBezTo>
                    <a:cubicBezTo>
                      <a:pt x="120" y="102"/>
                      <a:pt x="120" y="102"/>
                      <a:pt x="120" y="102"/>
                    </a:cubicBezTo>
                    <a:cubicBezTo>
                      <a:pt x="120" y="102"/>
                      <a:pt x="121" y="102"/>
                      <a:pt x="121" y="102"/>
                    </a:cubicBezTo>
                    <a:cubicBezTo>
                      <a:pt x="122" y="102"/>
                      <a:pt x="122" y="102"/>
                      <a:pt x="122" y="102"/>
                    </a:cubicBezTo>
                    <a:cubicBezTo>
                      <a:pt x="124" y="101"/>
                      <a:pt x="122" y="102"/>
                      <a:pt x="123" y="101"/>
                    </a:cubicBezTo>
                    <a:cubicBezTo>
                      <a:pt x="135" y="96"/>
                      <a:pt x="135" y="96"/>
                      <a:pt x="135" y="96"/>
                    </a:cubicBezTo>
                    <a:cubicBezTo>
                      <a:pt x="136" y="95"/>
                      <a:pt x="136" y="95"/>
                      <a:pt x="137" y="95"/>
                    </a:cubicBezTo>
                    <a:cubicBezTo>
                      <a:pt x="139" y="93"/>
                      <a:pt x="139" y="93"/>
                      <a:pt x="141" y="93"/>
                    </a:cubicBezTo>
                    <a:cubicBezTo>
                      <a:pt x="141" y="92"/>
                      <a:pt x="141" y="92"/>
                      <a:pt x="141" y="92"/>
                    </a:cubicBezTo>
                    <a:cubicBezTo>
                      <a:pt x="143" y="92"/>
                      <a:pt x="142" y="92"/>
                      <a:pt x="143" y="91"/>
                    </a:cubicBezTo>
                    <a:cubicBezTo>
                      <a:pt x="144" y="91"/>
                      <a:pt x="144" y="91"/>
                      <a:pt x="144" y="91"/>
                    </a:cubicBezTo>
                    <a:cubicBezTo>
                      <a:pt x="151" y="90"/>
                      <a:pt x="151" y="90"/>
                      <a:pt x="151" y="90"/>
                    </a:cubicBezTo>
                    <a:cubicBezTo>
                      <a:pt x="151" y="90"/>
                      <a:pt x="151" y="89"/>
                      <a:pt x="151" y="89"/>
                    </a:cubicBezTo>
                    <a:cubicBezTo>
                      <a:pt x="152" y="89"/>
                      <a:pt x="152" y="89"/>
                      <a:pt x="152" y="89"/>
                    </a:cubicBezTo>
                    <a:cubicBezTo>
                      <a:pt x="159" y="88"/>
                      <a:pt x="159" y="88"/>
                      <a:pt x="159" y="88"/>
                    </a:cubicBezTo>
                    <a:cubicBezTo>
                      <a:pt x="160" y="85"/>
                      <a:pt x="159" y="89"/>
                      <a:pt x="160" y="86"/>
                    </a:cubicBezTo>
                    <a:cubicBezTo>
                      <a:pt x="161" y="84"/>
                      <a:pt x="161" y="85"/>
                      <a:pt x="162" y="84"/>
                    </a:cubicBezTo>
                    <a:cubicBezTo>
                      <a:pt x="163" y="82"/>
                      <a:pt x="162" y="83"/>
                      <a:pt x="163" y="82"/>
                    </a:cubicBezTo>
                    <a:cubicBezTo>
                      <a:pt x="164" y="80"/>
                      <a:pt x="168" y="77"/>
                      <a:pt x="170" y="76"/>
                    </a:cubicBezTo>
                    <a:cubicBezTo>
                      <a:pt x="172" y="76"/>
                      <a:pt x="172" y="75"/>
                      <a:pt x="173" y="74"/>
                    </a:cubicBezTo>
                    <a:cubicBezTo>
                      <a:pt x="173" y="69"/>
                      <a:pt x="173" y="69"/>
                      <a:pt x="173" y="69"/>
                    </a:cubicBezTo>
                    <a:cubicBezTo>
                      <a:pt x="169" y="65"/>
                      <a:pt x="169" y="65"/>
                      <a:pt x="169" y="65"/>
                    </a:cubicBezTo>
                    <a:cubicBezTo>
                      <a:pt x="167" y="63"/>
                      <a:pt x="167" y="64"/>
                      <a:pt x="164" y="63"/>
                    </a:cubicBezTo>
                    <a:cubicBezTo>
                      <a:pt x="156" y="60"/>
                      <a:pt x="156" y="60"/>
                      <a:pt x="156" y="60"/>
                    </a:cubicBezTo>
                    <a:cubicBezTo>
                      <a:pt x="155" y="59"/>
                      <a:pt x="153" y="59"/>
                      <a:pt x="152" y="59"/>
                    </a:cubicBezTo>
                    <a:cubicBezTo>
                      <a:pt x="152" y="59"/>
                      <a:pt x="153" y="59"/>
                      <a:pt x="152" y="59"/>
                    </a:cubicBezTo>
                    <a:cubicBezTo>
                      <a:pt x="151" y="58"/>
                      <a:pt x="151" y="58"/>
                      <a:pt x="151" y="58"/>
                    </a:cubicBezTo>
                    <a:cubicBezTo>
                      <a:pt x="150" y="57"/>
                      <a:pt x="151" y="58"/>
                      <a:pt x="149" y="57"/>
                    </a:cubicBezTo>
                    <a:cubicBezTo>
                      <a:pt x="141" y="54"/>
                      <a:pt x="141" y="54"/>
                      <a:pt x="141" y="54"/>
                    </a:cubicBezTo>
                    <a:cubicBezTo>
                      <a:pt x="137" y="53"/>
                      <a:pt x="133" y="53"/>
                      <a:pt x="129" y="54"/>
                    </a:cubicBezTo>
                    <a:cubicBezTo>
                      <a:pt x="128" y="54"/>
                      <a:pt x="128" y="54"/>
                      <a:pt x="128" y="54"/>
                    </a:cubicBezTo>
                    <a:cubicBezTo>
                      <a:pt x="127" y="54"/>
                      <a:pt x="125" y="55"/>
                      <a:pt x="124" y="55"/>
                    </a:cubicBezTo>
                    <a:cubicBezTo>
                      <a:pt x="119" y="58"/>
                      <a:pt x="119" y="58"/>
                      <a:pt x="119" y="58"/>
                    </a:cubicBezTo>
                    <a:cubicBezTo>
                      <a:pt x="118" y="58"/>
                      <a:pt x="118" y="58"/>
                      <a:pt x="118" y="58"/>
                    </a:cubicBezTo>
                    <a:cubicBezTo>
                      <a:pt x="119" y="51"/>
                      <a:pt x="119" y="51"/>
                      <a:pt x="119" y="51"/>
                    </a:cubicBezTo>
                    <a:cubicBezTo>
                      <a:pt x="119" y="50"/>
                      <a:pt x="119" y="45"/>
                      <a:pt x="120" y="42"/>
                    </a:cubicBezTo>
                    <a:cubicBezTo>
                      <a:pt x="120" y="41"/>
                      <a:pt x="120" y="39"/>
                      <a:pt x="120" y="37"/>
                    </a:cubicBezTo>
                    <a:cubicBezTo>
                      <a:pt x="121" y="35"/>
                      <a:pt x="121" y="35"/>
                      <a:pt x="121" y="35"/>
                    </a:cubicBezTo>
                    <a:cubicBezTo>
                      <a:pt x="121" y="33"/>
                      <a:pt x="121" y="32"/>
                      <a:pt x="121" y="30"/>
                    </a:cubicBezTo>
                    <a:cubicBezTo>
                      <a:pt x="121" y="26"/>
                      <a:pt x="121" y="26"/>
                      <a:pt x="121" y="26"/>
                    </a:cubicBezTo>
                    <a:cubicBezTo>
                      <a:pt x="121" y="25"/>
                      <a:pt x="120" y="25"/>
                      <a:pt x="122" y="25"/>
                    </a:cubicBezTo>
                    <a:cubicBezTo>
                      <a:pt x="122" y="21"/>
                      <a:pt x="122" y="21"/>
                      <a:pt x="122" y="21"/>
                    </a:cubicBezTo>
                    <a:cubicBezTo>
                      <a:pt x="122" y="15"/>
                      <a:pt x="122" y="15"/>
                      <a:pt x="121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" name="Freeform 12"/>
              <p:cNvSpPr>
                <a:spLocks noEditPoints="1"/>
              </p:cNvSpPr>
              <p:nvPr/>
            </p:nvSpPr>
            <p:spPr bwMode="auto">
              <a:xfrm>
                <a:off x="4557534" y="4252643"/>
                <a:ext cx="242888" cy="369888"/>
              </a:xfrm>
              <a:custGeom>
                <a:avLst/>
                <a:gdLst>
                  <a:gd name="T0" fmla="*/ 148 w 212"/>
                  <a:gd name="T1" fmla="*/ 261 h 322"/>
                  <a:gd name="T2" fmla="*/ 107 w 212"/>
                  <a:gd name="T3" fmla="*/ 211 h 322"/>
                  <a:gd name="T4" fmla="*/ 121 w 212"/>
                  <a:gd name="T5" fmla="*/ 193 h 322"/>
                  <a:gd name="T6" fmla="*/ 111 w 212"/>
                  <a:gd name="T7" fmla="*/ 211 h 322"/>
                  <a:gd name="T8" fmla="*/ 113 w 212"/>
                  <a:gd name="T9" fmla="*/ 149 h 322"/>
                  <a:gd name="T10" fmla="*/ 147 w 212"/>
                  <a:gd name="T11" fmla="*/ 148 h 322"/>
                  <a:gd name="T12" fmla="*/ 136 w 212"/>
                  <a:gd name="T13" fmla="*/ 166 h 322"/>
                  <a:gd name="T14" fmla="*/ 135 w 212"/>
                  <a:gd name="T15" fmla="*/ 176 h 322"/>
                  <a:gd name="T16" fmla="*/ 140 w 212"/>
                  <a:gd name="T17" fmla="*/ 186 h 322"/>
                  <a:gd name="T18" fmla="*/ 153 w 212"/>
                  <a:gd name="T19" fmla="*/ 229 h 322"/>
                  <a:gd name="T20" fmla="*/ 153 w 212"/>
                  <a:gd name="T21" fmla="*/ 186 h 322"/>
                  <a:gd name="T22" fmla="*/ 116 w 212"/>
                  <a:gd name="T23" fmla="*/ 147 h 322"/>
                  <a:gd name="T24" fmla="*/ 133 w 212"/>
                  <a:gd name="T25" fmla="*/ 128 h 322"/>
                  <a:gd name="T26" fmla="*/ 123 w 212"/>
                  <a:gd name="T27" fmla="*/ 117 h 322"/>
                  <a:gd name="T28" fmla="*/ 160 w 212"/>
                  <a:gd name="T29" fmla="*/ 97 h 322"/>
                  <a:gd name="T30" fmla="*/ 161 w 212"/>
                  <a:gd name="T31" fmla="*/ 96 h 322"/>
                  <a:gd name="T32" fmla="*/ 95 w 212"/>
                  <a:gd name="T33" fmla="*/ 83 h 322"/>
                  <a:gd name="T34" fmla="*/ 130 w 212"/>
                  <a:gd name="T35" fmla="*/ 96 h 322"/>
                  <a:gd name="T36" fmla="*/ 140 w 212"/>
                  <a:gd name="T37" fmla="*/ 89 h 322"/>
                  <a:gd name="T38" fmla="*/ 130 w 212"/>
                  <a:gd name="T39" fmla="*/ 95 h 322"/>
                  <a:gd name="T40" fmla="*/ 124 w 212"/>
                  <a:gd name="T41" fmla="*/ 141 h 322"/>
                  <a:gd name="T42" fmla="*/ 140 w 212"/>
                  <a:gd name="T43" fmla="*/ 122 h 322"/>
                  <a:gd name="T44" fmla="*/ 148 w 212"/>
                  <a:gd name="T45" fmla="*/ 110 h 322"/>
                  <a:gd name="T46" fmla="*/ 167 w 212"/>
                  <a:gd name="T47" fmla="*/ 94 h 322"/>
                  <a:gd name="T48" fmla="*/ 173 w 212"/>
                  <a:gd name="T49" fmla="*/ 61 h 322"/>
                  <a:gd name="T50" fmla="*/ 137 w 212"/>
                  <a:gd name="T51" fmla="*/ 73 h 322"/>
                  <a:gd name="T52" fmla="*/ 105 w 212"/>
                  <a:gd name="T53" fmla="*/ 109 h 322"/>
                  <a:gd name="T54" fmla="*/ 80 w 212"/>
                  <a:gd name="T55" fmla="*/ 153 h 322"/>
                  <a:gd name="T56" fmla="*/ 63 w 212"/>
                  <a:gd name="T57" fmla="*/ 101 h 322"/>
                  <a:gd name="T58" fmla="*/ 113 w 212"/>
                  <a:gd name="T59" fmla="*/ 75 h 322"/>
                  <a:gd name="T60" fmla="*/ 123 w 212"/>
                  <a:gd name="T61" fmla="*/ 71 h 322"/>
                  <a:gd name="T62" fmla="*/ 149 w 212"/>
                  <a:gd name="T63" fmla="*/ 52 h 322"/>
                  <a:gd name="T64" fmla="*/ 150 w 212"/>
                  <a:gd name="T65" fmla="*/ 0 h 322"/>
                  <a:gd name="T66" fmla="*/ 103 w 212"/>
                  <a:gd name="T67" fmla="*/ 56 h 322"/>
                  <a:gd name="T68" fmla="*/ 41 w 212"/>
                  <a:gd name="T69" fmla="*/ 95 h 322"/>
                  <a:gd name="T70" fmla="*/ 4 w 212"/>
                  <a:gd name="T71" fmla="*/ 109 h 322"/>
                  <a:gd name="T72" fmla="*/ 40 w 212"/>
                  <a:gd name="T73" fmla="*/ 133 h 322"/>
                  <a:gd name="T74" fmla="*/ 33 w 212"/>
                  <a:gd name="T75" fmla="*/ 198 h 322"/>
                  <a:gd name="T76" fmla="*/ 17 w 212"/>
                  <a:gd name="T77" fmla="*/ 258 h 322"/>
                  <a:gd name="T78" fmla="*/ 55 w 212"/>
                  <a:gd name="T79" fmla="*/ 255 h 322"/>
                  <a:gd name="T80" fmla="*/ 65 w 212"/>
                  <a:gd name="T81" fmla="*/ 227 h 322"/>
                  <a:gd name="T82" fmla="*/ 83 w 212"/>
                  <a:gd name="T83" fmla="*/ 238 h 322"/>
                  <a:gd name="T84" fmla="*/ 103 w 212"/>
                  <a:gd name="T85" fmla="*/ 231 h 322"/>
                  <a:gd name="T86" fmla="*/ 122 w 212"/>
                  <a:gd name="T87" fmla="*/ 197 h 322"/>
                  <a:gd name="T88" fmla="*/ 105 w 212"/>
                  <a:gd name="T89" fmla="*/ 260 h 322"/>
                  <a:gd name="T90" fmla="*/ 63 w 212"/>
                  <a:gd name="T91" fmla="*/ 287 h 322"/>
                  <a:gd name="T92" fmla="*/ 44 w 212"/>
                  <a:gd name="T93" fmla="*/ 301 h 322"/>
                  <a:gd name="T94" fmla="*/ 87 w 212"/>
                  <a:gd name="T95" fmla="*/ 304 h 322"/>
                  <a:gd name="T96" fmla="*/ 115 w 212"/>
                  <a:gd name="T97" fmla="*/ 294 h 322"/>
                  <a:gd name="T98" fmla="*/ 153 w 212"/>
                  <a:gd name="T99" fmla="*/ 279 h 322"/>
                  <a:gd name="T100" fmla="*/ 193 w 212"/>
                  <a:gd name="T101" fmla="*/ 321 h 322"/>
                  <a:gd name="T102" fmla="*/ 195 w 212"/>
                  <a:gd name="T103" fmla="*/ 282 h 322"/>
                  <a:gd name="T104" fmla="*/ 187 w 212"/>
                  <a:gd name="T105" fmla="*/ 199 h 322"/>
                  <a:gd name="T106" fmla="*/ 198 w 212"/>
                  <a:gd name="T107" fmla="*/ 169 h 322"/>
                  <a:gd name="T108" fmla="*/ 177 w 212"/>
                  <a:gd name="T109" fmla="*/ 121 h 322"/>
                  <a:gd name="T110" fmla="*/ 150 w 212"/>
                  <a:gd name="T111" fmla="*/ 133 h 322"/>
                  <a:gd name="T112" fmla="*/ 123 w 212"/>
                  <a:gd name="T113" fmla="*/ 162 h 322"/>
                  <a:gd name="T114" fmla="*/ 142 w 212"/>
                  <a:gd name="T115" fmla="*/ 157 h 322"/>
                  <a:gd name="T116" fmla="*/ 147 w 212"/>
                  <a:gd name="T117" fmla="*/ 156 h 322"/>
                  <a:gd name="T118" fmla="*/ 142 w 212"/>
                  <a:gd name="T119" fmla="*/ 163 h 322"/>
                  <a:gd name="T120" fmla="*/ 123 w 212"/>
                  <a:gd name="T121" fmla="*/ 145 h 322"/>
                  <a:gd name="T122" fmla="*/ 32 w 212"/>
                  <a:gd name="T123" fmla="*/ 115 h 322"/>
                  <a:gd name="T124" fmla="*/ 33 w 212"/>
                  <a:gd name="T125" fmla="*/ 299 h 3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12" h="322">
                    <a:moveTo>
                      <a:pt x="160" y="287"/>
                    </a:moveTo>
                    <a:cubicBezTo>
                      <a:pt x="160" y="287"/>
                      <a:pt x="161" y="286"/>
                      <a:pt x="160" y="287"/>
                    </a:cubicBezTo>
                    <a:cubicBezTo>
                      <a:pt x="160" y="288"/>
                      <a:pt x="162" y="288"/>
                      <a:pt x="160" y="288"/>
                    </a:cubicBezTo>
                    <a:cubicBezTo>
                      <a:pt x="159" y="288"/>
                      <a:pt x="160" y="288"/>
                      <a:pt x="160" y="287"/>
                    </a:cubicBezTo>
                    <a:close/>
                    <a:moveTo>
                      <a:pt x="142" y="244"/>
                    </a:moveTo>
                    <a:cubicBezTo>
                      <a:pt x="143" y="242"/>
                      <a:pt x="145" y="240"/>
                      <a:pt x="147" y="241"/>
                    </a:cubicBezTo>
                    <a:cubicBezTo>
                      <a:pt x="149" y="243"/>
                      <a:pt x="149" y="243"/>
                      <a:pt x="149" y="243"/>
                    </a:cubicBezTo>
                    <a:cubicBezTo>
                      <a:pt x="149" y="244"/>
                      <a:pt x="149" y="243"/>
                      <a:pt x="150" y="244"/>
                    </a:cubicBezTo>
                    <a:cubicBezTo>
                      <a:pt x="152" y="248"/>
                      <a:pt x="152" y="248"/>
                      <a:pt x="152" y="248"/>
                    </a:cubicBezTo>
                    <a:cubicBezTo>
                      <a:pt x="155" y="254"/>
                      <a:pt x="154" y="260"/>
                      <a:pt x="151" y="262"/>
                    </a:cubicBezTo>
                    <a:cubicBezTo>
                      <a:pt x="151" y="262"/>
                      <a:pt x="151" y="262"/>
                      <a:pt x="151" y="262"/>
                    </a:cubicBezTo>
                    <a:cubicBezTo>
                      <a:pt x="149" y="261"/>
                      <a:pt x="149" y="261"/>
                      <a:pt x="149" y="261"/>
                    </a:cubicBezTo>
                    <a:cubicBezTo>
                      <a:pt x="148" y="261"/>
                      <a:pt x="148" y="261"/>
                      <a:pt x="148" y="261"/>
                    </a:cubicBezTo>
                    <a:cubicBezTo>
                      <a:pt x="146" y="260"/>
                      <a:pt x="147" y="261"/>
                      <a:pt x="142" y="260"/>
                    </a:cubicBezTo>
                    <a:cubicBezTo>
                      <a:pt x="141" y="260"/>
                      <a:pt x="141" y="260"/>
                      <a:pt x="141" y="260"/>
                    </a:cubicBezTo>
                    <a:cubicBezTo>
                      <a:pt x="140" y="260"/>
                      <a:pt x="141" y="259"/>
                      <a:pt x="140" y="260"/>
                    </a:cubicBezTo>
                    <a:cubicBezTo>
                      <a:pt x="140" y="260"/>
                      <a:pt x="139" y="259"/>
                      <a:pt x="139" y="259"/>
                    </a:cubicBezTo>
                    <a:cubicBezTo>
                      <a:pt x="139" y="257"/>
                      <a:pt x="139" y="257"/>
                      <a:pt x="139" y="257"/>
                    </a:cubicBezTo>
                    <a:cubicBezTo>
                      <a:pt x="141" y="258"/>
                      <a:pt x="138" y="256"/>
                      <a:pt x="140" y="257"/>
                    </a:cubicBezTo>
                    <a:cubicBezTo>
                      <a:pt x="142" y="253"/>
                      <a:pt x="142" y="253"/>
                      <a:pt x="142" y="253"/>
                    </a:cubicBezTo>
                    <a:cubicBezTo>
                      <a:pt x="144" y="248"/>
                      <a:pt x="146" y="249"/>
                      <a:pt x="142" y="244"/>
                    </a:cubicBezTo>
                    <a:close/>
                    <a:moveTo>
                      <a:pt x="108" y="216"/>
                    </a:moveTo>
                    <a:cubicBezTo>
                      <a:pt x="108" y="218"/>
                      <a:pt x="108" y="218"/>
                      <a:pt x="108" y="218"/>
                    </a:cubicBezTo>
                    <a:cubicBezTo>
                      <a:pt x="107" y="216"/>
                      <a:pt x="107" y="217"/>
                      <a:pt x="108" y="216"/>
                    </a:cubicBezTo>
                    <a:close/>
                    <a:moveTo>
                      <a:pt x="106" y="214"/>
                    </a:moveTo>
                    <a:cubicBezTo>
                      <a:pt x="106" y="212"/>
                      <a:pt x="107" y="212"/>
                      <a:pt x="107" y="211"/>
                    </a:cubicBezTo>
                    <a:cubicBezTo>
                      <a:pt x="107" y="211"/>
                      <a:pt x="109" y="212"/>
                      <a:pt x="106" y="214"/>
                    </a:cubicBezTo>
                    <a:close/>
                    <a:moveTo>
                      <a:pt x="123" y="195"/>
                    </a:moveTo>
                    <a:cubicBezTo>
                      <a:pt x="123" y="196"/>
                      <a:pt x="123" y="196"/>
                      <a:pt x="124" y="197"/>
                    </a:cubicBezTo>
                    <a:cubicBezTo>
                      <a:pt x="122" y="197"/>
                      <a:pt x="122" y="197"/>
                      <a:pt x="122" y="197"/>
                    </a:cubicBezTo>
                    <a:cubicBezTo>
                      <a:pt x="123" y="195"/>
                      <a:pt x="123" y="195"/>
                      <a:pt x="123" y="195"/>
                    </a:cubicBezTo>
                    <a:close/>
                    <a:moveTo>
                      <a:pt x="108" y="216"/>
                    </a:moveTo>
                    <a:cubicBezTo>
                      <a:pt x="109" y="216"/>
                      <a:pt x="109" y="216"/>
                      <a:pt x="109" y="216"/>
                    </a:cubicBezTo>
                    <a:cubicBezTo>
                      <a:pt x="109" y="215"/>
                      <a:pt x="109" y="215"/>
                      <a:pt x="110" y="213"/>
                    </a:cubicBezTo>
                    <a:cubicBezTo>
                      <a:pt x="111" y="212"/>
                      <a:pt x="110" y="213"/>
                      <a:pt x="111" y="212"/>
                    </a:cubicBezTo>
                    <a:cubicBezTo>
                      <a:pt x="111" y="211"/>
                      <a:pt x="111" y="212"/>
                      <a:pt x="111" y="211"/>
                    </a:cubicBezTo>
                    <a:cubicBezTo>
                      <a:pt x="116" y="202"/>
                      <a:pt x="116" y="202"/>
                      <a:pt x="116" y="202"/>
                    </a:cubicBezTo>
                    <a:cubicBezTo>
                      <a:pt x="118" y="199"/>
                      <a:pt x="120" y="198"/>
                      <a:pt x="120" y="197"/>
                    </a:cubicBezTo>
                    <a:cubicBezTo>
                      <a:pt x="120" y="195"/>
                      <a:pt x="120" y="194"/>
                      <a:pt x="121" y="193"/>
                    </a:cubicBezTo>
                    <a:cubicBezTo>
                      <a:pt x="123" y="191"/>
                      <a:pt x="123" y="193"/>
                      <a:pt x="123" y="190"/>
                    </a:cubicBezTo>
                    <a:cubicBezTo>
                      <a:pt x="118" y="193"/>
                      <a:pt x="120" y="195"/>
                      <a:pt x="117" y="196"/>
                    </a:cubicBezTo>
                    <a:cubicBezTo>
                      <a:pt x="115" y="196"/>
                      <a:pt x="116" y="196"/>
                      <a:pt x="113" y="198"/>
                    </a:cubicBezTo>
                    <a:cubicBezTo>
                      <a:pt x="112" y="202"/>
                      <a:pt x="112" y="202"/>
                      <a:pt x="112" y="202"/>
                    </a:cubicBezTo>
                    <a:cubicBezTo>
                      <a:pt x="110" y="203"/>
                      <a:pt x="113" y="201"/>
                      <a:pt x="111" y="202"/>
                    </a:cubicBezTo>
                    <a:cubicBezTo>
                      <a:pt x="111" y="202"/>
                      <a:pt x="111" y="203"/>
                      <a:pt x="111" y="203"/>
                    </a:cubicBezTo>
                    <a:cubicBezTo>
                      <a:pt x="110" y="204"/>
                      <a:pt x="110" y="204"/>
                      <a:pt x="110" y="204"/>
                    </a:cubicBezTo>
                    <a:cubicBezTo>
                      <a:pt x="109" y="206"/>
                      <a:pt x="110" y="206"/>
                      <a:pt x="109" y="207"/>
                    </a:cubicBezTo>
                    <a:cubicBezTo>
                      <a:pt x="109" y="208"/>
                      <a:pt x="109" y="208"/>
                      <a:pt x="109" y="208"/>
                    </a:cubicBezTo>
                    <a:cubicBezTo>
                      <a:pt x="109" y="209"/>
                      <a:pt x="109" y="207"/>
                      <a:pt x="109" y="209"/>
                    </a:cubicBezTo>
                    <a:cubicBezTo>
                      <a:pt x="108" y="208"/>
                      <a:pt x="108" y="208"/>
                      <a:pt x="108" y="208"/>
                    </a:cubicBezTo>
                    <a:cubicBezTo>
                      <a:pt x="108" y="210"/>
                      <a:pt x="108" y="210"/>
                      <a:pt x="111" y="209"/>
                    </a:cubicBezTo>
                    <a:cubicBezTo>
                      <a:pt x="111" y="211"/>
                      <a:pt x="111" y="211"/>
                      <a:pt x="111" y="211"/>
                    </a:cubicBezTo>
                    <a:cubicBezTo>
                      <a:pt x="109" y="213"/>
                      <a:pt x="108" y="214"/>
                      <a:pt x="108" y="216"/>
                    </a:cubicBezTo>
                    <a:close/>
                    <a:moveTo>
                      <a:pt x="112" y="150"/>
                    </a:moveTo>
                    <a:cubicBezTo>
                      <a:pt x="112" y="151"/>
                      <a:pt x="112" y="151"/>
                      <a:pt x="112" y="151"/>
                    </a:cubicBezTo>
                    <a:cubicBezTo>
                      <a:pt x="112" y="151"/>
                      <a:pt x="112" y="151"/>
                      <a:pt x="112" y="151"/>
                    </a:cubicBezTo>
                    <a:cubicBezTo>
                      <a:pt x="112" y="150"/>
                      <a:pt x="112" y="150"/>
                      <a:pt x="112" y="150"/>
                    </a:cubicBezTo>
                    <a:close/>
                    <a:moveTo>
                      <a:pt x="150" y="150"/>
                    </a:moveTo>
                    <a:cubicBezTo>
                      <a:pt x="150" y="149"/>
                      <a:pt x="150" y="150"/>
                      <a:pt x="151" y="149"/>
                    </a:cubicBezTo>
                    <a:cubicBezTo>
                      <a:pt x="150" y="150"/>
                      <a:pt x="150" y="150"/>
                      <a:pt x="150" y="150"/>
                    </a:cubicBezTo>
                    <a:close/>
                    <a:moveTo>
                      <a:pt x="113" y="149"/>
                    </a:moveTo>
                    <a:cubicBezTo>
                      <a:pt x="112" y="150"/>
                      <a:pt x="113" y="149"/>
                      <a:pt x="111" y="149"/>
                    </a:cubicBezTo>
                    <a:cubicBezTo>
                      <a:pt x="112" y="150"/>
                      <a:pt x="111" y="149"/>
                      <a:pt x="112" y="150"/>
                    </a:cubicBezTo>
                    <a:cubicBezTo>
                      <a:pt x="113" y="150"/>
                      <a:pt x="113" y="150"/>
                      <a:pt x="113" y="150"/>
                    </a:cubicBezTo>
                    <a:lnTo>
                      <a:pt x="113" y="149"/>
                    </a:lnTo>
                    <a:close/>
                    <a:moveTo>
                      <a:pt x="113" y="149"/>
                    </a:moveTo>
                    <a:cubicBezTo>
                      <a:pt x="113" y="147"/>
                      <a:pt x="113" y="147"/>
                      <a:pt x="113" y="147"/>
                    </a:cubicBezTo>
                    <a:cubicBezTo>
                      <a:pt x="114" y="148"/>
                      <a:pt x="114" y="148"/>
                      <a:pt x="114" y="149"/>
                    </a:cubicBezTo>
                    <a:cubicBezTo>
                      <a:pt x="113" y="149"/>
                      <a:pt x="113" y="149"/>
                      <a:pt x="113" y="149"/>
                    </a:cubicBezTo>
                    <a:close/>
                    <a:moveTo>
                      <a:pt x="150" y="150"/>
                    </a:moveTo>
                    <a:cubicBezTo>
                      <a:pt x="149" y="149"/>
                      <a:pt x="149" y="149"/>
                      <a:pt x="149" y="149"/>
                    </a:cubicBezTo>
                    <a:cubicBezTo>
                      <a:pt x="148" y="151"/>
                      <a:pt x="150" y="150"/>
                      <a:pt x="147" y="150"/>
                    </a:cubicBezTo>
                    <a:cubicBezTo>
                      <a:pt x="147" y="152"/>
                      <a:pt x="147" y="152"/>
                      <a:pt x="147" y="152"/>
                    </a:cubicBezTo>
                    <a:cubicBezTo>
                      <a:pt x="145" y="152"/>
                      <a:pt x="145" y="152"/>
                      <a:pt x="145" y="152"/>
                    </a:cubicBezTo>
                    <a:cubicBezTo>
                      <a:pt x="145" y="151"/>
                      <a:pt x="145" y="151"/>
                      <a:pt x="145" y="150"/>
                    </a:cubicBezTo>
                    <a:cubicBezTo>
                      <a:pt x="146" y="152"/>
                      <a:pt x="146" y="151"/>
                      <a:pt x="146" y="151"/>
                    </a:cubicBezTo>
                    <a:cubicBezTo>
                      <a:pt x="146" y="150"/>
                      <a:pt x="145" y="151"/>
                      <a:pt x="146" y="149"/>
                    </a:cubicBezTo>
                    <a:cubicBezTo>
                      <a:pt x="147" y="148"/>
                      <a:pt x="147" y="148"/>
                      <a:pt x="147" y="148"/>
                    </a:cubicBezTo>
                    <a:cubicBezTo>
                      <a:pt x="149" y="146"/>
                      <a:pt x="149" y="148"/>
                      <a:pt x="149" y="145"/>
                    </a:cubicBezTo>
                    <a:cubicBezTo>
                      <a:pt x="145" y="145"/>
                      <a:pt x="148" y="148"/>
                      <a:pt x="143" y="149"/>
                    </a:cubicBezTo>
                    <a:cubicBezTo>
                      <a:pt x="142" y="151"/>
                      <a:pt x="142" y="151"/>
                      <a:pt x="142" y="151"/>
                    </a:cubicBezTo>
                    <a:cubicBezTo>
                      <a:pt x="142" y="152"/>
                      <a:pt x="142" y="152"/>
                      <a:pt x="142" y="152"/>
                    </a:cubicBezTo>
                    <a:cubicBezTo>
                      <a:pt x="140" y="155"/>
                      <a:pt x="140" y="155"/>
                      <a:pt x="140" y="155"/>
                    </a:cubicBezTo>
                    <a:cubicBezTo>
                      <a:pt x="140" y="155"/>
                      <a:pt x="140" y="155"/>
                      <a:pt x="140" y="155"/>
                    </a:cubicBezTo>
                    <a:cubicBezTo>
                      <a:pt x="139" y="157"/>
                      <a:pt x="139" y="157"/>
                      <a:pt x="139" y="157"/>
                    </a:cubicBezTo>
                    <a:cubicBezTo>
                      <a:pt x="136" y="160"/>
                      <a:pt x="138" y="159"/>
                      <a:pt x="136" y="162"/>
                    </a:cubicBezTo>
                    <a:cubicBezTo>
                      <a:pt x="136" y="162"/>
                      <a:pt x="136" y="162"/>
                      <a:pt x="136" y="162"/>
                    </a:cubicBezTo>
                    <a:cubicBezTo>
                      <a:pt x="136" y="162"/>
                      <a:pt x="137" y="162"/>
                      <a:pt x="137" y="162"/>
                    </a:cubicBezTo>
                    <a:cubicBezTo>
                      <a:pt x="138" y="164"/>
                      <a:pt x="138" y="164"/>
                      <a:pt x="138" y="164"/>
                    </a:cubicBezTo>
                    <a:cubicBezTo>
                      <a:pt x="137" y="165"/>
                      <a:pt x="137" y="166"/>
                      <a:pt x="135" y="165"/>
                    </a:cubicBezTo>
                    <a:cubicBezTo>
                      <a:pt x="135" y="167"/>
                      <a:pt x="135" y="166"/>
                      <a:pt x="136" y="166"/>
                    </a:cubicBezTo>
                    <a:cubicBezTo>
                      <a:pt x="136" y="168"/>
                      <a:pt x="136" y="167"/>
                      <a:pt x="136" y="168"/>
                    </a:cubicBezTo>
                    <a:cubicBezTo>
                      <a:pt x="134" y="171"/>
                      <a:pt x="134" y="171"/>
                      <a:pt x="134" y="171"/>
                    </a:cubicBezTo>
                    <a:cubicBezTo>
                      <a:pt x="132" y="171"/>
                      <a:pt x="134" y="171"/>
                      <a:pt x="132" y="171"/>
                    </a:cubicBezTo>
                    <a:cubicBezTo>
                      <a:pt x="132" y="172"/>
                      <a:pt x="132" y="173"/>
                      <a:pt x="131" y="174"/>
                    </a:cubicBezTo>
                    <a:cubicBezTo>
                      <a:pt x="131" y="177"/>
                      <a:pt x="131" y="177"/>
                      <a:pt x="131" y="177"/>
                    </a:cubicBezTo>
                    <a:cubicBezTo>
                      <a:pt x="129" y="178"/>
                      <a:pt x="129" y="178"/>
                      <a:pt x="129" y="180"/>
                    </a:cubicBezTo>
                    <a:cubicBezTo>
                      <a:pt x="130" y="180"/>
                      <a:pt x="129" y="180"/>
                      <a:pt x="131" y="180"/>
                    </a:cubicBezTo>
                    <a:cubicBezTo>
                      <a:pt x="132" y="179"/>
                      <a:pt x="130" y="179"/>
                      <a:pt x="132" y="179"/>
                    </a:cubicBezTo>
                    <a:cubicBezTo>
                      <a:pt x="131" y="181"/>
                      <a:pt x="132" y="181"/>
                      <a:pt x="133" y="181"/>
                    </a:cubicBezTo>
                    <a:cubicBezTo>
                      <a:pt x="132" y="175"/>
                      <a:pt x="133" y="179"/>
                      <a:pt x="133" y="175"/>
                    </a:cubicBezTo>
                    <a:cubicBezTo>
                      <a:pt x="135" y="174"/>
                      <a:pt x="135" y="174"/>
                      <a:pt x="135" y="174"/>
                    </a:cubicBezTo>
                    <a:cubicBezTo>
                      <a:pt x="135" y="175"/>
                      <a:pt x="135" y="174"/>
                      <a:pt x="135" y="175"/>
                    </a:cubicBezTo>
                    <a:cubicBezTo>
                      <a:pt x="135" y="175"/>
                      <a:pt x="135" y="176"/>
                      <a:pt x="135" y="176"/>
                    </a:cubicBezTo>
                    <a:cubicBezTo>
                      <a:pt x="137" y="174"/>
                      <a:pt x="137" y="174"/>
                      <a:pt x="137" y="174"/>
                    </a:cubicBezTo>
                    <a:cubicBezTo>
                      <a:pt x="138" y="173"/>
                      <a:pt x="136" y="174"/>
                      <a:pt x="138" y="174"/>
                    </a:cubicBezTo>
                    <a:cubicBezTo>
                      <a:pt x="138" y="173"/>
                      <a:pt x="138" y="173"/>
                      <a:pt x="138" y="173"/>
                    </a:cubicBezTo>
                    <a:cubicBezTo>
                      <a:pt x="137" y="172"/>
                      <a:pt x="136" y="172"/>
                      <a:pt x="138" y="168"/>
                    </a:cubicBezTo>
                    <a:cubicBezTo>
                      <a:pt x="139" y="167"/>
                      <a:pt x="139" y="167"/>
                      <a:pt x="139" y="167"/>
                    </a:cubicBezTo>
                    <a:cubicBezTo>
                      <a:pt x="139" y="167"/>
                      <a:pt x="139" y="167"/>
                      <a:pt x="139" y="167"/>
                    </a:cubicBezTo>
                    <a:cubicBezTo>
                      <a:pt x="140" y="167"/>
                      <a:pt x="140" y="167"/>
                      <a:pt x="140" y="167"/>
                    </a:cubicBezTo>
                    <a:cubicBezTo>
                      <a:pt x="140" y="168"/>
                      <a:pt x="140" y="168"/>
                      <a:pt x="140" y="169"/>
                    </a:cubicBezTo>
                    <a:cubicBezTo>
                      <a:pt x="138" y="171"/>
                      <a:pt x="138" y="171"/>
                      <a:pt x="138" y="171"/>
                    </a:cubicBezTo>
                    <a:cubicBezTo>
                      <a:pt x="138" y="172"/>
                      <a:pt x="138" y="172"/>
                      <a:pt x="139" y="173"/>
                    </a:cubicBezTo>
                    <a:cubicBezTo>
                      <a:pt x="136" y="177"/>
                      <a:pt x="137" y="178"/>
                      <a:pt x="135" y="179"/>
                    </a:cubicBezTo>
                    <a:cubicBezTo>
                      <a:pt x="135" y="182"/>
                      <a:pt x="135" y="182"/>
                      <a:pt x="135" y="182"/>
                    </a:cubicBezTo>
                    <a:cubicBezTo>
                      <a:pt x="137" y="184"/>
                      <a:pt x="137" y="182"/>
                      <a:pt x="140" y="186"/>
                    </a:cubicBezTo>
                    <a:cubicBezTo>
                      <a:pt x="142" y="188"/>
                      <a:pt x="144" y="191"/>
                      <a:pt x="145" y="190"/>
                    </a:cubicBezTo>
                    <a:cubicBezTo>
                      <a:pt x="145" y="192"/>
                      <a:pt x="146" y="196"/>
                      <a:pt x="147" y="197"/>
                    </a:cubicBezTo>
                    <a:cubicBezTo>
                      <a:pt x="146" y="200"/>
                      <a:pt x="147" y="198"/>
                      <a:pt x="147" y="204"/>
                    </a:cubicBezTo>
                    <a:cubicBezTo>
                      <a:pt x="147" y="210"/>
                      <a:pt x="147" y="206"/>
                      <a:pt x="147" y="209"/>
                    </a:cubicBezTo>
                    <a:cubicBezTo>
                      <a:pt x="148" y="213"/>
                      <a:pt x="148" y="218"/>
                      <a:pt x="148" y="219"/>
                    </a:cubicBezTo>
                    <a:cubicBezTo>
                      <a:pt x="149" y="224"/>
                      <a:pt x="149" y="224"/>
                      <a:pt x="149" y="224"/>
                    </a:cubicBezTo>
                    <a:cubicBezTo>
                      <a:pt x="150" y="225"/>
                      <a:pt x="150" y="225"/>
                      <a:pt x="150" y="227"/>
                    </a:cubicBezTo>
                    <a:cubicBezTo>
                      <a:pt x="150" y="228"/>
                      <a:pt x="148" y="239"/>
                      <a:pt x="148" y="238"/>
                    </a:cubicBezTo>
                    <a:cubicBezTo>
                      <a:pt x="148" y="238"/>
                      <a:pt x="147" y="238"/>
                      <a:pt x="147" y="238"/>
                    </a:cubicBezTo>
                    <a:cubicBezTo>
                      <a:pt x="150" y="240"/>
                      <a:pt x="151" y="243"/>
                      <a:pt x="153" y="243"/>
                    </a:cubicBezTo>
                    <a:cubicBezTo>
                      <a:pt x="154" y="241"/>
                      <a:pt x="153" y="243"/>
                      <a:pt x="153" y="240"/>
                    </a:cubicBezTo>
                    <a:cubicBezTo>
                      <a:pt x="153" y="239"/>
                      <a:pt x="153" y="237"/>
                      <a:pt x="153" y="236"/>
                    </a:cubicBezTo>
                    <a:cubicBezTo>
                      <a:pt x="152" y="234"/>
                      <a:pt x="151" y="232"/>
                      <a:pt x="153" y="229"/>
                    </a:cubicBezTo>
                    <a:cubicBezTo>
                      <a:pt x="152" y="229"/>
                      <a:pt x="151" y="227"/>
                      <a:pt x="151" y="226"/>
                    </a:cubicBezTo>
                    <a:cubicBezTo>
                      <a:pt x="151" y="223"/>
                      <a:pt x="152" y="223"/>
                      <a:pt x="151" y="221"/>
                    </a:cubicBezTo>
                    <a:cubicBezTo>
                      <a:pt x="152" y="222"/>
                      <a:pt x="152" y="221"/>
                      <a:pt x="152" y="222"/>
                    </a:cubicBezTo>
                    <a:cubicBezTo>
                      <a:pt x="152" y="217"/>
                      <a:pt x="152" y="217"/>
                      <a:pt x="152" y="217"/>
                    </a:cubicBezTo>
                    <a:cubicBezTo>
                      <a:pt x="151" y="218"/>
                      <a:pt x="152" y="217"/>
                      <a:pt x="151" y="218"/>
                    </a:cubicBezTo>
                    <a:cubicBezTo>
                      <a:pt x="151" y="215"/>
                      <a:pt x="151" y="216"/>
                      <a:pt x="151" y="214"/>
                    </a:cubicBezTo>
                    <a:cubicBezTo>
                      <a:pt x="152" y="216"/>
                      <a:pt x="152" y="216"/>
                      <a:pt x="152" y="216"/>
                    </a:cubicBezTo>
                    <a:cubicBezTo>
                      <a:pt x="153" y="212"/>
                      <a:pt x="153" y="212"/>
                      <a:pt x="153" y="212"/>
                    </a:cubicBezTo>
                    <a:cubicBezTo>
                      <a:pt x="153" y="211"/>
                      <a:pt x="153" y="212"/>
                      <a:pt x="153" y="211"/>
                    </a:cubicBezTo>
                    <a:cubicBezTo>
                      <a:pt x="154" y="202"/>
                      <a:pt x="153" y="193"/>
                      <a:pt x="153" y="193"/>
                    </a:cubicBezTo>
                    <a:cubicBezTo>
                      <a:pt x="153" y="191"/>
                      <a:pt x="154" y="193"/>
                      <a:pt x="153" y="187"/>
                    </a:cubicBezTo>
                    <a:cubicBezTo>
                      <a:pt x="153" y="187"/>
                      <a:pt x="153" y="187"/>
                      <a:pt x="153" y="187"/>
                    </a:cubicBezTo>
                    <a:cubicBezTo>
                      <a:pt x="153" y="187"/>
                      <a:pt x="153" y="186"/>
                      <a:pt x="153" y="186"/>
                    </a:cubicBezTo>
                    <a:cubicBezTo>
                      <a:pt x="153" y="186"/>
                      <a:pt x="153" y="186"/>
                      <a:pt x="153" y="186"/>
                    </a:cubicBezTo>
                    <a:cubicBezTo>
                      <a:pt x="153" y="184"/>
                      <a:pt x="153" y="184"/>
                      <a:pt x="153" y="184"/>
                    </a:cubicBezTo>
                    <a:cubicBezTo>
                      <a:pt x="152" y="182"/>
                      <a:pt x="152" y="183"/>
                      <a:pt x="152" y="183"/>
                    </a:cubicBezTo>
                    <a:cubicBezTo>
                      <a:pt x="152" y="183"/>
                      <a:pt x="152" y="183"/>
                      <a:pt x="152" y="183"/>
                    </a:cubicBezTo>
                    <a:cubicBezTo>
                      <a:pt x="151" y="181"/>
                      <a:pt x="151" y="181"/>
                      <a:pt x="151" y="181"/>
                    </a:cubicBezTo>
                    <a:cubicBezTo>
                      <a:pt x="153" y="181"/>
                      <a:pt x="153" y="181"/>
                      <a:pt x="153" y="181"/>
                    </a:cubicBezTo>
                    <a:cubicBezTo>
                      <a:pt x="152" y="178"/>
                      <a:pt x="152" y="169"/>
                      <a:pt x="153" y="165"/>
                    </a:cubicBezTo>
                    <a:cubicBezTo>
                      <a:pt x="153" y="160"/>
                      <a:pt x="152" y="161"/>
                      <a:pt x="151" y="158"/>
                    </a:cubicBezTo>
                    <a:cubicBezTo>
                      <a:pt x="151" y="157"/>
                      <a:pt x="151" y="154"/>
                      <a:pt x="151" y="152"/>
                    </a:cubicBezTo>
                    <a:cubicBezTo>
                      <a:pt x="150" y="150"/>
                      <a:pt x="150" y="150"/>
                      <a:pt x="150" y="150"/>
                    </a:cubicBezTo>
                    <a:close/>
                    <a:moveTo>
                      <a:pt x="116" y="147"/>
                    </a:moveTo>
                    <a:cubicBezTo>
                      <a:pt x="118" y="144"/>
                      <a:pt x="118" y="143"/>
                      <a:pt x="120" y="144"/>
                    </a:cubicBezTo>
                    <a:cubicBezTo>
                      <a:pt x="116" y="147"/>
                      <a:pt x="116" y="147"/>
                      <a:pt x="116" y="147"/>
                    </a:cubicBezTo>
                    <a:close/>
                    <a:moveTo>
                      <a:pt x="120" y="143"/>
                    </a:moveTo>
                    <a:cubicBezTo>
                      <a:pt x="120" y="143"/>
                      <a:pt x="121" y="143"/>
                      <a:pt x="121" y="142"/>
                    </a:cubicBezTo>
                    <a:cubicBezTo>
                      <a:pt x="121" y="142"/>
                      <a:pt x="120" y="142"/>
                      <a:pt x="120" y="143"/>
                    </a:cubicBezTo>
                    <a:close/>
                    <a:moveTo>
                      <a:pt x="124" y="138"/>
                    </a:moveTo>
                    <a:cubicBezTo>
                      <a:pt x="124" y="140"/>
                      <a:pt x="124" y="140"/>
                      <a:pt x="124" y="140"/>
                    </a:cubicBezTo>
                    <a:cubicBezTo>
                      <a:pt x="123" y="140"/>
                      <a:pt x="122" y="141"/>
                      <a:pt x="122" y="141"/>
                    </a:cubicBezTo>
                    <a:cubicBezTo>
                      <a:pt x="122" y="141"/>
                      <a:pt x="121" y="142"/>
                      <a:pt x="122" y="140"/>
                    </a:cubicBezTo>
                    <a:cubicBezTo>
                      <a:pt x="123" y="139"/>
                      <a:pt x="123" y="139"/>
                      <a:pt x="124" y="138"/>
                    </a:cubicBezTo>
                    <a:close/>
                    <a:moveTo>
                      <a:pt x="124" y="138"/>
                    </a:moveTo>
                    <a:cubicBezTo>
                      <a:pt x="125" y="138"/>
                      <a:pt x="125" y="139"/>
                      <a:pt x="124" y="137"/>
                    </a:cubicBezTo>
                    <a:cubicBezTo>
                      <a:pt x="124" y="138"/>
                      <a:pt x="124" y="137"/>
                      <a:pt x="124" y="138"/>
                    </a:cubicBezTo>
                    <a:close/>
                    <a:moveTo>
                      <a:pt x="134" y="127"/>
                    </a:moveTo>
                    <a:cubicBezTo>
                      <a:pt x="134" y="129"/>
                      <a:pt x="135" y="128"/>
                      <a:pt x="133" y="128"/>
                    </a:cubicBezTo>
                    <a:cubicBezTo>
                      <a:pt x="134" y="127"/>
                      <a:pt x="133" y="127"/>
                      <a:pt x="134" y="127"/>
                    </a:cubicBezTo>
                    <a:close/>
                    <a:moveTo>
                      <a:pt x="135" y="127"/>
                    </a:moveTo>
                    <a:cubicBezTo>
                      <a:pt x="136" y="126"/>
                      <a:pt x="136" y="126"/>
                      <a:pt x="136" y="126"/>
                    </a:cubicBezTo>
                    <a:cubicBezTo>
                      <a:pt x="136" y="126"/>
                      <a:pt x="136" y="125"/>
                      <a:pt x="136" y="125"/>
                    </a:cubicBezTo>
                    <a:cubicBezTo>
                      <a:pt x="136" y="125"/>
                      <a:pt x="137" y="125"/>
                      <a:pt x="137" y="125"/>
                    </a:cubicBezTo>
                    <a:cubicBezTo>
                      <a:pt x="139" y="122"/>
                      <a:pt x="139" y="122"/>
                      <a:pt x="139" y="122"/>
                    </a:cubicBezTo>
                    <a:cubicBezTo>
                      <a:pt x="139" y="122"/>
                      <a:pt x="139" y="122"/>
                      <a:pt x="139" y="121"/>
                    </a:cubicBezTo>
                    <a:cubicBezTo>
                      <a:pt x="136" y="122"/>
                      <a:pt x="137" y="123"/>
                      <a:pt x="136" y="124"/>
                    </a:cubicBezTo>
                    <a:cubicBezTo>
                      <a:pt x="134" y="125"/>
                      <a:pt x="134" y="125"/>
                      <a:pt x="134" y="125"/>
                    </a:cubicBezTo>
                    <a:cubicBezTo>
                      <a:pt x="134" y="126"/>
                      <a:pt x="134" y="125"/>
                      <a:pt x="134" y="127"/>
                    </a:cubicBezTo>
                    <a:cubicBezTo>
                      <a:pt x="135" y="127"/>
                      <a:pt x="135" y="127"/>
                      <a:pt x="135" y="127"/>
                    </a:cubicBezTo>
                    <a:close/>
                    <a:moveTo>
                      <a:pt x="123" y="115"/>
                    </a:moveTo>
                    <a:cubicBezTo>
                      <a:pt x="123" y="117"/>
                      <a:pt x="123" y="117"/>
                      <a:pt x="123" y="117"/>
                    </a:cubicBezTo>
                    <a:cubicBezTo>
                      <a:pt x="121" y="117"/>
                      <a:pt x="121" y="117"/>
                      <a:pt x="121" y="117"/>
                    </a:cubicBezTo>
                    <a:cubicBezTo>
                      <a:pt x="122" y="116"/>
                      <a:pt x="122" y="116"/>
                      <a:pt x="122" y="115"/>
                    </a:cubicBezTo>
                    <a:lnTo>
                      <a:pt x="123" y="115"/>
                    </a:lnTo>
                    <a:close/>
                    <a:moveTo>
                      <a:pt x="123" y="115"/>
                    </a:moveTo>
                    <a:cubicBezTo>
                      <a:pt x="124" y="115"/>
                      <a:pt x="124" y="115"/>
                      <a:pt x="124" y="115"/>
                    </a:cubicBezTo>
                    <a:cubicBezTo>
                      <a:pt x="124" y="113"/>
                      <a:pt x="124" y="114"/>
                      <a:pt x="123" y="114"/>
                    </a:cubicBezTo>
                    <a:cubicBezTo>
                      <a:pt x="123" y="115"/>
                      <a:pt x="123" y="115"/>
                      <a:pt x="123" y="115"/>
                    </a:cubicBezTo>
                    <a:close/>
                    <a:moveTo>
                      <a:pt x="155" y="101"/>
                    </a:moveTo>
                    <a:cubicBezTo>
                      <a:pt x="155" y="100"/>
                      <a:pt x="155" y="100"/>
                      <a:pt x="155" y="100"/>
                    </a:cubicBezTo>
                    <a:cubicBezTo>
                      <a:pt x="158" y="99"/>
                      <a:pt x="155" y="99"/>
                      <a:pt x="156" y="100"/>
                    </a:cubicBezTo>
                    <a:cubicBezTo>
                      <a:pt x="156" y="101"/>
                      <a:pt x="157" y="101"/>
                      <a:pt x="155" y="101"/>
                    </a:cubicBezTo>
                    <a:close/>
                    <a:moveTo>
                      <a:pt x="161" y="96"/>
                    </a:moveTo>
                    <a:cubicBezTo>
                      <a:pt x="160" y="97"/>
                      <a:pt x="160" y="97"/>
                      <a:pt x="160" y="97"/>
                    </a:cubicBezTo>
                    <a:cubicBezTo>
                      <a:pt x="160" y="95"/>
                      <a:pt x="160" y="95"/>
                      <a:pt x="160" y="95"/>
                    </a:cubicBezTo>
                    <a:cubicBezTo>
                      <a:pt x="161" y="96"/>
                      <a:pt x="161" y="96"/>
                      <a:pt x="161" y="96"/>
                    </a:cubicBezTo>
                    <a:close/>
                    <a:moveTo>
                      <a:pt x="65" y="97"/>
                    </a:moveTo>
                    <a:cubicBezTo>
                      <a:pt x="65" y="97"/>
                      <a:pt x="65" y="97"/>
                      <a:pt x="66" y="97"/>
                    </a:cubicBezTo>
                    <a:cubicBezTo>
                      <a:pt x="67" y="96"/>
                      <a:pt x="67" y="96"/>
                      <a:pt x="67" y="96"/>
                    </a:cubicBezTo>
                    <a:cubicBezTo>
                      <a:pt x="68" y="96"/>
                      <a:pt x="66" y="96"/>
                      <a:pt x="68" y="96"/>
                    </a:cubicBezTo>
                    <a:cubicBezTo>
                      <a:pt x="66" y="98"/>
                      <a:pt x="66" y="98"/>
                      <a:pt x="65" y="97"/>
                    </a:cubicBezTo>
                    <a:close/>
                    <a:moveTo>
                      <a:pt x="72" y="95"/>
                    </a:moveTo>
                    <a:cubicBezTo>
                      <a:pt x="72" y="94"/>
                      <a:pt x="73" y="96"/>
                      <a:pt x="72" y="95"/>
                    </a:cubicBezTo>
                    <a:close/>
                    <a:moveTo>
                      <a:pt x="161" y="96"/>
                    </a:moveTo>
                    <a:cubicBezTo>
                      <a:pt x="161" y="95"/>
                      <a:pt x="161" y="97"/>
                      <a:pt x="162" y="95"/>
                    </a:cubicBezTo>
                    <a:cubicBezTo>
                      <a:pt x="163" y="93"/>
                      <a:pt x="162" y="94"/>
                      <a:pt x="162" y="94"/>
                    </a:cubicBezTo>
                    <a:cubicBezTo>
                      <a:pt x="160" y="95"/>
                      <a:pt x="161" y="92"/>
                      <a:pt x="161" y="96"/>
                    </a:cubicBezTo>
                    <a:close/>
                    <a:moveTo>
                      <a:pt x="88" y="89"/>
                    </a:moveTo>
                    <a:cubicBezTo>
                      <a:pt x="86" y="88"/>
                      <a:pt x="87" y="89"/>
                      <a:pt x="87" y="88"/>
                    </a:cubicBezTo>
                    <a:cubicBezTo>
                      <a:pt x="86" y="88"/>
                      <a:pt x="87" y="89"/>
                      <a:pt x="86" y="88"/>
                    </a:cubicBezTo>
                    <a:cubicBezTo>
                      <a:pt x="88" y="88"/>
                      <a:pt x="88" y="88"/>
                      <a:pt x="88" y="88"/>
                    </a:cubicBezTo>
                    <a:cubicBezTo>
                      <a:pt x="88" y="89"/>
                      <a:pt x="88" y="89"/>
                      <a:pt x="88" y="89"/>
                    </a:cubicBezTo>
                    <a:close/>
                    <a:moveTo>
                      <a:pt x="176" y="84"/>
                    </a:moveTo>
                    <a:cubicBezTo>
                      <a:pt x="176" y="83"/>
                      <a:pt x="176" y="84"/>
                      <a:pt x="176" y="84"/>
                    </a:cubicBezTo>
                    <a:cubicBezTo>
                      <a:pt x="177" y="83"/>
                      <a:pt x="177" y="83"/>
                      <a:pt x="177" y="83"/>
                    </a:cubicBezTo>
                    <a:cubicBezTo>
                      <a:pt x="177" y="85"/>
                      <a:pt x="177" y="84"/>
                      <a:pt x="176" y="86"/>
                    </a:cubicBezTo>
                    <a:cubicBezTo>
                      <a:pt x="176" y="85"/>
                      <a:pt x="176" y="86"/>
                      <a:pt x="176" y="84"/>
                    </a:cubicBezTo>
                    <a:close/>
                    <a:moveTo>
                      <a:pt x="95" y="83"/>
                    </a:moveTo>
                    <a:cubicBezTo>
                      <a:pt x="96" y="82"/>
                      <a:pt x="96" y="83"/>
                      <a:pt x="96" y="83"/>
                    </a:cubicBezTo>
                    <a:cubicBezTo>
                      <a:pt x="95" y="83"/>
                      <a:pt x="95" y="83"/>
                      <a:pt x="95" y="83"/>
                    </a:cubicBezTo>
                    <a:close/>
                    <a:moveTo>
                      <a:pt x="132" y="83"/>
                    </a:moveTo>
                    <a:cubicBezTo>
                      <a:pt x="134" y="82"/>
                      <a:pt x="133" y="83"/>
                      <a:pt x="134" y="82"/>
                    </a:cubicBezTo>
                    <a:cubicBezTo>
                      <a:pt x="136" y="82"/>
                      <a:pt x="136" y="82"/>
                      <a:pt x="136" y="82"/>
                    </a:cubicBezTo>
                    <a:cubicBezTo>
                      <a:pt x="134" y="84"/>
                      <a:pt x="134" y="84"/>
                      <a:pt x="134" y="84"/>
                    </a:cubicBezTo>
                    <a:cubicBezTo>
                      <a:pt x="134" y="85"/>
                      <a:pt x="134" y="84"/>
                      <a:pt x="132" y="87"/>
                    </a:cubicBezTo>
                    <a:cubicBezTo>
                      <a:pt x="131" y="86"/>
                      <a:pt x="131" y="86"/>
                      <a:pt x="131" y="86"/>
                    </a:cubicBezTo>
                    <a:cubicBezTo>
                      <a:pt x="131" y="86"/>
                      <a:pt x="132" y="87"/>
                      <a:pt x="131" y="85"/>
                    </a:cubicBezTo>
                    <a:cubicBezTo>
                      <a:pt x="131" y="83"/>
                      <a:pt x="131" y="84"/>
                      <a:pt x="131" y="84"/>
                    </a:cubicBezTo>
                    <a:cubicBezTo>
                      <a:pt x="132" y="83"/>
                      <a:pt x="132" y="83"/>
                      <a:pt x="132" y="83"/>
                    </a:cubicBezTo>
                    <a:close/>
                    <a:moveTo>
                      <a:pt x="142" y="77"/>
                    </a:moveTo>
                    <a:cubicBezTo>
                      <a:pt x="141" y="76"/>
                      <a:pt x="142" y="77"/>
                      <a:pt x="142" y="77"/>
                    </a:cubicBezTo>
                    <a:cubicBezTo>
                      <a:pt x="142" y="78"/>
                      <a:pt x="142" y="77"/>
                      <a:pt x="142" y="77"/>
                    </a:cubicBezTo>
                    <a:close/>
                    <a:moveTo>
                      <a:pt x="130" y="96"/>
                    </a:moveTo>
                    <a:cubicBezTo>
                      <a:pt x="127" y="95"/>
                      <a:pt x="130" y="97"/>
                      <a:pt x="126" y="98"/>
                    </a:cubicBezTo>
                    <a:cubicBezTo>
                      <a:pt x="126" y="100"/>
                      <a:pt x="126" y="100"/>
                      <a:pt x="126" y="100"/>
                    </a:cubicBezTo>
                    <a:cubicBezTo>
                      <a:pt x="125" y="101"/>
                      <a:pt x="125" y="101"/>
                      <a:pt x="125" y="103"/>
                    </a:cubicBezTo>
                    <a:cubicBezTo>
                      <a:pt x="122" y="102"/>
                      <a:pt x="122" y="107"/>
                      <a:pt x="119" y="110"/>
                    </a:cubicBezTo>
                    <a:cubicBezTo>
                      <a:pt x="119" y="112"/>
                      <a:pt x="119" y="112"/>
                      <a:pt x="119" y="112"/>
                    </a:cubicBezTo>
                    <a:cubicBezTo>
                      <a:pt x="121" y="111"/>
                      <a:pt x="119" y="113"/>
                      <a:pt x="121" y="111"/>
                    </a:cubicBezTo>
                    <a:cubicBezTo>
                      <a:pt x="123" y="109"/>
                      <a:pt x="122" y="109"/>
                      <a:pt x="124" y="109"/>
                    </a:cubicBezTo>
                    <a:cubicBezTo>
                      <a:pt x="124" y="106"/>
                      <a:pt x="125" y="105"/>
                      <a:pt x="125" y="102"/>
                    </a:cubicBezTo>
                    <a:cubicBezTo>
                      <a:pt x="128" y="101"/>
                      <a:pt x="127" y="102"/>
                      <a:pt x="127" y="100"/>
                    </a:cubicBezTo>
                    <a:cubicBezTo>
                      <a:pt x="131" y="99"/>
                      <a:pt x="130" y="96"/>
                      <a:pt x="134" y="94"/>
                    </a:cubicBezTo>
                    <a:cubicBezTo>
                      <a:pt x="135" y="93"/>
                      <a:pt x="135" y="93"/>
                      <a:pt x="135" y="93"/>
                    </a:cubicBezTo>
                    <a:cubicBezTo>
                      <a:pt x="137" y="92"/>
                      <a:pt x="136" y="94"/>
                      <a:pt x="137" y="93"/>
                    </a:cubicBezTo>
                    <a:cubicBezTo>
                      <a:pt x="140" y="91"/>
                      <a:pt x="137" y="90"/>
                      <a:pt x="140" y="89"/>
                    </a:cubicBezTo>
                    <a:cubicBezTo>
                      <a:pt x="140" y="88"/>
                      <a:pt x="140" y="88"/>
                      <a:pt x="140" y="88"/>
                    </a:cubicBezTo>
                    <a:cubicBezTo>
                      <a:pt x="141" y="88"/>
                      <a:pt x="141" y="88"/>
                      <a:pt x="141" y="89"/>
                    </a:cubicBezTo>
                    <a:cubicBezTo>
                      <a:pt x="141" y="88"/>
                      <a:pt x="141" y="88"/>
                      <a:pt x="142" y="87"/>
                    </a:cubicBezTo>
                    <a:cubicBezTo>
                      <a:pt x="143" y="84"/>
                      <a:pt x="145" y="85"/>
                      <a:pt x="146" y="81"/>
                    </a:cubicBezTo>
                    <a:cubicBezTo>
                      <a:pt x="150" y="81"/>
                      <a:pt x="150" y="77"/>
                      <a:pt x="153" y="76"/>
                    </a:cubicBezTo>
                    <a:cubicBezTo>
                      <a:pt x="152" y="75"/>
                      <a:pt x="152" y="75"/>
                      <a:pt x="152" y="75"/>
                    </a:cubicBezTo>
                    <a:cubicBezTo>
                      <a:pt x="151" y="77"/>
                      <a:pt x="151" y="76"/>
                      <a:pt x="148" y="78"/>
                    </a:cubicBezTo>
                    <a:cubicBezTo>
                      <a:pt x="146" y="80"/>
                      <a:pt x="147" y="79"/>
                      <a:pt x="145" y="80"/>
                    </a:cubicBezTo>
                    <a:cubicBezTo>
                      <a:pt x="140" y="85"/>
                      <a:pt x="140" y="85"/>
                      <a:pt x="140" y="85"/>
                    </a:cubicBezTo>
                    <a:cubicBezTo>
                      <a:pt x="138" y="86"/>
                      <a:pt x="139" y="85"/>
                      <a:pt x="137" y="88"/>
                    </a:cubicBezTo>
                    <a:cubicBezTo>
                      <a:pt x="133" y="92"/>
                      <a:pt x="134" y="89"/>
                      <a:pt x="133" y="91"/>
                    </a:cubicBezTo>
                    <a:cubicBezTo>
                      <a:pt x="131" y="94"/>
                      <a:pt x="131" y="94"/>
                      <a:pt x="131" y="94"/>
                    </a:cubicBezTo>
                    <a:cubicBezTo>
                      <a:pt x="130" y="94"/>
                      <a:pt x="130" y="94"/>
                      <a:pt x="130" y="95"/>
                    </a:cubicBezTo>
                    <a:cubicBezTo>
                      <a:pt x="130" y="95"/>
                      <a:pt x="130" y="94"/>
                      <a:pt x="130" y="96"/>
                    </a:cubicBezTo>
                    <a:close/>
                    <a:moveTo>
                      <a:pt x="118" y="72"/>
                    </a:moveTo>
                    <a:cubicBezTo>
                      <a:pt x="118" y="71"/>
                      <a:pt x="119" y="69"/>
                      <a:pt x="121" y="71"/>
                    </a:cubicBezTo>
                    <a:cubicBezTo>
                      <a:pt x="120" y="71"/>
                      <a:pt x="119" y="71"/>
                      <a:pt x="119" y="71"/>
                    </a:cubicBezTo>
                    <a:cubicBezTo>
                      <a:pt x="119" y="72"/>
                      <a:pt x="119" y="72"/>
                      <a:pt x="118" y="72"/>
                    </a:cubicBezTo>
                    <a:close/>
                    <a:moveTo>
                      <a:pt x="112" y="151"/>
                    </a:moveTo>
                    <a:cubicBezTo>
                      <a:pt x="114" y="151"/>
                      <a:pt x="114" y="151"/>
                      <a:pt x="114" y="151"/>
                    </a:cubicBezTo>
                    <a:cubicBezTo>
                      <a:pt x="115" y="150"/>
                      <a:pt x="114" y="151"/>
                      <a:pt x="115" y="149"/>
                    </a:cubicBezTo>
                    <a:cubicBezTo>
                      <a:pt x="120" y="146"/>
                      <a:pt x="120" y="146"/>
                      <a:pt x="120" y="146"/>
                    </a:cubicBezTo>
                    <a:cubicBezTo>
                      <a:pt x="120" y="146"/>
                      <a:pt x="119" y="146"/>
                      <a:pt x="121" y="145"/>
                    </a:cubicBezTo>
                    <a:cubicBezTo>
                      <a:pt x="121" y="145"/>
                      <a:pt x="121" y="145"/>
                      <a:pt x="121" y="145"/>
                    </a:cubicBezTo>
                    <a:cubicBezTo>
                      <a:pt x="124" y="141"/>
                      <a:pt x="124" y="141"/>
                      <a:pt x="124" y="141"/>
                    </a:cubicBezTo>
                    <a:cubicBezTo>
                      <a:pt x="124" y="141"/>
                      <a:pt x="124" y="141"/>
                      <a:pt x="124" y="141"/>
                    </a:cubicBezTo>
                    <a:cubicBezTo>
                      <a:pt x="125" y="141"/>
                      <a:pt x="125" y="141"/>
                      <a:pt x="125" y="141"/>
                    </a:cubicBezTo>
                    <a:cubicBezTo>
                      <a:pt x="125" y="141"/>
                      <a:pt x="125" y="141"/>
                      <a:pt x="125" y="140"/>
                    </a:cubicBezTo>
                    <a:cubicBezTo>
                      <a:pt x="128" y="138"/>
                      <a:pt x="128" y="138"/>
                      <a:pt x="128" y="138"/>
                    </a:cubicBezTo>
                    <a:cubicBezTo>
                      <a:pt x="129" y="136"/>
                      <a:pt x="129" y="137"/>
                      <a:pt x="129" y="135"/>
                    </a:cubicBezTo>
                    <a:cubicBezTo>
                      <a:pt x="129" y="134"/>
                      <a:pt x="130" y="134"/>
                      <a:pt x="131" y="133"/>
                    </a:cubicBezTo>
                    <a:cubicBezTo>
                      <a:pt x="133" y="131"/>
                      <a:pt x="133" y="131"/>
                      <a:pt x="133" y="131"/>
                    </a:cubicBezTo>
                    <a:cubicBezTo>
                      <a:pt x="132" y="130"/>
                      <a:pt x="132" y="131"/>
                      <a:pt x="132" y="128"/>
                    </a:cubicBezTo>
                    <a:cubicBezTo>
                      <a:pt x="133" y="129"/>
                      <a:pt x="133" y="129"/>
                      <a:pt x="134" y="130"/>
                    </a:cubicBezTo>
                    <a:cubicBezTo>
                      <a:pt x="136" y="128"/>
                      <a:pt x="134" y="129"/>
                      <a:pt x="136" y="128"/>
                    </a:cubicBezTo>
                    <a:cubicBezTo>
                      <a:pt x="135" y="127"/>
                      <a:pt x="135" y="127"/>
                      <a:pt x="135" y="127"/>
                    </a:cubicBezTo>
                    <a:cubicBezTo>
                      <a:pt x="137" y="127"/>
                      <a:pt x="136" y="128"/>
                      <a:pt x="138" y="127"/>
                    </a:cubicBezTo>
                    <a:cubicBezTo>
                      <a:pt x="142" y="123"/>
                      <a:pt x="138" y="125"/>
                      <a:pt x="140" y="122"/>
                    </a:cubicBezTo>
                    <a:cubicBezTo>
                      <a:pt x="140" y="122"/>
                      <a:pt x="140" y="122"/>
                      <a:pt x="140" y="122"/>
                    </a:cubicBezTo>
                    <a:cubicBezTo>
                      <a:pt x="139" y="121"/>
                      <a:pt x="139" y="121"/>
                      <a:pt x="139" y="121"/>
                    </a:cubicBezTo>
                    <a:cubicBezTo>
                      <a:pt x="139" y="121"/>
                      <a:pt x="139" y="121"/>
                      <a:pt x="139" y="121"/>
                    </a:cubicBezTo>
                    <a:cubicBezTo>
                      <a:pt x="139" y="118"/>
                      <a:pt x="139" y="122"/>
                      <a:pt x="140" y="118"/>
                    </a:cubicBezTo>
                    <a:cubicBezTo>
                      <a:pt x="140" y="119"/>
                      <a:pt x="140" y="119"/>
                      <a:pt x="140" y="119"/>
                    </a:cubicBezTo>
                    <a:cubicBezTo>
                      <a:pt x="141" y="117"/>
                      <a:pt x="141" y="118"/>
                      <a:pt x="143" y="116"/>
                    </a:cubicBezTo>
                    <a:cubicBezTo>
                      <a:pt x="145" y="113"/>
                      <a:pt x="143" y="114"/>
                      <a:pt x="143" y="114"/>
                    </a:cubicBezTo>
                    <a:cubicBezTo>
                      <a:pt x="142" y="116"/>
                      <a:pt x="142" y="116"/>
                      <a:pt x="142" y="116"/>
                    </a:cubicBezTo>
                    <a:cubicBezTo>
                      <a:pt x="142" y="116"/>
                      <a:pt x="141" y="115"/>
                      <a:pt x="141" y="114"/>
                    </a:cubicBezTo>
                    <a:cubicBezTo>
                      <a:pt x="142" y="113"/>
                      <a:pt x="141" y="113"/>
                      <a:pt x="143" y="113"/>
                    </a:cubicBezTo>
                    <a:cubicBezTo>
                      <a:pt x="142" y="113"/>
                      <a:pt x="141" y="111"/>
                      <a:pt x="145" y="110"/>
                    </a:cubicBezTo>
                    <a:cubicBezTo>
                      <a:pt x="146" y="111"/>
                      <a:pt x="146" y="111"/>
                      <a:pt x="145" y="112"/>
                    </a:cubicBezTo>
                    <a:cubicBezTo>
                      <a:pt x="146" y="113"/>
                      <a:pt x="146" y="113"/>
                      <a:pt x="146" y="113"/>
                    </a:cubicBezTo>
                    <a:cubicBezTo>
                      <a:pt x="146" y="111"/>
                      <a:pt x="147" y="112"/>
                      <a:pt x="148" y="110"/>
                    </a:cubicBezTo>
                    <a:cubicBezTo>
                      <a:pt x="146" y="110"/>
                      <a:pt x="147" y="111"/>
                      <a:pt x="145" y="110"/>
                    </a:cubicBezTo>
                    <a:cubicBezTo>
                      <a:pt x="145" y="107"/>
                      <a:pt x="150" y="106"/>
                      <a:pt x="152" y="102"/>
                    </a:cubicBezTo>
                    <a:cubicBezTo>
                      <a:pt x="152" y="101"/>
                      <a:pt x="152" y="102"/>
                      <a:pt x="152" y="101"/>
                    </a:cubicBezTo>
                    <a:cubicBezTo>
                      <a:pt x="155" y="101"/>
                      <a:pt x="155" y="101"/>
                      <a:pt x="155" y="101"/>
                    </a:cubicBezTo>
                    <a:cubicBezTo>
                      <a:pt x="155" y="102"/>
                      <a:pt x="155" y="102"/>
                      <a:pt x="155" y="102"/>
                    </a:cubicBezTo>
                    <a:cubicBezTo>
                      <a:pt x="154" y="102"/>
                      <a:pt x="154" y="102"/>
                      <a:pt x="154" y="102"/>
                    </a:cubicBezTo>
                    <a:cubicBezTo>
                      <a:pt x="154" y="103"/>
                      <a:pt x="154" y="103"/>
                      <a:pt x="154" y="103"/>
                    </a:cubicBezTo>
                    <a:cubicBezTo>
                      <a:pt x="156" y="103"/>
                      <a:pt x="156" y="103"/>
                      <a:pt x="156" y="103"/>
                    </a:cubicBezTo>
                    <a:cubicBezTo>
                      <a:pt x="157" y="100"/>
                      <a:pt x="157" y="101"/>
                      <a:pt x="159" y="99"/>
                    </a:cubicBezTo>
                    <a:cubicBezTo>
                      <a:pt x="163" y="96"/>
                      <a:pt x="163" y="96"/>
                      <a:pt x="163" y="96"/>
                    </a:cubicBezTo>
                    <a:cubicBezTo>
                      <a:pt x="164" y="95"/>
                      <a:pt x="163" y="96"/>
                      <a:pt x="165" y="94"/>
                    </a:cubicBezTo>
                    <a:cubicBezTo>
                      <a:pt x="166" y="93"/>
                      <a:pt x="168" y="91"/>
                      <a:pt x="170" y="90"/>
                    </a:cubicBezTo>
                    <a:cubicBezTo>
                      <a:pt x="170" y="91"/>
                      <a:pt x="168" y="93"/>
                      <a:pt x="167" y="94"/>
                    </a:cubicBezTo>
                    <a:cubicBezTo>
                      <a:pt x="166" y="95"/>
                      <a:pt x="166" y="95"/>
                      <a:pt x="166" y="95"/>
                    </a:cubicBezTo>
                    <a:cubicBezTo>
                      <a:pt x="168" y="96"/>
                      <a:pt x="168" y="96"/>
                      <a:pt x="168" y="96"/>
                    </a:cubicBezTo>
                    <a:cubicBezTo>
                      <a:pt x="168" y="95"/>
                      <a:pt x="168" y="95"/>
                      <a:pt x="169" y="94"/>
                    </a:cubicBezTo>
                    <a:cubicBezTo>
                      <a:pt x="178" y="87"/>
                      <a:pt x="178" y="87"/>
                      <a:pt x="178" y="87"/>
                    </a:cubicBezTo>
                    <a:cubicBezTo>
                      <a:pt x="179" y="85"/>
                      <a:pt x="180" y="85"/>
                      <a:pt x="180" y="82"/>
                    </a:cubicBezTo>
                    <a:cubicBezTo>
                      <a:pt x="182" y="80"/>
                      <a:pt x="182" y="80"/>
                      <a:pt x="182" y="80"/>
                    </a:cubicBezTo>
                    <a:cubicBezTo>
                      <a:pt x="181" y="79"/>
                      <a:pt x="181" y="79"/>
                      <a:pt x="180" y="79"/>
                    </a:cubicBezTo>
                    <a:cubicBezTo>
                      <a:pt x="180" y="81"/>
                      <a:pt x="180" y="81"/>
                      <a:pt x="180" y="81"/>
                    </a:cubicBezTo>
                    <a:cubicBezTo>
                      <a:pt x="178" y="81"/>
                      <a:pt x="178" y="81"/>
                      <a:pt x="178" y="81"/>
                    </a:cubicBezTo>
                    <a:cubicBezTo>
                      <a:pt x="179" y="79"/>
                      <a:pt x="180" y="76"/>
                      <a:pt x="179" y="73"/>
                    </a:cubicBezTo>
                    <a:cubicBezTo>
                      <a:pt x="178" y="71"/>
                      <a:pt x="178" y="71"/>
                      <a:pt x="178" y="71"/>
                    </a:cubicBezTo>
                    <a:cubicBezTo>
                      <a:pt x="176" y="68"/>
                      <a:pt x="173" y="69"/>
                      <a:pt x="173" y="64"/>
                    </a:cubicBezTo>
                    <a:cubicBezTo>
                      <a:pt x="173" y="64"/>
                      <a:pt x="173" y="62"/>
                      <a:pt x="173" y="61"/>
                    </a:cubicBezTo>
                    <a:cubicBezTo>
                      <a:pt x="171" y="61"/>
                      <a:pt x="172" y="61"/>
                      <a:pt x="170" y="60"/>
                    </a:cubicBezTo>
                    <a:cubicBezTo>
                      <a:pt x="169" y="60"/>
                      <a:pt x="171" y="60"/>
                      <a:pt x="169" y="60"/>
                    </a:cubicBezTo>
                    <a:cubicBezTo>
                      <a:pt x="168" y="60"/>
                      <a:pt x="165" y="63"/>
                      <a:pt x="163" y="64"/>
                    </a:cubicBezTo>
                    <a:cubicBezTo>
                      <a:pt x="157" y="63"/>
                      <a:pt x="157" y="63"/>
                      <a:pt x="157" y="63"/>
                    </a:cubicBezTo>
                    <a:cubicBezTo>
                      <a:pt x="157" y="61"/>
                      <a:pt x="155" y="63"/>
                      <a:pt x="154" y="63"/>
                    </a:cubicBezTo>
                    <a:cubicBezTo>
                      <a:pt x="146" y="67"/>
                      <a:pt x="146" y="67"/>
                      <a:pt x="146" y="67"/>
                    </a:cubicBezTo>
                    <a:cubicBezTo>
                      <a:pt x="145" y="68"/>
                      <a:pt x="146" y="67"/>
                      <a:pt x="145" y="68"/>
                    </a:cubicBezTo>
                    <a:cubicBezTo>
                      <a:pt x="142" y="69"/>
                      <a:pt x="142" y="69"/>
                      <a:pt x="142" y="69"/>
                    </a:cubicBezTo>
                    <a:cubicBezTo>
                      <a:pt x="141" y="70"/>
                      <a:pt x="140" y="70"/>
                      <a:pt x="139" y="72"/>
                    </a:cubicBezTo>
                    <a:cubicBezTo>
                      <a:pt x="138" y="72"/>
                      <a:pt x="138" y="72"/>
                      <a:pt x="138" y="72"/>
                    </a:cubicBezTo>
                    <a:cubicBezTo>
                      <a:pt x="138" y="72"/>
                      <a:pt x="138" y="73"/>
                      <a:pt x="138" y="73"/>
                    </a:cubicBezTo>
                    <a:cubicBezTo>
                      <a:pt x="138" y="73"/>
                      <a:pt x="138" y="73"/>
                      <a:pt x="138" y="74"/>
                    </a:cubicBezTo>
                    <a:cubicBezTo>
                      <a:pt x="138" y="72"/>
                      <a:pt x="139" y="72"/>
                      <a:pt x="137" y="73"/>
                    </a:cubicBezTo>
                    <a:cubicBezTo>
                      <a:pt x="135" y="74"/>
                      <a:pt x="137" y="73"/>
                      <a:pt x="135" y="74"/>
                    </a:cubicBezTo>
                    <a:cubicBezTo>
                      <a:pt x="136" y="75"/>
                      <a:pt x="136" y="74"/>
                      <a:pt x="136" y="76"/>
                    </a:cubicBezTo>
                    <a:cubicBezTo>
                      <a:pt x="135" y="75"/>
                      <a:pt x="136" y="76"/>
                      <a:pt x="135" y="75"/>
                    </a:cubicBezTo>
                    <a:cubicBezTo>
                      <a:pt x="134" y="75"/>
                      <a:pt x="134" y="75"/>
                      <a:pt x="134" y="75"/>
                    </a:cubicBezTo>
                    <a:cubicBezTo>
                      <a:pt x="133" y="78"/>
                      <a:pt x="134" y="74"/>
                      <a:pt x="132" y="77"/>
                    </a:cubicBezTo>
                    <a:cubicBezTo>
                      <a:pt x="128" y="82"/>
                      <a:pt x="128" y="82"/>
                      <a:pt x="128" y="82"/>
                    </a:cubicBezTo>
                    <a:cubicBezTo>
                      <a:pt x="128" y="80"/>
                      <a:pt x="128" y="80"/>
                      <a:pt x="128" y="80"/>
                    </a:cubicBezTo>
                    <a:cubicBezTo>
                      <a:pt x="126" y="82"/>
                      <a:pt x="125" y="82"/>
                      <a:pt x="125" y="85"/>
                    </a:cubicBezTo>
                    <a:cubicBezTo>
                      <a:pt x="124" y="84"/>
                      <a:pt x="124" y="84"/>
                      <a:pt x="124" y="84"/>
                    </a:cubicBezTo>
                    <a:cubicBezTo>
                      <a:pt x="111" y="100"/>
                      <a:pt x="111" y="100"/>
                      <a:pt x="111" y="100"/>
                    </a:cubicBezTo>
                    <a:cubicBezTo>
                      <a:pt x="109" y="102"/>
                      <a:pt x="109" y="103"/>
                      <a:pt x="107" y="105"/>
                    </a:cubicBezTo>
                    <a:cubicBezTo>
                      <a:pt x="107" y="106"/>
                      <a:pt x="107" y="106"/>
                      <a:pt x="108" y="106"/>
                    </a:cubicBezTo>
                    <a:cubicBezTo>
                      <a:pt x="106" y="107"/>
                      <a:pt x="106" y="108"/>
                      <a:pt x="105" y="109"/>
                    </a:cubicBezTo>
                    <a:cubicBezTo>
                      <a:pt x="105" y="110"/>
                      <a:pt x="105" y="108"/>
                      <a:pt x="105" y="111"/>
                    </a:cubicBezTo>
                    <a:cubicBezTo>
                      <a:pt x="104" y="111"/>
                      <a:pt x="104" y="111"/>
                      <a:pt x="104" y="111"/>
                    </a:cubicBezTo>
                    <a:cubicBezTo>
                      <a:pt x="103" y="112"/>
                      <a:pt x="104" y="113"/>
                      <a:pt x="103" y="115"/>
                    </a:cubicBezTo>
                    <a:cubicBezTo>
                      <a:pt x="102" y="116"/>
                      <a:pt x="102" y="116"/>
                      <a:pt x="102" y="117"/>
                    </a:cubicBezTo>
                    <a:cubicBezTo>
                      <a:pt x="102" y="118"/>
                      <a:pt x="101" y="119"/>
                      <a:pt x="101" y="119"/>
                    </a:cubicBezTo>
                    <a:cubicBezTo>
                      <a:pt x="100" y="120"/>
                      <a:pt x="101" y="120"/>
                      <a:pt x="99" y="120"/>
                    </a:cubicBezTo>
                    <a:cubicBezTo>
                      <a:pt x="99" y="122"/>
                      <a:pt x="99" y="122"/>
                      <a:pt x="99" y="122"/>
                    </a:cubicBezTo>
                    <a:cubicBezTo>
                      <a:pt x="99" y="122"/>
                      <a:pt x="98" y="124"/>
                      <a:pt x="98" y="124"/>
                    </a:cubicBezTo>
                    <a:cubicBezTo>
                      <a:pt x="95" y="134"/>
                      <a:pt x="95" y="134"/>
                      <a:pt x="95" y="134"/>
                    </a:cubicBezTo>
                    <a:cubicBezTo>
                      <a:pt x="94" y="135"/>
                      <a:pt x="95" y="134"/>
                      <a:pt x="94" y="136"/>
                    </a:cubicBezTo>
                    <a:cubicBezTo>
                      <a:pt x="88" y="142"/>
                      <a:pt x="88" y="142"/>
                      <a:pt x="88" y="142"/>
                    </a:cubicBezTo>
                    <a:cubicBezTo>
                      <a:pt x="86" y="145"/>
                      <a:pt x="82" y="148"/>
                      <a:pt x="81" y="151"/>
                    </a:cubicBezTo>
                    <a:cubicBezTo>
                      <a:pt x="80" y="153"/>
                      <a:pt x="80" y="153"/>
                      <a:pt x="80" y="153"/>
                    </a:cubicBezTo>
                    <a:cubicBezTo>
                      <a:pt x="79" y="154"/>
                      <a:pt x="78" y="155"/>
                      <a:pt x="76" y="155"/>
                    </a:cubicBezTo>
                    <a:cubicBezTo>
                      <a:pt x="77" y="156"/>
                      <a:pt x="77" y="155"/>
                      <a:pt x="77" y="156"/>
                    </a:cubicBezTo>
                    <a:cubicBezTo>
                      <a:pt x="75" y="156"/>
                      <a:pt x="75" y="156"/>
                      <a:pt x="75" y="156"/>
                    </a:cubicBezTo>
                    <a:cubicBezTo>
                      <a:pt x="75" y="154"/>
                      <a:pt x="75" y="153"/>
                      <a:pt x="75" y="151"/>
                    </a:cubicBezTo>
                    <a:cubicBezTo>
                      <a:pt x="75" y="148"/>
                      <a:pt x="75" y="148"/>
                      <a:pt x="75" y="148"/>
                    </a:cubicBezTo>
                    <a:cubicBezTo>
                      <a:pt x="75" y="146"/>
                      <a:pt x="76" y="142"/>
                      <a:pt x="75" y="138"/>
                    </a:cubicBezTo>
                    <a:cubicBezTo>
                      <a:pt x="75" y="137"/>
                      <a:pt x="75" y="137"/>
                      <a:pt x="75" y="137"/>
                    </a:cubicBezTo>
                    <a:cubicBezTo>
                      <a:pt x="75" y="134"/>
                      <a:pt x="75" y="135"/>
                      <a:pt x="75" y="133"/>
                    </a:cubicBezTo>
                    <a:cubicBezTo>
                      <a:pt x="73" y="126"/>
                      <a:pt x="73" y="127"/>
                      <a:pt x="71" y="122"/>
                    </a:cubicBezTo>
                    <a:cubicBezTo>
                      <a:pt x="69" y="119"/>
                      <a:pt x="68" y="116"/>
                      <a:pt x="66" y="113"/>
                    </a:cubicBezTo>
                    <a:cubicBezTo>
                      <a:pt x="58" y="103"/>
                      <a:pt x="58" y="103"/>
                      <a:pt x="58" y="103"/>
                    </a:cubicBezTo>
                    <a:cubicBezTo>
                      <a:pt x="59" y="102"/>
                      <a:pt x="59" y="103"/>
                      <a:pt x="59" y="101"/>
                    </a:cubicBezTo>
                    <a:cubicBezTo>
                      <a:pt x="60" y="103"/>
                      <a:pt x="62" y="101"/>
                      <a:pt x="63" y="101"/>
                    </a:cubicBezTo>
                    <a:cubicBezTo>
                      <a:pt x="66" y="100"/>
                      <a:pt x="66" y="100"/>
                      <a:pt x="66" y="100"/>
                    </a:cubicBezTo>
                    <a:cubicBezTo>
                      <a:pt x="69" y="99"/>
                      <a:pt x="71" y="97"/>
                      <a:pt x="74" y="96"/>
                    </a:cubicBezTo>
                    <a:cubicBezTo>
                      <a:pt x="78" y="95"/>
                      <a:pt x="78" y="95"/>
                      <a:pt x="78" y="95"/>
                    </a:cubicBezTo>
                    <a:cubicBezTo>
                      <a:pt x="80" y="94"/>
                      <a:pt x="78" y="95"/>
                      <a:pt x="80" y="94"/>
                    </a:cubicBezTo>
                    <a:cubicBezTo>
                      <a:pt x="82" y="93"/>
                      <a:pt x="82" y="93"/>
                      <a:pt x="82" y="93"/>
                    </a:cubicBezTo>
                    <a:cubicBezTo>
                      <a:pt x="84" y="91"/>
                      <a:pt x="88" y="91"/>
                      <a:pt x="88" y="89"/>
                    </a:cubicBezTo>
                    <a:cubicBezTo>
                      <a:pt x="90" y="89"/>
                      <a:pt x="90" y="89"/>
                      <a:pt x="93" y="87"/>
                    </a:cubicBezTo>
                    <a:cubicBezTo>
                      <a:pt x="94" y="86"/>
                      <a:pt x="95" y="86"/>
                      <a:pt x="96" y="86"/>
                    </a:cubicBezTo>
                    <a:cubicBezTo>
                      <a:pt x="96" y="85"/>
                      <a:pt x="97" y="84"/>
                      <a:pt x="98" y="83"/>
                    </a:cubicBezTo>
                    <a:cubicBezTo>
                      <a:pt x="105" y="81"/>
                      <a:pt x="101" y="81"/>
                      <a:pt x="104" y="80"/>
                    </a:cubicBezTo>
                    <a:cubicBezTo>
                      <a:pt x="105" y="79"/>
                      <a:pt x="106" y="79"/>
                      <a:pt x="108" y="79"/>
                    </a:cubicBezTo>
                    <a:cubicBezTo>
                      <a:pt x="108" y="78"/>
                      <a:pt x="108" y="78"/>
                      <a:pt x="108" y="78"/>
                    </a:cubicBezTo>
                    <a:cubicBezTo>
                      <a:pt x="110" y="77"/>
                      <a:pt x="111" y="75"/>
                      <a:pt x="113" y="75"/>
                    </a:cubicBezTo>
                    <a:cubicBezTo>
                      <a:pt x="113" y="75"/>
                      <a:pt x="115" y="75"/>
                      <a:pt x="112" y="77"/>
                    </a:cubicBezTo>
                    <a:cubicBezTo>
                      <a:pt x="111" y="78"/>
                      <a:pt x="111" y="78"/>
                      <a:pt x="110" y="78"/>
                    </a:cubicBezTo>
                    <a:cubicBezTo>
                      <a:pt x="110" y="79"/>
                      <a:pt x="112" y="80"/>
                      <a:pt x="111" y="78"/>
                    </a:cubicBezTo>
                    <a:cubicBezTo>
                      <a:pt x="113" y="78"/>
                      <a:pt x="113" y="77"/>
                      <a:pt x="114" y="77"/>
                    </a:cubicBezTo>
                    <a:cubicBezTo>
                      <a:pt x="113" y="76"/>
                      <a:pt x="113" y="75"/>
                      <a:pt x="113" y="74"/>
                    </a:cubicBezTo>
                    <a:cubicBezTo>
                      <a:pt x="114" y="74"/>
                      <a:pt x="115" y="73"/>
                      <a:pt x="116" y="72"/>
                    </a:cubicBezTo>
                    <a:cubicBezTo>
                      <a:pt x="118" y="72"/>
                      <a:pt x="118" y="72"/>
                      <a:pt x="118" y="72"/>
                    </a:cubicBezTo>
                    <a:cubicBezTo>
                      <a:pt x="117" y="74"/>
                      <a:pt x="115" y="73"/>
                      <a:pt x="114" y="76"/>
                    </a:cubicBezTo>
                    <a:cubicBezTo>
                      <a:pt x="118" y="74"/>
                      <a:pt x="118" y="74"/>
                      <a:pt x="118" y="74"/>
                    </a:cubicBezTo>
                    <a:cubicBezTo>
                      <a:pt x="121" y="74"/>
                      <a:pt x="115" y="74"/>
                      <a:pt x="118" y="74"/>
                    </a:cubicBezTo>
                    <a:cubicBezTo>
                      <a:pt x="118" y="74"/>
                      <a:pt x="119" y="75"/>
                      <a:pt x="119" y="75"/>
                    </a:cubicBezTo>
                    <a:cubicBezTo>
                      <a:pt x="120" y="73"/>
                      <a:pt x="119" y="73"/>
                      <a:pt x="122" y="71"/>
                    </a:cubicBezTo>
                    <a:cubicBezTo>
                      <a:pt x="123" y="71"/>
                      <a:pt x="123" y="71"/>
                      <a:pt x="123" y="71"/>
                    </a:cubicBezTo>
                    <a:cubicBezTo>
                      <a:pt x="123" y="71"/>
                      <a:pt x="123" y="70"/>
                      <a:pt x="123" y="70"/>
                    </a:cubicBezTo>
                    <a:cubicBezTo>
                      <a:pt x="124" y="70"/>
                      <a:pt x="122" y="70"/>
                      <a:pt x="124" y="70"/>
                    </a:cubicBezTo>
                    <a:cubicBezTo>
                      <a:pt x="124" y="69"/>
                      <a:pt x="124" y="70"/>
                      <a:pt x="126" y="70"/>
                    </a:cubicBezTo>
                    <a:cubicBezTo>
                      <a:pt x="127" y="69"/>
                      <a:pt x="127" y="69"/>
                      <a:pt x="127" y="68"/>
                    </a:cubicBezTo>
                    <a:cubicBezTo>
                      <a:pt x="129" y="67"/>
                      <a:pt x="128" y="69"/>
                      <a:pt x="130" y="67"/>
                    </a:cubicBezTo>
                    <a:cubicBezTo>
                      <a:pt x="132" y="64"/>
                      <a:pt x="132" y="64"/>
                      <a:pt x="132" y="64"/>
                    </a:cubicBezTo>
                    <a:cubicBezTo>
                      <a:pt x="136" y="62"/>
                      <a:pt x="134" y="62"/>
                      <a:pt x="137" y="60"/>
                    </a:cubicBezTo>
                    <a:cubicBezTo>
                      <a:pt x="140" y="58"/>
                      <a:pt x="136" y="62"/>
                      <a:pt x="141" y="58"/>
                    </a:cubicBezTo>
                    <a:cubicBezTo>
                      <a:pt x="144" y="55"/>
                      <a:pt x="144" y="55"/>
                      <a:pt x="144" y="55"/>
                    </a:cubicBezTo>
                    <a:cubicBezTo>
                      <a:pt x="144" y="55"/>
                      <a:pt x="144" y="55"/>
                      <a:pt x="144" y="55"/>
                    </a:cubicBezTo>
                    <a:cubicBezTo>
                      <a:pt x="145" y="55"/>
                      <a:pt x="146" y="54"/>
                      <a:pt x="147" y="54"/>
                    </a:cubicBezTo>
                    <a:cubicBezTo>
                      <a:pt x="148" y="52"/>
                      <a:pt x="148" y="52"/>
                      <a:pt x="148" y="52"/>
                    </a:cubicBezTo>
                    <a:cubicBezTo>
                      <a:pt x="149" y="52"/>
                      <a:pt x="148" y="52"/>
                      <a:pt x="149" y="52"/>
                    </a:cubicBezTo>
                    <a:cubicBezTo>
                      <a:pt x="151" y="51"/>
                      <a:pt x="162" y="44"/>
                      <a:pt x="166" y="43"/>
                    </a:cubicBezTo>
                    <a:cubicBezTo>
                      <a:pt x="165" y="42"/>
                      <a:pt x="165" y="42"/>
                      <a:pt x="165" y="42"/>
                    </a:cubicBezTo>
                    <a:cubicBezTo>
                      <a:pt x="167" y="42"/>
                      <a:pt x="169" y="39"/>
                      <a:pt x="170" y="38"/>
                    </a:cubicBezTo>
                    <a:cubicBezTo>
                      <a:pt x="171" y="37"/>
                      <a:pt x="172" y="35"/>
                      <a:pt x="173" y="35"/>
                    </a:cubicBezTo>
                    <a:cubicBezTo>
                      <a:pt x="175" y="31"/>
                      <a:pt x="173" y="31"/>
                      <a:pt x="173" y="29"/>
                    </a:cubicBezTo>
                    <a:cubicBezTo>
                      <a:pt x="172" y="25"/>
                      <a:pt x="172" y="26"/>
                      <a:pt x="172" y="23"/>
                    </a:cubicBezTo>
                    <a:cubicBezTo>
                      <a:pt x="171" y="22"/>
                      <a:pt x="172" y="23"/>
                      <a:pt x="171" y="22"/>
                    </a:cubicBezTo>
                    <a:cubicBezTo>
                      <a:pt x="171" y="19"/>
                      <a:pt x="171" y="22"/>
                      <a:pt x="170" y="20"/>
                    </a:cubicBezTo>
                    <a:cubicBezTo>
                      <a:pt x="165" y="11"/>
                      <a:pt x="165" y="11"/>
                      <a:pt x="165" y="11"/>
                    </a:cubicBezTo>
                    <a:cubicBezTo>
                      <a:pt x="165" y="11"/>
                      <a:pt x="164" y="9"/>
                      <a:pt x="163" y="8"/>
                    </a:cubicBezTo>
                    <a:cubicBezTo>
                      <a:pt x="158" y="5"/>
                      <a:pt x="158" y="5"/>
                      <a:pt x="158" y="5"/>
                    </a:cubicBezTo>
                    <a:cubicBezTo>
                      <a:pt x="156" y="3"/>
                      <a:pt x="153" y="1"/>
                      <a:pt x="150" y="1"/>
                    </a:cubicBezTo>
                    <a:cubicBezTo>
                      <a:pt x="150" y="0"/>
                      <a:pt x="150" y="0"/>
                      <a:pt x="150" y="0"/>
                    </a:cubicBezTo>
                    <a:cubicBezTo>
                      <a:pt x="136" y="0"/>
                      <a:pt x="136" y="0"/>
                      <a:pt x="136" y="0"/>
                    </a:cubicBezTo>
                    <a:cubicBezTo>
                      <a:pt x="135" y="1"/>
                      <a:pt x="134" y="2"/>
                      <a:pt x="133" y="3"/>
                    </a:cubicBezTo>
                    <a:cubicBezTo>
                      <a:pt x="132" y="5"/>
                      <a:pt x="130" y="12"/>
                      <a:pt x="132" y="16"/>
                    </a:cubicBezTo>
                    <a:cubicBezTo>
                      <a:pt x="134" y="19"/>
                      <a:pt x="134" y="19"/>
                      <a:pt x="134" y="19"/>
                    </a:cubicBezTo>
                    <a:cubicBezTo>
                      <a:pt x="134" y="21"/>
                      <a:pt x="134" y="21"/>
                      <a:pt x="134" y="21"/>
                    </a:cubicBezTo>
                    <a:cubicBezTo>
                      <a:pt x="134" y="21"/>
                      <a:pt x="134" y="21"/>
                      <a:pt x="133" y="21"/>
                    </a:cubicBezTo>
                    <a:cubicBezTo>
                      <a:pt x="121" y="39"/>
                      <a:pt x="121" y="39"/>
                      <a:pt x="121" y="39"/>
                    </a:cubicBezTo>
                    <a:cubicBezTo>
                      <a:pt x="120" y="39"/>
                      <a:pt x="120" y="39"/>
                      <a:pt x="120" y="40"/>
                    </a:cubicBezTo>
                    <a:cubicBezTo>
                      <a:pt x="119" y="40"/>
                      <a:pt x="119" y="40"/>
                      <a:pt x="119" y="40"/>
                    </a:cubicBezTo>
                    <a:cubicBezTo>
                      <a:pt x="118" y="41"/>
                      <a:pt x="119" y="41"/>
                      <a:pt x="118" y="42"/>
                    </a:cubicBezTo>
                    <a:cubicBezTo>
                      <a:pt x="115" y="42"/>
                      <a:pt x="115" y="47"/>
                      <a:pt x="111" y="47"/>
                    </a:cubicBezTo>
                    <a:cubicBezTo>
                      <a:pt x="112" y="49"/>
                      <a:pt x="112" y="47"/>
                      <a:pt x="111" y="49"/>
                    </a:cubicBezTo>
                    <a:cubicBezTo>
                      <a:pt x="103" y="56"/>
                      <a:pt x="103" y="56"/>
                      <a:pt x="103" y="56"/>
                    </a:cubicBezTo>
                    <a:cubicBezTo>
                      <a:pt x="102" y="56"/>
                      <a:pt x="102" y="56"/>
                      <a:pt x="102" y="56"/>
                    </a:cubicBezTo>
                    <a:cubicBezTo>
                      <a:pt x="102" y="56"/>
                      <a:pt x="102" y="56"/>
                      <a:pt x="102" y="56"/>
                    </a:cubicBezTo>
                    <a:cubicBezTo>
                      <a:pt x="98" y="59"/>
                      <a:pt x="98" y="59"/>
                      <a:pt x="98" y="59"/>
                    </a:cubicBezTo>
                    <a:cubicBezTo>
                      <a:pt x="97" y="60"/>
                      <a:pt x="98" y="60"/>
                      <a:pt x="97" y="61"/>
                    </a:cubicBezTo>
                    <a:cubicBezTo>
                      <a:pt x="92" y="64"/>
                      <a:pt x="92" y="64"/>
                      <a:pt x="92" y="64"/>
                    </a:cubicBezTo>
                    <a:cubicBezTo>
                      <a:pt x="91" y="65"/>
                      <a:pt x="90" y="67"/>
                      <a:pt x="88" y="67"/>
                    </a:cubicBezTo>
                    <a:cubicBezTo>
                      <a:pt x="88" y="68"/>
                      <a:pt x="88" y="68"/>
                      <a:pt x="88" y="68"/>
                    </a:cubicBezTo>
                    <a:cubicBezTo>
                      <a:pt x="85" y="69"/>
                      <a:pt x="87" y="68"/>
                      <a:pt x="86" y="69"/>
                    </a:cubicBezTo>
                    <a:cubicBezTo>
                      <a:pt x="74" y="78"/>
                      <a:pt x="74" y="78"/>
                      <a:pt x="74" y="78"/>
                    </a:cubicBezTo>
                    <a:cubicBezTo>
                      <a:pt x="73" y="79"/>
                      <a:pt x="73" y="78"/>
                      <a:pt x="73" y="80"/>
                    </a:cubicBezTo>
                    <a:cubicBezTo>
                      <a:pt x="72" y="78"/>
                      <a:pt x="73" y="79"/>
                      <a:pt x="71" y="80"/>
                    </a:cubicBezTo>
                    <a:cubicBezTo>
                      <a:pt x="49" y="94"/>
                      <a:pt x="49" y="94"/>
                      <a:pt x="49" y="94"/>
                    </a:cubicBezTo>
                    <a:cubicBezTo>
                      <a:pt x="45" y="95"/>
                      <a:pt x="45" y="96"/>
                      <a:pt x="41" y="95"/>
                    </a:cubicBezTo>
                    <a:cubicBezTo>
                      <a:pt x="36" y="93"/>
                      <a:pt x="36" y="93"/>
                      <a:pt x="36" y="93"/>
                    </a:cubicBezTo>
                    <a:cubicBezTo>
                      <a:pt x="35" y="93"/>
                      <a:pt x="34" y="93"/>
                      <a:pt x="33" y="93"/>
                    </a:cubicBezTo>
                    <a:cubicBezTo>
                      <a:pt x="27" y="92"/>
                      <a:pt x="27" y="91"/>
                      <a:pt x="21" y="93"/>
                    </a:cubicBezTo>
                    <a:cubicBezTo>
                      <a:pt x="18" y="93"/>
                      <a:pt x="21" y="93"/>
                      <a:pt x="19" y="94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3" y="96"/>
                      <a:pt x="13" y="96"/>
                      <a:pt x="13" y="97"/>
                    </a:cubicBezTo>
                    <a:cubicBezTo>
                      <a:pt x="9" y="99"/>
                      <a:pt x="9" y="99"/>
                      <a:pt x="9" y="99"/>
                    </a:cubicBezTo>
                    <a:cubicBezTo>
                      <a:pt x="8" y="99"/>
                      <a:pt x="8" y="100"/>
                      <a:pt x="7" y="100"/>
                    </a:cubicBezTo>
                    <a:cubicBezTo>
                      <a:pt x="3" y="100"/>
                      <a:pt x="3" y="100"/>
                      <a:pt x="3" y="100"/>
                    </a:cubicBezTo>
                    <a:cubicBezTo>
                      <a:pt x="4" y="101"/>
                      <a:pt x="4" y="101"/>
                      <a:pt x="5" y="101"/>
                    </a:cubicBezTo>
                    <a:cubicBezTo>
                      <a:pt x="5" y="102"/>
                      <a:pt x="5" y="101"/>
                      <a:pt x="5" y="102"/>
                    </a:cubicBezTo>
                    <a:cubicBezTo>
                      <a:pt x="0" y="106"/>
                      <a:pt x="0" y="106"/>
                      <a:pt x="0" y="106"/>
                    </a:cubicBezTo>
                    <a:cubicBezTo>
                      <a:pt x="0" y="109"/>
                      <a:pt x="1" y="109"/>
                      <a:pt x="4" y="109"/>
                    </a:cubicBezTo>
                    <a:cubicBezTo>
                      <a:pt x="4" y="108"/>
                      <a:pt x="4" y="108"/>
                      <a:pt x="4" y="108"/>
                    </a:cubicBezTo>
                    <a:cubicBezTo>
                      <a:pt x="6" y="108"/>
                      <a:pt x="9" y="108"/>
                      <a:pt x="10" y="107"/>
                    </a:cubicBezTo>
                    <a:cubicBezTo>
                      <a:pt x="11" y="107"/>
                      <a:pt x="11" y="107"/>
                      <a:pt x="11" y="107"/>
                    </a:cubicBezTo>
                    <a:cubicBezTo>
                      <a:pt x="11" y="107"/>
                      <a:pt x="11" y="107"/>
                      <a:pt x="11" y="107"/>
                    </a:cubicBezTo>
                    <a:cubicBezTo>
                      <a:pt x="11" y="107"/>
                      <a:pt x="11" y="107"/>
                      <a:pt x="12" y="107"/>
                    </a:cubicBezTo>
                    <a:cubicBezTo>
                      <a:pt x="14" y="106"/>
                      <a:pt x="13" y="107"/>
                      <a:pt x="16" y="108"/>
                    </a:cubicBezTo>
                    <a:cubicBezTo>
                      <a:pt x="16" y="108"/>
                      <a:pt x="17" y="107"/>
                      <a:pt x="17" y="107"/>
                    </a:cubicBezTo>
                    <a:cubicBezTo>
                      <a:pt x="18" y="107"/>
                      <a:pt x="17" y="107"/>
                      <a:pt x="18" y="107"/>
                    </a:cubicBezTo>
                    <a:cubicBezTo>
                      <a:pt x="23" y="107"/>
                      <a:pt x="24" y="106"/>
                      <a:pt x="28" y="108"/>
                    </a:cubicBezTo>
                    <a:cubicBezTo>
                      <a:pt x="32" y="110"/>
                      <a:pt x="33" y="108"/>
                      <a:pt x="37" y="115"/>
                    </a:cubicBezTo>
                    <a:cubicBezTo>
                      <a:pt x="39" y="117"/>
                      <a:pt x="37" y="121"/>
                      <a:pt x="39" y="124"/>
                    </a:cubicBezTo>
                    <a:cubicBezTo>
                      <a:pt x="40" y="126"/>
                      <a:pt x="40" y="124"/>
                      <a:pt x="40" y="125"/>
                    </a:cubicBezTo>
                    <a:cubicBezTo>
                      <a:pt x="41" y="128"/>
                      <a:pt x="40" y="132"/>
                      <a:pt x="40" y="133"/>
                    </a:cubicBezTo>
                    <a:cubicBezTo>
                      <a:pt x="40" y="135"/>
                      <a:pt x="40" y="134"/>
                      <a:pt x="40" y="137"/>
                    </a:cubicBezTo>
                    <a:cubicBezTo>
                      <a:pt x="40" y="138"/>
                      <a:pt x="40" y="137"/>
                      <a:pt x="40" y="139"/>
                    </a:cubicBezTo>
                    <a:cubicBezTo>
                      <a:pt x="39" y="142"/>
                      <a:pt x="40" y="146"/>
                      <a:pt x="39" y="148"/>
                    </a:cubicBezTo>
                    <a:cubicBezTo>
                      <a:pt x="39" y="150"/>
                      <a:pt x="39" y="149"/>
                      <a:pt x="39" y="151"/>
                    </a:cubicBezTo>
                    <a:cubicBezTo>
                      <a:pt x="39" y="153"/>
                      <a:pt x="39" y="154"/>
                      <a:pt x="39" y="156"/>
                    </a:cubicBezTo>
                    <a:cubicBezTo>
                      <a:pt x="38" y="157"/>
                      <a:pt x="38" y="157"/>
                      <a:pt x="38" y="159"/>
                    </a:cubicBezTo>
                    <a:cubicBezTo>
                      <a:pt x="38" y="165"/>
                      <a:pt x="38" y="162"/>
                      <a:pt x="37" y="165"/>
                    </a:cubicBezTo>
                    <a:cubicBezTo>
                      <a:pt x="34" y="186"/>
                      <a:pt x="34" y="186"/>
                      <a:pt x="34" y="186"/>
                    </a:cubicBezTo>
                    <a:cubicBezTo>
                      <a:pt x="34" y="187"/>
                      <a:pt x="35" y="187"/>
                      <a:pt x="35" y="188"/>
                    </a:cubicBezTo>
                    <a:cubicBezTo>
                      <a:pt x="35" y="188"/>
                      <a:pt x="34" y="188"/>
                      <a:pt x="34" y="188"/>
                    </a:cubicBezTo>
                    <a:cubicBezTo>
                      <a:pt x="34" y="188"/>
                      <a:pt x="34" y="188"/>
                      <a:pt x="34" y="189"/>
                    </a:cubicBezTo>
                    <a:cubicBezTo>
                      <a:pt x="34" y="190"/>
                      <a:pt x="35" y="192"/>
                      <a:pt x="33" y="193"/>
                    </a:cubicBezTo>
                    <a:cubicBezTo>
                      <a:pt x="33" y="198"/>
                      <a:pt x="33" y="198"/>
                      <a:pt x="33" y="198"/>
                    </a:cubicBezTo>
                    <a:cubicBezTo>
                      <a:pt x="33" y="199"/>
                      <a:pt x="32" y="201"/>
                      <a:pt x="32" y="203"/>
                    </a:cubicBezTo>
                    <a:cubicBezTo>
                      <a:pt x="31" y="203"/>
                      <a:pt x="32" y="202"/>
                      <a:pt x="32" y="204"/>
                    </a:cubicBezTo>
                    <a:cubicBezTo>
                      <a:pt x="31" y="208"/>
                      <a:pt x="32" y="209"/>
                      <a:pt x="31" y="213"/>
                    </a:cubicBezTo>
                    <a:cubicBezTo>
                      <a:pt x="29" y="217"/>
                      <a:pt x="29" y="217"/>
                      <a:pt x="29" y="217"/>
                    </a:cubicBezTo>
                    <a:cubicBezTo>
                      <a:pt x="29" y="218"/>
                      <a:pt x="28" y="221"/>
                      <a:pt x="28" y="222"/>
                    </a:cubicBezTo>
                    <a:cubicBezTo>
                      <a:pt x="27" y="224"/>
                      <a:pt x="28" y="222"/>
                      <a:pt x="27" y="223"/>
                    </a:cubicBezTo>
                    <a:cubicBezTo>
                      <a:pt x="27" y="224"/>
                      <a:pt x="26" y="227"/>
                      <a:pt x="26" y="227"/>
                    </a:cubicBezTo>
                    <a:cubicBezTo>
                      <a:pt x="22" y="233"/>
                      <a:pt x="22" y="233"/>
                      <a:pt x="22" y="233"/>
                    </a:cubicBezTo>
                    <a:cubicBezTo>
                      <a:pt x="22" y="235"/>
                      <a:pt x="20" y="235"/>
                      <a:pt x="19" y="236"/>
                    </a:cubicBezTo>
                    <a:cubicBezTo>
                      <a:pt x="16" y="238"/>
                      <a:pt x="16" y="242"/>
                      <a:pt x="16" y="246"/>
                    </a:cubicBezTo>
                    <a:cubicBezTo>
                      <a:pt x="14" y="246"/>
                      <a:pt x="15" y="246"/>
                      <a:pt x="15" y="247"/>
                    </a:cubicBezTo>
                    <a:cubicBezTo>
                      <a:pt x="16" y="252"/>
                      <a:pt x="16" y="252"/>
                      <a:pt x="16" y="252"/>
                    </a:cubicBezTo>
                    <a:cubicBezTo>
                      <a:pt x="17" y="255"/>
                      <a:pt x="17" y="255"/>
                      <a:pt x="17" y="258"/>
                    </a:cubicBezTo>
                    <a:cubicBezTo>
                      <a:pt x="17" y="260"/>
                      <a:pt x="17" y="260"/>
                      <a:pt x="18" y="260"/>
                    </a:cubicBezTo>
                    <a:cubicBezTo>
                      <a:pt x="18" y="263"/>
                      <a:pt x="18" y="262"/>
                      <a:pt x="18" y="264"/>
                    </a:cubicBezTo>
                    <a:cubicBezTo>
                      <a:pt x="20" y="269"/>
                      <a:pt x="21" y="268"/>
                      <a:pt x="22" y="271"/>
                    </a:cubicBezTo>
                    <a:cubicBezTo>
                      <a:pt x="26" y="272"/>
                      <a:pt x="28" y="274"/>
                      <a:pt x="34" y="274"/>
                    </a:cubicBezTo>
                    <a:cubicBezTo>
                      <a:pt x="38" y="274"/>
                      <a:pt x="39" y="277"/>
                      <a:pt x="46" y="276"/>
                    </a:cubicBezTo>
                    <a:cubicBezTo>
                      <a:pt x="46" y="276"/>
                      <a:pt x="46" y="275"/>
                      <a:pt x="46" y="275"/>
                    </a:cubicBezTo>
                    <a:cubicBezTo>
                      <a:pt x="46" y="275"/>
                      <a:pt x="48" y="274"/>
                      <a:pt x="49" y="274"/>
                    </a:cubicBezTo>
                    <a:cubicBezTo>
                      <a:pt x="51" y="272"/>
                      <a:pt x="51" y="272"/>
                      <a:pt x="51" y="272"/>
                    </a:cubicBezTo>
                    <a:cubicBezTo>
                      <a:pt x="53" y="270"/>
                      <a:pt x="56" y="266"/>
                      <a:pt x="56" y="263"/>
                    </a:cubicBezTo>
                    <a:cubicBezTo>
                      <a:pt x="55" y="262"/>
                      <a:pt x="55" y="262"/>
                      <a:pt x="55" y="262"/>
                    </a:cubicBezTo>
                    <a:cubicBezTo>
                      <a:pt x="56" y="261"/>
                      <a:pt x="56" y="261"/>
                      <a:pt x="56" y="260"/>
                    </a:cubicBezTo>
                    <a:cubicBezTo>
                      <a:pt x="56" y="259"/>
                      <a:pt x="55" y="258"/>
                      <a:pt x="56" y="257"/>
                    </a:cubicBezTo>
                    <a:cubicBezTo>
                      <a:pt x="55" y="255"/>
                      <a:pt x="55" y="255"/>
                      <a:pt x="55" y="255"/>
                    </a:cubicBezTo>
                    <a:cubicBezTo>
                      <a:pt x="57" y="252"/>
                      <a:pt x="57" y="252"/>
                      <a:pt x="57" y="252"/>
                    </a:cubicBezTo>
                    <a:cubicBezTo>
                      <a:pt x="57" y="251"/>
                      <a:pt x="57" y="251"/>
                      <a:pt x="57" y="251"/>
                    </a:cubicBezTo>
                    <a:cubicBezTo>
                      <a:pt x="58" y="249"/>
                      <a:pt x="59" y="248"/>
                      <a:pt x="60" y="246"/>
                    </a:cubicBezTo>
                    <a:cubicBezTo>
                      <a:pt x="59" y="245"/>
                      <a:pt x="61" y="246"/>
                      <a:pt x="58" y="245"/>
                    </a:cubicBezTo>
                    <a:cubicBezTo>
                      <a:pt x="60" y="244"/>
                      <a:pt x="60" y="244"/>
                      <a:pt x="60" y="244"/>
                    </a:cubicBezTo>
                    <a:cubicBezTo>
                      <a:pt x="58" y="243"/>
                      <a:pt x="59" y="245"/>
                      <a:pt x="59" y="243"/>
                    </a:cubicBezTo>
                    <a:cubicBezTo>
                      <a:pt x="59" y="239"/>
                      <a:pt x="60" y="236"/>
                      <a:pt x="62" y="233"/>
                    </a:cubicBezTo>
                    <a:cubicBezTo>
                      <a:pt x="62" y="233"/>
                      <a:pt x="63" y="232"/>
                      <a:pt x="63" y="232"/>
                    </a:cubicBezTo>
                    <a:cubicBezTo>
                      <a:pt x="63" y="232"/>
                      <a:pt x="63" y="232"/>
                      <a:pt x="63" y="232"/>
                    </a:cubicBezTo>
                    <a:cubicBezTo>
                      <a:pt x="63" y="232"/>
                      <a:pt x="63" y="232"/>
                      <a:pt x="63" y="231"/>
                    </a:cubicBezTo>
                    <a:cubicBezTo>
                      <a:pt x="63" y="231"/>
                      <a:pt x="63" y="230"/>
                      <a:pt x="63" y="230"/>
                    </a:cubicBezTo>
                    <a:cubicBezTo>
                      <a:pt x="64" y="230"/>
                      <a:pt x="64" y="230"/>
                      <a:pt x="64" y="230"/>
                    </a:cubicBezTo>
                    <a:cubicBezTo>
                      <a:pt x="65" y="229"/>
                      <a:pt x="64" y="227"/>
                      <a:pt x="65" y="227"/>
                    </a:cubicBezTo>
                    <a:cubicBezTo>
                      <a:pt x="67" y="225"/>
                      <a:pt x="68" y="223"/>
                      <a:pt x="69" y="221"/>
                    </a:cubicBezTo>
                    <a:cubicBezTo>
                      <a:pt x="69" y="221"/>
                      <a:pt x="70" y="221"/>
                      <a:pt x="70" y="221"/>
                    </a:cubicBezTo>
                    <a:cubicBezTo>
                      <a:pt x="71" y="219"/>
                      <a:pt x="72" y="218"/>
                      <a:pt x="72" y="216"/>
                    </a:cubicBezTo>
                    <a:cubicBezTo>
                      <a:pt x="74" y="211"/>
                      <a:pt x="74" y="214"/>
                      <a:pt x="74" y="209"/>
                    </a:cubicBezTo>
                    <a:cubicBezTo>
                      <a:pt x="75" y="208"/>
                      <a:pt x="73" y="208"/>
                      <a:pt x="75" y="208"/>
                    </a:cubicBezTo>
                    <a:cubicBezTo>
                      <a:pt x="74" y="207"/>
                      <a:pt x="74" y="206"/>
                      <a:pt x="76" y="205"/>
                    </a:cubicBezTo>
                    <a:cubicBezTo>
                      <a:pt x="77" y="204"/>
                      <a:pt x="77" y="203"/>
                      <a:pt x="77" y="201"/>
                    </a:cubicBezTo>
                    <a:cubicBezTo>
                      <a:pt x="78" y="199"/>
                      <a:pt x="79" y="197"/>
                      <a:pt x="80" y="195"/>
                    </a:cubicBezTo>
                    <a:cubicBezTo>
                      <a:pt x="81" y="195"/>
                      <a:pt x="82" y="196"/>
                      <a:pt x="83" y="195"/>
                    </a:cubicBezTo>
                    <a:cubicBezTo>
                      <a:pt x="78" y="208"/>
                      <a:pt x="78" y="208"/>
                      <a:pt x="78" y="208"/>
                    </a:cubicBezTo>
                    <a:cubicBezTo>
                      <a:pt x="77" y="214"/>
                      <a:pt x="79" y="217"/>
                      <a:pt x="77" y="223"/>
                    </a:cubicBezTo>
                    <a:cubicBezTo>
                      <a:pt x="76" y="228"/>
                      <a:pt x="77" y="240"/>
                      <a:pt x="81" y="239"/>
                    </a:cubicBezTo>
                    <a:cubicBezTo>
                      <a:pt x="83" y="239"/>
                      <a:pt x="81" y="238"/>
                      <a:pt x="83" y="238"/>
                    </a:cubicBezTo>
                    <a:cubicBezTo>
                      <a:pt x="85" y="242"/>
                      <a:pt x="84" y="243"/>
                      <a:pt x="86" y="246"/>
                    </a:cubicBezTo>
                    <a:cubicBezTo>
                      <a:pt x="88" y="245"/>
                      <a:pt x="87" y="246"/>
                      <a:pt x="89" y="245"/>
                    </a:cubicBezTo>
                    <a:cubicBezTo>
                      <a:pt x="88" y="253"/>
                      <a:pt x="88" y="253"/>
                      <a:pt x="88" y="253"/>
                    </a:cubicBezTo>
                    <a:cubicBezTo>
                      <a:pt x="89" y="255"/>
                      <a:pt x="89" y="255"/>
                      <a:pt x="89" y="255"/>
                    </a:cubicBezTo>
                    <a:cubicBezTo>
                      <a:pt x="92" y="255"/>
                      <a:pt x="91" y="253"/>
                      <a:pt x="93" y="251"/>
                    </a:cubicBezTo>
                    <a:cubicBezTo>
                      <a:pt x="96" y="251"/>
                      <a:pt x="96" y="251"/>
                      <a:pt x="96" y="252"/>
                    </a:cubicBezTo>
                    <a:cubicBezTo>
                      <a:pt x="98" y="250"/>
                      <a:pt x="98" y="250"/>
                      <a:pt x="98" y="250"/>
                    </a:cubicBezTo>
                    <a:cubicBezTo>
                      <a:pt x="99" y="252"/>
                      <a:pt x="100" y="253"/>
                      <a:pt x="102" y="254"/>
                    </a:cubicBezTo>
                    <a:cubicBezTo>
                      <a:pt x="104" y="253"/>
                      <a:pt x="104" y="251"/>
                      <a:pt x="104" y="249"/>
                    </a:cubicBezTo>
                    <a:cubicBezTo>
                      <a:pt x="101" y="241"/>
                      <a:pt x="101" y="241"/>
                      <a:pt x="101" y="241"/>
                    </a:cubicBezTo>
                    <a:cubicBezTo>
                      <a:pt x="102" y="238"/>
                      <a:pt x="102" y="238"/>
                      <a:pt x="102" y="238"/>
                    </a:cubicBezTo>
                    <a:cubicBezTo>
                      <a:pt x="102" y="238"/>
                      <a:pt x="103" y="238"/>
                      <a:pt x="103" y="238"/>
                    </a:cubicBezTo>
                    <a:cubicBezTo>
                      <a:pt x="103" y="234"/>
                      <a:pt x="102" y="233"/>
                      <a:pt x="103" y="231"/>
                    </a:cubicBezTo>
                    <a:cubicBezTo>
                      <a:pt x="103" y="231"/>
                      <a:pt x="103" y="231"/>
                      <a:pt x="103" y="230"/>
                    </a:cubicBezTo>
                    <a:cubicBezTo>
                      <a:pt x="106" y="225"/>
                      <a:pt x="106" y="225"/>
                      <a:pt x="106" y="225"/>
                    </a:cubicBezTo>
                    <a:cubicBezTo>
                      <a:pt x="106" y="223"/>
                      <a:pt x="106" y="222"/>
                      <a:pt x="108" y="221"/>
                    </a:cubicBezTo>
                    <a:cubicBezTo>
                      <a:pt x="107" y="220"/>
                      <a:pt x="108" y="220"/>
                      <a:pt x="108" y="219"/>
                    </a:cubicBezTo>
                    <a:cubicBezTo>
                      <a:pt x="108" y="219"/>
                      <a:pt x="109" y="219"/>
                      <a:pt x="109" y="219"/>
                    </a:cubicBezTo>
                    <a:cubicBezTo>
                      <a:pt x="111" y="214"/>
                      <a:pt x="111" y="214"/>
                      <a:pt x="111" y="214"/>
                    </a:cubicBezTo>
                    <a:cubicBezTo>
                      <a:pt x="112" y="214"/>
                      <a:pt x="112" y="214"/>
                      <a:pt x="112" y="214"/>
                    </a:cubicBezTo>
                    <a:cubicBezTo>
                      <a:pt x="114" y="209"/>
                      <a:pt x="114" y="209"/>
                      <a:pt x="114" y="209"/>
                    </a:cubicBezTo>
                    <a:cubicBezTo>
                      <a:pt x="115" y="207"/>
                      <a:pt x="116" y="206"/>
                      <a:pt x="117" y="205"/>
                    </a:cubicBezTo>
                    <a:cubicBezTo>
                      <a:pt x="118" y="205"/>
                      <a:pt x="116" y="207"/>
                      <a:pt x="118" y="204"/>
                    </a:cubicBezTo>
                    <a:cubicBezTo>
                      <a:pt x="120" y="202"/>
                      <a:pt x="120" y="201"/>
                      <a:pt x="121" y="199"/>
                    </a:cubicBezTo>
                    <a:cubicBezTo>
                      <a:pt x="121" y="199"/>
                      <a:pt x="121" y="198"/>
                      <a:pt x="121" y="198"/>
                    </a:cubicBezTo>
                    <a:cubicBezTo>
                      <a:pt x="122" y="197"/>
                      <a:pt x="122" y="197"/>
                      <a:pt x="122" y="197"/>
                    </a:cubicBezTo>
                    <a:cubicBezTo>
                      <a:pt x="123" y="199"/>
                      <a:pt x="123" y="198"/>
                      <a:pt x="123" y="199"/>
                    </a:cubicBezTo>
                    <a:cubicBezTo>
                      <a:pt x="123" y="207"/>
                      <a:pt x="123" y="207"/>
                      <a:pt x="123" y="207"/>
                    </a:cubicBezTo>
                    <a:cubicBezTo>
                      <a:pt x="123" y="207"/>
                      <a:pt x="123" y="207"/>
                      <a:pt x="123" y="207"/>
                    </a:cubicBezTo>
                    <a:cubicBezTo>
                      <a:pt x="124" y="216"/>
                      <a:pt x="124" y="216"/>
                      <a:pt x="124" y="216"/>
                    </a:cubicBezTo>
                    <a:cubicBezTo>
                      <a:pt x="123" y="216"/>
                      <a:pt x="123" y="216"/>
                      <a:pt x="123" y="216"/>
                    </a:cubicBezTo>
                    <a:cubicBezTo>
                      <a:pt x="123" y="216"/>
                      <a:pt x="123" y="221"/>
                      <a:pt x="122" y="222"/>
                    </a:cubicBezTo>
                    <a:cubicBezTo>
                      <a:pt x="122" y="224"/>
                      <a:pt x="122" y="224"/>
                      <a:pt x="121" y="226"/>
                    </a:cubicBezTo>
                    <a:cubicBezTo>
                      <a:pt x="121" y="226"/>
                      <a:pt x="121" y="228"/>
                      <a:pt x="121" y="228"/>
                    </a:cubicBezTo>
                    <a:cubicBezTo>
                      <a:pt x="120" y="231"/>
                      <a:pt x="120" y="231"/>
                      <a:pt x="120" y="231"/>
                    </a:cubicBezTo>
                    <a:cubicBezTo>
                      <a:pt x="119" y="233"/>
                      <a:pt x="117" y="238"/>
                      <a:pt x="116" y="240"/>
                    </a:cubicBezTo>
                    <a:cubicBezTo>
                      <a:pt x="115" y="241"/>
                      <a:pt x="115" y="241"/>
                      <a:pt x="115" y="242"/>
                    </a:cubicBezTo>
                    <a:cubicBezTo>
                      <a:pt x="114" y="245"/>
                      <a:pt x="113" y="246"/>
                      <a:pt x="112" y="249"/>
                    </a:cubicBezTo>
                    <a:cubicBezTo>
                      <a:pt x="105" y="260"/>
                      <a:pt x="105" y="260"/>
                      <a:pt x="105" y="260"/>
                    </a:cubicBezTo>
                    <a:cubicBezTo>
                      <a:pt x="104" y="261"/>
                      <a:pt x="104" y="261"/>
                      <a:pt x="104" y="261"/>
                    </a:cubicBezTo>
                    <a:cubicBezTo>
                      <a:pt x="103" y="262"/>
                      <a:pt x="103" y="262"/>
                      <a:pt x="102" y="262"/>
                    </a:cubicBezTo>
                    <a:cubicBezTo>
                      <a:pt x="103" y="263"/>
                      <a:pt x="103" y="263"/>
                      <a:pt x="103" y="263"/>
                    </a:cubicBezTo>
                    <a:cubicBezTo>
                      <a:pt x="101" y="264"/>
                      <a:pt x="99" y="265"/>
                      <a:pt x="98" y="267"/>
                    </a:cubicBezTo>
                    <a:cubicBezTo>
                      <a:pt x="89" y="275"/>
                      <a:pt x="89" y="275"/>
                      <a:pt x="89" y="275"/>
                    </a:cubicBezTo>
                    <a:cubicBezTo>
                      <a:pt x="88" y="276"/>
                      <a:pt x="88" y="276"/>
                      <a:pt x="87" y="276"/>
                    </a:cubicBezTo>
                    <a:cubicBezTo>
                      <a:pt x="86" y="278"/>
                      <a:pt x="86" y="278"/>
                      <a:pt x="86" y="278"/>
                    </a:cubicBezTo>
                    <a:cubicBezTo>
                      <a:pt x="84" y="278"/>
                      <a:pt x="82" y="279"/>
                      <a:pt x="81" y="280"/>
                    </a:cubicBezTo>
                    <a:cubicBezTo>
                      <a:pt x="77" y="283"/>
                      <a:pt x="73" y="283"/>
                      <a:pt x="70" y="285"/>
                    </a:cubicBezTo>
                    <a:cubicBezTo>
                      <a:pt x="70" y="285"/>
                      <a:pt x="70" y="285"/>
                      <a:pt x="70" y="285"/>
                    </a:cubicBezTo>
                    <a:cubicBezTo>
                      <a:pt x="70" y="285"/>
                      <a:pt x="70" y="285"/>
                      <a:pt x="69" y="285"/>
                    </a:cubicBezTo>
                    <a:cubicBezTo>
                      <a:pt x="63" y="287"/>
                      <a:pt x="63" y="287"/>
                      <a:pt x="63" y="287"/>
                    </a:cubicBezTo>
                    <a:cubicBezTo>
                      <a:pt x="63" y="287"/>
                      <a:pt x="63" y="287"/>
                      <a:pt x="63" y="287"/>
                    </a:cubicBezTo>
                    <a:cubicBezTo>
                      <a:pt x="63" y="287"/>
                      <a:pt x="63" y="288"/>
                      <a:pt x="63" y="288"/>
                    </a:cubicBezTo>
                    <a:cubicBezTo>
                      <a:pt x="62" y="289"/>
                      <a:pt x="63" y="287"/>
                      <a:pt x="60" y="289"/>
                    </a:cubicBezTo>
                    <a:cubicBezTo>
                      <a:pt x="60" y="289"/>
                      <a:pt x="60" y="290"/>
                      <a:pt x="60" y="290"/>
                    </a:cubicBezTo>
                    <a:cubicBezTo>
                      <a:pt x="57" y="290"/>
                      <a:pt x="56" y="290"/>
                      <a:pt x="53" y="291"/>
                    </a:cubicBezTo>
                    <a:cubicBezTo>
                      <a:pt x="42" y="294"/>
                      <a:pt x="42" y="294"/>
                      <a:pt x="42" y="294"/>
                    </a:cubicBezTo>
                    <a:cubicBezTo>
                      <a:pt x="43" y="295"/>
                      <a:pt x="42" y="295"/>
                      <a:pt x="43" y="296"/>
                    </a:cubicBezTo>
                    <a:cubicBezTo>
                      <a:pt x="42" y="294"/>
                      <a:pt x="43" y="295"/>
                      <a:pt x="41" y="295"/>
                    </a:cubicBezTo>
                    <a:cubicBezTo>
                      <a:pt x="41" y="296"/>
                      <a:pt x="41" y="295"/>
                      <a:pt x="41" y="297"/>
                    </a:cubicBezTo>
                    <a:cubicBezTo>
                      <a:pt x="40" y="297"/>
                      <a:pt x="40" y="296"/>
                      <a:pt x="40" y="296"/>
                    </a:cubicBezTo>
                    <a:cubicBezTo>
                      <a:pt x="39" y="297"/>
                      <a:pt x="39" y="297"/>
                      <a:pt x="39" y="297"/>
                    </a:cubicBezTo>
                    <a:cubicBezTo>
                      <a:pt x="39" y="300"/>
                      <a:pt x="39" y="300"/>
                      <a:pt x="39" y="300"/>
                    </a:cubicBezTo>
                    <a:cubicBezTo>
                      <a:pt x="35" y="301"/>
                      <a:pt x="35" y="301"/>
                      <a:pt x="35" y="301"/>
                    </a:cubicBezTo>
                    <a:cubicBezTo>
                      <a:pt x="43" y="302"/>
                      <a:pt x="37" y="300"/>
                      <a:pt x="44" y="301"/>
                    </a:cubicBezTo>
                    <a:cubicBezTo>
                      <a:pt x="45" y="302"/>
                      <a:pt x="44" y="302"/>
                      <a:pt x="45" y="301"/>
                    </a:cubicBezTo>
                    <a:cubicBezTo>
                      <a:pt x="47" y="302"/>
                      <a:pt x="48" y="303"/>
                      <a:pt x="50" y="302"/>
                    </a:cubicBezTo>
                    <a:cubicBezTo>
                      <a:pt x="51" y="302"/>
                      <a:pt x="51" y="302"/>
                      <a:pt x="51" y="302"/>
                    </a:cubicBezTo>
                    <a:cubicBezTo>
                      <a:pt x="53" y="302"/>
                      <a:pt x="57" y="302"/>
                      <a:pt x="59" y="301"/>
                    </a:cubicBezTo>
                    <a:cubicBezTo>
                      <a:pt x="60" y="301"/>
                      <a:pt x="62" y="301"/>
                      <a:pt x="63" y="301"/>
                    </a:cubicBezTo>
                    <a:cubicBezTo>
                      <a:pt x="65" y="300"/>
                      <a:pt x="63" y="300"/>
                      <a:pt x="65" y="300"/>
                    </a:cubicBezTo>
                    <a:cubicBezTo>
                      <a:pt x="69" y="299"/>
                      <a:pt x="74" y="300"/>
                      <a:pt x="78" y="301"/>
                    </a:cubicBezTo>
                    <a:cubicBezTo>
                      <a:pt x="79" y="301"/>
                      <a:pt x="79" y="301"/>
                      <a:pt x="81" y="301"/>
                    </a:cubicBezTo>
                    <a:cubicBezTo>
                      <a:pt x="81" y="301"/>
                      <a:pt x="81" y="301"/>
                      <a:pt x="81" y="301"/>
                    </a:cubicBezTo>
                    <a:cubicBezTo>
                      <a:pt x="82" y="301"/>
                      <a:pt x="83" y="301"/>
                      <a:pt x="84" y="302"/>
                    </a:cubicBezTo>
                    <a:cubicBezTo>
                      <a:pt x="90" y="302"/>
                      <a:pt x="90" y="302"/>
                      <a:pt x="90" y="302"/>
                    </a:cubicBezTo>
                    <a:cubicBezTo>
                      <a:pt x="89" y="302"/>
                      <a:pt x="89" y="303"/>
                      <a:pt x="87" y="302"/>
                    </a:cubicBezTo>
                    <a:cubicBezTo>
                      <a:pt x="87" y="303"/>
                      <a:pt x="87" y="303"/>
                      <a:pt x="87" y="304"/>
                    </a:cubicBezTo>
                    <a:cubicBezTo>
                      <a:pt x="86" y="304"/>
                      <a:pt x="86" y="304"/>
                      <a:pt x="85" y="304"/>
                    </a:cubicBezTo>
                    <a:cubicBezTo>
                      <a:pt x="85" y="305"/>
                      <a:pt x="85" y="306"/>
                      <a:pt x="86" y="307"/>
                    </a:cubicBezTo>
                    <a:cubicBezTo>
                      <a:pt x="92" y="307"/>
                      <a:pt x="92" y="307"/>
                      <a:pt x="92" y="307"/>
                    </a:cubicBezTo>
                    <a:cubicBezTo>
                      <a:pt x="92" y="307"/>
                      <a:pt x="92" y="307"/>
                      <a:pt x="92" y="307"/>
                    </a:cubicBezTo>
                    <a:cubicBezTo>
                      <a:pt x="93" y="309"/>
                      <a:pt x="94" y="309"/>
                      <a:pt x="95" y="308"/>
                    </a:cubicBezTo>
                    <a:cubicBezTo>
                      <a:pt x="100" y="306"/>
                      <a:pt x="100" y="306"/>
                      <a:pt x="100" y="306"/>
                    </a:cubicBezTo>
                    <a:cubicBezTo>
                      <a:pt x="101" y="306"/>
                      <a:pt x="100" y="306"/>
                      <a:pt x="101" y="305"/>
                    </a:cubicBezTo>
                    <a:cubicBezTo>
                      <a:pt x="102" y="303"/>
                      <a:pt x="105" y="302"/>
                      <a:pt x="107" y="301"/>
                    </a:cubicBezTo>
                    <a:cubicBezTo>
                      <a:pt x="108" y="300"/>
                      <a:pt x="108" y="299"/>
                      <a:pt x="109" y="300"/>
                    </a:cubicBezTo>
                    <a:cubicBezTo>
                      <a:pt x="109" y="297"/>
                      <a:pt x="111" y="299"/>
                      <a:pt x="115" y="295"/>
                    </a:cubicBezTo>
                    <a:cubicBezTo>
                      <a:pt x="115" y="295"/>
                      <a:pt x="115" y="295"/>
                      <a:pt x="115" y="295"/>
                    </a:cubicBezTo>
                    <a:cubicBezTo>
                      <a:pt x="115" y="295"/>
                      <a:pt x="115" y="295"/>
                      <a:pt x="115" y="295"/>
                    </a:cubicBezTo>
                    <a:cubicBezTo>
                      <a:pt x="115" y="294"/>
                      <a:pt x="115" y="294"/>
                      <a:pt x="115" y="294"/>
                    </a:cubicBezTo>
                    <a:cubicBezTo>
                      <a:pt x="117" y="292"/>
                      <a:pt x="118" y="289"/>
                      <a:pt x="119" y="288"/>
                    </a:cubicBezTo>
                    <a:cubicBezTo>
                      <a:pt x="121" y="286"/>
                      <a:pt x="124" y="285"/>
                      <a:pt x="125" y="283"/>
                    </a:cubicBezTo>
                    <a:cubicBezTo>
                      <a:pt x="129" y="280"/>
                      <a:pt x="129" y="280"/>
                      <a:pt x="129" y="280"/>
                    </a:cubicBezTo>
                    <a:cubicBezTo>
                      <a:pt x="132" y="277"/>
                      <a:pt x="132" y="274"/>
                      <a:pt x="135" y="270"/>
                    </a:cubicBezTo>
                    <a:cubicBezTo>
                      <a:pt x="135" y="270"/>
                      <a:pt x="135" y="270"/>
                      <a:pt x="135" y="270"/>
                    </a:cubicBezTo>
                    <a:cubicBezTo>
                      <a:pt x="136" y="269"/>
                      <a:pt x="136" y="269"/>
                      <a:pt x="136" y="267"/>
                    </a:cubicBezTo>
                    <a:cubicBezTo>
                      <a:pt x="145" y="272"/>
                      <a:pt x="145" y="272"/>
                      <a:pt x="145" y="272"/>
                    </a:cubicBezTo>
                    <a:cubicBezTo>
                      <a:pt x="146" y="273"/>
                      <a:pt x="145" y="272"/>
                      <a:pt x="146" y="274"/>
                    </a:cubicBezTo>
                    <a:cubicBezTo>
                      <a:pt x="147" y="275"/>
                      <a:pt x="146" y="274"/>
                      <a:pt x="147" y="275"/>
                    </a:cubicBezTo>
                    <a:cubicBezTo>
                      <a:pt x="150" y="275"/>
                      <a:pt x="150" y="275"/>
                      <a:pt x="150" y="275"/>
                    </a:cubicBezTo>
                    <a:cubicBezTo>
                      <a:pt x="153" y="277"/>
                      <a:pt x="153" y="277"/>
                      <a:pt x="153" y="277"/>
                    </a:cubicBezTo>
                    <a:cubicBezTo>
                      <a:pt x="152" y="279"/>
                      <a:pt x="152" y="278"/>
                      <a:pt x="152" y="280"/>
                    </a:cubicBezTo>
                    <a:cubicBezTo>
                      <a:pt x="152" y="280"/>
                      <a:pt x="152" y="279"/>
                      <a:pt x="153" y="279"/>
                    </a:cubicBezTo>
                    <a:cubicBezTo>
                      <a:pt x="153" y="279"/>
                      <a:pt x="153" y="279"/>
                      <a:pt x="153" y="279"/>
                    </a:cubicBezTo>
                    <a:cubicBezTo>
                      <a:pt x="153" y="279"/>
                      <a:pt x="154" y="279"/>
                      <a:pt x="154" y="279"/>
                    </a:cubicBezTo>
                    <a:cubicBezTo>
                      <a:pt x="155" y="281"/>
                      <a:pt x="154" y="280"/>
                      <a:pt x="155" y="281"/>
                    </a:cubicBezTo>
                    <a:cubicBezTo>
                      <a:pt x="155" y="285"/>
                      <a:pt x="155" y="285"/>
                      <a:pt x="155" y="285"/>
                    </a:cubicBezTo>
                    <a:cubicBezTo>
                      <a:pt x="157" y="286"/>
                      <a:pt x="158" y="288"/>
                      <a:pt x="159" y="290"/>
                    </a:cubicBezTo>
                    <a:cubicBezTo>
                      <a:pt x="162" y="295"/>
                      <a:pt x="162" y="292"/>
                      <a:pt x="167" y="299"/>
                    </a:cubicBezTo>
                    <a:cubicBezTo>
                      <a:pt x="173" y="309"/>
                      <a:pt x="173" y="309"/>
                      <a:pt x="173" y="309"/>
                    </a:cubicBezTo>
                    <a:cubicBezTo>
                      <a:pt x="177" y="313"/>
                      <a:pt x="177" y="314"/>
                      <a:pt x="182" y="316"/>
                    </a:cubicBezTo>
                    <a:cubicBezTo>
                      <a:pt x="182" y="316"/>
                      <a:pt x="182" y="316"/>
                      <a:pt x="182" y="316"/>
                    </a:cubicBezTo>
                    <a:cubicBezTo>
                      <a:pt x="182" y="316"/>
                      <a:pt x="182" y="316"/>
                      <a:pt x="182" y="316"/>
                    </a:cubicBezTo>
                    <a:cubicBezTo>
                      <a:pt x="188" y="319"/>
                      <a:pt x="188" y="319"/>
                      <a:pt x="188" y="319"/>
                    </a:cubicBezTo>
                    <a:cubicBezTo>
                      <a:pt x="189" y="320"/>
                      <a:pt x="190" y="320"/>
                      <a:pt x="192" y="320"/>
                    </a:cubicBezTo>
                    <a:cubicBezTo>
                      <a:pt x="192" y="321"/>
                      <a:pt x="191" y="320"/>
                      <a:pt x="193" y="321"/>
                    </a:cubicBezTo>
                    <a:cubicBezTo>
                      <a:pt x="199" y="321"/>
                      <a:pt x="199" y="321"/>
                      <a:pt x="199" y="321"/>
                    </a:cubicBezTo>
                    <a:cubicBezTo>
                      <a:pt x="203" y="321"/>
                      <a:pt x="203" y="322"/>
                      <a:pt x="203" y="321"/>
                    </a:cubicBezTo>
                    <a:cubicBezTo>
                      <a:pt x="205" y="321"/>
                      <a:pt x="205" y="321"/>
                      <a:pt x="207" y="320"/>
                    </a:cubicBezTo>
                    <a:cubicBezTo>
                      <a:pt x="207" y="320"/>
                      <a:pt x="207" y="320"/>
                      <a:pt x="207" y="320"/>
                    </a:cubicBezTo>
                    <a:cubicBezTo>
                      <a:pt x="209" y="318"/>
                      <a:pt x="210" y="316"/>
                      <a:pt x="211" y="314"/>
                    </a:cubicBezTo>
                    <a:cubicBezTo>
                      <a:pt x="212" y="310"/>
                      <a:pt x="212" y="310"/>
                      <a:pt x="212" y="310"/>
                    </a:cubicBezTo>
                    <a:cubicBezTo>
                      <a:pt x="212" y="309"/>
                      <a:pt x="212" y="308"/>
                      <a:pt x="212" y="307"/>
                    </a:cubicBezTo>
                    <a:cubicBezTo>
                      <a:pt x="212" y="306"/>
                      <a:pt x="212" y="307"/>
                      <a:pt x="211" y="302"/>
                    </a:cubicBezTo>
                    <a:cubicBezTo>
                      <a:pt x="210" y="300"/>
                      <a:pt x="211" y="300"/>
                      <a:pt x="209" y="298"/>
                    </a:cubicBezTo>
                    <a:cubicBezTo>
                      <a:pt x="205" y="293"/>
                      <a:pt x="205" y="293"/>
                      <a:pt x="205" y="293"/>
                    </a:cubicBezTo>
                    <a:cubicBezTo>
                      <a:pt x="205" y="293"/>
                      <a:pt x="205" y="293"/>
                      <a:pt x="205" y="292"/>
                    </a:cubicBezTo>
                    <a:cubicBezTo>
                      <a:pt x="196" y="283"/>
                      <a:pt x="196" y="283"/>
                      <a:pt x="196" y="283"/>
                    </a:cubicBezTo>
                    <a:cubicBezTo>
                      <a:pt x="196" y="283"/>
                      <a:pt x="195" y="283"/>
                      <a:pt x="195" y="282"/>
                    </a:cubicBezTo>
                    <a:cubicBezTo>
                      <a:pt x="181" y="274"/>
                      <a:pt x="181" y="274"/>
                      <a:pt x="181" y="274"/>
                    </a:cubicBezTo>
                    <a:cubicBezTo>
                      <a:pt x="181" y="270"/>
                      <a:pt x="181" y="270"/>
                      <a:pt x="181" y="270"/>
                    </a:cubicBezTo>
                    <a:cubicBezTo>
                      <a:pt x="182" y="270"/>
                      <a:pt x="182" y="269"/>
                      <a:pt x="183" y="266"/>
                    </a:cubicBezTo>
                    <a:cubicBezTo>
                      <a:pt x="183" y="266"/>
                      <a:pt x="183" y="266"/>
                      <a:pt x="183" y="266"/>
                    </a:cubicBezTo>
                    <a:cubicBezTo>
                      <a:pt x="184" y="265"/>
                      <a:pt x="184" y="262"/>
                      <a:pt x="184" y="261"/>
                    </a:cubicBezTo>
                    <a:cubicBezTo>
                      <a:pt x="184" y="253"/>
                      <a:pt x="184" y="253"/>
                      <a:pt x="184" y="253"/>
                    </a:cubicBezTo>
                    <a:cubicBezTo>
                      <a:pt x="184" y="250"/>
                      <a:pt x="185" y="250"/>
                      <a:pt x="184" y="247"/>
                    </a:cubicBezTo>
                    <a:cubicBezTo>
                      <a:pt x="184" y="245"/>
                      <a:pt x="185" y="244"/>
                      <a:pt x="185" y="243"/>
                    </a:cubicBezTo>
                    <a:cubicBezTo>
                      <a:pt x="185" y="236"/>
                      <a:pt x="182" y="225"/>
                      <a:pt x="184" y="218"/>
                    </a:cubicBezTo>
                    <a:cubicBezTo>
                      <a:pt x="185" y="213"/>
                      <a:pt x="185" y="210"/>
                      <a:pt x="185" y="205"/>
                    </a:cubicBezTo>
                    <a:cubicBezTo>
                      <a:pt x="185" y="205"/>
                      <a:pt x="185" y="204"/>
                      <a:pt x="185" y="204"/>
                    </a:cubicBezTo>
                    <a:cubicBezTo>
                      <a:pt x="186" y="202"/>
                      <a:pt x="186" y="204"/>
                      <a:pt x="186" y="200"/>
                    </a:cubicBezTo>
                    <a:cubicBezTo>
                      <a:pt x="188" y="198"/>
                      <a:pt x="184" y="200"/>
                      <a:pt x="187" y="199"/>
                    </a:cubicBezTo>
                    <a:cubicBezTo>
                      <a:pt x="187" y="195"/>
                      <a:pt x="187" y="195"/>
                      <a:pt x="187" y="195"/>
                    </a:cubicBezTo>
                    <a:cubicBezTo>
                      <a:pt x="188" y="194"/>
                      <a:pt x="187" y="196"/>
                      <a:pt x="188" y="194"/>
                    </a:cubicBezTo>
                    <a:cubicBezTo>
                      <a:pt x="188" y="194"/>
                      <a:pt x="188" y="193"/>
                      <a:pt x="188" y="193"/>
                    </a:cubicBezTo>
                    <a:cubicBezTo>
                      <a:pt x="188" y="186"/>
                      <a:pt x="189" y="186"/>
                      <a:pt x="189" y="186"/>
                    </a:cubicBezTo>
                    <a:cubicBezTo>
                      <a:pt x="189" y="183"/>
                      <a:pt x="188" y="184"/>
                      <a:pt x="190" y="182"/>
                    </a:cubicBezTo>
                    <a:cubicBezTo>
                      <a:pt x="190" y="181"/>
                      <a:pt x="190" y="181"/>
                      <a:pt x="190" y="181"/>
                    </a:cubicBezTo>
                    <a:cubicBezTo>
                      <a:pt x="190" y="181"/>
                      <a:pt x="190" y="181"/>
                      <a:pt x="190" y="181"/>
                    </a:cubicBezTo>
                    <a:cubicBezTo>
                      <a:pt x="191" y="179"/>
                      <a:pt x="191" y="179"/>
                      <a:pt x="191" y="179"/>
                    </a:cubicBezTo>
                    <a:cubicBezTo>
                      <a:pt x="193" y="178"/>
                      <a:pt x="193" y="177"/>
                      <a:pt x="194" y="175"/>
                    </a:cubicBezTo>
                    <a:cubicBezTo>
                      <a:pt x="197" y="170"/>
                      <a:pt x="197" y="170"/>
                      <a:pt x="197" y="170"/>
                    </a:cubicBezTo>
                    <a:cubicBezTo>
                      <a:pt x="197" y="170"/>
                      <a:pt x="197" y="170"/>
                      <a:pt x="197" y="170"/>
                    </a:cubicBezTo>
                    <a:cubicBezTo>
                      <a:pt x="198" y="169"/>
                      <a:pt x="198" y="169"/>
                      <a:pt x="198" y="169"/>
                    </a:cubicBezTo>
                    <a:cubicBezTo>
                      <a:pt x="198" y="169"/>
                      <a:pt x="198" y="169"/>
                      <a:pt x="198" y="169"/>
                    </a:cubicBezTo>
                    <a:cubicBezTo>
                      <a:pt x="198" y="167"/>
                      <a:pt x="198" y="166"/>
                      <a:pt x="199" y="165"/>
                    </a:cubicBezTo>
                    <a:cubicBezTo>
                      <a:pt x="199" y="164"/>
                      <a:pt x="199" y="164"/>
                      <a:pt x="199" y="163"/>
                    </a:cubicBezTo>
                    <a:cubicBezTo>
                      <a:pt x="200" y="161"/>
                      <a:pt x="199" y="163"/>
                      <a:pt x="200" y="161"/>
                    </a:cubicBezTo>
                    <a:cubicBezTo>
                      <a:pt x="200" y="160"/>
                      <a:pt x="200" y="153"/>
                      <a:pt x="199" y="150"/>
                    </a:cubicBezTo>
                    <a:cubicBezTo>
                      <a:pt x="198" y="149"/>
                      <a:pt x="198" y="149"/>
                      <a:pt x="198" y="149"/>
                    </a:cubicBezTo>
                    <a:cubicBezTo>
                      <a:pt x="198" y="147"/>
                      <a:pt x="198" y="144"/>
                      <a:pt x="198" y="143"/>
                    </a:cubicBezTo>
                    <a:cubicBezTo>
                      <a:pt x="198" y="143"/>
                      <a:pt x="198" y="143"/>
                      <a:pt x="197" y="143"/>
                    </a:cubicBezTo>
                    <a:cubicBezTo>
                      <a:pt x="199" y="141"/>
                      <a:pt x="198" y="142"/>
                      <a:pt x="198" y="140"/>
                    </a:cubicBezTo>
                    <a:cubicBezTo>
                      <a:pt x="197" y="139"/>
                      <a:pt x="198" y="139"/>
                      <a:pt x="196" y="139"/>
                    </a:cubicBezTo>
                    <a:cubicBezTo>
                      <a:pt x="197" y="138"/>
                      <a:pt x="194" y="134"/>
                      <a:pt x="193" y="133"/>
                    </a:cubicBezTo>
                    <a:cubicBezTo>
                      <a:pt x="186" y="126"/>
                      <a:pt x="186" y="126"/>
                      <a:pt x="186" y="126"/>
                    </a:cubicBezTo>
                    <a:cubicBezTo>
                      <a:pt x="181" y="122"/>
                      <a:pt x="181" y="123"/>
                      <a:pt x="178" y="122"/>
                    </a:cubicBezTo>
                    <a:cubicBezTo>
                      <a:pt x="175" y="121"/>
                      <a:pt x="180" y="122"/>
                      <a:pt x="177" y="121"/>
                    </a:cubicBezTo>
                    <a:cubicBezTo>
                      <a:pt x="173" y="121"/>
                      <a:pt x="173" y="121"/>
                      <a:pt x="173" y="121"/>
                    </a:cubicBezTo>
                    <a:cubicBezTo>
                      <a:pt x="173" y="120"/>
                      <a:pt x="174" y="121"/>
                      <a:pt x="172" y="121"/>
                    </a:cubicBezTo>
                    <a:cubicBezTo>
                      <a:pt x="171" y="121"/>
                      <a:pt x="171" y="121"/>
                      <a:pt x="170" y="121"/>
                    </a:cubicBezTo>
                    <a:cubicBezTo>
                      <a:pt x="163" y="122"/>
                      <a:pt x="166" y="121"/>
                      <a:pt x="161" y="125"/>
                    </a:cubicBezTo>
                    <a:cubicBezTo>
                      <a:pt x="160" y="126"/>
                      <a:pt x="160" y="126"/>
                      <a:pt x="160" y="126"/>
                    </a:cubicBezTo>
                    <a:cubicBezTo>
                      <a:pt x="157" y="127"/>
                      <a:pt x="158" y="127"/>
                      <a:pt x="157" y="128"/>
                    </a:cubicBezTo>
                    <a:cubicBezTo>
                      <a:pt x="157" y="128"/>
                      <a:pt x="157" y="128"/>
                      <a:pt x="157" y="128"/>
                    </a:cubicBezTo>
                    <a:cubicBezTo>
                      <a:pt x="155" y="129"/>
                      <a:pt x="155" y="129"/>
                      <a:pt x="155" y="129"/>
                    </a:cubicBezTo>
                    <a:cubicBezTo>
                      <a:pt x="154" y="130"/>
                      <a:pt x="153" y="131"/>
                      <a:pt x="152" y="131"/>
                    </a:cubicBezTo>
                    <a:cubicBezTo>
                      <a:pt x="151" y="132"/>
                      <a:pt x="151" y="132"/>
                      <a:pt x="151" y="132"/>
                    </a:cubicBezTo>
                    <a:cubicBezTo>
                      <a:pt x="151" y="132"/>
                      <a:pt x="151" y="132"/>
                      <a:pt x="151" y="132"/>
                    </a:cubicBezTo>
                    <a:cubicBezTo>
                      <a:pt x="150" y="132"/>
                      <a:pt x="150" y="132"/>
                      <a:pt x="149" y="133"/>
                    </a:cubicBezTo>
                    <a:cubicBezTo>
                      <a:pt x="150" y="133"/>
                      <a:pt x="150" y="133"/>
                      <a:pt x="150" y="133"/>
                    </a:cubicBezTo>
                    <a:cubicBezTo>
                      <a:pt x="148" y="134"/>
                      <a:pt x="146" y="136"/>
                      <a:pt x="144" y="137"/>
                    </a:cubicBezTo>
                    <a:cubicBezTo>
                      <a:pt x="143" y="139"/>
                      <a:pt x="143" y="139"/>
                      <a:pt x="143" y="139"/>
                    </a:cubicBezTo>
                    <a:cubicBezTo>
                      <a:pt x="143" y="139"/>
                      <a:pt x="142" y="139"/>
                      <a:pt x="142" y="139"/>
                    </a:cubicBezTo>
                    <a:cubicBezTo>
                      <a:pt x="142" y="140"/>
                      <a:pt x="142" y="140"/>
                      <a:pt x="142" y="140"/>
                    </a:cubicBezTo>
                    <a:cubicBezTo>
                      <a:pt x="133" y="151"/>
                      <a:pt x="133" y="151"/>
                      <a:pt x="133" y="151"/>
                    </a:cubicBezTo>
                    <a:cubicBezTo>
                      <a:pt x="132" y="153"/>
                      <a:pt x="130" y="155"/>
                      <a:pt x="128" y="157"/>
                    </a:cubicBezTo>
                    <a:cubicBezTo>
                      <a:pt x="128" y="157"/>
                      <a:pt x="128" y="157"/>
                      <a:pt x="128" y="157"/>
                    </a:cubicBezTo>
                    <a:cubicBezTo>
                      <a:pt x="126" y="159"/>
                      <a:pt x="126" y="159"/>
                      <a:pt x="126" y="159"/>
                    </a:cubicBezTo>
                    <a:cubicBezTo>
                      <a:pt x="126" y="159"/>
                      <a:pt x="126" y="160"/>
                      <a:pt x="126" y="160"/>
                    </a:cubicBezTo>
                    <a:cubicBezTo>
                      <a:pt x="124" y="162"/>
                      <a:pt x="127" y="159"/>
                      <a:pt x="125" y="161"/>
                    </a:cubicBezTo>
                    <a:cubicBezTo>
                      <a:pt x="125" y="161"/>
                      <a:pt x="124" y="162"/>
                      <a:pt x="124" y="162"/>
                    </a:cubicBezTo>
                    <a:cubicBezTo>
                      <a:pt x="124" y="163"/>
                      <a:pt x="124" y="162"/>
                      <a:pt x="124" y="163"/>
                    </a:cubicBezTo>
                    <a:cubicBezTo>
                      <a:pt x="123" y="162"/>
                      <a:pt x="123" y="162"/>
                      <a:pt x="123" y="162"/>
                    </a:cubicBezTo>
                    <a:cubicBezTo>
                      <a:pt x="123" y="164"/>
                      <a:pt x="123" y="163"/>
                      <a:pt x="122" y="164"/>
                    </a:cubicBezTo>
                    <a:cubicBezTo>
                      <a:pt x="108" y="180"/>
                      <a:pt x="108" y="180"/>
                      <a:pt x="108" y="180"/>
                    </a:cubicBezTo>
                    <a:cubicBezTo>
                      <a:pt x="108" y="176"/>
                      <a:pt x="107" y="177"/>
                      <a:pt x="107" y="174"/>
                    </a:cubicBezTo>
                    <a:cubicBezTo>
                      <a:pt x="107" y="170"/>
                      <a:pt x="107" y="170"/>
                      <a:pt x="107" y="170"/>
                    </a:cubicBezTo>
                    <a:cubicBezTo>
                      <a:pt x="107" y="170"/>
                      <a:pt x="108" y="169"/>
                      <a:pt x="108" y="169"/>
                    </a:cubicBezTo>
                    <a:cubicBezTo>
                      <a:pt x="109" y="160"/>
                      <a:pt x="109" y="160"/>
                      <a:pt x="109" y="160"/>
                    </a:cubicBezTo>
                    <a:cubicBezTo>
                      <a:pt x="110" y="158"/>
                      <a:pt x="110" y="158"/>
                      <a:pt x="110" y="157"/>
                    </a:cubicBezTo>
                    <a:cubicBezTo>
                      <a:pt x="112" y="151"/>
                      <a:pt x="112" y="151"/>
                      <a:pt x="112" y="151"/>
                    </a:cubicBezTo>
                    <a:close/>
                    <a:moveTo>
                      <a:pt x="139" y="157"/>
                    </a:moveTo>
                    <a:cubicBezTo>
                      <a:pt x="141" y="156"/>
                      <a:pt x="141" y="156"/>
                      <a:pt x="141" y="156"/>
                    </a:cubicBezTo>
                    <a:cubicBezTo>
                      <a:pt x="140" y="155"/>
                      <a:pt x="140" y="155"/>
                      <a:pt x="140" y="155"/>
                    </a:cubicBezTo>
                    <a:cubicBezTo>
                      <a:pt x="142" y="155"/>
                      <a:pt x="142" y="155"/>
                      <a:pt x="142" y="155"/>
                    </a:cubicBezTo>
                    <a:cubicBezTo>
                      <a:pt x="142" y="157"/>
                      <a:pt x="142" y="157"/>
                      <a:pt x="142" y="157"/>
                    </a:cubicBezTo>
                    <a:cubicBezTo>
                      <a:pt x="142" y="159"/>
                      <a:pt x="142" y="157"/>
                      <a:pt x="141" y="158"/>
                    </a:cubicBezTo>
                    <a:cubicBezTo>
                      <a:pt x="140" y="159"/>
                      <a:pt x="140" y="159"/>
                      <a:pt x="140" y="159"/>
                    </a:cubicBezTo>
                    <a:cubicBezTo>
                      <a:pt x="139" y="160"/>
                      <a:pt x="140" y="160"/>
                      <a:pt x="139" y="161"/>
                    </a:cubicBezTo>
                    <a:cubicBezTo>
                      <a:pt x="138" y="160"/>
                      <a:pt x="138" y="160"/>
                      <a:pt x="138" y="160"/>
                    </a:cubicBezTo>
                    <a:cubicBezTo>
                      <a:pt x="138" y="159"/>
                      <a:pt x="138" y="160"/>
                      <a:pt x="139" y="158"/>
                    </a:cubicBezTo>
                    <a:cubicBezTo>
                      <a:pt x="139" y="157"/>
                      <a:pt x="139" y="158"/>
                      <a:pt x="139" y="157"/>
                    </a:cubicBezTo>
                    <a:close/>
                    <a:moveTo>
                      <a:pt x="147" y="156"/>
                    </a:moveTo>
                    <a:cubicBezTo>
                      <a:pt x="147" y="154"/>
                      <a:pt x="147" y="154"/>
                      <a:pt x="147" y="154"/>
                    </a:cubicBezTo>
                    <a:cubicBezTo>
                      <a:pt x="149" y="155"/>
                      <a:pt x="148" y="154"/>
                      <a:pt x="149" y="155"/>
                    </a:cubicBezTo>
                    <a:cubicBezTo>
                      <a:pt x="149" y="155"/>
                      <a:pt x="148" y="157"/>
                      <a:pt x="149" y="156"/>
                    </a:cubicBezTo>
                    <a:cubicBezTo>
                      <a:pt x="149" y="156"/>
                      <a:pt x="149" y="156"/>
                      <a:pt x="149" y="156"/>
                    </a:cubicBezTo>
                    <a:cubicBezTo>
                      <a:pt x="149" y="156"/>
                      <a:pt x="148" y="156"/>
                      <a:pt x="148" y="156"/>
                    </a:cubicBezTo>
                    <a:cubicBezTo>
                      <a:pt x="146" y="156"/>
                      <a:pt x="148" y="156"/>
                      <a:pt x="147" y="156"/>
                    </a:cubicBezTo>
                    <a:close/>
                    <a:moveTo>
                      <a:pt x="38" y="299"/>
                    </a:moveTo>
                    <a:cubicBezTo>
                      <a:pt x="37" y="299"/>
                      <a:pt x="37" y="299"/>
                      <a:pt x="37" y="299"/>
                    </a:cubicBezTo>
                    <a:cubicBezTo>
                      <a:pt x="35" y="298"/>
                      <a:pt x="36" y="299"/>
                      <a:pt x="36" y="298"/>
                    </a:cubicBezTo>
                    <a:cubicBezTo>
                      <a:pt x="37" y="297"/>
                      <a:pt x="37" y="297"/>
                      <a:pt x="38" y="299"/>
                    </a:cubicBezTo>
                    <a:close/>
                    <a:moveTo>
                      <a:pt x="151" y="193"/>
                    </a:moveTo>
                    <a:cubicBezTo>
                      <a:pt x="152" y="190"/>
                      <a:pt x="152" y="192"/>
                      <a:pt x="152" y="193"/>
                    </a:cubicBezTo>
                    <a:cubicBezTo>
                      <a:pt x="151" y="193"/>
                      <a:pt x="151" y="193"/>
                      <a:pt x="151" y="193"/>
                    </a:cubicBezTo>
                    <a:close/>
                    <a:moveTo>
                      <a:pt x="154" y="103"/>
                    </a:moveTo>
                    <a:cubicBezTo>
                      <a:pt x="155" y="104"/>
                      <a:pt x="155" y="104"/>
                      <a:pt x="155" y="104"/>
                    </a:cubicBezTo>
                    <a:cubicBezTo>
                      <a:pt x="154" y="104"/>
                      <a:pt x="154" y="104"/>
                      <a:pt x="154" y="104"/>
                    </a:cubicBezTo>
                    <a:cubicBezTo>
                      <a:pt x="153" y="102"/>
                      <a:pt x="154" y="103"/>
                      <a:pt x="154" y="103"/>
                    </a:cubicBezTo>
                    <a:close/>
                    <a:moveTo>
                      <a:pt x="140" y="164"/>
                    </a:moveTo>
                    <a:cubicBezTo>
                      <a:pt x="142" y="162"/>
                      <a:pt x="141" y="165"/>
                      <a:pt x="142" y="163"/>
                    </a:cubicBezTo>
                    <a:cubicBezTo>
                      <a:pt x="142" y="163"/>
                      <a:pt x="142" y="164"/>
                      <a:pt x="142" y="164"/>
                    </a:cubicBezTo>
                    <a:cubicBezTo>
                      <a:pt x="142" y="164"/>
                      <a:pt x="142" y="164"/>
                      <a:pt x="142" y="164"/>
                    </a:cubicBezTo>
                    <a:cubicBezTo>
                      <a:pt x="141" y="164"/>
                      <a:pt x="141" y="164"/>
                      <a:pt x="141" y="164"/>
                    </a:cubicBezTo>
                    <a:cubicBezTo>
                      <a:pt x="141" y="164"/>
                      <a:pt x="141" y="164"/>
                      <a:pt x="140" y="164"/>
                    </a:cubicBezTo>
                    <a:close/>
                    <a:moveTo>
                      <a:pt x="145" y="112"/>
                    </a:moveTo>
                    <a:cubicBezTo>
                      <a:pt x="145" y="114"/>
                      <a:pt x="145" y="114"/>
                      <a:pt x="145" y="114"/>
                    </a:cubicBezTo>
                    <a:cubicBezTo>
                      <a:pt x="144" y="113"/>
                      <a:pt x="144" y="113"/>
                      <a:pt x="144" y="113"/>
                    </a:cubicBezTo>
                    <a:cubicBezTo>
                      <a:pt x="145" y="112"/>
                      <a:pt x="145" y="112"/>
                      <a:pt x="145" y="112"/>
                    </a:cubicBezTo>
                    <a:close/>
                    <a:moveTo>
                      <a:pt x="140" y="167"/>
                    </a:moveTo>
                    <a:cubicBezTo>
                      <a:pt x="140" y="166"/>
                      <a:pt x="140" y="166"/>
                      <a:pt x="140" y="166"/>
                    </a:cubicBezTo>
                    <a:cubicBezTo>
                      <a:pt x="140" y="166"/>
                      <a:pt x="140" y="166"/>
                      <a:pt x="140" y="167"/>
                    </a:cubicBezTo>
                    <a:cubicBezTo>
                      <a:pt x="141" y="168"/>
                      <a:pt x="140" y="167"/>
                      <a:pt x="140" y="167"/>
                    </a:cubicBezTo>
                    <a:close/>
                    <a:moveTo>
                      <a:pt x="123" y="145"/>
                    </a:moveTo>
                    <a:cubicBezTo>
                      <a:pt x="123" y="144"/>
                      <a:pt x="122" y="145"/>
                      <a:pt x="123" y="144"/>
                    </a:cubicBezTo>
                    <a:cubicBezTo>
                      <a:pt x="124" y="144"/>
                      <a:pt x="123" y="144"/>
                      <a:pt x="123" y="144"/>
                    </a:cubicBezTo>
                    <a:cubicBezTo>
                      <a:pt x="123" y="144"/>
                      <a:pt x="125" y="146"/>
                      <a:pt x="123" y="145"/>
                    </a:cubicBezTo>
                    <a:close/>
                    <a:moveTo>
                      <a:pt x="160" y="102"/>
                    </a:moveTo>
                    <a:cubicBezTo>
                      <a:pt x="160" y="101"/>
                      <a:pt x="160" y="101"/>
                      <a:pt x="160" y="101"/>
                    </a:cubicBezTo>
                    <a:cubicBezTo>
                      <a:pt x="161" y="101"/>
                      <a:pt x="160" y="100"/>
                      <a:pt x="160" y="102"/>
                    </a:cubicBezTo>
                    <a:close/>
                    <a:moveTo>
                      <a:pt x="108" y="79"/>
                    </a:moveTo>
                    <a:cubicBezTo>
                      <a:pt x="109" y="79"/>
                      <a:pt x="109" y="79"/>
                      <a:pt x="109" y="79"/>
                    </a:cubicBezTo>
                    <a:cubicBezTo>
                      <a:pt x="108" y="80"/>
                      <a:pt x="109" y="80"/>
                      <a:pt x="108" y="79"/>
                    </a:cubicBezTo>
                    <a:close/>
                    <a:moveTo>
                      <a:pt x="75" y="215"/>
                    </a:moveTo>
                    <a:cubicBezTo>
                      <a:pt x="75" y="214"/>
                      <a:pt x="75" y="214"/>
                      <a:pt x="75" y="214"/>
                    </a:cubicBezTo>
                    <a:cubicBezTo>
                      <a:pt x="75" y="215"/>
                      <a:pt x="76" y="215"/>
                      <a:pt x="75" y="215"/>
                    </a:cubicBezTo>
                    <a:close/>
                    <a:moveTo>
                      <a:pt x="32" y="115"/>
                    </a:moveTo>
                    <a:cubicBezTo>
                      <a:pt x="32" y="114"/>
                      <a:pt x="32" y="115"/>
                      <a:pt x="32" y="115"/>
                    </a:cubicBezTo>
                    <a:cubicBezTo>
                      <a:pt x="32" y="116"/>
                      <a:pt x="32" y="115"/>
                      <a:pt x="32" y="115"/>
                    </a:cubicBezTo>
                    <a:close/>
                    <a:moveTo>
                      <a:pt x="148" y="110"/>
                    </a:moveTo>
                    <a:cubicBezTo>
                      <a:pt x="148" y="109"/>
                      <a:pt x="149" y="109"/>
                      <a:pt x="148" y="109"/>
                    </a:cubicBezTo>
                    <a:cubicBezTo>
                      <a:pt x="149" y="109"/>
                      <a:pt x="149" y="109"/>
                      <a:pt x="149" y="109"/>
                    </a:cubicBezTo>
                    <a:cubicBezTo>
                      <a:pt x="148" y="110"/>
                      <a:pt x="148" y="110"/>
                      <a:pt x="148" y="110"/>
                    </a:cubicBezTo>
                    <a:close/>
                    <a:moveTo>
                      <a:pt x="145" y="158"/>
                    </a:moveTo>
                    <a:cubicBezTo>
                      <a:pt x="144" y="157"/>
                      <a:pt x="145" y="158"/>
                      <a:pt x="145" y="158"/>
                    </a:cubicBezTo>
                    <a:cubicBezTo>
                      <a:pt x="146" y="159"/>
                      <a:pt x="145" y="158"/>
                      <a:pt x="145" y="158"/>
                    </a:cubicBezTo>
                    <a:close/>
                    <a:moveTo>
                      <a:pt x="153" y="280"/>
                    </a:moveTo>
                    <a:cubicBezTo>
                      <a:pt x="154" y="281"/>
                      <a:pt x="154" y="281"/>
                      <a:pt x="154" y="281"/>
                    </a:cubicBezTo>
                    <a:cubicBezTo>
                      <a:pt x="152" y="281"/>
                      <a:pt x="153" y="281"/>
                      <a:pt x="153" y="280"/>
                    </a:cubicBezTo>
                    <a:close/>
                    <a:moveTo>
                      <a:pt x="33" y="299"/>
                    </a:moveTo>
                    <a:cubicBezTo>
                      <a:pt x="33" y="299"/>
                      <a:pt x="32" y="300"/>
                      <a:pt x="33" y="299"/>
                    </a:cubicBezTo>
                    <a:cubicBezTo>
                      <a:pt x="33" y="299"/>
                      <a:pt x="34" y="298"/>
                      <a:pt x="33" y="299"/>
                    </a:cubicBezTo>
                    <a:close/>
                    <a:moveTo>
                      <a:pt x="154" y="108"/>
                    </a:moveTo>
                    <a:cubicBezTo>
                      <a:pt x="154" y="108"/>
                      <a:pt x="154" y="108"/>
                      <a:pt x="154" y="108"/>
                    </a:cubicBezTo>
                    <a:cubicBezTo>
                      <a:pt x="154" y="108"/>
                      <a:pt x="153" y="108"/>
                      <a:pt x="154" y="108"/>
                    </a:cubicBezTo>
                    <a:close/>
                    <a:moveTo>
                      <a:pt x="115" y="152"/>
                    </a:moveTo>
                    <a:cubicBezTo>
                      <a:pt x="115" y="152"/>
                      <a:pt x="115" y="152"/>
                      <a:pt x="115" y="152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" name="Freeform 13"/>
              <p:cNvSpPr>
                <a:spLocks noEditPoints="1"/>
              </p:cNvSpPr>
              <p:nvPr/>
            </p:nvSpPr>
            <p:spPr bwMode="auto">
              <a:xfrm>
                <a:off x="4260672" y="4327256"/>
                <a:ext cx="263525" cy="250825"/>
              </a:xfrm>
              <a:custGeom>
                <a:avLst/>
                <a:gdLst>
                  <a:gd name="T0" fmla="*/ 148 w 230"/>
                  <a:gd name="T1" fmla="*/ 91 h 218"/>
                  <a:gd name="T2" fmla="*/ 151 w 230"/>
                  <a:gd name="T3" fmla="*/ 87 h 218"/>
                  <a:gd name="T4" fmla="*/ 166 w 230"/>
                  <a:gd name="T5" fmla="*/ 76 h 218"/>
                  <a:gd name="T6" fmla="*/ 154 w 230"/>
                  <a:gd name="T7" fmla="*/ 83 h 218"/>
                  <a:gd name="T8" fmla="*/ 48 w 230"/>
                  <a:gd name="T9" fmla="*/ 45 h 218"/>
                  <a:gd name="T10" fmla="*/ 151 w 230"/>
                  <a:gd name="T11" fmla="*/ 36 h 218"/>
                  <a:gd name="T12" fmla="*/ 144 w 230"/>
                  <a:gd name="T13" fmla="*/ 58 h 218"/>
                  <a:gd name="T14" fmla="*/ 51 w 230"/>
                  <a:gd name="T15" fmla="*/ 35 h 218"/>
                  <a:gd name="T16" fmla="*/ 50 w 230"/>
                  <a:gd name="T17" fmla="*/ 41 h 218"/>
                  <a:gd name="T18" fmla="*/ 54 w 230"/>
                  <a:gd name="T19" fmla="*/ 44 h 218"/>
                  <a:gd name="T20" fmla="*/ 51 w 230"/>
                  <a:gd name="T21" fmla="*/ 56 h 218"/>
                  <a:gd name="T22" fmla="*/ 50 w 230"/>
                  <a:gd name="T23" fmla="*/ 70 h 218"/>
                  <a:gd name="T24" fmla="*/ 54 w 230"/>
                  <a:gd name="T25" fmla="*/ 57 h 218"/>
                  <a:gd name="T26" fmla="*/ 62 w 230"/>
                  <a:gd name="T27" fmla="*/ 38 h 218"/>
                  <a:gd name="T28" fmla="*/ 55 w 230"/>
                  <a:gd name="T29" fmla="*/ 27 h 218"/>
                  <a:gd name="T30" fmla="*/ 23 w 230"/>
                  <a:gd name="T31" fmla="*/ 159 h 218"/>
                  <a:gd name="T32" fmla="*/ 22 w 230"/>
                  <a:gd name="T33" fmla="*/ 187 h 218"/>
                  <a:gd name="T34" fmla="*/ 60 w 230"/>
                  <a:gd name="T35" fmla="*/ 207 h 218"/>
                  <a:gd name="T36" fmla="*/ 62 w 230"/>
                  <a:gd name="T37" fmla="*/ 194 h 218"/>
                  <a:gd name="T38" fmla="*/ 80 w 230"/>
                  <a:gd name="T39" fmla="*/ 168 h 218"/>
                  <a:gd name="T40" fmla="*/ 102 w 230"/>
                  <a:gd name="T41" fmla="*/ 191 h 218"/>
                  <a:gd name="T42" fmla="*/ 151 w 230"/>
                  <a:gd name="T43" fmla="*/ 212 h 218"/>
                  <a:gd name="T44" fmla="*/ 180 w 230"/>
                  <a:gd name="T45" fmla="*/ 214 h 218"/>
                  <a:gd name="T46" fmla="*/ 209 w 230"/>
                  <a:gd name="T47" fmla="*/ 212 h 218"/>
                  <a:gd name="T48" fmla="*/ 228 w 230"/>
                  <a:gd name="T49" fmla="*/ 192 h 218"/>
                  <a:gd name="T50" fmla="*/ 198 w 230"/>
                  <a:gd name="T51" fmla="*/ 164 h 218"/>
                  <a:gd name="T52" fmla="*/ 185 w 230"/>
                  <a:gd name="T53" fmla="*/ 174 h 218"/>
                  <a:gd name="T54" fmla="*/ 176 w 230"/>
                  <a:gd name="T55" fmla="*/ 177 h 218"/>
                  <a:gd name="T56" fmla="*/ 151 w 230"/>
                  <a:gd name="T57" fmla="*/ 177 h 218"/>
                  <a:gd name="T58" fmla="*/ 111 w 230"/>
                  <a:gd name="T59" fmla="*/ 157 h 218"/>
                  <a:gd name="T60" fmla="*/ 120 w 230"/>
                  <a:gd name="T61" fmla="*/ 133 h 218"/>
                  <a:gd name="T62" fmla="*/ 139 w 230"/>
                  <a:gd name="T63" fmla="*/ 154 h 218"/>
                  <a:gd name="T64" fmla="*/ 151 w 230"/>
                  <a:gd name="T65" fmla="*/ 140 h 218"/>
                  <a:gd name="T66" fmla="*/ 168 w 230"/>
                  <a:gd name="T67" fmla="*/ 128 h 218"/>
                  <a:gd name="T68" fmla="*/ 187 w 230"/>
                  <a:gd name="T69" fmla="*/ 97 h 218"/>
                  <a:gd name="T70" fmla="*/ 186 w 230"/>
                  <a:gd name="T71" fmla="*/ 50 h 218"/>
                  <a:gd name="T72" fmla="*/ 157 w 230"/>
                  <a:gd name="T73" fmla="*/ 49 h 218"/>
                  <a:gd name="T74" fmla="*/ 148 w 230"/>
                  <a:gd name="T75" fmla="*/ 6 h 218"/>
                  <a:gd name="T76" fmla="*/ 137 w 230"/>
                  <a:gd name="T77" fmla="*/ 37 h 218"/>
                  <a:gd name="T78" fmla="*/ 129 w 230"/>
                  <a:gd name="T79" fmla="*/ 77 h 218"/>
                  <a:gd name="T80" fmla="*/ 91 w 230"/>
                  <a:gd name="T81" fmla="*/ 112 h 218"/>
                  <a:gd name="T82" fmla="*/ 75 w 230"/>
                  <a:gd name="T83" fmla="*/ 139 h 218"/>
                  <a:gd name="T84" fmla="*/ 58 w 230"/>
                  <a:gd name="T85" fmla="*/ 157 h 218"/>
                  <a:gd name="T86" fmla="*/ 65 w 230"/>
                  <a:gd name="T87" fmla="*/ 112 h 218"/>
                  <a:gd name="T88" fmla="*/ 82 w 230"/>
                  <a:gd name="T89" fmla="*/ 77 h 218"/>
                  <a:gd name="T90" fmla="*/ 79 w 230"/>
                  <a:gd name="T91" fmla="*/ 36 h 218"/>
                  <a:gd name="T92" fmla="*/ 59 w 230"/>
                  <a:gd name="T93" fmla="*/ 5 h 218"/>
                  <a:gd name="T94" fmla="*/ 48 w 230"/>
                  <a:gd name="T95" fmla="*/ 36 h 218"/>
                  <a:gd name="T96" fmla="*/ 43 w 230"/>
                  <a:gd name="T97" fmla="*/ 43 h 218"/>
                  <a:gd name="T98" fmla="*/ 38 w 230"/>
                  <a:gd name="T99" fmla="*/ 59 h 218"/>
                  <a:gd name="T100" fmla="*/ 34 w 230"/>
                  <a:gd name="T101" fmla="*/ 84 h 218"/>
                  <a:gd name="T102" fmla="*/ 10 w 230"/>
                  <a:gd name="T103" fmla="*/ 106 h 218"/>
                  <a:gd name="T104" fmla="*/ 25 w 230"/>
                  <a:gd name="T105" fmla="*/ 130 h 218"/>
                  <a:gd name="T106" fmla="*/ 24 w 230"/>
                  <a:gd name="T107" fmla="*/ 152 h 218"/>
                  <a:gd name="T108" fmla="*/ 21 w 230"/>
                  <a:gd name="T109" fmla="*/ 180 h 218"/>
                  <a:gd name="T110" fmla="*/ 20 w 230"/>
                  <a:gd name="T111" fmla="*/ 180 h 218"/>
                  <a:gd name="T112" fmla="*/ 178 w 230"/>
                  <a:gd name="T113" fmla="*/ 217 h 218"/>
                  <a:gd name="T114" fmla="*/ 80 w 230"/>
                  <a:gd name="T115" fmla="*/ 168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30" h="218">
                    <a:moveTo>
                      <a:pt x="182" y="215"/>
                    </a:moveTo>
                    <a:cubicBezTo>
                      <a:pt x="181" y="214"/>
                      <a:pt x="182" y="217"/>
                      <a:pt x="181" y="214"/>
                    </a:cubicBezTo>
                    <a:cubicBezTo>
                      <a:pt x="182" y="215"/>
                      <a:pt x="181" y="213"/>
                      <a:pt x="182" y="215"/>
                    </a:cubicBezTo>
                    <a:close/>
                    <a:moveTo>
                      <a:pt x="22" y="168"/>
                    </a:moveTo>
                    <a:cubicBezTo>
                      <a:pt x="23" y="169"/>
                      <a:pt x="23" y="168"/>
                      <a:pt x="23" y="169"/>
                    </a:cubicBezTo>
                    <a:cubicBezTo>
                      <a:pt x="22" y="169"/>
                      <a:pt x="22" y="169"/>
                      <a:pt x="22" y="168"/>
                    </a:cubicBezTo>
                    <a:cubicBezTo>
                      <a:pt x="22" y="168"/>
                      <a:pt x="22" y="168"/>
                      <a:pt x="22" y="168"/>
                    </a:cubicBezTo>
                    <a:close/>
                    <a:moveTo>
                      <a:pt x="147" y="88"/>
                    </a:moveTo>
                    <a:cubicBezTo>
                      <a:pt x="149" y="88"/>
                      <a:pt x="148" y="88"/>
                      <a:pt x="148" y="91"/>
                    </a:cubicBezTo>
                    <a:cubicBezTo>
                      <a:pt x="149" y="95"/>
                      <a:pt x="149" y="95"/>
                      <a:pt x="149" y="95"/>
                    </a:cubicBezTo>
                    <a:cubicBezTo>
                      <a:pt x="149" y="96"/>
                      <a:pt x="149" y="96"/>
                      <a:pt x="149" y="97"/>
                    </a:cubicBezTo>
                    <a:cubicBezTo>
                      <a:pt x="149" y="99"/>
                      <a:pt x="149" y="100"/>
                      <a:pt x="149" y="101"/>
                    </a:cubicBezTo>
                    <a:cubicBezTo>
                      <a:pt x="148" y="101"/>
                      <a:pt x="148" y="101"/>
                      <a:pt x="148" y="101"/>
                    </a:cubicBezTo>
                    <a:cubicBezTo>
                      <a:pt x="147" y="88"/>
                      <a:pt x="147" y="88"/>
                      <a:pt x="147" y="88"/>
                    </a:cubicBezTo>
                    <a:close/>
                    <a:moveTo>
                      <a:pt x="153" y="100"/>
                    </a:moveTo>
                    <a:cubicBezTo>
                      <a:pt x="155" y="95"/>
                      <a:pt x="152" y="95"/>
                      <a:pt x="154" y="91"/>
                    </a:cubicBezTo>
                    <a:cubicBezTo>
                      <a:pt x="152" y="91"/>
                      <a:pt x="152" y="91"/>
                      <a:pt x="152" y="91"/>
                    </a:cubicBezTo>
                    <a:cubicBezTo>
                      <a:pt x="151" y="87"/>
                      <a:pt x="151" y="87"/>
                      <a:pt x="151" y="87"/>
                    </a:cubicBezTo>
                    <a:cubicBezTo>
                      <a:pt x="150" y="87"/>
                      <a:pt x="150" y="87"/>
                      <a:pt x="149" y="86"/>
                    </a:cubicBezTo>
                    <a:cubicBezTo>
                      <a:pt x="151" y="92"/>
                      <a:pt x="149" y="89"/>
                      <a:pt x="152" y="98"/>
                    </a:cubicBezTo>
                    <a:cubicBezTo>
                      <a:pt x="152" y="101"/>
                      <a:pt x="152" y="99"/>
                      <a:pt x="153" y="100"/>
                    </a:cubicBezTo>
                    <a:close/>
                    <a:moveTo>
                      <a:pt x="151" y="84"/>
                    </a:moveTo>
                    <a:cubicBezTo>
                      <a:pt x="151" y="85"/>
                      <a:pt x="151" y="85"/>
                      <a:pt x="151" y="86"/>
                    </a:cubicBezTo>
                    <a:cubicBezTo>
                      <a:pt x="150" y="86"/>
                      <a:pt x="150" y="87"/>
                      <a:pt x="150" y="85"/>
                    </a:cubicBezTo>
                    <a:cubicBezTo>
                      <a:pt x="150" y="83"/>
                      <a:pt x="151" y="84"/>
                      <a:pt x="151" y="84"/>
                    </a:cubicBezTo>
                    <a:close/>
                    <a:moveTo>
                      <a:pt x="165" y="76"/>
                    </a:moveTo>
                    <a:cubicBezTo>
                      <a:pt x="166" y="76"/>
                      <a:pt x="166" y="76"/>
                      <a:pt x="166" y="76"/>
                    </a:cubicBezTo>
                    <a:cubicBezTo>
                      <a:pt x="166" y="80"/>
                      <a:pt x="166" y="80"/>
                      <a:pt x="166" y="84"/>
                    </a:cubicBezTo>
                    <a:cubicBezTo>
                      <a:pt x="163" y="85"/>
                      <a:pt x="168" y="84"/>
                      <a:pt x="165" y="85"/>
                    </a:cubicBezTo>
                    <a:cubicBezTo>
                      <a:pt x="163" y="93"/>
                      <a:pt x="163" y="93"/>
                      <a:pt x="163" y="93"/>
                    </a:cubicBezTo>
                    <a:cubicBezTo>
                      <a:pt x="162" y="96"/>
                      <a:pt x="162" y="96"/>
                      <a:pt x="160" y="96"/>
                    </a:cubicBezTo>
                    <a:cubicBezTo>
                      <a:pt x="161" y="98"/>
                      <a:pt x="161" y="98"/>
                      <a:pt x="161" y="98"/>
                    </a:cubicBezTo>
                    <a:cubicBezTo>
                      <a:pt x="158" y="101"/>
                      <a:pt x="158" y="101"/>
                      <a:pt x="158" y="101"/>
                    </a:cubicBezTo>
                    <a:cubicBezTo>
                      <a:pt x="155" y="101"/>
                      <a:pt x="156" y="97"/>
                      <a:pt x="155" y="90"/>
                    </a:cubicBezTo>
                    <a:cubicBezTo>
                      <a:pt x="154" y="89"/>
                      <a:pt x="155" y="91"/>
                      <a:pt x="155" y="83"/>
                    </a:cubicBezTo>
                    <a:cubicBezTo>
                      <a:pt x="154" y="83"/>
                      <a:pt x="154" y="83"/>
                      <a:pt x="154" y="83"/>
                    </a:cubicBezTo>
                    <a:cubicBezTo>
                      <a:pt x="154" y="82"/>
                      <a:pt x="153" y="82"/>
                      <a:pt x="155" y="83"/>
                    </a:cubicBezTo>
                    <a:cubicBezTo>
                      <a:pt x="154" y="79"/>
                      <a:pt x="155" y="78"/>
                      <a:pt x="158" y="76"/>
                    </a:cubicBezTo>
                    <a:cubicBezTo>
                      <a:pt x="164" y="74"/>
                      <a:pt x="164" y="74"/>
                      <a:pt x="164" y="74"/>
                    </a:cubicBezTo>
                    <a:cubicBezTo>
                      <a:pt x="164" y="74"/>
                      <a:pt x="164" y="74"/>
                      <a:pt x="165" y="74"/>
                    </a:cubicBezTo>
                    <a:cubicBezTo>
                      <a:pt x="165" y="76"/>
                      <a:pt x="165" y="76"/>
                      <a:pt x="165" y="76"/>
                    </a:cubicBezTo>
                    <a:close/>
                    <a:moveTo>
                      <a:pt x="45" y="53"/>
                    </a:moveTo>
                    <a:cubicBezTo>
                      <a:pt x="45" y="52"/>
                      <a:pt x="46" y="53"/>
                      <a:pt x="46" y="53"/>
                    </a:cubicBezTo>
                    <a:cubicBezTo>
                      <a:pt x="46" y="54"/>
                      <a:pt x="45" y="53"/>
                      <a:pt x="45" y="53"/>
                    </a:cubicBezTo>
                    <a:close/>
                    <a:moveTo>
                      <a:pt x="48" y="45"/>
                    </a:moveTo>
                    <a:cubicBezTo>
                      <a:pt x="49" y="46"/>
                      <a:pt x="49" y="43"/>
                      <a:pt x="48" y="48"/>
                    </a:cubicBezTo>
                    <a:cubicBezTo>
                      <a:pt x="47" y="47"/>
                      <a:pt x="47" y="49"/>
                      <a:pt x="48" y="45"/>
                    </a:cubicBezTo>
                    <a:close/>
                    <a:moveTo>
                      <a:pt x="49" y="42"/>
                    </a:moveTo>
                    <a:cubicBezTo>
                      <a:pt x="49" y="43"/>
                      <a:pt x="49" y="43"/>
                      <a:pt x="49" y="43"/>
                    </a:cubicBezTo>
                    <a:cubicBezTo>
                      <a:pt x="49" y="44"/>
                      <a:pt x="49" y="43"/>
                      <a:pt x="48" y="45"/>
                    </a:cubicBezTo>
                    <a:cubicBezTo>
                      <a:pt x="50" y="44"/>
                      <a:pt x="50" y="44"/>
                      <a:pt x="49" y="42"/>
                    </a:cubicBezTo>
                    <a:close/>
                    <a:moveTo>
                      <a:pt x="149" y="35"/>
                    </a:moveTo>
                    <a:cubicBezTo>
                      <a:pt x="151" y="36"/>
                      <a:pt x="149" y="35"/>
                      <a:pt x="151" y="33"/>
                    </a:cubicBezTo>
                    <a:cubicBezTo>
                      <a:pt x="153" y="37"/>
                      <a:pt x="152" y="36"/>
                      <a:pt x="151" y="36"/>
                    </a:cubicBezTo>
                    <a:cubicBezTo>
                      <a:pt x="151" y="40"/>
                      <a:pt x="151" y="40"/>
                      <a:pt x="151" y="40"/>
                    </a:cubicBezTo>
                    <a:cubicBezTo>
                      <a:pt x="151" y="40"/>
                      <a:pt x="151" y="40"/>
                      <a:pt x="151" y="40"/>
                    </a:cubicBezTo>
                    <a:cubicBezTo>
                      <a:pt x="151" y="40"/>
                      <a:pt x="151" y="40"/>
                      <a:pt x="151" y="40"/>
                    </a:cubicBezTo>
                    <a:cubicBezTo>
                      <a:pt x="150" y="40"/>
                      <a:pt x="150" y="40"/>
                      <a:pt x="150" y="40"/>
                    </a:cubicBezTo>
                    <a:cubicBezTo>
                      <a:pt x="150" y="40"/>
                      <a:pt x="150" y="40"/>
                      <a:pt x="150" y="40"/>
                    </a:cubicBezTo>
                    <a:cubicBezTo>
                      <a:pt x="150" y="50"/>
                      <a:pt x="151" y="43"/>
                      <a:pt x="149" y="49"/>
                    </a:cubicBezTo>
                    <a:cubicBezTo>
                      <a:pt x="148" y="54"/>
                      <a:pt x="148" y="54"/>
                      <a:pt x="148" y="54"/>
                    </a:cubicBezTo>
                    <a:cubicBezTo>
                      <a:pt x="148" y="55"/>
                      <a:pt x="147" y="56"/>
                      <a:pt x="147" y="56"/>
                    </a:cubicBezTo>
                    <a:cubicBezTo>
                      <a:pt x="147" y="57"/>
                      <a:pt x="145" y="58"/>
                      <a:pt x="144" y="58"/>
                    </a:cubicBezTo>
                    <a:cubicBezTo>
                      <a:pt x="146" y="57"/>
                      <a:pt x="145" y="57"/>
                      <a:pt x="145" y="55"/>
                    </a:cubicBezTo>
                    <a:cubicBezTo>
                      <a:pt x="145" y="52"/>
                      <a:pt x="146" y="52"/>
                      <a:pt x="146" y="52"/>
                    </a:cubicBezTo>
                    <a:cubicBezTo>
                      <a:pt x="147" y="44"/>
                      <a:pt x="147" y="44"/>
                      <a:pt x="147" y="44"/>
                    </a:cubicBezTo>
                    <a:cubicBezTo>
                      <a:pt x="148" y="43"/>
                      <a:pt x="148" y="43"/>
                      <a:pt x="148" y="43"/>
                    </a:cubicBezTo>
                    <a:cubicBezTo>
                      <a:pt x="148" y="43"/>
                      <a:pt x="148" y="43"/>
                      <a:pt x="148" y="42"/>
                    </a:cubicBezTo>
                    <a:cubicBezTo>
                      <a:pt x="147" y="41"/>
                      <a:pt x="149" y="39"/>
                      <a:pt x="149" y="35"/>
                    </a:cubicBezTo>
                    <a:close/>
                    <a:moveTo>
                      <a:pt x="49" y="42"/>
                    </a:moveTo>
                    <a:cubicBezTo>
                      <a:pt x="49" y="40"/>
                      <a:pt x="50" y="40"/>
                      <a:pt x="50" y="38"/>
                    </a:cubicBezTo>
                    <a:cubicBezTo>
                      <a:pt x="51" y="38"/>
                      <a:pt x="51" y="36"/>
                      <a:pt x="51" y="35"/>
                    </a:cubicBezTo>
                    <a:cubicBezTo>
                      <a:pt x="52" y="33"/>
                      <a:pt x="52" y="33"/>
                      <a:pt x="52" y="33"/>
                    </a:cubicBezTo>
                    <a:cubicBezTo>
                      <a:pt x="52" y="33"/>
                      <a:pt x="52" y="33"/>
                      <a:pt x="53" y="33"/>
                    </a:cubicBezTo>
                    <a:cubicBezTo>
                      <a:pt x="53" y="32"/>
                      <a:pt x="53" y="32"/>
                      <a:pt x="53" y="32"/>
                    </a:cubicBezTo>
                    <a:cubicBezTo>
                      <a:pt x="54" y="30"/>
                      <a:pt x="53" y="32"/>
                      <a:pt x="54" y="30"/>
                    </a:cubicBezTo>
                    <a:cubicBezTo>
                      <a:pt x="54" y="30"/>
                      <a:pt x="54" y="30"/>
                      <a:pt x="54" y="31"/>
                    </a:cubicBezTo>
                    <a:cubicBezTo>
                      <a:pt x="53" y="35"/>
                      <a:pt x="53" y="35"/>
                      <a:pt x="53" y="35"/>
                    </a:cubicBezTo>
                    <a:cubicBezTo>
                      <a:pt x="52" y="37"/>
                      <a:pt x="53" y="36"/>
                      <a:pt x="52" y="36"/>
                    </a:cubicBezTo>
                    <a:cubicBezTo>
                      <a:pt x="52" y="37"/>
                      <a:pt x="52" y="37"/>
                      <a:pt x="52" y="37"/>
                    </a:cubicBezTo>
                    <a:cubicBezTo>
                      <a:pt x="50" y="41"/>
                      <a:pt x="50" y="41"/>
                      <a:pt x="50" y="41"/>
                    </a:cubicBezTo>
                    <a:cubicBezTo>
                      <a:pt x="50" y="42"/>
                      <a:pt x="50" y="42"/>
                      <a:pt x="50" y="42"/>
                    </a:cubicBezTo>
                    <a:cubicBezTo>
                      <a:pt x="49" y="42"/>
                      <a:pt x="49" y="42"/>
                      <a:pt x="49" y="42"/>
                    </a:cubicBezTo>
                    <a:close/>
                    <a:moveTo>
                      <a:pt x="59" y="27"/>
                    </a:moveTo>
                    <a:cubicBezTo>
                      <a:pt x="58" y="28"/>
                      <a:pt x="58" y="28"/>
                      <a:pt x="58" y="28"/>
                    </a:cubicBezTo>
                    <a:cubicBezTo>
                      <a:pt x="57" y="34"/>
                      <a:pt x="57" y="34"/>
                      <a:pt x="57" y="34"/>
                    </a:cubicBezTo>
                    <a:cubicBezTo>
                      <a:pt x="56" y="37"/>
                      <a:pt x="55" y="37"/>
                      <a:pt x="56" y="38"/>
                    </a:cubicBezTo>
                    <a:cubicBezTo>
                      <a:pt x="56" y="39"/>
                      <a:pt x="55" y="38"/>
                      <a:pt x="56" y="39"/>
                    </a:cubicBezTo>
                    <a:cubicBezTo>
                      <a:pt x="56" y="39"/>
                      <a:pt x="57" y="41"/>
                      <a:pt x="55" y="39"/>
                    </a:cubicBezTo>
                    <a:cubicBezTo>
                      <a:pt x="54" y="44"/>
                      <a:pt x="54" y="44"/>
                      <a:pt x="54" y="44"/>
                    </a:cubicBezTo>
                    <a:cubicBezTo>
                      <a:pt x="54" y="46"/>
                      <a:pt x="53" y="45"/>
                      <a:pt x="53" y="49"/>
                    </a:cubicBezTo>
                    <a:cubicBezTo>
                      <a:pt x="51" y="49"/>
                      <a:pt x="52" y="49"/>
                      <a:pt x="52" y="50"/>
                    </a:cubicBezTo>
                    <a:cubicBezTo>
                      <a:pt x="52" y="51"/>
                      <a:pt x="52" y="51"/>
                      <a:pt x="52" y="51"/>
                    </a:cubicBezTo>
                    <a:cubicBezTo>
                      <a:pt x="52" y="51"/>
                      <a:pt x="52" y="51"/>
                      <a:pt x="52" y="51"/>
                    </a:cubicBezTo>
                    <a:cubicBezTo>
                      <a:pt x="53" y="53"/>
                      <a:pt x="53" y="53"/>
                      <a:pt x="53" y="53"/>
                    </a:cubicBezTo>
                    <a:cubicBezTo>
                      <a:pt x="52" y="53"/>
                      <a:pt x="52" y="54"/>
                      <a:pt x="52" y="54"/>
                    </a:cubicBezTo>
                    <a:cubicBezTo>
                      <a:pt x="51" y="54"/>
                      <a:pt x="53" y="54"/>
                      <a:pt x="51" y="54"/>
                    </a:cubicBezTo>
                    <a:cubicBezTo>
                      <a:pt x="52" y="55"/>
                      <a:pt x="52" y="55"/>
                      <a:pt x="52" y="55"/>
                    </a:cubicBezTo>
                    <a:cubicBezTo>
                      <a:pt x="52" y="55"/>
                      <a:pt x="52" y="55"/>
                      <a:pt x="51" y="56"/>
                    </a:cubicBezTo>
                    <a:cubicBezTo>
                      <a:pt x="51" y="58"/>
                      <a:pt x="51" y="58"/>
                      <a:pt x="51" y="58"/>
                    </a:cubicBezTo>
                    <a:cubicBezTo>
                      <a:pt x="51" y="58"/>
                      <a:pt x="51" y="58"/>
                      <a:pt x="51" y="58"/>
                    </a:cubicBezTo>
                    <a:cubicBezTo>
                      <a:pt x="50" y="64"/>
                      <a:pt x="50" y="64"/>
                      <a:pt x="50" y="64"/>
                    </a:cubicBezTo>
                    <a:cubicBezTo>
                      <a:pt x="50" y="64"/>
                      <a:pt x="50" y="64"/>
                      <a:pt x="50" y="64"/>
                    </a:cubicBezTo>
                    <a:cubicBezTo>
                      <a:pt x="50" y="64"/>
                      <a:pt x="50" y="64"/>
                      <a:pt x="50" y="64"/>
                    </a:cubicBezTo>
                    <a:cubicBezTo>
                      <a:pt x="49" y="64"/>
                      <a:pt x="50" y="61"/>
                      <a:pt x="49" y="68"/>
                    </a:cubicBezTo>
                    <a:cubicBezTo>
                      <a:pt x="49" y="68"/>
                      <a:pt x="49" y="68"/>
                      <a:pt x="49" y="68"/>
                    </a:cubicBezTo>
                    <a:cubicBezTo>
                      <a:pt x="48" y="72"/>
                      <a:pt x="48" y="72"/>
                      <a:pt x="48" y="72"/>
                    </a:cubicBezTo>
                    <a:cubicBezTo>
                      <a:pt x="52" y="71"/>
                      <a:pt x="48" y="72"/>
                      <a:pt x="50" y="70"/>
                    </a:cubicBezTo>
                    <a:cubicBezTo>
                      <a:pt x="51" y="69"/>
                      <a:pt x="52" y="67"/>
                      <a:pt x="50" y="66"/>
                    </a:cubicBezTo>
                    <a:cubicBezTo>
                      <a:pt x="51" y="66"/>
                      <a:pt x="51" y="66"/>
                      <a:pt x="52" y="65"/>
                    </a:cubicBezTo>
                    <a:cubicBezTo>
                      <a:pt x="52" y="65"/>
                      <a:pt x="52" y="64"/>
                      <a:pt x="52" y="64"/>
                    </a:cubicBezTo>
                    <a:cubicBezTo>
                      <a:pt x="51" y="62"/>
                      <a:pt x="51" y="62"/>
                      <a:pt x="51" y="62"/>
                    </a:cubicBezTo>
                    <a:cubicBezTo>
                      <a:pt x="53" y="62"/>
                      <a:pt x="53" y="62"/>
                      <a:pt x="53" y="62"/>
                    </a:cubicBezTo>
                    <a:cubicBezTo>
                      <a:pt x="53" y="60"/>
                      <a:pt x="53" y="59"/>
                      <a:pt x="52" y="59"/>
                    </a:cubicBezTo>
                    <a:cubicBezTo>
                      <a:pt x="52" y="58"/>
                      <a:pt x="52" y="58"/>
                      <a:pt x="52" y="58"/>
                    </a:cubicBezTo>
                    <a:cubicBezTo>
                      <a:pt x="53" y="58"/>
                      <a:pt x="53" y="58"/>
                      <a:pt x="53" y="58"/>
                    </a:cubicBezTo>
                    <a:cubicBezTo>
                      <a:pt x="54" y="58"/>
                      <a:pt x="54" y="58"/>
                      <a:pt x="54" y="57"/>
                    </a:cubicBezTo>
                    <a:cubicBezTo>
                      <a:pt x="54" y="56"/>
                      <a:pt x="54" y="57"/>
                      <a:pt x="55" y="55"/>
                    </a:cubicBezTo>
                    <a:cubicBezTo>
                      <a:pt x="55" y="53"/>
                      <a:pt x="54" y="53"/>
                      <a:pt x="54" y="51"/>
                    </a:cubicBezTo>
                    <a:cubicBezTo>
                      <a:pt x="55" y="52"/>
                      <a:pt x="54" y="51"/>
                      <a:pt x="56" y="51"/>
                    </a:cubicBezTo>
                    <a:cubicBezTo>
                      <a:pt x="57" y="50"/>
                      <a:pt x="56" y="50"/>
                      <a:pt x="57" y="49"/>
                    </a:cubicBezTo>
                    <a:cubicBezTo>
                      <a:pt x="57" y="49"/>
                      <a:pt x="57" y="48"/>
                      <a:pt x="58" y="48"/>
                    </a:cubicBezTo>
                    <a:cubicBezTo>
                      <a:pt x="58" y="47"/>
                      <a:pt x="58" y="48"/>
                      <a:pt x="58" y="46"/>
                    </a:cubicBezTo>
                    <a:cubicBezTo>
                      <a:pt x="59" y="43"/>
                      <a:pt x="58" y="46"/>
                      <a:pt x="60" y="42"/>
                    </a:cubicBezTo>
                    <a:cubicBezTo>
                      <a:pt x="61" y="43"/>
                      <a:pt x="61" y="43"/>
                      <a:pt x="62" y="44"/>
                    </a:cubicBezTo>
                    <a:cubicBezTo>
                      <a:pt x="63" y="42"/>
                      <a:pt x="64" y="40"/>
                      <a:pt x="62" y="38"/>
                    </a:cubicBezTo>
                    <a:cubicBezTo>
                      <a:pt x="62" y="35"/>
                      <a:pt x="62" y="35"/>
                      <a:pt x="62" y="35"/>
                    </a:cubicBezTo>
                    <a:cubicBezTo>
                      <a:pt x="63" y="33"/>
                      <a:pt x="63" y="33"/>
                      <a:pt x="63" y="31"/>
                    </a:cubicBezTo>
                    <a:cubicBezTo>
                      <a:pt x="62" y="30"/>
                      <a:pt x="62" y="30"/>
                      <a:pt x="62" y="30"/>
                    </a:cubicBezTo>
                    <a:cubicBezTo>
                      <a:pt x="63" y="28"/>
                      <a:pt x="63" y="31"/>
                      <a:pt x="63" y="27"/>
                    </a:cubicBezTo>
                    <a:cubicBezTo>
                      <a:pt x="61" y="25"/>
                      <a:pt x="61" y="25"/>
                      <a:pt x="61" y="25"/>
                    </a:cubicBezTo>
                    <a:cubicBezTo>
                      <a:pt x="60" y="26"/>
                      <a:pt x="60" y="26"/>
                      <a:pt x="59" y="27"/>
                    </a:cubicBezTo>
                    <a:close/>
                    <a:moveTo>
                      <a:pt x="55" y="27"/>
                    </a:moveTo>
                    <a:cubicBezTo>
                      <a:pt x="55" y="30"/>
                      <a:pt x="55" y="30"/>
                      <a:pt x="55" y="30"/>
                    </a:cubicBezTo>
                    <a:cubicBezTo>
                      <a:pt x="54" y="29"/>
                      <a:pt x="53" y="29"/>
                      <a:pt x="55" y="27"/>
                    </a:cubicBezTo>
                    <a:close/>
                    <a:moveTo>
                      <a:pt x="27" y="146"/>
                    </a:moveTo>
                    <a:cubicBezTo>
                      <a:pt x="26" y="148"/>
                      <a:pt x="27" y="146"/>
                      <a:pt x="26" y="150"/>
                    </a:cubicBezTo>
                    <a:cubicBezTo>
                      <a:pt x="26" y="150"/>
                      <a:pt x="26" y="150"/>
                      <a:pt x="25" y="151"/>
                    </a:cubicBezTo>
                    <a:cubicBezTo>
                      <a:pt x="24" y="156"/>
                      <a:pt x="24" y="156"/>
                      <a:pt x="24" y="156"/>
                    </a:cubicBezTo>
                    <a:cubicBezTo>
                      <a:pt x="24" y="158"/>
                      <a:pt x="24" y="157"/>
                      <a:pt x="24" y="159"/>
                    </a:cubicBezTo>
                    <a:cubicBezTo>
                      <a:pt x="24" y="160"/>
                      <a:pt x="24" y="162"/>
                      <a:pt x="24" y="164"/>
                    </a:cubicBezTo>
                    <a:cubicBezTo>
                      <a:pt x="23" y="163"/>
                      <a:pt x="23" y="163"/>
                      <a:pt x="23" y="163"/>
                    </a:cubicBezTo>
                    <a:cubicBezTo>
                      <a:pt x="23" y="164"/>
                      <a:pt x="23" y="168"/>
                      <a:pt x="22" y="168"/>
                    </a:cubicBezTo>
                    <a:cubicBezTo>
                      <a:pt x="21" y="164"/>
                      <a:pt x="23" y="164"/>
                      <a:pt x="23" y="159"/>
                    </a:cubicBezTo>
                    <a:cubicBezTo>
                      <a:pt x="23" y="159"/>
                      <a:pt x="23" y="159"/>
                      <a:pt x="23" y="159"/>
                    </a:cubicBezTo>
                    <a:cubicBezTo>
                      <a:pt x="23" y="159"/>
                      <a:pt x="23" y="159"/>
                      <a:pt x="22" y="159"/>
                    </a:cubicBezTo>
                    <a:cubicBezTo>
                      <a:pt x="22" y="159"/>
                      <a:pt x="22" y="159"/>
                      <a:pt x="22" y="159"/>
                    </a:cubicBezTo>
                    <a:cubicBezTo>
                      <a:pt x="20" y="161"/>
                      <a:pt x="21" y="170"/>
                      <a:pt x="21" y="171"/>
                    </a:cubicBezTo>
                    <a:cubicBezTo>
                      <a:pt x="22" y="171"/>
                      <a:pt x="21" y="171"/>
                      <a:pt x="22" y="170"/>
                    </a:cubicBezTo>
                    <a:cubicBezTo>
                      <a:pt x="21" y="173"/>
                      <a:pt x="22" y="181"/>
                      <a:pt x="22" y="184"/>
                    </a:cubicBezTo>
                    <a:cubicBezTo>
                      <a:pt x="21" y="184"/>
                      <a:pt x="21" y="183"/>
                      <a:pt x="20" y="182"/>
                    </a:cubicBezTo>
                    <a:cubicBezTo>
                      <a:pt x="21" y="185"/>
                      <a:pt x="21" y="183"/>
                      <a:pt x="20" y="186"/>
                    </a:cubicBezTo>
                    <a:cubicBezTo>
                      <a:pt x="22" y="187"/>
                      <a:pt x="22" y="187"/>
                      <a:pt x="22" y="187"/>
                    </a:cubicBezTo>
                    <a:cubicBezTo>
                      <a:pt x="22" y="189"/>
                      <a:pt x="22" y="189"/>
                      <a:pt x="22" y="189"/>
                    </a:cubicBezTo>
                    <a:cubicBezTo>
                      <a:pt x="22" y="190"/>
                      <a:pt x="21" y="190"/>
                      <a:pt x="21" y="191"/>
                    </a:cubicBezTo>
                    <a:cubicBezTo>
                      <a:pt x="21" y="193"/>
                      <a:pt x="22" y="193"/>
                      <a:pt x="23" y="195"/>
                    </a:cubicBezTo>
                    <a:cubicBezTo>
                      <a:pt x="25" y="199"/>
                      <a:pt x="28" y="200"/>
                      <a:pt x="32" y="206"/>
                    </a:cubicBezTo>
                    <a:cubicBezTo>
                      <a:pt x="32" y="207"/>
                      <a:pt x="33" y="208"/>
                      <a:pt x="34" y="209"/>
                    </a:cubicBezTo>
                    <a:cubicBezTo>
                      <a:pt x="37" y="212"/>
                      <a:pt x="37" y="212"/>
                      <a:pt x="37" y="212"/>
                    </a:cubicBezTo>
                    <a:cubicBezTo>
                      <a:pt x="40" y="214"/>
                      <a:pt x="45" y="213"/>
                      <a:pt x="48" y="213"/>
                    </a:cubicBezTo>
                    <a:cubicBezTo>
                      <a:pt x="49" y="213"/>
                      <a:pt x="51" y="213"/>
                      <a:pt x="52" y="213"/>
                    </a:cubicBezTo>
                    <a:cubicBezTo>
                      <a:pt x="56" y="212"/>
                      <a:pt x="58" y="208"/>
                      <a:pt x="60" y="207"/>
                    </a:cubicBezTo>
                    <a:cubicBezTo>
                      <a:pt x="58" y="206"/>
                      <a:pt x="59" y="207"/>
                      <a:pt x="59" y="206"/>
                    </a:cubicBezTo>
                    <a:cubicBezTo>
                      <a:pt x="59" y="206"/>
                      <a:pt x="59" y="206"/>
                      <a:pt x="59" y="206"/>
                    </a:cubicBezTo>
                    <a:cubicBezTo>
                      <a:pt x="59" y="206"/>
                      <a:pt x="59" y="205"/>
                      <a:pt x="59" y="205"/>
                    </a:cubicBezTo>
                    <a:cubicBezTo>
                      <a:pt x="60" y="205"/>
                      <a:pt x="59" y="205"/>
                      <a:pt x="60" y="205"/>
                    </a:cubicBezTo>
                    <a:cubicBezTo>
                      <a:pt x="60" y="201"/>
                      <a:pt x="60" y="201"/>
                      <a:pt x="60" y="201"/>
                    </a:cubicBezTo>
                    <a:cubicBezTo>
                      <a:pt x="61" y="201"/>
                      <a:pt x="60" y="201"/>
                      <a:pt x="60" y="200"/>
                    </a:cubicBezTo>
                    <a:cubicBezTo>
                      <a:pt x="61" y="196"/>
                      <a:pt x="61" y="196"/>
                      <a:pt x="61" y="196"/>
                    </a:cubicBezTo>
                    <a:cubicBezTo>
                      <a:pt x="61" y="195"/>
                      <a:pt x="61" y="195"/>
                      <a:pt x="61" y="195"/>
                    </a:cubicBezTo>
                    <a:cubicBezTo>
                      <a:pt x="61" y="195"/>
                      <a:pt x="61" y="195"/>
                      <a:pt x="62" y="194"/>
                    </a:cubicBezTo>
                    <a:cubicBezTo>
                      <a:pt x="62" y="193"/>
                      <a:pt x="66" y="187"/>
                      <a:pt x="67" y="187"/>
                    </a:cubicBezTo>
                    <a:cubicBezTo>
                      <a:pt x="67" y="185"/>
                      <a:pt x="67" y="185"/>
                      <a:pt x="68" y="183"/>
                    </a:cubicBezTo>
                    <a:cubicBezTo>
                      <a:pt x="69" y="182"/>
                      <a:pt x="69" y="182"/>
                      <a:pt x="69" y="182"/>
                    </a:cubicBezTo>
                    <a:cubicBezTo>
                      <a:pt x="71" y="180"/>
                      <a:pt x="70" y="181"/>
                      <a:pt x="72" y="177"/>
                    </a:cubicBezTo>
                    <a:cubicBezTo>
                      <a:pt x="76" y="171"/>
                      <a:pt x="76" y="171"/>
                      <a:pt x="76" y="171"/>
                    </a:cubicBezTo>
                    <a:cubicBezTo>
                      <a:pt x="76" y="171"/>
                      <a:pt x="76" y="171"/>
                      <a:pt x="76" y="171"/>
                    </a:cubicBezTo>
                    <a:cubicBezTo>
                      <a:pt x="79" y="167"/>
                      <a:pt x="79" y="167"/>
                      <a:pt x="79" y="167"/>
                    </a:cubicBezTo>
                    <a:cubicBezTo>
                      <a:pt x="80" y="166"/>
                      <a:pt x="79" y="166"/>
                      <a:pt x="81" y="166"/>
                    </a:cubicBezTo>
                    <a:cubicBezTo>
                      <a:pt x="80" y="167"/>
                      <a:pt x="80" y="166"/>
                      <a:pt x="80" y="168"/>
                    </a:cubicBezTo>
                    <a:cubicBezTo>
                      <a:pt x="81" y="168"/>
                      <a:pt x="82" y="167"/>
                      <a:pt x="83" y="166"/>
                    </a:cubicBezTo>
                    <a:cubicBezTo>
                      <a:pt x="82" y="163"/>
                      <a:pt x="82" y="163"/>
                      <a:pt x="82" y="163"/>
                    </a:cubicBezTo>
                    <a:cubicBezTo>
                      <a:pt x="83" y="163"/>
                      <a:pt x="82" y="164"/>
                      <a:pt x="83" y="162"/>
                    </a:cubicBezTo>
                    <a:cubicBezTo>
                      <a:pt x="84" y="163"/>
                      <a:pt x="84" y="163"/>
                      <a:pt x="84" y="164"/>
                    </a:cubicBezTo>
                    <a:cubicBezTo>
                      <a:pt x="85" y="163"/>
                      <a:pt x="85" y="163"/>
                      <a:pt x="86" y="163"/>
                    </a:cubicBezTo>
                    <a:cubicBezTo>
                      <a:pt x="87" y="164"/>
                      <a:pt x="87" y="167"/>
                      <a:pt x="89" y="170"/>
                    </a:cubicBezTo>
                    <a:cubicBezTo>
                      <a:pt x="89" y="170"/>
                      <a:pt x="89" y="170"/>
                      <a:pt x="89" y="170"/>
                    </a:cubicBezTo>
                    <a:cubicBezTo>
                      <a:pt x="90" y="173"/>
                      <a:pt x="94" y="179"/>
                      <a:pt x="96" y="183"/>
                    </a:cubicBezTo>
                    <a:cubicBezTo>
                      <a:pt x="102" y="191"/>
                      <a:pt x="102" y="191"/>
                      <a:pt x="102" y="191"/>
                    </a:cubicBezTo>
                    <a:cubicBezTo>
                      <a:pt x="108" y="199"/>
                      <a:pt x="111" y="197"/>
                      <a:pt x="114" y="198"/>
                    </a:cubicBezTo>
                    <a:cubicBezTo>
                      <a:pt x="116" y="199"/>
                      <a:pt x="116" y="201"/>
                      <a:pt x="118" y="202"/>
                    </a:cubicBezTo>
                    <a:cubicBezTo>
                      <a:pt x="118" y="202"/>
                      <a:pt x="118" y="202"/>
                      <a:pt x="118" y="203"/>
                    </a:cubicBezTo>
                    <a:cubicBezTo>
                      <a:pt x="119" y="203"/>
                      <a:pt x="119" y="203"/>
                      <a:pt x="119" y="203"/>
                    </a:cubicBezTo>
                    <a:cubicBezTo>
                      <a:pt x="119" y="203"/>
                      <a:pt x="119" y="203"/>
                      <a:pt x="119" y="203"/>
                    </a:cubicBezTo>
                    <a:cubicBezTo>
                      <a:pt x="120" y="203"/>
                      <a:pt x="121" y="204"/>
                      <a:pt x="122" y="204"/>
                    </a:cubicBezTo>
                    <a:cubicBezTo>
                      <a:pt x="132" y="206"/>
                      <a:pt x="132" y="206"/>
                      <a:pt x="132" y="206"/>
                    </a:cubicBezTo>
                    <a:cubicBezTo>
                      <a:pt x="134" y="207"/>
                      <a:pt x="132" y="207"/>
                      <a:pt x="136" y="207"/>
                    </a:cubicBezTo>
                    <a:cubicBezTo>
                      <a:pt x="151" y="212"/>
                      <a:pt x="151" y="212"/>
                      <a:pt x="151" y="212"/>
                    </a:cubicBezTo>
                    <a:cubicBezTo>
                      <a:pt x="156" y="214"/>
                      <a:pt x="155" y="213"/>
                      <a:pt x="159" y="212"/>
                    </a:cubicBezTo>
                    <a:cubicBezTo>
                      <a:pt x="159" y="214"/>
                      <a:pt x="159" y="214"/>
                      <a:pt x="159" y="214"/>
                    </a:cubicBezTo>
                    <a:cubicBezTo>
                      <a:pt x="160" y="213"/>
                      <a:pt x="160" y="214"/>
                      <a:pt x="160" y="213"/>
                    </a:cubicBezTo>
                    <a:cubicBezTo>
                      <a:pt x="162" y="214"/>
                      <a:pt x="163" y="214"/>
                      <a:pt x="166" y="214"/>
                    </a:cubicBezTo>
                    <a:cubicBezTo>
                      <a:pt x="167" y="216"/>
                      <a:pt x="169" y="218"/>
                      <a:pt x="171" y="216"/>
                    </a:cubicBezTo>
                    <a:cubicBezTo>
                      <a:pt x="172" y="217"/>
                      <a:pt x="172" y="216"/>
                      <a:pt x="174" y="217"/>
                    </a:cubicBezTo>
                    <a:cubicBezTo>
                      <a:pt x="174" y="217"/>
                      <a:pt x="174" y="217"/>
                      <a:pt x="174" y="217"/>
                    </a:cubicBezTo>
                    <a:cubicBezTo>
                      <a:pt x="175" y="216"/>
                      <a:pt x="175" y="216"/>
                      <a:pt x="175" y="216"/>
                    </a:cubicBezTo>
                    <a:cubicBezTo>
                      <a:pt x="177" y="216"/>
                      <a:pt x="178" y="215"/>
                      <a:pt x="180" y="214"/>
                    </a:cubicBezTo>
                    <a:cubicBezTo>
                      <a:pt x="182" y="217"/>
                      <a:pt x="182" y="217"/>
                      <a:pt x="182" y="217"/>
                    </a:cubicBezTo>
                    <a:cubicBezTo>
                      <a:pt x="182" y="217"/>
                      <a:pt x="182" y="217"/>
                      <a:pt x="182" y="217"/>
                    </a:cubicBezTo>
                    <a:cubicBezTo>
                      <a:pt x="183" y="215"/>
                      <a:pt x="183" y="215"/>
                      <a:pt x="183" y="215"/>
                    </a:cubicBezTo>
                    <a:cubicBezTo>
                      <a:pt x="185" y="216"/>
                      <a:pt x="185" y="216"/>
                      <a:pt x="185" y="216"/>
                    </a:cubicBezTo>
                    <a:cubicBezTo>
                      <a:pt x="187" y="215"/>
                      <a:pt x="187" y="215"/>
                      <a:pt x="189" y="215"/>
                    </a:cubicBezTo>
                    <a:cubicBezTo>
                      <a:pt x="196" y="214"/>
                      <a:pt x="196" y="214"/>
                      <a:pt x="196" y="214"/>
                    </a:cubicBezTo>
                    <a:cubicBezTo>
                      <a:pt x="196" y="215"/>
                      <a:pt x="196" y="215"/>
                      <a:pt x="196" y="215"/>
                    </a:cubicBezTo>
                    <a:cubicBezTo>
                      <a:pt x="197" y="215"/>
                      <a:pt x="199" y="214"/>
                      <a:pt x="200" y="214"/>
                    </a:cubicBezTo>
                    <a:cubicBezTo>
                      <a:pt x="203" y="212"/>
                      <a:pt x="206" y="213"/>
                      <a:pt x="209" y="212"/>
                    </a:cubicBezTo>
                    <a:cubicBezTo>
                      <a:pt x="211" y="211"/>
                      <a:pt x="211" y="210"/>
                      <a:pt x="211" y="210"/>
                    </a:cubicBezTo>
                    <a:cubicBezTo>
                      <a:pt x="213" y="210"/>
                      <a:pt x="213" y="210"/>
                      <a:pt x="213" y="211"/>
                    </a:cubicBezTo>
                    <a:cubicBezTo>
                      <a:pt x="214" y="209"/>
                      <a:pt x="216" y="209"/>
                      <a:pt x="218" y="209"/>
                    </a:cubicBezTo>
                    <a:cubicBezTo>
                      <a:pt x="218" y="208"/>
                      <a:pt x="220" y="207"/>
                      <a:pt x="221" y="206"/>
                    </a:cubicBezTo>
                    <a:cubicBezTo>
                      <a:pt x="221" y="205"/>
                      <a:pt x="221" y="204"/>
                      <a:pt x="221" y="203"/>
                    </a:cubicBezTo>
                    <a:cubicBezTo>
                      <a:pt x="223" y="203"/>
                      <a:pt x="222" y="203"/>
                      <a:pt x="223" y="202"/>
                    </a:cubicBezTo>
                    <a:cubicBezTo>
                      <a:pt x="224" y="202"/>
                      <a:pt x="225" y="202"/>
                      <a:pt x="225" y="201"/>
                    </a:cubicBezTo>
                    <a:cubicBezTo>
                      <a:pt x="226" y="200"/>
                      <a:pt x="227" y="200"/>
                      <a:pt x="227" y="193"/>
                    </a:cubicBezTo>
                    <a:cubicBezTo>
                      <a:pt x="227" y="193"/>
                      <a:pt x="227" y="193"/>
                      <a:pt x="228" y="192"/>
                    </a:cubicBezTo>
                    <a:cubicBezTo>
                      <a:pt x="230" y="190"/>
                      <a:pt x="230" y="183"/>
                      <a:pt x="229" y="181"/>
                    </a:cubicBezTo>
                    <a:cubicBezTo>
                      <a:pt x="227" y="178"/>
                      <a:pt x="227" y="178"/>
                      <a:pt x="227" y="178"/>
                    </a:cubicBezTo>
                    <a:cubicBezTo>
                      <a:pt x="226" y="177"/>
                      <a:pt x="226" y="177"/>
                      <a:pt x="225" y="177"/>
                    </a:cubicBezTo>
                    <a:cubicBezTo>
                      <a:pt x="218" y="172"/>
                      <a:pt x="218" y="172"/>
                      <a:pt x="218" y="172"/>
                    </a:cubicBezTo>
                    <a:cubicBezTo>
                      <a:pt x="218" y="172"/>
                      <a:pt x="217" y="171"/>
                      <a:pt x="217" y="171"/>
                    </a:cubicBezTo>
                    <a:cubicBezTo>
                      <a:pt x="211" y="168"/>
                      <a:pt x="211" y="168"/>
                      <a:pt x="211" y="168"/>
                    </a:cubicBezTo>
                    <a:cubicBezTo>
                      <a:pt x="205" y="163"/>
                      <a:pt x="206" y="165"/>
                      <a:pt x="203" y="164"/>
                    </a:cubicBezTo>
                    <a:cubicBezTo>
                      <a:pt x="203" y="164"/>
                      <a:pt x="201" y="163"/>
                      <a:pt x="200" y="164"/>
                    </a:cubicBezTo>
                    <a:cubicBezTo>
                      <a:pt x="198" y="164"/>
                      <a:pt x="198" y="164"/>
                      <a:pt x="198" y="164"/>
                    </a:cubicBezTo>
                    <a:cubicBezTo>
                      <a:pt x="197" y="163"/>
                      <a:pt x="198" y="164"/>
                      <a:pt x="196" y="164"/>
                    </a:cubicBezTo>
                    <a:cubicBezTo>
                      <a:pt x="197" y="164"/>
                      <a:pt x="197" y="164"/>
                      <a:pt x="197" y="164"/>
                    </a:cubicBezTo>
                    <a:cubicBezTo>
                      <a:pt x="197" y="164"/>
                      <a:pt x="196" y="165"/>
                      <a:pt x="195" y="164"/>
                    </a:cubicBezTo>
                    <a:cubicBezTo>
                      <a:pt x="194" y="163"/>
                      <a:pt x="194" y="163"/>
                      <a:pt x="194" y="163"/>
                    </a:cubicBezTo>
                    <a:cubicBezTo>
                      <a:pt x="192" y="164"/>
                      <a:pt x="193" y="165"/>
                      <a:pt x="190" y="164"/>
                    </a:cubicBezTo>
                    <a:cubicBezTo>
                      <a:pt x="190" y="167"/>
                      <a:pt x="190" y="167"/>
                      <a:pt x="188" y="168"/>
                    </a:cubicBezTo>
                    <a:cubicBezTo>
                      <a:pt x="186" y="171"/>
                      <a:pt x="187" y="169"/>
                      <a:pt x="187" y="171"/>
                    </a:cubicBezTo>
                    <a:cubicBezTo>
                      <a:pt x="186" y="171"/>
                      <a:pt x="186" y="170"/>
                      <a:pt x="186" y="170"/>
                    </a:cubicBezTo>
                    <a:cubicBezTo>
                      <a:pt x="185" y="174"/>
                      <a:pt x="185" y="174"/>
                      <a:pt x="185" y="174"/>
                    </a:cubicBezTo>
                    <a:cubicBezTo>
                      <a:pt x="183" y="174"/>
                      <a:pt x="181" y="174"/>
                      <a:pt x="180" y="176"/>
                    </a:cubicBezTo>
                    <a:cubicBezTo>
                      <a:pt x="180" y="177"/>
                      <a:pt x="180" y="177"/>
                      <a:pt x="180" y="177"/>
                    </a:cubicBezTo>
                    <a:cubicBezTo>
                      <a:pt x="179" y="177"/>
                      <a:pt x="179" y="177"/>
                      <a:pt x="179" y="177"/>
                    </a:cubicBezTo>
                    <a:cubicBezTo>
                      <a:pt x="179" y="177"/>
                      <a:pt x="179" y="176"/>
                      <a:pt x="179" y="176"/>
                    </a:cubicBezTo>
                    <a:cubicBezTo>
                      <a:pt x="179" y="176"/>
                      <a:pt x="179" y="176"/>
                      <a:pt x="179" y="176"/>
                    </a:cubicBezTo>
                    <a:cubicBezTo>
                      <a:pt x="179" y="176"/>
                      <a:pt x="179" y="176"/>
                      <a:pt x="179" y="176"/>
                    </a:cubicBezTo>
                    <a:cubicBezTo>
                      <a:pt x="178" y="176"/>
                      <a:pt x="178" y="175"/>
                      <a:pt x="178" y="175"/>
                    </a:cubicBezTo>
                    <a:cubicBezTo>
                      <a:pt x="176" y="177"/>
                      <a:pt x="176" y="177"/>
                      <a:pt x="176" y="177"/>
                    </a:cubicBezTo>
                    <a:cubicBezTo>
                      <a:pt x="176" y="177"/>
                      <a:pt x="176" y="177"/>
                      <a:pt x="176" y="177"/>
                    </a:cubicBezTo>
                    <a:cubicBezTo>
                      <a:pt x="175" y="176"/>
                      <a:pt x="174" y="177"/>
                      <a:pt x="173" y="175"/>
                    </a:cubicBezTo>
                    <a:cubicBezTo>
                      <a:pt x="173" y="174"/>
                      <a:pt x="173" y="174"/>
                      <a:pt x="173" y="174"/>
                    </a:cubicBezTo>
                    <a:cubicBezTo>
                      <a:pt x="172" y="176"/>
                      <a:pt x="172" y="176"/>
                      <a:pt x="171" y="177"/>
                    </a:cubicBezTo>
                    <a:cubicBezTo>
                      <a:pt x="171" y="179"/>
                      <a:pt x="171" y="179"/>
                      <a:pt x="172" y="180"/>
                    </a:cubicBezTo>
                    <a:cubicBezTo>
                      <a:pt x="172" y="180"/>
                      <a:pt x="173" y="180"/>
                      <a:pt x="171" y="180"/>
                    </a:cubicBezTo>
                    <a:cubicBezTo>
                      <a:pt x="160" y="180"/>
                      <a:pt x="160" y="180"/>
                      <a:pt x="160" y="180"/>
                    </a:cubicBezTo>
                    <a:cubicBezTo>
                      <a:pt x="156" y="180"/>
                      <a:pt x="155" y="179"/>
                      <a:pt x="154" y="178"/>
                    </a:cubicBezTo>
                    <a:cubicBezTo>
                      <a:pt x="153" y="178"/>
                      <a:pt x="153" y="178"/>
                      <a:pt x="152" y="178"/>
                    </a:cubicBezTo>
                    <a:cubicBezTo>
                      <a:pt x="150" y="178"/>
                      <a:pt x="152" y="178"/>
                      <a:pt x="151" y="177"/>
                    </a:cubicBezTo>
                    <a:cubicBezTo>
                      <a:pt x="144" y="176"/>
                      <a:pt x="144" y="176"/>
                      <a:pt x="144" y="176"/>
                    </a:cubicBezTo>
                    <a:cubicBezTo>
                      <a:pt x="142" y="175"/>
                      <a:pt x="143" y="175"/>
                      <a:pt x="141" y="175"/>
                    </a:cubicBezTo>
                    <a:cubicBezTo>
                      <a:pt x="140" y="174"/>
                      <a:pt x="141" y="175"/>
                      <a:pt x="140" y="175"/>
                    </a:cubicBezTo>
                    <a:cubicBezTo>
                      <a:pt x="126" y="169"/>
                      <a:pt x="126" y="169"/>
                      <a:pt x="126" y="169"/>
                    </a:cubicBezTo>
                    <a:cubicBezTo>
                      <a:pt x="123" y="169"/>
                      <a:pt x="121" y="167"/>
                      <a:pt x="119" y="166"/>
                    </a:cubicBezTo>
                    <a:cubicBezTo>
                      <a:pt x="118" y="164"/>
                      <a:pt x="119" y="165"/>
                      <a:pt x="117" y="164"/>
                    </a:cubicBezTo>
                    <a:cubicBezTo>
                      <a:pt x="115" y="162"/>
                      <a:pt x="114" y="161"/>
                      <a:pt x="112" y="158"/>
                    </a:cubicBezTo>
                    <a:cubicBezTo>
                      <a:pt x="112" y="158"/>
                      <a:pt x="112" y="158"/>
                      <a:pt x="112" y="158"/>
                    </a:cubicBezTo>
                    <a:cubicBezTo>
                      <a:pt x="111" y="157"/>
                      <a:pt x="111" y="157"/>
                      <a:pt x="111" y="157"/>
                    </a:cubicBezTo>
                    <a:cubicBezTo>
                      <a:pt x="111" y="157"/>
                      <a:pt x="111" y="158"/>
                      <a:pt x="111" y="156"/>
                    </a:cubicBezTo>
                    <a:cubicBezTo>
                      <a:pt x="110" y="151"/>
                      <a:pt x="111" y="155"/>
                      <a:pt x="109" y="152"/>
                    </a:cubicBezTo>
                    <a:cubicBezTo>
                      <a:pt x="109" y="143"/>
                      <a:pt x="109" y="143"/>
                      <a:pt x="109" y="143"/>
                    </a:cubicBezTo>
                    <a:cubicBezTo>
                      <a:pt x="109" y="141"/>
                      <a:pt x="108" y="142"/>
                      <a:pt x="109" y="140"/>
                    </a:cubicBezTo>
                    <a:cubicBezTo>
                      <a:pt x="109" y="136"/>
                      <a:pt x="109" y="136"/>
                      <a:pt x="109" y="136"/>
                    </a:cubicBezTo>
                    <a:cubicBezTo>
                      <a:pt x="109" y="133"/>
                      <a:pt x="110" y="125"/>
                      <a:pt x="114" y="127"/>
                    </a:cubicBezTo>
                    <a:cubicBezTo>
                      <a:pt x="114" y="127"/>
                      <a:pt x="115" y="127"/>
                      <a:pt x="115" y="127"/>
                    </a:cubicBezTo>
                    <a:cubicBezTo>
                      <a:pt x="117" y="129"/>
                      <a:pt x="117" y="129"/>
                      <a:pt x="117" y="129"/>
                    </a:cubicBezTo>
                    <a:cubicBezTo>
                      <a:pt x="118" y="130"/>
                      <a:pt x="119" y="131"/>
                      <a:pt x="120" y="133"/>
                    </a:cubicBezTo>
                    <a:cubicBezTo>
                      <a:pt x="120" y="133"/>
                      <a:pt x="120" y="133"/>
                      <a:pt x="120" y="134"/>
                    </a:cubicBezTo>
                    <a:cubicBezTo>
                      <a:pt x="120" y="135"/>
                      <a:pt x="120" y="135"/>
                      <a:pt x="120" y="135"/>
                    </a:cubicBezTo>
                    <a:cubicBezTo>
                      <a:pt x="120" y="137"/>
                      <a:pt x="122" y="141"/>
                      <a:pt x="123" y="143"/>
                    </a:cubicBezTo>
                    <a:cubicBezTo>
                      <a:pt x="123" y="143"/>
                      <a:pt x="123" y="143"/>
                      <a:pt x="123" y="143"/>
                    </a:cubicBezTo>
                    <a:cubicBezTo>
                      <a:pt x="124" y="146"/>
                      <a:pt x="124" y="146"/>
                      <a:pt x="124" y="146"/>
                    </a:cubicBezTo>
                    <a:cubicBezTo>
                      <a:pt x="124" y="146"/>
                      <a:pt x="124" y="146"/>
                      <a:pt x="125" y="146"/>
                    </a:cubicBezTo>
                    <a:cubicBezTo>
                      <a:pt x="126" y="148"/>
                      <a:pt x="127" y="149"/>
                      <a:pt x="129" y="150"/>
                    </a:cubicBezTo>
                    <a:cubicBezTo>
                      <a:pt x="132" y="151"/>
                      <a:pt x="136" y="149"/>
                      <a:pt x="136" y="155"/>
                    </a:cubicBezTo>
                    <a:cubicBezTo>
                      <a:pt x="139" y="154"/>
                      <a:pt x="139" y="154"/>
                      <a:pt x="139" y="154"/>
                    </a:cubicBezTo>
                    <a:cubicBezTo>
                      <a:pt x="139" y="156"/>
                      <a:pt x="139" y="156"/>
                      <a:pt x="139" y="156"/>
                    </a:cubicBezTo>
                    <a:cubicBezTo>
                      <a:pt x="139" y="157"/>
                      <a:pt x="140" y="156"/>
                      <a:pt x="139" y="157"/>
                    </a:cubicBezTo>
                    <a:cubicBezTo>
                      <a:pt x="140" y="158"/>
                      <a:pt x="139" y="158"/>
                      <a:pt x="141" y="159"/>
                    </a:cubicBezTo>
                    <a:cubicBezTo>
                      <a:pt x="142" y="158"/>
                      <a:pt x="142" y="158"/>
                      <a:pt x="143" y="156"/>
                    </a:cubicBezTo>
                    <a:cubicBezTo>
                      <a:pt x="143" y="155"/>
                      <a:pt x="143" y="155"/>
                      <a:pt x="143" y="154"/>
                    </a:cubicBezTo>
                    <a:cubicBezTo>
                      <a:pt x="145" y="153"/>
                      <a:pt x="144" y="153"/>
                      <a:pt x="145" y="153"/>
                    </a:cubicBezTo>
                    <a:cubicBezTo>
                      <a:pt x="147" y="152"/>
                      <a:pt x="147" y="152"/>
                      <a:pt x="147" y="152"/>
                    </a:cubicBezTo>
                    <a:cubicBezTo>
                      <a:pt x="148" y="151"/>
                      <a:pt x="149" y="149"/>
                      <a:pt x="150" y="147"/>
                    </a:cubicBezTo>
                    <a:cubicBezTo>
                      <a:pt x="150" y="146"/>
                      <a:pt x="151" y="141"/>
                      <a:pt x="151" y="140"/>
                    </a:cubicBezTo>
                    <a:cubicBezTo>
                      <a:pt x="151" y="140"/>
                      <a:pt x="151" y="140"/>
                      <a:pt x="151" y="140"/>
                    </a:cubicBezTo>
                    <a:cubicBezTo>
                      <a:pt x="151" y="131"/>
                      <a:pt x="151" y="131"/>
                      <a:pt x="151" y="131"/>
                    </a:cubicBezTo>
                    <a:cubicBezTo>
                      <a:pt x="155" y="131"/>
                      <a:pt x="155" y="131"/>
                      <a:pt x="155" y="131"/>
                    </a:cubicBezTo>
                    <a:cubicBezTo>
                      <a:pt x="155" y="131"/>
                      <a:pt x="155" y="131"/>
                      <a:pt x="156" y="131"/>
                    </a:cubicBezTo>
                    <a:cubicBezTo>
                      <a:pt x="156" y="132"/>
                      <a:pt x="156" y="132"/>
                      <a:pt x="156" y="132"/>
                    </a:cubicBezTo>
                    <a:cubicBezTo>
                      <a:pt x="160" y="132"/>
                      <a:pt x="160" y="131"/>
                      <a:pt x="163" y="130"/>
                    </a:cubicBezTo>
                    <a:cubicBezTo>
                      <a:pt x="164" y="130"/>
                      <a:pt x="164" y="130"/>
                      <a:pt x="165" y="129"/>
                    </a:cubicBezTo>
                    <a:cubicBezTo>
                      <a:pt x="166" y="129"/>
                      <a:pt x="165" y="129"/>
                      <a:pt x="167" y="129"/>
                    </a:cubicBezTo>
                    <a:cubicBezTo>
                      <a:pt x="167" y="128"/>
                      <a:pt x="167" y="129"/>
                      <a:pt x="168" y="128"/>
                    </a:cubicBezTo>
                    <a:cubicBezTo>
                      <a:pt x="174" y="122"/>
                      <a:pt x="174" y="122"/>
                      <a:pt x="174" y="122"/>
                    </a:cubicBezTo>
                    <a:cubicBezTo>
                      <a:pt x="175" y="121"/>
                      <a:pt x="175" y="121"/>
                      <a:pt x="175" y="121"/>
                    </a:cubicBezTo>
                    <a:cubicBezTo>
                      <a:pt x="176" y="120"/>
                      <a:pt x="176" y="120"/>
                      <a:pt x="177" y="119"/>
                    </a:cubicBezTo>
                    <a:cubicBezTo>
                      <a:pt x="178" y="116"/>
                      <a:pt x="184" y="112"/>
                      <a:pt x="182" y="108"/>
                    </a:cubicBezTo>
                    <a:cubicBezTo>
                      <a:pt x="186" y="105"/>
                      <a:pt x="185" y="104"/>
                      <a:pt x="186" y="101"/>
                    </a:cubicBezTo>
                    <a:cubicBezTo>
                      <a:pt x="186" y="101"/>
                      <a:pt x="185" y="101"/>
                      <a:pt x="185" y="101"/>
                    </a:cubicBezTo>
                    <a:cubicBezTo>
                      <a:pt x="185" y="101"/>
                      <a:pt x="185" y="101"/>
                      <a:pt x="185" y="100"/>
                    </a:cubicBezTo>
                    <a:cubicBezTo>
                      <a:pt x="185" y="100"/>
                      <a:pt x="185" y="100"/>
                      <a:pt x="184" y="100"/>
                    </a:cubicBezTo>
                    <a:cubicBezTo>
                      <a:pt x="186" y="99"/>
                      <a:pt x="186" y="99"/>
                      <a:pt x="187" y="97"/>
                    </a:cubicBezTo>
                    <a:cubicBezTo>
                      <a:pt x="188" y="96"/>
                      <a:pt x="189" y="95"/>
                      <a:pt x="189" y="94"/>
                    </a:cubicBezTo>
                    <a:cubicBezTo>
                      <a:pt x="190" y="90"/>
                      <a:pt x="190" y="90"/>
                      <a:pt x="190" y="90"/>
                    </a:cubicBezTo>
                    <a:cubicBezTo>
                      <a:pt x="191" y="88"/>
                      <a:pt x="189" y="87"/>
                      <a:pt x="191" y="86"/>
                    </a:cubicBezTo>
                    <a:cubicBezTo>
                      <a:pt x="190" y="85"/>
                      <a:pt x="190" y="86"/>
                      <a:pt x="191" y="85"/>
                    </a:cubicBezTo>
                    <a:cubicBezTo>
                      <a:pt x="191" y="82"/>
                      <a:pt x="191" y="75"/>
                      <a:pt x="192" y="72"/>
                    </a:cubicBezTo>
                    <a:cubicBezTo>
                      <a:pt x="192" y="71"/>
                      <a:pt x="192" y="72"/>
                      <a:pt x="192" y="70"/>
                    </a:cubicBezTo>
                    <a:cubicBezTo>
                      <a:pt x="192" y="68"/>
                      <a:pt x="192" y="69"/>
                      <a:pt x="192" y="65"/>
                    </a:cubicBezTo>
                    <a:cubicBezTo>
                      <a:pt x="192" y="61"/>
                      <a:pt x="191" y="58"/>
                      <a:pt x="190" y="55"/>
                    </a:cubicBezTo>
                    <a:cubicBezTo>
                      <a:pt x="186" y="50"/>
                      <a:pt x="186" y="50"/>
                      <a:pt x="186" y="50"/>
                    </a:cubicBezTo>
                    <a:cubicBezTo>
                      <a:pt x="184" y="48"/>
                      <a:pt x="180" y="48"/>
                      <a:pt x="177" y="48"/>
                    </a:cubicBezTo>
                    <a:cubicBezTo>
                      <a:pt x="177" y="48"/>
                      <a:pt x="177" y="48"/>
                      <a:pt x="176" y="48"/>
                    </a:cubicBezTo>
                    <a:cubicBezTo>
                      <a:pt x="176" y="48"/>
                      <a:pt x="176" y="48"/>
                      <a:pt x="175" y="48"/>
                    </a:cubicBezTo>
                    <a:cubicBezTo>
                      <a:pt x="173" y="49"/>
                      <a:pt x="172" y="49"/>
                      <a:pt x="170" y="49"/>
                    </a:cubicBezTo>
                    <a:cubicBezTo>
                      <a:pt x="165" y="50"/>
                      <a:pt x="165" y="50"/>
                      <a:pt x="165" y="50"/>
                    </a:cubicBezTo>
                    <a:cubicBezTo>
                      <a:pt x="164" y="50"/>
                      <a:pt x="164" y="50"/>
                      <a:pt x="164" y="50"/>
                    </a:cubicBezTo>
                    <a:cubicBezTo>
                      <a:pt x="162" y="51"/>
                      <a:pt x="159" y="52"/>
                      <a:pt x="157" y="54"/>
                    </a:cubicBezTo>
                    <a:cubicBezTo>
                      <a:pt x="156" y="52"/>
                      <a:pt x="156" y="52"/>
                      <a:pt x="156" y="52"/>
                    </a:cubicBezTo>
                    <a:cubicBezTo>
                      <a:pt x="157" y="51"/>
                      <a:pt x="157" y="51"/>
                      <a:pt x="157" y="49"/>
                    </a:cubicBezTo>
                    <a:cubicBezTo>
                      <a:pt x="159" y="42"/>
                      <a:pt x="159" y="42"/>
                      <a:pt x="159" y="42"/>
                    </a:cubicBezTo>
                    <a:cubicBezTo>
                      <a:pt x="159" y="39"/>
                      <a:pt x="160" y="40"/>
                      <a:pt x="160" y="36"/>
                    </a:cubicBezTo>
                    <a:cubicBezTo>
                      <a:pt x="161" y="35"/>
                      <a:pt x="161" y="35"/>
                      <a:pt x="161" y="35"/>
                    </a:cubicBezTo>
                    <a:cubicBezTo>
                      <a:pt x="161" y="31"/>
                      <a:pt x="161" y="29"/>
                      <a:pt x="163" y="25"/>
                    </a:cubicBezTo>
                    <a:cubicBezTo>
                      <a:pt x="165" y="21"/>
                      <a:pt x="165" y="11"/>
                      <a:pt x="162" y="7"/>
                    </a:cubicBezTo>
                    <a:cubicBezTo>
                      <a:pt x="161" y="5"/>
                      <a:pt x="158" y="4"/>
                      <a:pt x="156" y="4"/>
                    </a:cubicBezTo>
                    <a:cubicBezTo>
                      <a:pt x="155" y="4"/>
                      <a:pt x="155" y="4"/>
                      <a:pt x="155" y="4"/>
                    </a:cubicBezTo>
                    <a:cubicBezTo>
                      <a:pt x="155" y="4"/>
                      <a:pt x="155" y="4"/>
                      <a:pt x="155" y="4"/>
                    </a:cubicBezTo>
                    <a:cubicBezTo>
                      <a:pt x="153" y="6"/>
                      <a:pt x="150" y="6"/>
                      <a:pt x="148" y="6"/>
                    </a:cubicBezTo>
                    <a:cubicBezTo>
                      <a:pt x="148" y="6"/>
                      <a:pt x="147" y="7"/>
                      <a:pt x="147" y="7"/>
                    </a:cubicBezTo>
                    <a:cubicBezTo>
                      <a:pt x="146" y="9"/>
                      <a:pt x="145" y="10"/>
                      <a:pt x="145" y="12"/>
                    </a:cubicBezTo>
                    <a:cubicBezTo>
                      <a:pt x="144" y="13"/>
                      <a:pt x="144" y="13"/>
                      <a:pt x="144" y="13"/>
                    </a:cubicBezTo>
                    <a:cubicBezTo>
                      <a:pt x="143" y="18"/>
                      <a:pt x="143" y="16"/>
                      <a:pt x="141" y="20"/>
                    </a:cubicBezTo>
                    <a:cubicBezTo>
                      <a:pt x="141" y="20"/>
                      <a:pt x="141" y="20"/>
                      <a:pt x="141" y="20"/>
                    </a:cubicBezTo>
                    <a:cubicBezTo>
                      <a:pt x="139" y="24"/>
                      <a:pt x="138" y="27"/>
                      <a:pt x="138" y="31"/>
                    </a:cubicBezTo>
                    <a:cubicBezTo>
                      <a:pt x="136" y="30"/>
                      <a:pt x="138" y="33"/>
                      <a:pt x="137" y="37"/>
                    </a:cubicBezTo>
                    <a:cubicBezTo>
                      <a:pt x="137" y="37"/>
                      <a:pt x="136" y="37"/>
                      <a:pt x="136" y="37"/>
                    </a:cubicBezTo>
                    <a:cubicBezTo>
                      <a:pt x="136" y="38"/>
                      <a:pt x="136" y="37"/>
                      <a:pt x="137" y="37"/>
                    </a:cubicBezTo>
                    <a:cubicBezTo>
                      <a:pt x="136" y="41"/>
                      <a:pt x="134" y="44"/>
                      <a:pt x="134" y="47"/>
                    </a:cubicBezTo>
                    <a:cubicBezTo>
                      <a:pt x="132" y="48"/>
                      <a:pt x="136" y="47"/>
                      <a:pt x="134" y="48"/>
                    </a:cubicBezTo>
                    <a:cubicBezTo>
                      <a:pt x="133" y="53"/>
                      <a:pt x="133" y="53"/>
                      <a:pt x="133" y="53"/>
                    </a:cubicBezTo>
                    <a:cubicBezTo>
                      <a:pt x="133" y="54"/>
                      <a:pt x="133" y="57"/>
                      <a:pt x="132" y="58"/>
                    </a:cubicBezTo>
                    <a:cubicBezTo>
                      <a:pt x="131" y="60"/>
                      <a:pt x="131" y="66"/>
                      <a:pt x="131" y="68"/>
                    </a:cubicBezTo>
                    <a:cubicBezTo>
                      <a:pt x="130" y="69"/>
                      <a:pt x="130" y="68"/>
                      <a:pt x="130" y="70"/>
                    </a:cubicBezTo>
                    <a:cubicBezTo>
                      <a:pt x="130" y="71"/>
                      <a:pt x="130" y="72"/>
                      <a:pt x="130" y="72"/>
                    </a:cubicBezTo>
                    <a:cubicBezTo>
                      <a:pt x="129" y="73"/>
                      <a:pt x="129" y="74"/>
                      <a:pt x="129" y="76"/>
                    </a:cubicBezTo>
                    <a:cubicBezTo>
                      <a:pt x="129" y="77"/>
                      <a:pt x="129" y="77"/>
                      <a:pt x="129" y="77"/>
                    </a:cubicBezTo>
                    <a:cubicBezTo>
                      <a:pt x="128" y="79"/>
                      <a:pt x="128" y="78"/>
                      <a:pt x="128" y="80"/>
                    </a:cubicBezTo>
                    <a:cubicBezTo>
                      <a:pt x="112" y="95"/>
                      <a:pt x="112" y="95"/>
                      <a:pt x="112" y="95"/>
                    </a:cubicBezTo>
                    <a:cubicBezTo>
                      <a:pt x="112" y="95"/>
                      <a:pt x="112" y="95"/>
                      <a:pt x="112" y="96"/>
                    </a:cubicBezTo>
                    <a:cubicBezTo>
                      <a:pt x="109" y="99"/>
                      <a:pt x="109" y="99"/>
                      <a:pt x="109" y="99"/>
                    </a:cubicBezTo>
                    <a:cubicBezTo>
                      <a:pt x="107" y="100"/>
                      <a:pt x="106" y="101"/>
                      <a:pt x="104" y="101"/>
                    </a:cubicBezTo>
                    <a:cubicBezTo>
                      <a:pt x="103" y="101"/>
                      <a:pt x="103" y="100"/>
                      <a:pt x="103" y="102"/>
                    </a:cubicBezTo>
                    <a:cubicBezTo>
                      <a:pt x="101" y="102"/>
                      <a:pt x="100" y="102"/>
                      <a:pt x="99" y="103"/>
                    </a:cubicBezTo>
                    <a:cubicBezTo>
                      <a:pt x="99" y="103"/>
                      <a:pt x="99" y="103"/>
                      <a:pt x="99" y="103"/>
                    </a:cubicBezTo>
                    <a:cubicBezTo>
                      <a:pt x="95" y="106"/>
                      <a:pt x="93" y="108"/>
                      <a:pt x="91" y="112"/>
                    </a:cubicBezTo>
                    <a:cubicBezTo>
                      <a:pt x="89" y="116"/>
                      <a:pt x="89" y="116"/>
                      <a:pt x="89" y="116"/>
                    </a:cubicBezTo>
                    <a:cubicBezTo>
                      <a:pt x="88" y="118"/>
                      <a:pt x="87" y="120"/>
                      <a:pt x="87" y="123"/>
                    </a:cubicBezTo>
                    <a:cubicBezTo>
                      <a:pt x="86" y="126"/>
                      <a:pt x="86" y="126"/>
                      <a:pt x="86" y="126"/>
                    </a:cubicBezTo>
                    <a:cubicBezTo>
                      <a:pt x="84" y="127"/>
                      <a:pt x="82" y="130"/>
                      <a:pt x="81" y="132"/>
                    </a:cubicBezTo>
                    <a:cubicBezTo>
                      <a:pt x="77" y="136"/>
                      <a:pt x="77" y="136"/>
                      <a:pt x="77" y="136"/>
                    </a:cubicBezTo>
                    <a:cubicBezTo>
                      <a:pt x="77" y="136"/>
                      <a:pt x="77" y="137"/>
                      <a:pt x="77" y="137"/>
                    </a:cubicBezTo>
                    <a:cubicBezTo>
                      <a:pt x="77" y="137"/>
                      <a:pt x="77" y="137"/>
                      <a:pt x="76" y="137"/>
                    </a:cubicBezTo>
                    <a:cubicBezTo>
                      <a:pt x="75" y="139"/>
                      <a:pt x="75" y="139"/>
                      <a:pt x="75" y="139"/>
                    </a:cubicBezTo>
                    <a:cubicBezTo>
                      <a:pt x="75" y="139"/>
                      <a:pt x="75" y="139"/>
                      <a:pt x="75" y="139"/>
                    </a:cubicBezTo>
                    <a:cubicBezTo>
                      <a:pt x="75" y="140"/>
                      <a:pt x="75" y="140"/>
                      <a:pt x="75" y="140"/>
                    </a:cubicBezTo>
                    <a:cubicBezTo>
                      <a:pt x="75" y="140"/>
                      <a:pt x="74" y="140"/>
                      <a:pt x="74" y="140"/>
                    </a:cubicBezTo>
                    <a:cubicBezTo>
                      <a:pt x="71" y="144"/>
                      <a:pt x="71" y="144"/>
                      <a:pt x="71" y="144"/>
                    </a:cubicBezTo>
                    <a:cubicBezTo>
                      <a:pt x="71" y="144"/>
                      <a:pt x="71" y="144"/>
                      <a:pt x="71" y="144"/>
                    </a:cubicBezTo>
                    <a:cubicBezTo>
                      <a:pt x="71" y="144"/>
                      <a:pt x="71" y="144"/>
                      <a:pt x="70" y="145"/>
                    </a:cubicBezTo>
                    <a:cubicBezTo>
                      <a:pt x="70" y="146"/>
                      <a:pt x="68" y="147"/>
                      <a:pt x="67" y="148"/>
                    </a:cubicBezTo>
                    <a:cubicBezTo>
                      <a:pt x="61" y="156"/>
                      <a:pt x="61" y="156"/>
                      <a:pt x="61" y="156"/>
                    </a:cubicBezTo>
                    <a:cubicBezTo>
                      <a:pt x="60" y="156"/>
                      <a:pt x="60" y="156"/>
                      <a:pt x="60" y="157"/>
                    </a:cubicBezTo>
                    <a:cubicBezTo>
                      <a:pt x="58" y="157"/>
                      <a:pt x="60" y="158"/>
                      <a:pt x="58" y="157"/>
                    </a:cubicBezTo>
                    <a:cubicBezTo>
                      <a:pt x="58" y="156"/>
                      <a:pt x="58" y="157"/>
                      <a:pt x="59" y="156"/>
                    </a:cubicBezTo>
                    <a:cubicBezTo>
                      <a:pt x="59" y="156"/>
                      <a:pt x="59" y="156"/>
                      <a:pt x="59" y="156"/>
                    </a:cubicBezTo>
                    <a:cubicBezTo>
                      <a:pt x="59" y="131"/>
                      <a:pt x="59" y="131"/>
                      <a:pt x="59" y="131"/>
                    </a:cubicBezTo>
                    <a:cubicBezTo>
                      <a:pt x="59" y="129"/>
                      <a:pt x="59" y="128"/>
                      <a:pt x="59" y="126"/>
                    </a:cubicBezTo>
                    <a:cubicBezTo>
                      <a:pt x="59" y="124"/>
                      <a:pt x="59" y="122"/>
                      <a:pt x="59" y="121"/>
                    </a:cubicBezTo>
                    <a:cubicBezTo>
                      <a:pt x="59" y="120"/>
                      <a:pt x="60" y="119"/>
                      <a:pt x="60" y="116"/>
                    </a:cubicBezTo>
                    <a:cubicBezTo>
                      <a:pt x="63" y="114"/>
                      <a:pt x="63" y="114"/>
                      <a:pt x="63" y="114"/>
                    </a:cubicBezTo>
                    <a:cubicBezTo>
                      <a:pt x="63" y="114"/>
                      <a:pt x="63" y="114"/>
                      <a:pt x="63" y="114"/>
                    </a:cubicBezTo>
                    <a:cubicBezTo>
                      <a:pt x="65" y="112"/>
                      <a:pt x="65" y="112"/>
                      <a:pt x="65" y="112"/>
                    </a:cubicBezTo>
                    <a:cubicBezTo>
                      <a:pt x="66" y="112"/>
                      <a:pt x="67" y="112"/>
                      <a:pt x="69" y="110"/>
                    </a:cubicBezTo>
                    <a:cubicBezTo>
                      <a:pt x="74" y="106"/>
                      <a:pt x="74" y="106"/>
                      <a:pt x="74" y="106"/>
                    </a:cubicBezTo>
                    <a:cubicBezTo>
                      <a:pt x="74" y="106"/>
                      <a:pt x="74" y="106"/>
                      <a:pt x="74" y="106"/>
                    </a:cubicBezTo>
                    <a:cubicBezTo>
                      <a:pt x="76" y="104"/>
                      <a:pt x="76" y="104"/>
                      <a:pt x="76" y="104"/>
                    </a:cubicBezTo>
                    <a:cubicBezTo>
                      <a:pt x="77" y="102"/>
                      <a:pt x="78" y="101"/>
                      <a:pt x="80" y="98"/>
                    </a:cubicBezTo>
                    <a:cubicBezTo>
                      <a:pt x="83" y="91"/>
                      <a:pt x="83" y="91"/>
                      <a:pt x="83" y="91"/>
                    </a:cubicBezTo>
                    <a:cubicBezTo>
                      <a:pt x="83" y="90"/>
                      <a:pt x="83" y="91"/>
                      <a:pt x="84" y="90"/>
                    </a:cubicBezTo>
                    <a:cubicBezTo>
                      <a:pt x="85" y="82"/>
                      <a:pt x="82" y="82"/>
                      <a:pt x="82" y="77"/>
                    </a:cubicBezTo>
                    <a:cubicBezTo>
                      <a:pt x="82" y="77"/>
                      <a:pt x="82" y="77"/>
                      <a:pt x="82" y="77"/>
                    </a:cubicBezTo>
                    <a:cubicBezTo>
                      <a:pt x="82" y="77"/>
                      <a:pt x="81" y="77"/>
                      <a:pt x="81" y="77"/>
                    </a:cubicBezTo>
                    <a:cubicBezTo>
                      <a:pt x="81" y="72"/>
                      <a:pt x="81" y="72"/>
                      <a:pt x="81" y="72"/>
                    </a:cubicBezTo>
                    <a:cubicBezTo>
                      <a:pt x="80" y="72"/>
                      <a:pt x="81" y="72"/>
                      <a:pt x="80" y="72"/>
                    </a:cubicBezTo>
                    <a:cubicBezTo>
                      <a:pt x="80" y="72"/>
                      <a:pt x="81" y="72"/>
                      <a:pt x="80" y="72"/>
                    </a:cubicBezTo>
                    <a:cubicBezTo>
                      <a:pt x="81" y="67"/>
                      <a:pt x="79" y="67"/>
                      <a:pt x="79" y="65"/>
                    </a:cubicBezTo>
                    <a:cubicBezTo>
                      <a:pt x="79" y="49"/>
                      <a:pt x="79" y="49"/>
                      <a:pt x="79" y="49"/>
                    </a:cubicBezTo>
                    <a:cubicBezTo>
                      <a:pt x="79" y="46"/>
                      <a:pt x="80" y="41"/>
                      <a:pt x="79" y="38"/>
                    </a:cubicBezTo>
                    <a:cubicBezTo>
                      <a:pt x="79" y="38"/>
                      <a:pt x="79" y="38"/>
                      <a:pt x="79" y="38"/>
                    </a:cubicBezTo>
                    <a:cubicBezTo>
                      <a:pt x="79" y="36"/>
                      <a:pt x="79" y="36"/>
                      <a:pt x="79" y="36"/>
                    </a:cubicBezTo>
                    <a:cubicBezTo>
                      <a:pt x="79" y="35"/>
                      <a:pt x="79" y="34"/>
                      <a:pt x="78" y="34"/>
                    </a:cubicBezTo>
                    <a:cubicBezTo>
                      <a:pt x="78" y="26"/>
                      <a:pt x="82" y="25"/>
                      <a:pt x="77" y="22"/>
                    </a:cubicBezTo>
                    <a:cubicBezTo>
                      <a:pt x="73" y="19"/>
                      <a:pt x="75" y="18"/>
                      <a:pt x="74" y="13"/>
                    </a:cubicBezTo>
                    <a:cubicBezTo>
                      <a:pt x="73" y="8"/>
                      <a:pt x="75" y="4"/>
                      <a:pt x="69" y="1"/>
                    </a:cubicBezTo>
                    <a:cubicBezTo>
                      <a:pt x="69" y="1"/>
                      <a:pt x="69" y="1"/>
                      <a:pt x="69" y="1"/>
                    </a:cubicBezTo>
                    <a:cubicBezTo>
                      <a:pt x="68" y="0"/>
                      <a:pt x="65" y="0"/>
                      <a:pt x="64" y="0"/>
                    </a:cubicBezTo>
                    <a:cubicBezTo>
                      <a:pt x="61" y="3"/>
                      <a:pt x="61" y="3"/>
                      <a:pt x="61" y="3"/>
                    </a:cubicBezTo>
                    <a:cubicBezTo>
                      <a:pt x="61" y="3"/>
                      <a:pt x="61" y="3"/>
                      <a:pt x="61" y="3"/>
                    </a:cubicBezTo>
                    <a:cubicBezTo>
                      <a:pt x="59" y="5"/>
                      <a:pt x="59" y="5"/>
                      <a:pt x="59" y="5"/>
                    </a:cubicBezTo>
                    <a:cubicBezTo>
                      <a:pt x="58" y="7"/>
                      <a:pt x="56" y="9"/>
                      <a:pt x="55" y="11"/>
                    </a:cubicBezTo>
                    <a:cubicBezTo>
                      <a:pt x="54" y="15"/>
                      <a:pt x="53" y="18"/>
                      <a:pt x="52" y="21"/>
                    </a:cubicBezTo>
                    <a:cubicBezTo>
                      <a:pt x="51" y="24"/>
                      <a:pt x="51" y="23"/>
                      <a:pt x="51" y="26"/>
                    </a:cubicBezTo>
                    <a:cubicBezTo>
                      <a:pt x="51" y="27"/>
                      <a:pt x="50" y="27"/>
                      <a:pt x="49" y="27"/>
                    </a:cubicBezTo>
                    <a:cubicBezTo>
                      <a:pt x="50" y="29"/>
                      <a:pt x="50" y="29"/>
                      <a:pt x="50" y="29"/>
                    </a:cubicBezTo>
                    <a:cubicBezTo>
                      <a:pt x="48" y="30"/>
                      <a:pt x="48" y="30"/>
                      <a:pt x="48" y="30"/>
                    </a:cubicBezTo>
                    <a:cubicBezTo>
                      <a:pt x="49" y="33"/>
                      <a:pt x="49" y="33"/>
                      <a:pt x="49" y="33"/>
                    </a:cubicBezTo>
                    <a:cubicBezTo>
                      <a:pt x="47" y="33"/>
                      <a:pt x="48" y="33"/>
                      <a:pt x="47" y="34"/>
                    </a:cubicBezTo>
                    <a:cubicBezTo>
                      <a:pt x="47" y="35"/>
                      <a:pt x="47" y="35"/>
                      <a:pt x="48" y="36"/>
                    </a:cubicBezTo>
                    <a:cubicBezTo>
                      <a:pt x="47" y="36"/>
                      <a:pt x="47" y="36"/>
                      <a:pt x="47" y="36"/>
                    </a:cubicBezTo>
                    <a:cubicBezTo>
                      <a:pt x="47" y="37"/>
                      <a:pt x="46" y="37"/>
                      <a:pt x="46" y="39"/>
                    </a:cubicBezTo>
                    <a:cubicBezTo>
                      <a:pt x="46" y="38"/>
                      <a:pt x="46" y="38"/>
                      <a:pt x="45" y="38"/>
                    </a:cubicBezTo>
                    <a:cubicBezTo>
                      <a:pt x="45" y="39"/>
                      <a:pt x="45" y="39"/>
                      <a:pt x="46" y="40"/>
                    </a:cubicBezTo>
                    <a:cubicBezTo>
                      <a:pt x="46" y="40"/>
                      <a:pt x="45" y="41"/>
                      <a:pt x="45" y="41"/>
                    </a:cubicBezTo>
                    <a:cubicBezTo>
                      <a:pt x="45" y="41"/>
                      <a:pt x="45" y="41"/>
                      <a:pt x="45" y="41"/>
                    </a:cubicBezTo>
                    <a:cubicBezTo>
                      <a:pt x="45" y="41"/>
                      <a:pt x="44" y="41"/>
                      <a:pt x="44" y="40"/>
                    </a:cubicBezTo>
                    <a:cubicBezTo>
                      <a:pt x="44" y="40"/>
                      <a:pt x="44" y="40"/>
                      <a:pt x="44" y="40"/>
                    </a:cubicBezTo>
                    <a:cubicBezTo>
                      <a:pt x="44" y="43"/>
                      <a:pt x="44" y="41"/>
                      <a:pt x="43" y="43"/>
                    </a:cubicBezTo>
                    <a:cubicBezTo>
                      <a:pt x="43" y="44"/>
                      <a:pt x="44" y="43"/>
                      <a:pt x="42" y="44"/>
                    </a:cubicBezTo>
                    <a:cubicBezTo>
                      <a:pt x="44" y="47"/>
                      <a:pt x="44" y="47"/>
                      <a:pt x="44" y="47"/>
                    </a:cubicBezTo>
                    <a:cubicBezTo>
                      <a:pt x="43" y="47"/>
                      <a:pt x="45" y="47"/>
                      <a:pt x="43" y="47"/>
                    </a:cubicBezTo>
                    <a:cubicBezTo>
                      <a:pt x="43" y="47"/>
                      <a:pt x="42" y="47"/>
                      <a:pt x="42" y="47"/>
                    </a:cubicBezTo>
                    <a:cubicBezTo>
                      <a:pt x="41" y="50"/>
                      <a:pt x="42" y="49"/>
                      <a:pt x="41" y="49"/>
                    </a:cubicBezTo>
                    <a:cubicBezTo>
                      <a:pt x="41" y="53"/>
                      <a:pt x="43" y="55"/>
                      <a:pt x="41" y="55"/>
                    </a:cubicBezTo>
                    <a:cubicBezTo>
                      <a:pt x="41" y="57"/>
                      <a:pt x="40" y="60"/>
                      <a:pt x="40" y="60"/>
                    </a:cubicBezTo>
                    <a:cubicBezTo>
                      <a:pt x="40" y="57"/>
                      <a:pt x="40" y="57"/>
                      <a:pt x="40" y="57"/>
                    </a:cubicBezTo>
                    <a:cubicBezTo>
                      <a:pt x="38" y="59"/>
                      <a:pt x="38" y="59"/>
                      <a:pt x="38" y="59"/>
                    </a:cubicBezTo>
                    <a:cubicBezTo>
                      <a:pt x="38" y="61"/>
                      <a:pt x="37" y="61"/>
                      <a:pt x="40" y="62"/>
                    </a:cubicBezTo>
                    <a:cubicBezTo>
                      <a:pt x="39" y="65"/>
                      <a:pt x="39" y="65"/>
                      <a:pt x="39" y="65"/>
                    </a:cubicBezTo>
                    <a:cubicBezTo>
                      <a:pt x="37" y="64"/>
                      <a:pt x="39" y="64"/>
                      <a:pt x="38" y="65"/>
                    </a:cubicBezTo>
                    <a:cubicBezTo>
                      <a:pt x="37" y="66"/>
                      <a:pt x="37" y="66"/>
                      <a:pt x="37" y="66"/>
                    </a:cubicBezTo>
                    <a:cubicBezTo>
                      <a:pt x="37" y="66"/>
                      <a:pt x="36" y="66"/>
                      <a:pt x="36" y="66"/>
                    </a:cubicBezTo>
                    <a:cubicBezTo>
                      <a:pt x="36" y="69"/>
                      <a:pt x="37" y="71"/>
                      <a:pt x="37" y="74"/>
                    </a:cubicBezTo>
                    <a:cubicBezTo>
                      <a:pt x="37" y="75"/>
                      <a:pt x="37" y="74"/>
                      <a:pt x="36" y="77"/>
                    </a:cubicBezTo>
                    <a:cubicBezTo>
                      <a:pt x="34" y="80"/>
                      <a:pt x="34" y="79"/>
                      <a:pt x="35" y="84"/>
                    </a:cubicBezTo>
                    <a:cubicBezTo>
                      <a:pt x="34" y="84"/>
                      <a:pt x="34" y="84"/>
                      <a:pt x="34" y="84"/>
                    </a:cubicBezTo>
                    <a:cubicBezTo>
                      <a:pt x="33" y="85"/>
                      <a:pt x="34" y="87"/>
                      <a:pt x="33" y="88"/>
                    </a:cubicBezTo>
                    <a:cubicBezTo>
                      <a:pt x="33" y="89"/>
                      <a:pt x="33" y="89"/>
                      <a:pt x="34" y="90"/>
                    </a:cubicBezTo>
                    <a:cubicBezTo>
                      <a:pt x="32" y="92"/>
                      <a:pt x="32" y="92"/>
                      <a:pt x="32" y="92"/>
                    </a:cubicBezTo>
                    <a:cubicBezTo>
                      <a:pt x="32" y="93"/>
                      <a:pt x="32" y="93"/>
                      <a:pt x="32" y="94"/>
                    </a:cubicBezTo>
                    <a:cubicBezTo>
                      <a:pt x="31" y="95"/>
                      <a:pt x="28" y="98"/>
                      <a:pt x="28" y="98"/>
                    </a:cubicBezTo>
                    <a:cubicBezTo>
                      <a:pt x="24" y="100"/>
                      <a:pt x="24" y="100"/>
                      <a:pt x="24" y="100"/>
                    </a:cubicBezTo>
                    <a:cubicBezTo>
                      <a:pt x="23" y="101"/>
                      <a:pt x="22" y="102"/>
                      <a:pt x="21" y="101"/>
                    </a:cubicBezTo>
                    <a:cubicBezTo>
                      <a:pt x="20" y="105"/>
                      <a:pt x="17" y="103"/>
                      <a:pt x="15" y="104"/>
                    </a:cubicBezTo>
                    <a:cubicBezTo>
                      <a:pt x="13" y="105"/>
                      <a:pt x="14" y="106"/>
                      <a:pt x="10" y="106"/>
                    </a:cubicBezTo>
                    <a:cubicBezTo>
                      <a:pt x="8" y="108"/>
                      <a:pt x="8" y="108"/>
                      <a:pt x="6" y="108"/>
                    </a:cubicBezTo>
                    <a:cubicBezTo>
                      <a:pt x="4" y="110"/>
                      <a:pt x="5" y="108"/>
                      <a:pt x="5" y="110"/>
                    </a:cubicBezTo>
                    <a:cubicBezTo>
                      <a:pt x="2" y="110"/>
                      <a:pt x="2" y="110"/>
                      <a:pt x="2" y="110"/>
                    </a:cubicBezTo>
                    <a:cubicBezTo>
                      <a:pt x="1" y="112"/>
                      <a:pt x="2" y="110"/>
                      <a:pt x="1" y="112"/>
                    </a:cubicBezTo>
                    <a:cubicBezTo>
                      <a:pt x="0" y="115"/>
                      <a:pt x="0" y="116"/>
                      <a:pt x="1" y="118"/>
                    </a:cubicBezTo>
                    <a:cubicBezTo>
                      <a:pt x="3" y="123"/>
                      <a:pt x="6" y="122"/>
                      <a:pt x="6" y="126"/>
                    </a:cubicBezTo>
                    <a:cubicBezTo>
                      <a:pt x="7" y="125"/>
                      <a:pt x="8" y="126"/>
                      <a:pt x="11" y="127"/>
                    </a:cubicBezTo>
                    <a:cubicBezTo>
                      <a:pt x="12" y="127"/>
                      <a:pt x="11" y="127"/>
                      <a:pt x="13" y="128"/>
                    </a:cubicBezTo>
                    <a:cubicBezTo>
                      <a:pt x="18" y="129"/>
                      <a:pt x="24" y="129"/>
                      <a:pt x="25" y="130"/>
                    </a:cubicBezTo>
                    <a:cubicBezTo>
                      <a:pt x="26" y="135"/>
                      <a:pt x="24" y="136"/>
                      <a:pt x="27" y="137"/>
                    </a:cubicBezTo>
                    <a:cubicBezTo>
                      <a:pt x="27" y="134"/>
                      <a:pt x="27" y="134"/>
                      <a:pt x="27" y="134"/>
                    </a:cubicBezTo>
                    <a:cubicBezTo>
                      <a:pt x="29" y="136"/>
                      <a:pt x="27" y="142"/>
                      <a:pt x="27" y="144"/>
                    </a:cubicBezTo>
                    <a:cubicBezTo>
                      <a:pt x="28" y="145"/>
                      <a:pt x="28" y="145"/>
                      <a:pt x="29" y="145"/>
                    </a:cubicBezTo>
                    <a:cubicBezTo>
                      <a:pt x="29" y="149"/>
                      <a:pt x="29" y="149"/>
                      <a:pt x="29" y="149"/>
                    </a:cubicBezTo>
                    <a:cubicBezTo>
                      <a:pt x="28" y="150"/>
                      <a:pt x="29" y="151"/>
                      <a:pt x="26" y="150"/>
                    </a:cubicBezTo>
                    <a:cubicBezTo>
                      <a:pt x="27" y="146"/>
                      <a:pt x="27" y="146"/>
                      <a:pt x="27" y="146"/>
                    </a:cubicBezTo>
                    <a:close/>
                    <a:moveTo>
                      <a:pt x="22" y="157"/>
                    </a:moveTo>
                    <a:cubicBezTo>
                      <a:pt x="22" y="156"/>
                      <a:pt x="22" y="152"/>
                      <a:pt x="24" y="152"/>
                    </a:cubicBezTo>
                    <a:cubicBezTo>
                      <a:pt x="24" y="156"/>
                      <a:pt x="24" y="154"/>
                      <a:pt x="23" y="156"/>
                    </a:cubicBezTo>
                    <a:cubicBezTo>
                      <a:pt x="22" y="158"/>
                      <a:pt x="23" y="157"/>
                      <a:pt x="22" y="157"/>
                    </a:cubicBezTo>
                    <a:close/>
                    <a:moveTo>
                      <a:pt x="186" y="170"/>
                    </a:moveTo>
                    <a:cubicBezTo>
                      <a:pt x="183" y="164"/>
                      <a:pt x="183" y="164"/>
                      <a:pt x="183" y="164"/>
                    </a:cubicBezTo>
                    <a:cubicBezTo>
                      <a:pt x="184" y="165"/>
                      <a:pt x="184" y="165"/>
                      <a:pt x="184" y="165"/>
                    </a:cubicBezTo>
                    <a:cubicBezTo>
                      <a:pt x="184" y="166"/>
                      <a:pt x="184" y="166"/>
                      <a:pt x="185" y="167"/>
                    </a:cubicBezTo>
                    <a:cubicBezTo>
                      <a:pt x="186" y="169"/>
                      <a:pt x="185" y="168"/>
                      <a:pt x="187" y="168"/>
                    </a:cubicBezTo>
                    <a:cubicBezTo>
                      <a:pt x="185" y="170"/>
                      <a:pt x="186" y="168"/>
                      <a:pt x="186" y="170"/>
                    </a:cubicBezTo>
                    <a:close/>
                    <a:moveTo>
                      <a:pt x="21" y="180"/>
                    </a:moveTo>
                    <a:cubicBezTo>
                      <a:pt x="20" y="179"/>
                      <a:pt x="20" y="177"/>
                      <a:pt x="21" y="176"/>
                    </a:cubicBezTo>
                    <a:cubicBezTo>
                      <a:pt x="21" y="178"/>
                      <a:pt x="22" y="179"/>
                      <a:pt x="21" y="180"/>
                    </a:cubicBezTo>
                    <a:close/>
                    <a:moveTo>
                      <a:pt x="183" y="164"/>
                    </a:moveTo>
                    <a:cubicBezTo>
                      <a:pt x="183" y="164"/>
                      <a:pt x="182" y="164"/>
                      <a:pt x="182" y="164"/>
                    </a:cubicBezTo>
                    <a:cubicBezTo>
                      <a:pt x="181" y="161"/>
                      <a:pt x="182" y="163"/>
                      <a:pt x="182" y="162"/>
                    </a:cubicBezTo>
                    <a:cubicBezTo>
                      <a:pt x="183" y="164"/>
                      <a:pt x="183" y="164"/>
                      <a:pt x="183" y="164"/>
                    </a:cubicBezTo>
                    <a:close/>
                    <a:moveTo>
                      <a:pt x="21" y="180"/>
                    </a:moveTo>
                    <a:cubicBezTo>
                      <a:pt x="21" y="182"/>
                      <a:pt x="20" y="180"/>
                      <a:pt x="21" y="182"/>
                    </a:cubicBezTo>
                    <a:cubicBezTo>
                      <a:pt x="20" y="181"/>
                      <a:pt x="20" y="181"/>
                      <a:pt x="20" y="180"/>
                    </a:cubicBezTo>
                    <a:cubicBezTo>
                      <a:pt x="21" y="180"/>
                      <a:pt x="21" y="180"/>
                      <a:pt x="21" y="180"/>
                    </a:cubicBezTo>
                    <a:close/>
                    <a:moveTo>
                      <a:pt x="77" y="172"/>
                    </a:moveTo>
                    <a:cubicBezTo>
                      <a:pt x="77" y="172"/>
                      <a:pt x="77" y="172"/>
                      <a:pt x="77" y="172"/>
                    </a:cubicBezTo>
                    <a:cubicBezTo>
                      <a:pt x="76" y="172"/>
                      <a:pt x="77" y="171"/>
                      <a:pt x="77" y="172"/>
                    </a:cubicBezTo>
                    <a:close/>
                    <a:moveTo>
                      <a:pt x="165" y="76"/>
                    </a:moveTo>
                    <a:cubicBezTo>
                      <a:pt x="164" y="76"/>
                      <a:pt x="165" y="78"/>
                      <a:pt x="165" y="75"/>
                    </a:cubicBezTo>
                    <a:cubicBezTo>
                      <a:pt x="164" y="77"/>
                      <a:pt x="164" y="77"/>
                      <a:pt x="164" y="77"/>
                    </a:cubicBezTo>
                    <a:cubicBezTo>
                      <a:pt x="166" y="77"/>
                      <a:pt x="164" y="77"/>
                      <a:pt x="165" y="76"/>
                    </a:cubicBezTo>
                    <a:close/>
                    <a:moveTo>
                      <a:pt x="178" y="217"/>
                    </a:moveTo>
                    <a:cubicBezTo>
                      <a:pt x="177" y="218"/>
                      <a:pt x="177" y="217"/>
                      <a:pt x="177" y="218"/>
                    </a:cubicBezTo>
                    <a:cubicBezTo>
                      <a:pt x="177" y="217"/>
                      <a:pt x="176" y="216"/>
                      <a:pt x="178" y="217"/>
                    </a:cubicBezTo>
                    <a:close/>
                    <a:moveTo>
                      <a:pt x="27" y="146"/>
                    </a:moveTo>
                    <a:cubicBezTo>
                      <a:pt x="28" y="145"/>
                      <a:pt x="28" y="145"/>
                      <a:pt x="28" y="145"/>
                    </a:cubicBezTo>
                    <a:cubicBezTo>
                      <a:pt x="28" y="147"/>
                      <a:pt x="28" y="147"/>
                      <a:pt x="28" y="147"/>
                    </a:cubicBezTo>
                    <a:cubicBezTo>
                      <a:pt x="28" y="145"/>
                      <a:pt x="28" y="146"/>
                      <a:pt x="27" y="146"/>
                    </a:cubicBezTo>
                    <a:close/>
                    <a:moveTo>
                      <a:pt x="80" y="168"/>
                    </a:moveTo>
                    <a:cubicBezTo>
                      <a:pt x="80" y="170"/>
                      <a:pt x="80" y="169"/>
                      <a:pt x="79" y="169"/>
                    </a:cubicBezTo>
                    <a:cubicBezTo>
                      <a:pt x="80" y="168"/>
                      <a:pt x="80" y="168"/>
                      <a:pt x="80" y="168"/>
                    </a:cubicBezTo>
                    <a:close/>
                    <a:moveTo>
                      <a:pt x="25" y="140"/>
                    </a:moveTo>
                    <a:cubicBezTo>
                      <a:pt x="25" y="139"/>
                      <a:pt x="25" y="139"/>
                      <a:pt x="25" y="139"/>
                    </a:cubicBezTo>
                    <a:cubicBezTo>
                      <a:pt x="26" y="141"/>
                      <a:pt x="25" y="140"/>
                      <a:pt x="25" y="140"/>
                    </a:cubicBezTo>
                    <a:close/>
                    <a:moveTo>
                      <a:pt x="164" y="216"/>
                    </a:moveTo>
                    <a:cubicBezTo>
                      <a:pt x="163" y="215"/>
                      <a:pt x="163" y="215"/>
                      <a:pt x="163" y="215"/>
                    </a:cubicBezTo>
                    <a:cubicBezTo>
                      <a:pt x="164" y="216"/>
                      <a:pt x="164" y="215"/>
                      <a:pt x="164" y="2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" name="Freeform 14"/>
              <p:cNvSpPr>
                <a:spLocks noEditPoints="1"/>
              </p:cNvSpPr>
              <p:nvPr/>
            </p:nvSpPr>
            <p:spPr bwMode="auto">
              <a:xfrm>
                <a:off x="3987622" y="4298681"/>
                <a:ext cx="220663" cy="300038"/>
              </a:xfrm>
              <a:custGeom>
                <a:avLst/>
                <a:gdLst>
                  <a:gd name="T0" fmla="*/ 120 w 192"/>
                  <a:gd name="T1" fmla="*/ 186 h 261"/>
                  <a:gd name="T2" fmla="*/ 87 w 192"/>
                  <a:gd name="T3" fmla="*/ 148 h 261"/>
                  <a:gd name="T4" fmla="*/ 92 w 192"/>
                  <a:gd name="T5" fmla="*/ 150 h 261"/>
                  <a:gd name="T6" fmla="*/ 92 w 192"/>
                  <a:gd name="T7" fmla="*/ 145 h 261"/>
                  <a:gd name="T8" fmla="*/ 54 w 192"/>
                  <a:gd name="T9" fmla="*/ 140 h 261"/>
                  <a:gd name="T10" fmla="*/ 56 w 192"/>
                  <a:gd name="T11" fmla="*/ 128 h 261"/>
                  <a:gd name="T12" fmla="*/ 54 w 192"/>
                  <a:gd name="T13" fmla="*/ 113 h 261"/>
                  <a:gd name="T14" fmla="*/ 112 w 192"/>
                  <a:gd name="T15" fmla="*/ 182 h 261"/>
                  <a:gd name="T16" fmla="*/ 92 w 192"/>
                  <a:gd name="T17" fmla="*/ 193 h 261"/>
                  <a:gd name="T18" fmla="*/ 104 w 192"/>
                  <a:gd name="T19" fmla="*/ 179 h 261"/>
                  <a:gd name="T20" fmla="*/ 111 w 192"/>
                  <a:gd name="T21" fmla="*/ 169 h 261"/>
                  <a:gd name="T22" fmla="*/ 104 w 192"/>
                  <a:gd name="T23" fmla="*/ 114 h 261"/>
                  <a:gd name="T24" fmla="*/ 100 w 192"/>
                  <a:gd name="T25" fmla="*/ 169 h 261"/>
                  <a:gd name="T26" fmla="*/ 57 w 192"/>
                  <a:gd name="T27" fmla="*/ 177 h 261"/>
                  <a:gd name="T28" fmla="*/ 59 w 192"/>
                  <a:gd name="T29" fmla="*/ 160 h 261"/>
                  <a:gd name="T30" fmla="*/ 44 w 192"/>
                  <a:gd name="T31" fmla="*/ 180 h 261"/>
                  <a:gd name="T32" fmla="*/ 51 w 192"/>
                  <a:gd name="T33" fmla="*/ 214 h 261"/>
                  <a:gd name="T34" fmla="*/ 80 w 192"/>
                  <a:gd name="T35" fmla="*/ 202 h 261"/>
                  <a:gd name="T36" fmla="*/ 108 w 192"/>
                  <a:gd name="T37" fmla="*/ 197 h 261"/>
                  <a:gd name="T38" fmla="*/ 114 w 192"/>
                  <a:gd name="T39" fmla="*/ 191 h 261"/>
                  <a:gd name="T40" fmla="*/ 118 w 192"/>
                  <a:gd name="T41" fmla="*/ 184 h 261"/>
                  <a:gd name="T42" fmla="*/ 56 w 192"/>
                  <a:gd name="T43" fmla="*/ 132 h 261"/>
                  <a:gd name="T44" fmla="*/ 56 w 192"/>
                  <a:gd name="T45" fmla="*/ 127 h 261"/>
                  <a:gd name="T46" fmla="*/ 60 w 192"/>
                  <a:gd name="T47" fmla="*/ 113 h 261"/>
                  <a:gd name="T48" fmla="*/ 92 w 192"/>
                  <a:gd name="T49" fmla="*/ 93 h 261"/>
                  <a:gd name="T50" fmla="*/ 105 w 192"/>
                  <a:gd name="T51" fmla="*/ 99 h 261"/>
                  <a:gd name="T52" fmla="*/ 97 w 192"/>
                  <a:gd name="T53" fmla="*/ 124 h 261"/>
                  <a:gd name="T54" fmla="*/ 54 w 192"/>
                  <a:gd name="T55" fmla="*/ 140 h 261"/>
                  <a:gd name="T56" fmla="*/ 66 w 192"/>
                  <a:gd name="T57" fmla="*/ 81 h 261"/>
                  <a:gd name="T58" fmla="*/ 70 w 192"/>
                  <a:gd name="T59" fmla="*/ 75 h 261"/>
                  <a:gd name="T60" fmla="*/ 145 w 192"/>
                  <a:gd name="T61" fmla="*/ 89 h 261"/>
                  <a:gd name="T62" fmla="*/ 141 w 192"/>
                  <a:gd name="T63" fmla="*/ 166 h 261"/>
                  <a:gd name="T64" fmla="*/ 143 w 192"/>
                  <a:gd name="T65" fmla="*/ 126 h 261"/>
                  <a:gd name="T66" fmla="*/ 141 w 192"/>
                  <a:gd name="T67" fmla="*/ 92 h 261"/>
                  <a:gd name="T68" fmla="*/ 84 w 192"/>
                  <a:gd name="T69" fmla="*/ 64 h 261"/>
                  <a:gd name="T70" fmla="*/ 65 w 192"/>
                  <a:gd name="T71" fmla="*/ 87 h 261"/>
                  <a:gd name="T72" fmla="*/ 83 w 192"/>
                  <a:gd name="T73" fmla="*/ 76 h 261"/>
                  <a:gd name="T74" fmla="*/ 92 w 192"/>
                  <a:gd name="T75" fmla="*/ 57 h 261"/>
                  <a:gd name="T76" fmla="*/ 124 w 192"/>
                  <a:gd name="T77" fmla="*/ 46 h 261"/>
                  <a:gd name="T78" fmla="*/ 128 w 192"/>
                  <a:gd name="T79" fmla="*/ 86 h 261"/>
                  <a:gd name="T80" fmla="*/ 120 w 192"/>
                  <a:gd name="T81" fmla="*/ 104 h 261"/>
                  <a:gd name="T82" fmla="*/ 111 w 192"/>
                  <a:gd name="T83" fmla="*/ 62 h 261"/>
                  <a:gd name="T84" fmla="*/ 119 w 192"/>
                  <a:gd name="T85" fmla="*/ 36 h 261"/>
                  <a:gd name="T86" fmla="*/ 128 w 192"/>
                  <a:gd name="T87" fmla="*/ 31 h 261"/>
                  <a:gd name="T88" fmla="*/ 137 w 192"/>
                  <a:gd name="T89" fmla="*/ 6 h 261"/>
                  <a:gd name="T90" fmla="*/ 82 w 192"/>
                  <a:gd name="T91" fmla="*/ 39 h 261"/>
                  <a:gd name="T92" fmla="*/ 50 w 192"/>
                  <a:gd name="T93" fmla="*/ 82 h 261"/>
                  <a:gd name="T94" fmla="*/ 31 w 192"/>
                  <a:gd name="T95" fmla="*/ 132 h 261"/>
                  <a:gd name="T96" fmla="*/ 30 w 192"/>
                  <a:gd name="T97" fmla="*/ 80 h 261"/>
                  <a:gd name="T98" fmla="*/ 13 w 192"/>
                  <a:gd name="T99" fmla="*/ 92 h 261"/>
                  <a:gd name="T100" fmla="*/ 1 w 192"/>
                  <a:gd name="T101" fmla="*/ 168 h 261"/>
                  <a:gd name="T102" fmla="*/ 40 w 192"/>
                  <a:gd name="T103" fmla="*/ 231 h 261"/>
                  <a:gd name="T104" fmla="*/ 138 w 192"/>
                  <a:gd name="T105" fmla="*/ 227 h 261"/>
                  <a:gd name="T106" fmla="*/ 166 w 192"/>
                  <a:gd name="T107" fmla="*/ 252 h 261"/>
                  <a:gd name="T108" fmla="*/ 180 w 192"/>
                  <a:gd name="T109" fmla="*/ 167 h 261"/>
                  <a:gd name="T110" fmla="*/ 181 w 192"/>
                  <a:gd name="T111" fmla="*/ 130 h 261"/>
                  <a:gd name="T112" fmla="*/ 179 w 192"/>
                  <a:gd name="T113" fmla="*/ 97 h 261"/>
                  <a:gd name="T114" fmla="*/ 191 w 192"/>
                  <a:gd name="T115" fmla="*/ 38 h 261"/>
                  <a:gd name="T116" fmla="*/ 94 w 192"/>
                  <a:gd name="T117" fmla="*/ 94 h 261"/>
                  <a:gd name="T118" fmla="*/ 58 w 192"/>
                  <a:gd name="T119" fmla="*/ 117 h 261"/>
                  <a:gd name="T120" fmla="*/ 92 w 192"/>
                  <a:gd name="T121" fmla="*/ 97 h 261"/>
                  <a:gd name="T122" fmla="*/ 14 w 192"/>
                  <a:gd name="T123" fmla="*/ 61 h 2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92" h="261">
                    <a:moveTo>
                      <a:pt x="129" y="187"/>
                    </a:moveTo>
                    <a:cubicBezTo>
                      <a:pt x="129" y="188"/>
                      <a:pt x="129" y="188"/>
                      <a:pt x="129" y="188"/>
                    </a:cubicBezTo>
                    <a:cubicBezTo>
                      <a:pt x="128" y="188"/>
                      <a:pt x="129" y="189"/>
                      <a:pt x="129" y="187"/>
                    </a:cubicBezTo>
                    <a:close/>
                    <a:moveTo>
                      <a:pt x="118" y="187"/>
                    </a:moveTo>
                    <a:cubicBezTo>
                      <a:pt x="119" y="188"/>
                      <a:pt x="119" y="187"/>
                      <a:pt x="119" y="188"/>
                    </a:cubicBezTo>
                    <a:cubicBezTo>
                      <a:pt x="118" y="188"/>
                      <a:pt x="118" y="189"/>
                      <a:pt x="118" y="187"/>
                    </a:cubicBezTo>
                    <a:close/>
                    <a:moveTo>
                      <a:pt x="120" y="186"/>
                    </a:moveTo>
                    <a:cubicBezTo>
                      <a:pt x="121" y="186"/>
                      <a:pt x="121" y="186"/>
                      <a:pt x="121" y="186"/>
                    </a:cubicBezTo>
                    <a:cubicBezTo>
                      <a:pt x="121" y="187"/>
                      <a:pt x="121" y="187"/>
                      <a:pt x="121" y="187"/>
                    </a:cubicBezTo>
                    <a:cubicBezTo>
                      <a:pt x="121" y="187"/>
                      <a:pt x="121" y="187"/>
                      <a:pt x="121" y="187"/>
                    </a:cubicBezTo>
                    <a:cubicBezTo>
                      <a:pt x="123" y="188"/>
                      <a:pt x="125" y="189"/>
                      <a:pt x="126" y="190"/>
                    </a:cubicBezTo>
                    <a:cubicBezTo>
                      <a:pt x="125" y="191"/>
                      <a:pt x="126" y="191"/>
                      <a:pt x="123" y="189"/>
                    </a:cubicBezTo>
                    <a:cubicBezTo>
                      <a:pt x="122" y="189"/>
                      <a:pt x="122" y="189"/>
                      <a:pt x="122" y="189"/>
                    </a:cubicBezTo>
                    <a:cubicBezTo>
                      <a:pt x="120" y="188"/>
                      <a:pt x="121" y="189"/>
                      <a:pt x="120" y="186"/>
                    </a:cubicBezTo>
                    <a:close/>
                    <a:moveTo>
                      <a:pt x="40" y="177"/>
                    </a:moveTo>
                    <a:cubicBezTo>
                      <a:pt x="39" y="176"/>
                      <a:pt x="39" y="177"/>
                      <a:pt x="39" y="176"/>
                    </a:cubicBezTo>
                    <a:cubicBezTo>
                      <a:pt x="39" y="174"/>
                      <a:pt x="39" y="175"/>
                      <a:pt x="40" y="175"/>
                    </a:cubicBezTo>
                    <a:cubicBezTo>
                      <a:pt x="40" y="177"/>
                      <a:pt x="40" y="177"/>
                      <a:pt x="40" y="177"/>
                    </a:cubicBezTo>
                    <a:close/>
                    <a:moveTo>
                      <a:pt x="46" y="157"/>
                    </a:moveTo>
                    <a:cubicBezTo>
                      <a:pt x="49" y="155"/>
                      <a:pt x="47" y="157"/>
                      <a:pt x="48" y="157"/>
                    </a:cubicBezTo>
                    <a:cubicBezTo>
                      <a:pt x="46" y="157"/>
                      <a:pt x="46" y="157"/>
                      <a:pt x="46" y="157"/>
                    </a:cubicBezTo>
                    <a:close/>
                    <a:moveTo>
                      <a:pt x="83" y="152"/>
                    </a:moveTo>
                    <a:cubicBezTo>
                      <a:pt x="83" y="151"/>
                      <a:pt x="84" y="154"/>
                      <a:pt x="83" y="152"/>
                    </a:cubicBezTo>
                    <a:close/>
                    <a:moveTo>
                      <a:pt x="87" y="147"/>
                    </a:moveTo>
                    <a:cubicBezTo>
                      <a:pt x="86" y="149"/>
                      <a:pt x="86" y="149"/>
                      <a:pt x="86" y="149"/>
                    </a:cubicBezTo>
                    <a:cubicBezTo>
                      <a:pt x="85" y="146"/>
                      <a:pt x="86" y="147"/>
                      <a:pt x="87" y="147"/>
                    </a:cubicBezTo>
                    <a:close/>
                    <a:moveTo>
                      <a:pt x="87" y="147"/>
                    </a:moveTo>
                    <a:cubicBezTo>
                      <a:pt x="87" y="148"/>
                      <a:pt x="87" y="148"/>
                      <a:pt x="87" y="148"/>
                    </a:cubicBezTo>
                    <a:cubicBezTo>
                      <a:pt x="88" y="145"/>
                      <a:pt x="88" y="147"/>
                      <a:pt x="88" y="145"/>
                    </a:cubicBezTo>
                    <a:cubicBezTo>
                      <a:pt x="88" y="145"/>
                      <a:pt x="88" y="144"/>
                      <a:pt x="87" y="144"/>
                    </a:cubicBezTo>
                    <a:cubicBezTo>
                      <a:pt x="87" y="146"/>
                      <a:pt x="87" y="145"/>
                      <a:pt x="87" y="147"/>
                    </a:cubicBezTo>
                    <a:close/>
                    <a:moveTo>
                      <a:pt x="88" y="145"/>
                    </a:moveTo>
                    <a:cubicBezTo>
                      <a:pt x="89" y="141"/>
                      <a:pt x="89" y="145"/>
                      <a:pt x="89" y="142"/>
                    </a:cubicBezTo>
                    <a:cubicBezTo>
                      <a:pt x="89" y="142"/>
                      <a:pt x="89" y="142"/>
                      <a:pt x="90" y="142"/>
                    </a:cubicBezTo>
                    <a:cubicBezTo>
                      <a:pt x="91" y="143"/>
                      <a:pt x="91" y="143"/>
                      <a:pt x="91" y="143"/>
                    </a:cubicBezTo>
                    <a:cubicBezTo>
                      <a:pt x="91" y="143"/>
                      <a:pt x="91" y="144"/>
                      <a:pt x="91" y="144"/>
                    </a:cubicBezTo>
                    <a:cubicBezTo>
                      <a:pt x="93" y="143"/>
                      <a:pt x="92" y="143"/>
                      <a:pt x="93" y="142"/>
                    </a:cubicBezTo>
                    <a:cubicBezTo>
                      <a:pt x="95" y="140"/>
                      <a:pt x="95" y="140"/>
                      <a:pt x="95" y="140"/>
                    </a:cubicBezTo>
                    <a:cubicBezTo>
                      <a:pt x="96" y="140"/>
                      <a:pt x="96" y="140"/>
                      <a:pt x="97" y="140"/>
                    </a:cubicBezTo>
                    <a:cubicBezTo>
                      <a:pt x="95" y="142"/>
                      <a:pt x="95" y="143"/>
                      <a:pt x="94" y="146"/>
                    </a:cubicBezTo>
                    <a:cubicBezTo>
                      <a:pt x="94" y="146"/>
                      <a:pt x="94" y="147"/>
                      <a:pt x="94" y="147"/>
                    </a:cubicBezTo>
                    <a:cubicBezTo>
                      <a:pt x="92" y="150"/>
                      <a:pt x="92" y="150"/>
                      <a:pt x="92" y="150"/>
                    </a:cubicBezTo>
                    <a:cubicBezTo>
                      <a:pt x="91" y="151"/>
                      <a:pt x="92" y="151"/>
                      <a:pt x="91" y="152"/>
                    </a:cubicBezTo>
                    <a:cubicBezTo>
                      <a:pt x="92" y="153"/>
                      <a:pt x="92" y="153"/>
                      <a:pt x="92" y="153"/>
                    </a:cubicBezTo>
                    <a:cubicBezTo>
                      <a:pt x="91" y="153"/>
                      <a:pt x="91" y="153"/>
                      <a:pt x="90" y="155"/>
                    </a:cubicBezTo>
                    <a:cubicBezTo>
                      <a:pt x="86" y="160"/>
                      <a:pt x="86" y="160"/>
                      <a:pt x="86" y="160"/>
                    </a:cubicBezTo>
                    <a:cubicBezTo>
                      <a:pt x="86" y="161"/>
                      <a:pt x="81" y="167"/>
                      <a:pt x="80" y="168"/>
                    </a:cubicBezTo>
                    <a:cubicBezTo>
                      <a:pt x="79" y="168"/>
                      <a:pt x="79" y="167"/>
                      <a:pt x="79" y="167"/>
                    </a:cubicBezTo>
                    <a:cubicBezTo>
                      <a:pt x="80" y="165"/>
                      <a:pt x="80" y="167"/>
                      <a:pt x="80" y="163"/>
                    </a:cubicBezTo>
                    <a:cubicBezTo>
                      <a:pt x="82" y="162"/>
                      <a:pt x="82" y="162"/>
                      <a:pt x="82" y="162"/>
                    </a:cubicBezTo>
                    <a:cubicBezTo>
                      <a:pt x="82" y="160"/>
                      <a:pt x="82" y="160"/>
                      <a:pt x="82" y="160"/>
                    </a:cubicBezTo>
                    <a:cubicBezTo>
                      <a:pt x="82" y="160"/>
                      <a:pt x="83" y="159"/>
                      <a:pt x="83" y="159"/>
                    </a:cubicBezTo>
                    <a:cubicBezTo>
                      <a:pt x="86" y="157"/>
                      <a:pt x="84" y="156"/>
                      <a:pt x="86" y="156"/>
                    </a:cubicBezTo>
                    <a:cubicBezTo>
                      <a:pt x="86" y="155"/>
                      <a:pt x="86" y="155"/>
                      <a:pt x="86" y="154"/>
                    </a:cubicBezTo>
                    <a:cubicBezTo>
                      <a:pt x="89" y="152"/>
                      <a:pt x="88" y="151"/>
                      <a:pt x="90" y="148"/>
                    </a:cubicBezTo>
                    <a:cubicBezTo>
                      <a:pt x="91" y="146"/>
                      <a:pt x="91" y="147"/>
                      <a:pt x="92" y="145"/>
                    </a:cubicBezTo>
                    <a:cubicBezTo>
                      <a:pt x="89" y="145"/>
                      <a:pt x="90" y="144"/>
                      <a:pt x="88" y="145"/>
                    </a:cubicBezTo>
                    <a:close/>
                    <a:moveTo>
                      <a:pt x="53" y="140"/>
                    </a:moveTo>
                    <a:cubicBezTo>
                      <a:pt x="53" y="141"/>
                      <a:pt x="53" y="142"/>
                      <a:pt x="52" y="144"/>
                    </a:cubicBezTo>
                    <a:cubicBezTo>
                      <a:pt x="51" y="142"/>
                      <a:pt x="51" y="143"/>
                      <a:pt x="52" y="141"/>
                    </a:cubicBezTo>
                    <a:cubicBezTo>
                      <a:pt x="53" y="140"/>
                      <a:pt x="53" y="140"/>
                      <a:pt x="53" y="140"/>
                    </a:cubicBezTo>
                    <a:close/>
                    <a:moveTo>
                      <a:pt x="51" y="140"/>
                    </a:moveTo>
                    <a:cubicBezTo>
                      <a:pt x="49" y="140"/>
                      <a:pt x="50" y="141"/>
                      <a:pt x="50" y="138"/>
                    </a:cubicBezTo>
                    <a:cubicBezTo>
                      <a:pt x="50" y="137"/>
                      <a:pt x="50" y="136"/>
                      <a:pt x="50" y="136"/>
                    </a:cubicBezTo>
                    <a:cubicBezTo>
                      <a:pt x="51" y="140"/>
                      <a:pt x="51" y="140"/>
                      <a:pt x="51" y="140"/>
                    </a:cubicBezTo>
                    <a:close/>
                    <a:moveTo>
                      <a:pt x="97" y="138"/>
                    </a:moveTo>
                    <a:cubicBezTo>
                      <a:pt x="97" y="137"/>
                      <a:pt x="97" y="138"/>
                      <a:pt x="96" y="137"/>
                    </a:cubicBezTo>
                    <a:cubicBezTo>
                      <a:pt x="96" y="139"/>
                      <a:pt x="96" y="138"/>
                      <a:pt x="97" y="139"/>
                    </a:cubicBezTo>
                    <a:cubicBezTo>
                      <a:pt x="97" y="139"/>
                      <a:pt x="97" y="140"/>
                      <a:pt x="97" y="138"/>
                    </a:cubicBezTo>
                    <a:close/>
                    <a:moveTo>
                      <a:pt x="54" y="140"/>
                    </a:moveTo>
                    <a:cubicBezTo>
                      <a:pt x="54" y="136"/>
                      <a:pt x="54" y="139"/>
                      <a:pt x="55" y="137"/>
                    </a:cubicBezTo>
                    <a:cubicBezTo>
                      <a:pt x="55" y="134"/>
                      <a:pt x="55" y="136"/>
                      <a:pt x="54" y="135"/>
                    </a:cubicBezTo>
                    <a:cubicBezTo>
                      <a:pt x="54" y="138"/>
                      <a:pt x="53" y="137"/>
                      <a:pt x="53" y="140"/>
                    </a:cubicBezTo>
                    <a:cubicBezTo>
                      <a:pt x="54" y="140"/>
                      <a:pt x="54" y="140"/>
                      <a:pt x="54" y="140"/>
                    </a:cubicBezTo>
                    <a:close/>
                    <a:moveTo>
                      <a:pt x="51" y="134"/>
                    </a:moveTo>
                    <a:cubicBezTo>
                      <a:pt x="52" y="132"/>
                      <a:pt x="51" y="132"/>
                      <a:pt x="52" y="130"/>
                    </a:cubicBezTo>
                    <a:cubicBezTo>
                      <a:pt x="53" y="131"/>
                      <a:pt x="53" y="132"/>
                      <a:pt x="54" y="132"/>
                    </a:cubicBezTo>
                    <a:cubicBezTo>
                      <a:pt x="53" y="133"/>
                      <a:pt x="54" y="132"/>
                      <a:pt x="53" y="133"/>
                    </a:cubicBezTo>
                    <a:cubicBezTo>
                      <a:pt x="52" y="135"/>
                      <a:pt x="53" y="134"/>
                      <a:pt x="53" y="134"/>
                    </a:cubicBezTo>
                    <a:cubicBezTo>
                      <a:pt x="53" y="134"/>
                      <a:pt x="52" y="134"/>
                      <a:pt x="51" y="134"/>
                    </a:cubicBezTo>
                    <a:close/>
                    <a:moveTo>
                      <a:pt x="55" y="134"/>
                    </a:moveTo>
                    <a:cubicBezTo>
                      <a:pt x="55" y="133"/>
                      <a:pt x="55" y="133"/>
                      <a:pt x="55" y="132"/>
                    </a:cubicBezTo>
                    <a:cubicBezTo>
                      <a:pt x="57" y="134"/>
                      <a:pt x="56" y="134"/>
                      <a:pt x="55" y="134"/>
                    </a:cubicBezTo>
                    <a:close/>
                    <a:moveTo>
                      <a:pt x="56" y="128"/>
                    </a:moveTo>
                    <a:cubicBezTo>
                      <a:pt x="57" y="130"/>
                      <a:pt x="57" y="130"/>
                      <a:pt x="57" y="130"/>
                    </a:cubicBezTo>
                    <a:cubicBezTo>
                      <a:pt x="56" y="129"/>
                      <a:pt x="56" y="129"/>
                      <a:pt x="55" y="128"/>
                    </a:cubicBezTo>
                    <a:cubicBezTo>
                      <a:pt x="56" y="127"/>
                      <a:pt x="55" y="127"/>
                      <a:pt x="56" y="128"/>
                    </a:cubicBezTo>
                    <a:close/>
                    <a:moveTo>
                      <a:pt x="56" y="128"/>
                    </a:moveTo>
                    <a:cubicBezTo>
                      <a:pt x="58" y="130"/>
                      <a:pt x="56" y="128"/>
                      <a:pt x="58" y="129"/>
                    </a:cubicBezTo>
                    <a:cubicBezTo>
                      <a:pt x="58" y="127"/>
                      <a:pt x="58" y="127"/>
                      <a:pt x="58" y="127"/>
                    </a:cubicBezTo>
                    <a:cubicBezTo>
                      <a:pt x="57" y="127"/>
                      <a:pt x="58" y="127"/>
                      <a:pt x="56" y="127"/>
                    </a:cubicBezTo>
                    <a:cubicBezTo>
                      <a:pt x="56" y="128"/>
                      <a:pt x="56" y="128"/>
                      <a:pt x="56" y="128"/>
                    </a:cubicBezTo>
                    <a:close/>
                    <a:moveTo>
                      <a:pt x="56" y="117"/>
                    </a:moveTo>
                    <a:cubicBezTo>
                      <a:pt x="56" y="116"/>
                      <a:pt x="56" y="116"/>
                      <a:pt x="56" y="116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56" y="117"/>
                      <a:pt x="56" y="117"/>
                      <a:pt x="56" y="117"/>
                    </a:cubicBezTo>
                    <a:close/>
                    <a:moveTo>
                      <a:pt x="55" y="112"/>
                    </a:moveTo>
                    <a:cubicBezTo>
                      <a:pt x="54" y="113"/>
                      <a:pt x="54" y="113"/>
                      <a:pt x="54" y="113"/>
                    </a:cubicBezTo>
                    <a:cubicBezTo>
                      <a:pt x="54" y="112"/>
                      <a:pt x="54" y="113"/>
                      <a:pt x="55" y="112"/>
                    </a:cubicBezTo>
                    <a:close/>
                    <a:moveTo>
                      <a:pt x="56" y="112"/>
                    </a:moveTo>
                    <a:cubicBezTo>
                      <a:pt x="56" y="110"/>
                      <a:pt x="56" y="111"/>
                      <a:pt x="55" y="110"/>
                    </a:cubicBezTo>
                    <a:cubicBezTo>
                      <a:pt x="55" y="112"/>
                      <a:pt x="55" y="112"/>
                      <a:pt x="55" y="112"/>
                    </a:cubicBezTo>
                    <a:cubicBezTo>
                      <a:pt x="56" y="112"/>
                      <a:pt x="56" y="112"/>
                      <a:pt x="56" y="112"/>
                    </a:cubicBezTo>
                    <a:close/>
                    <a:moveTo>
                      <a:pt x="129" y="187"/>
                    </a:moveTo>
                    <a:cubicBezTo>
                      <a:pt x="128" y="185"/>
                      <a:pt x="127" y="183"/>
                      <a:pt x="127" y="181"/>
                    </a:cubicBezTo>
                    <a:cubicBezTo>
                      <a:pt x="127" y="179"/>
                      <a:pt x="126" y="179"/>
                      <a:pt x="126" y="178"/>
                    </a:cubicBezTo>
                    <a:cubicBezTo>
                      <a:pt x="126" y="177"/>
                      <a:pt x="126" y="177"/>
                      <a:pt x="126" y="177"/>
                    </a:cubicBezTo>
                    <a:cubicBezTo>
                      <a:pt x="126" y="177"/>
                      <a:pt x="126" y="176"/>
                      <a:pt x="126" y="176"/>
                    </a:cubicBezTo>
                    <a:cubicBezTo>
                      <a:pt x="125" y="174"/>
                      <a:pt x="125" y="174"/>
                      <a:pt x="125" y="174"/>
                    </a:cubicBezTo>
                    <a:cubicBezTo>
                      <a:pt x="124" y="174"/>
                      <a:pt x="124" y="174"/>
                      <a:pt x="122" y="175"/>
                    </a:cubicBezTo>
                    <a:cubicBezTo>
                      <a:pt x="117" y="179"/>
                      <a:pt x="117" y="179"/>
                      <a:pt x="117" y="179"/>
                    </a:cubicBezTo>
                    <a:cubicBezTo>
                      <a:pt x="114" y="180"/>
                      <a:pt x="114" y="179"/>
                      <a:pt x="112" y="182"/>
                    </a:cubicBezTo>
                    <a:cubicBezTo>
                      <a:pt x="111" y="182"/>
                      <a:pt x="112" y="182"/>
                      <a:pt x="111" y="183"/>
                    </a:cubicBezTo>
                    <a:cubicBezTo>
                      <a:pt x="109" y="184"/>
                      <a:pt x="109" y="184"/>
                      <a:pt x="109" y="184"/>
                    </a:cubicBezTo>
                    <a:cubicBezTo>
                      <a:pt x="109" y="187"/>
                      <a:pt x="109" y="187"/>
                      <a:pt x="109" y="187"/>
                    </a:cubicBezTo>
                    <a:cubicBezTo>
                      <a:pt x="106" y="187"/>
                      <a:pt x="106" y="187"/>
                      <a:pt x="108" y="189"/>
                    </a:cubicBezTo>
                    <a:cubicBezTo>
                      <a:pt x="104" y="188"/>
                      <a:pt x="104" y="188"/>
                      <a:pt x="104" y="188"/>
                    </a:cubicBezTo>
                    <a:cubicBezTo>
                      <a:pt x="102" y="190"/>
                      <a:pt x="102" y="190"/>
                      <a:pt x="102" y="190"/>
                    </a:cubicBezTo>
                    <a:cubicBezTo>
                      <a:pt x="99" y="188"/>
                      <a:pt x="99" y="188"/>
                      <a:pt x="99" y="188"/>
                    </a:cubicBezTo>
                    <a:cubicBezTo>
                      <a:pt x="98" y="187"/>
                      <a:pt x="99" y="188"/>
                      <a:pt x="98" y="187"/>
                    </a:cubicBezTo>
                    <a:cubicBezTo>
                      <a:pt x="98" y="190"/>
                      <a:pt x="98" y="189"/>
                      <a:pt x="100" y="190"/>
                    </a:cubicBezTo>
                    <a:cubicBezTo>
                      <a:pt x="99" y="190"/>
                      <a:pt x="98" y="191"/>
                      <a:pt x="98" y="192"/>
                    </a:cubicBezTo>
                    <a:cubicBezTo>
                      <a:pt x="97" y="191"/>
                      <a:pt x="98" y="191"/>
                      <a:pt x="96" y="192"/>
                    </a:cubicBezTo>
                    <a:cubicBezTo>
                      <a:pt x="95" y="192"/>
                      <a:pt x="96" y="193"/>
                      <a:pt x="94" y="192"/>
                    </a:cubicBezTo>
                    <a:cubicBezTo>
                      <a:pt x="94" y="193"/>
                      <a:pt x="93" y="192"/>
                      <a:pt x="94" y="193"/>
                    </a:cubicBezTo>
                    <a:cubicBezTo>
                      <a:pt x="92" y="193"/>
                      <a:pt x="92" y="193"/>
                      <a:pt x="92" y="193"/>
                    </a:cubicBezTo>
                    <a:cubicBezTo>
                      <a:pt x="91" y="195"/>
                      <a:pt x="91" y="195"/>
                      <a:pt x="91" y="195"/>
                    </a:cubicBezTo>
                    <a:cubicBezTo>
                      <a:pt x="90" y="194"/>
                      <a:pt x="90" y="195"/>
                      <a:pt x="90" y="195"/>
                    </a:cubicBezTo>
                    <a:cubicBezTo>
                      <a:pt x="90" y="194"/>
                      <a:pt x="90" y="195"/>
                      <a:pt x="90" y="194"/>
                    </a:cubicBezTo>
                    <a:cubicBezTo>
                      <a:pt x="91" y="192"/>
                      <a:pt x="91" y="192"/>
                      <a:pt x="91" y="192"/>
                    </a:cubicBezTo>
                    <a:cubicBezTo>
                      <a:pt x="91" y="192"/>
                      <a:pt x="91" y="192"/>
                      <a:pt x="91" y="192"/>
                    </a:cubicBezTo>
                    <a:cubicBezTo>
                      <a:pt x="93" y="190"/>
                      <a:pt x="93" y="190"/>
                      <a:pt x="93" y="190"/>
                    </a:cubicBezTo>
                    <a:cubicBezTo>
                      <a:pt x="93" y="191"/>
                      <a:pt x="94" y="192"/>
                      <a:pt x="94" y="191"/>
                    </a:cubicBezTo>
                    <a:cubicBezTo>
                      <a:pt x="95" y="189"/>
                      <a:pt x="93" y="191"/>
                      <a:pt x="94" y="189"/>
                    </a:cubicBezTo>
                    <a:cubicBezTo>
                      <a:pt x="95" y="189"/>
                      <a:pt x="95" y="190"/>
                      <a:pt x="96" y="190"/>
                    </a:cubicBezTo>
                    <a:cubicBezTo>
                      <a:pt x="96" y="190"/>
                      <a:pt x="96" y="190"/>
                      <a:pt x="98" y="189"/>
                    </a:cubicBezTo>
                    <a:cubicBezTo>
                      <a:pt x="97" y="188"/>
                      <a:pt x="98" y="189"/>
                      <a:pt x="97" y="187"/>
                    </a:cubicBezTo>
                    <a:cubicBezTo>
                      <a:pt x="98" y="186"/>
                      <a:pt x="100" y="184"/>
                      <a:pt x="101" y="182"/>
                    </a:cubicBezTo>
                    <a:cubicBezTo>
                      <a:pt x="102" y="181"/>
                      <a:pt x="102" y="181"/>
                      <a:pt x="102" y="181"/>
                    </a:cubicBezTo>
                    <a:cubicBezTo>
                      <a:pt x="104" y="180"/>
                      <a:pt x="103" y="180"/>
                      <a:pt x="104" y="179"/>
                    </a:cubicBezTo>
                    <a:cubicBezTo>
                      <a:pt x="103" y="177"/>
                      <a:pt x="104" y="179"/>
                      <a:pt x="103" y="178"/>
                    </a:cubicBezTo>
                    <a:cubicBezTo>
                      <a:pt x="104" y="177"/>
                      <a:pt x="104" y="178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5"/>
                      <a:pt x="103" y="175"/>
                      <a:pt x="103" y="174"/>
                    </a:cubicBezTo>
                    <a:cubicBezTo>
                      <a:pt x="104" y="175"/>
                      <a:pt x="103" y="174"/>
                      <a:pt x="105" y="175"/>
                    </a:cubicBezTo>
                    <a:cubicBezTo>
                      <a:pt x="105" y="175"/>
                      <a:pt x="106" y="175"/>
                      <a:pt x="106" y="175"/>
                    </a:cubicBezTo>
                    <a:cubicBezTo>
                      <a:pt x="106" y="175"/>
                      <a:pt x="106" y="175"/>
                      <a:pt x="106" y="175"/>
                    </a:cubicBezTo>
                    <a:cubicBezTo>
                      <a:pt x="106" y="175"/>
                      <a:pt x="106" y="175"/>
                      <a:pt x="106" y="175"/>
                    </a:cubicBezTo>
                    <a:cubicBezTo>
                      <a:pt x="107" y="175"/>
                      <a:pt x="107" y="175"/>
                      <a:pt x="107" y="175"/>
                    </a:cubicBezTo>
                    <a:cubicBezTo>
                      <a:pt x="108" y="174"/>
                      <a:pt x="107" y="175"/>
                      <a:pt x="108" y="174"/>
                    </a:cubicBezTo>
                    <a:cubicBezTo>
                      <a:pt x="110" y="171"/>
                      <a:pt x="110" y="171"/>
                      <a:pt x="110" y="171"/>
                    </a:cubicBezTo>
                    <a:cubicBezTo>
                      <a:pt x="110" y="171"/>
                      <a:pt x="110" y="171"/>
                      <a:pt x="110" y="170"/>
                    </a:cubicBezTo>
                    <a:cubicBezTo>
                      <a:pt x="111" y="169"/>
                      <a:pt x="110" y="170"/>
                      <a:pt x="111" y="169"/>
                    </a:cubicBezTo>
                    <a:cubicBezTo>
                      <a:pt x="111" y="169"/>
                      <a:pt x="111" y="169"/>
                      <a:pt x="111" y="169"/>
                    </a:cubicBezTo>
                    <a:cubicBezTo>
                      <a:pt x="112" y="168"/>
                      <a:pt x="113" y="166"/>
                      <a:pt x="114" y="165"/>
                    </a:cubicBezTo>
                    <a:cubicBezTo>
                      <a:pt x="114" y="163"/>
                      <a:pt x="114" y="163"/>
                      <a:pt x="115" y="162"/>
                    </a:cubicBezTo>
                    <a:cubicBezTo>
                      <a:pt x="118" y="157"/>
                      <a:pt x="117" y="153"/>
                      <a:pt x="115" y="148"/>
                    </a:cubicBezTo>
                    <a:cubicBezTo>
                      <a:pt x="114" y="145"/>
                      <a:pt x="114" y="145"/>
                      <a:pt x="114" y="145"/>
                    </a:cubicBezTo>
                    <a:cubicBezTo>
                      <a:pt x="113" y="143"/>
                      <a:pt x="114" y="143"/>
                      <a:pt x="113" y="142"/>
                    </a:cubicBezTo>
                    <a:cubicBezTo>
                      <a:pt x="112" y="139"/>
                      <a:pt x="112" y="139"/>
                      <a:pt x="112" y="139"/>
                    </a:cubicBezTo>
                    <a:cubicBezTo>
                      <a:pt x="111" y="136"/>
                      <a:pt x="110" y="128"/>
                      <a:pt x="109" y="125"/>
                    </a:cubicBezTo>
                    <a:cubicBezTo>
                      <a:pt x="108" y="117"/>
                      <a:pt x="108" y="117"/>
                      <a:pt x="108" y="117"/>
                    </a:cubicBezTo>
                    <a:cubicBezTo>
                      <a:pt x="107" y="113"/>
                      <a:pt x="109" y="114"/>
                      <a:pt x="106" y="111"/>
                    </a:cubicBezTo>
                    <a:cubicBezTo>
                      <a:pt x="107" y="108"/>
                      <a:pt x="107" y="108"/>
                      <a:pt x="107" y="108"/>
                    </a:cubicBezTo>
                    <a:cubicBezTo>
                      <a:pt x="105" y="109"/>
                      <a:pt x="105" y="109"/>
                      <a:pt x="105" y="109"/>
                    </a:cubicBezTo>
                    <a:cubicBezTo>
                      <a:pt x="106" y="109"/>
                      <a:pt x="105" y="108"/>
                      <a:pt x="105" y="109"/>
                    </a:cubicBezTo>
                    <a:cubicBezTo>
                      <a:pt x="105" y="110"/>
                      <a:pt x="104" y="108"/>
                      <a:pt x="105" y="110"/>
                    </a:cubicBezTo>
                    <a:cubicBezTo>
                      <a:pt x="104" y="111"/>
                      <a:pt x="104" y="112"/>
                      <a:pt x="104" y="114"/>
                    </a:cubicBezTo>
                    <a:cubicBezTo>
                      <a:pt x="105" y="113"/>
                      <a:pt x="105" y="113"/>
                      <a:pt x="106" y="112"/>
                    </a:cubicBezTo>
                    <a:cubicBezTo>
                      <a:pt x="107" y="113"/>
                      <a:pt x="107" y="115"/>
                      <a:pt x="107" y="116"/>
                    </a:cubicBezTo>
                    <a:cubicBezTo>
                      <a:pt x="106" y="123"/>
                      <a:pt x="107" y="122"/>
                      <a:pt x="107" y="123"/>
                    </a:cubicBezTo>
                    <a:cubicBezTo>
                      <a:pt x="107" y="126"/>
                      <a:pt x="107" y="124"/>
                      <a:pt x="106" y="125"/>
                    </a:cubicBezTo>
                    <a:cubicBezTo>
                      <a:pt x="106" y="130"/>
                      <a:pt x="106" y="130"/>
                      <a:pt x="106" y="130"/>
                    </a:cubicBezTo>
                    <a:cubicBezTo>
                      <a:pt x="105" y="134"/>
                      <a:pt x="106" y="132"/>
                      <a:pt x="107" y="136"/>
                    </a:cubicBezTo>
                    <a:cubicBezTo>
                      <a:pt x="107" y="145"/>
                      <a:pt x="107" y="145"/>
                      <a:pt x="107" y="145"/>
                    </a:cubicBezTo>
                    <a:cubicBezTo>
                      <a:pt x="107" y="145"/>
                      <a:pt x="107" y="144"/>
                      <a:pt x="108" y="146"/>
                    </a:cubicBezTo>
                    <a:cubicBezTo>
                      <a:pt x="108" y="147"/>
                      <a:pt x="108" y="149"/>
                      <a:pt x="108" y="150"/>
                    </a:cubicBezTo>
                    <a:cubicBezTo>
                      <a:pt x="108" y="153"/>
                      <a:pt x="108" y="152"/>
                      <a:pt x="107" y="153"/>
                    </a:cubicBezTo>
                    <a:cubicBezTo>
                      <a:pt x="107" y="155"/>
                      <a:pt x="107" y="155"/>
                      <a:pt x="106" y="156"/>
                    </a:cubicBezTo>
                    <a:cubicBezTo>
                      <a:pt x="106" y="158"/>
                      <a:pt x="105" y="159"/>
                      <a:pt x="105" y="160"/>
                    </a:cubicBezTo>
                    <a:cubicBezTo>
                      <a:pt x="104" y="164"/>
                      <a:pt x="102" y="165"/>
                      <a:pt x="100" y="168"/>
                    </a:cubicBezTo>
                    <a:cubicBezTo>
                      <a:pt x="100" y="169"/>
                      <a:pt x="100" y="168"/>
                      <a:pt x="100" y="169"/>
                    </a:cubicBezTo>
                    <a:cubicBezTo>
                      <a:pt x="98" y="171"/>
                      <a:pt x="98" y="174"/>
                      <a:pt x="96" y="175"/>
                    </a:cubicBezTo>
                    <a:cubicBezTo>
                      <a:pt x="96" y="176"/>
                      <a:pt x="96" y="176"/>
                      <a:pt x="96" y="176"/>
                    </a:cubicBezTo>
                    <a:cubicBezTo>
                      <a:pt x="96" y="176"/>
                      <a:pt x="95" y="176"/>
                      <a:pt x="95" y="176"/>
                    </a:cubicBezTo>
                    <a:cubicBezTo>
                      <a:pt x="77" y="191"/>
                      <a:pt x="77" y="191"/>
                      <a:pt x="77" y="191"/>
                    </a:cubicBezTo>
                    <a:cubicBezTo>
                      <a:pt x="77" y="191"/>
                      <a:pt x="76" y="191"/>
                      <a:pt x="75" y="192"/>
                    </a:cubicBezTo>
                    <a:cubicBezTo>
                      <a:pt x="74" y="192"/>
                      <a:pt x="73" y="193"/>
                      <a:pt x="73" y="193"/>
                    </a:cubicBezTo>
                    <a:cubicBezTo>
                      <a:pt x="70" y="195"/>
                      <a:pt x="70" y="196"/>
                      <a:pt x="66" y="198"/>
                    </a:cubicBezTo>
                    <a:cubicBezTo>
                      <a:pt x="64" y="198"/>
                      <a:pt x="64" y="198"/>
                      <a:pt x="64" y="198"/>
                    </a:cubicBezTo>
                    <a:cubicBezTo>
                      <a:pt x="62" y="199"/>
                      <a:pt x="61" y="198"/>
                      <a:pt x="60" y="197"/>
                    </a:cubicBezTo>
                    <a:cubicBezTo>
                      <a:pt x="57" y="195"/>
                      <a:pt x="57" y="195"/>
                      <a:pt x="57" y="195"/>
                    </a:cubicBezTo>
                    <a:cubicBezTo>
                      <a:pt x="53" y="193"/>
                      <a:pt x="53" y="191"/>
                      <a:pt x="53" y="187"/>
                    </a:cubicBezTo>
                    <a:cubicBezTo>
                      <a:pt x="54" y="186"/>
                      <a:pt x="55" y="183"/>
                      <a:pt x="55" y="181"/>
                    </a:cubicBezTo>
                    <a:cubicBezTo>
                      <a:pt x="57" y="179"/>
                      <a:pt x="57" y="179"/>
                      <a:pt x="57" y="179"/>
                    </a:cubicBezTo>
                    <a:cubicBezTo>
                      <a:pt x="57" y="179"/>
                      <a:pt x="57" y="178"/>
                      <a:pt x="57" y="177"/>
                    </a:cubicBezTo>
                    <a:cubicBezTo>
                      <a:pt x="57" y="177"/>
                      <a:pt x="57" y="177"/>
                      <a:pt x="57" y="177"/>
                    </a:cubicBezTo>
                    <a:cubicBezTo>
                      <a:pt x="59" y="171"/>
                      <a:pt x="58" y="170"/>
                      <a:pt x="58" y="167"/>
                    </a:cubicBezTo>
                    <a:cubicBezTo>
                      <a:pt x="58" y="167"/>
                      <a:pt x="59" y="166"/>
                      <a:pt x="59" y="166"/>
                    </a:cubicBezTo>
                    <a:cubicBezTo>
                      <a:pt x="65" y="154"/>
                      <a:pt x="65" y="154"/>
                      <a:pt x="65" y="154"/>
                    </a:cubicBezTo>
                    <a:cubicBezTo>
                      <a:pt x="67" y="151"/>
                      <a:pt x="67" y="152"/>
                      <a:pt x="69" y="148"/>
                    </a:cubicBezTo>
                    <a:cubicBezTo>
                      <a:pt x="68" y="148"/>
                      <a:pt x="67" y="148"/>
                      <a:pt x="67" y="148"/>
                    </a:cubicBezTo>
                    <a:cubicBezTo>
                      <a:pt x="66" y="149"/>
                      <a:pt x="68" y="148"/>
                      <a:pt x="67" y="148"/>
                    </a:cubicBezTo>
                    <a:cubicBezTo>
                      <a:pt x="66" y="149"/>
                      <a:pt x="66" y="149"/>
                      <a:pt x="66" y="149"/>
                    </a:cubicBezTo>
                    <a:cubicBezTo>
                      <a:pt x="66" y="149"/>
                      <a:pt x="65" y="149"/>
                      <a:pt x="65" y="149"/>
                    </a:cubicBezTo>
                    <a:cubicBezTo>
                      <a:pt x="64" y="151"/>
                      <a:pt x="65" y="149"/>
                      <a:pt x="65" y="150"/>
                    </a:cubicBezTo>
                    <a:cubicBezTo>
                      <a:pt x="62" y="154"/>
                      <a:pt x="62" y="154"/>
                      <a:pt x="62" y="154"/>
                    </a:cubicBezTo>
                    <a:cubicBezTo>
                      <a:pt x="61" y="154"/>
                      <a:pt x="61" y="154"/>
                      <a:pt x="61" y="154"/>
                    </a:cubicBezTo>
                    <a:cubicBezTo>
                      <a:pt x="61" y="154"/>
                      <a:pt x="61" y="154"/>
                      <a:pt x="61" y="154"/>
                    </a:cubicBezTo>
                    <a:cubicBezTo>
                      <a:pt x="59" y="160"/>
                      <a:pt x="59" y="160"/>
                      <a:pt x="59" y="160"/>
                    </a:cubicBezTo>
                    <a:cubicBezTo>
                      <a:pt x="58" y="158"/>
                      <a:pt x="59" y="159"/>
                      <a:pt x="57" y="159"/>
                    </a:cubicBezTo>
                    <a:cubicBezTo>
                      <a:pt x="54" y="158"/>
                      <a:pt x="55" y="157"/>
                      <a:pt x="53" y="159"/>
                    </a:cubicBezTo>
                    <a:cubicBezTo>
                      <a:pt x="52" y="160"/>
                      <a:pt x="52" y="160"/>
                      <a:pt x="52" y="160"/>
                    </a:cubicBezTo>
                    <a:cubicBezTo>
                      <a:pt x="51" y="159"/>
                      <a:pt x="49" y="159"/>
                      <a:pt x="49" y="158"/>
                    </a:cubicBezTo>
                    <a:cubicBezTo>
                      <a:pt x="48" y="159"/>
                      <a:pt x="46" y="162"/>
                      <a:pt x="47" y="163"/>
                    </a:cubicBezTo>
                    <a:cubicBezTo>
                      <a:pt x="46" y="163"/>
                      <a:pt x="46" y="163"/>
                      <a:pt x="46" y="163"/>
                    </a:cubicBezTo>
                    <a:cubicBezTo>
                      <a:pt x="47" y="161"/>
                      <a:pt x="47" y="161"/>
                      <a:pt x="45" y="160"/>
                    </a:cubicBezTo>
                    <a:cubicBezTo>
                      <a:pt x="45" y="163"/>
                      <a:pt x="45" y="166"/>
                      <a:pt x="46" y="168"/>
                    </a:cubicBezTo>
                    <a:cubicBezTo>
                      <a:pt x="46" y="169"/>
                      <a:pt x="46" y="169"/>
                      <a:pt x="46" y="169"/>
                    </a:cubicBezTo>
                    <a:cubicBezTo>
                      <a:pt x="44" y="169"/>
                      <a:pt x="44" y="171"/>
                      <a:pt x="44" y="172"/>
                    </a:cubicBezTo>
                    <a:cubicBezTo>
                      <a:pt x="44" y="174"/>
                      <a:pt x="44" y="174"/>
                      <a:pt x="44" y="174"/>
                    </a:cubicBezTo>
                    <a:cubicBezTo>
                      <a:pt x="43" y="174"/>
                      <a:pt x="43" y="174"/>
                      <a:pt x="43" y="174"/>
                    </a:cubicBezTo>
                    <a:cubicBezTo>
                      <a:pt x="43" y="176"/>
                      <a:pt x="43" y="176"/>
                      <a:pt x="43" y="176"/>
                    </a:cubicBezTo>
                    <a:cubicBezTo>
                      <a:pt x="44" y="177"/>
                      <a:pt x="44" y="178"/>
                      <a:pt x="44" y="180"/>
                    </a:cubicBezTo>
                    <a:cubicBezTo>
                      <a:pt x="45" y="179"/>
                      <a:pt x="45" y="180"/>
                      <a:pt x="45" y="179"/>
                    </a:cubicBezTo>
                    <a:cubicBezTo>
                      <a:pt x="46" y="182"/>
                      <a:pt x="44" y="179"/>
                      <a:pt x="45" y="182"/>
                    </a:cubicBezTo>
                    <a:cubicBezTo>
                      <a:pt x="44" y="182"/>
                      <a:pt x="44" y="182"/>
                      <a:pt x="43" y="182"/>
                    </a:cubicBezTo>
                    <a:cubicBezTo>
                      <a:pt x="43" y="183"/>
                      <a:pt x="43" y="183"/>
                      <a:pt x="43" y="183"/>
                    </a:cubicBezTo>
                    <a:cubicBezTo>
                      <a:pt x="43" y="183"/>
                      <a:pt x="43" y="183"/>
                      <a:pt x="43" y="183"/>
                    </a:cubicBezTo>
                    <a:cubicBezTo>
                      <a:pt x="43" y="185"/>
                      <a:pt x="43" y="185"/>
                      <a:pt x="43" y="185"/>
                    </a:cubicBezTo>
                    <a:cubicBezTo>
                      <a:pt x="43" y="187"/>
                      <a:pt x="43" y="187"/>
                      <a:pt x="43" y="188"/>
                    </a:cubicBezTo>
                    <a:cubicBezTo>
                      <a:pt x="43" y="190"/>
                      <a:pt x="44" y="192"/>
                      <a:pt x="45" y="192"/>
                    </a:cubicBezTo>
                    <a:cubicBezTo>
                      <a:pt x="45" y="193"/>
                      <a:pt x="45" y="193"/>
                      <a:pt x="45" y="193"/>
                    </a:cubicBezTo>
                    <a:cubicBezTo>
                      <a:pt x="46" y="194"/>
                      <a:pt x="44" y="193"/>
                      <a:pt x="46" y="195"/>
                    </a:cubicBezTo>
                    <a:cubicBezTo>
                      <a:pt x="45" y="196"/>
                      <a:pt x="47" y="195"/>
                      <a:pt x="46" y="196"/>
                    </a:cubicBezTo>
                    <a:cubicBezTo>
                      <a:pt x="45" y="197"/>
                      <a:pt x="45" y="197"/>
                      <a:pt x="45" y="197"/>
                    </a:cubicBezTo>
                    <a:cubicBezTo>
                      <a:pt x="47" y="199"/>
                      <a:pt x="45" y="197"/>
                      <a:pt x="46" y="199"/>
                    </a:cubicBezTo>
                    <a:cubicBezTo>
                      <a:pt x="46" y="202"/>
                      <a:pt x="50" y="212"/>
                      <a:pt x="51" y="214"/>
                    </a:cubicBezTo>
                    <a:cubicBezTo>
                      <a:pt x="54" y="213"/>
                      <a:pt x="54" y="213"/>
                      <a:pt x="54" y="213"/>
                    </a:cubicBezTo>
                    <a:cubicBezTo>
                      <a:pt x="54" y="213"/>
                      <a:pt x="55" y="214"/>
                      <a:pt x="54" y="212"/>
                    </a:cubicBezTo>
                    <a:cubicBezTo>
                      <a:pt x="56" y="212"/>
                      <a:pt x="56" y="210"/>
                      <a:pt x="57" y="209"/>
                    </a:cubicBezTo>
                    <a:cubicBezTo>
                      <a:pt x="57" y="209"/>
                      <a:pt x="57" y="209"/>
                      <a:pt x="58" y="209"/>
                    </a:cubicBezTo>
                    <a:cubicBezTo>
                      <a:pt x="58" y="209"/>
                      <a:pt x="58" y="209"/>
                      <a:pt x="58" y="208"/>
                    </a:cubicBezTo>
                    <a:cubicBezTo>
                      <a:pt x="60" y="208"/>
                      <a:pt x="60" y="208"/>
                      <a:pt x="60" y="208"/>
                    </a:cubicBezTo>
                    <a:cubicBezTo>
                      <a:pt x="60" y="208"/>
                      <a:pt x="60" y="208"/>
                      <a:pt x="60" y="208"/>
                    </a:cubicBezTo>
                    <a:cubicBezTo>
                      <a:pt x="61" y="208"/>
                      <a:pt x="61" y="208"/>
                      <a:pt x="61" y="208"/>
                    </a:cubicBezTo>
                    <a:cubicBezTo>
                      <a:pt x="61" y="208"/>
                      <a:pt x="61" y="208"/>
                      <a:pt x="61" y="208"/>
                    </a:cubicBezTo>
                    <a:cubicBezTo>
                      <a:pt x="72" y="206"/>
                      <a:pt x="72" y="206"/>
                      <a:pt x="72" y="206"/>
                    </a:cubicBezTo>
                    <a:cubicBezTo>
                      <a:pt x="73" y="206"/>
                      <a:pt x="73" y="206"/>
                      <a:pt x="74" y="206"/>
                    </a:cubicBezTo>
                    <a:cubicBezTo>
                      <a:pt x="75" y="204"/>
                      <a:pt x="77" y="206"/>
                      <a:pt x="79" y="203"/>
                    </a:cubicBezTo>
                    <a:cubicBezTo>
                      <a:pt x="80" y="204"/>
                      <a:pt x="80" y="203"/>
                      <a:pt x="81" y="204"/>
                    </a:cubicBezTo>
                    <a:cubicBezTo>
                      <a:pt x="81" y="204"/>
                      <a:pt x="80" y="203"/>
                      <a:pt x="80" y="202"/>
                    </a:cubicBezTo>
                    <a:cubicBezTo>
                      <a:pt x="83" y="202"/>
                      <a:pt x="84" y="197"/>
                      <a:pt x="87" y="196"/>
                    </a:cubicBezTo>
                    <a:cubicBezTo>
                      <a:pt x="83" y="202"/>
                      <a:pt x="83" y="202"/>
                      <a:pt x="83" y="202"/>
                    </a:cubicBezTo>
                    <a:cubicBezTo>
                      <a:pt x="84" y="202"/>
                      <a:pt x="85" y="202"/>
                      <a:pt x="87" y="202"/>
                    </a:cubicBezTo>
                    <a:cubicBezTo>
                      <a:pt x="87" y="202"/>
                      <a:pt x="87" y="202"/>
                      <a:pt x="87" y="202"/>
                    </a:cubicBezTo>
                    <a:cubicBezTo>
                      <a:pt x="98" y="200"/>
                      <a:pt x="98" y="200"/>
                      <a:pt x="98" y="200"/>
                    </a:cubicBezTo>
                    <a:cubicBezTo>
                      <a:pt x="99" y="197"/>
                      <a:pt x="98" y="202"/>
                      <a:pt x="99" y="199"/>
                    </a:cubicBezTo>
                    <a:cubicBezTo>
                      <a:pt x="103" y="199"/>
                      <a:pt x="103" y="199"/>
                      <a:pt x="103" y="199"/>
                    </a:cubicBezTo>
                    <a:cubicBezTo>
                      <a:pt x="102" y="198"/>
                      <a:pt x="103" y="198"/>
                      <a:pt x="106" y="198"/>
                    </a:cubicBezTo>
                    <a:cubicBezTo>
                      <a:pt x="105" y="196"/>
                      <a:pt x="105" y="196"/>
                      <a:pt x="105" y="196"/>
                    </a:cubicBezTo>
                    <a:cubicBezTo>
                      <a:pt x="107" y="197"/>
                      <a:pt x="107" y="197"/>
                      <a:pt x="107" y="197"/>
                    </a:cubicBezTo>
                    <a:cubicBezTo>
                      <a:pt x="107" y="197"/>
                      <a:pt x="107" y="197"/>
                      <a:pt x="107" y="197"/>
                    </a:cubicBezTo>
                    <a:cubicBezTo>
                      <a:pt x="108" y="197"/>
                      <a:pt x="108" y="197"/>
                      <a:pt x="108" y="197"/>
                    </a:cubicBezTo>
                    <a:cubicBezTo>
                      <a:pt x="107" y="195"/>
                      <a:pt x="107" y="196"/>
                      <a:pt x="108" y="196"/>
                    </a:cubicBezTo>
                    <a:cubicBezTo>
                      <a:pt x="108" y="196"/>
                      <a:pt x="108" y="194"/>
                      <a:pt x="108" y="197"/>
                    </a:cubicBezTo>
                    <a:cubicBezTo>
                      <a:pt x="109" y="196"/>
                      <a:pt x="109" y="196"/>
                      <a:pt x="109" y="196"/>
                    </a:cubicBezTo>
                    <a:cubicBezTo>
                      <a:pt x="109" y="196"/>
                      <a:pt x="110" y="196"/>
                      <a:pt x="110" y="196"/>
                    </a:cubicBezTo>
                    <a:cubicBezTo>
                      <a:pt x="109" y="194"/>
                      <a:pt x="109" y="194"/>
                      <a:pt x="109" y="194"/>
                    </a:cubicBezTo>
                    <a:cubicBezTo>
                      <a:pt x="111" y="195"/>
                      <a:pt x="110" y="195"/>
                      <a:pt x="110" y="196"/>
                    </a:cubicBezTo>
                    <a:cubicBezTo>
                      <a:pt x="113" y="196"/>
                      <a:pt x="111" y="196"/>
                      <a:pt x="114" y="196"/>
                    </a:cubicBezTo>
                    <a:cubicBezTo>
                      <a:pt x="116" y="194"/>
                      <a:pt x="115" y="195"/>
                      <a:pt x="118" y="194"/>
                    </a:cubicBezTo>
                    <a:cubicBezTo>
                      <a:pt x="117" y="193"/>
                      <a:pt x="117" y="193"/>
                      <a:pt x="117" y="193"/>
                    </a:cubicBezTo>
                    <a:cubicBezTo>
                      <a:pt x="117" y="193"/>
                      <a:pt x="116" y="193"/>
                      <a:pt x="116" y="193"/>
                    </a:cubicBezTo>
                    <a:cubicBezTo>
                      <a:pt x="116" y="193"/>
                      <a:pt x="116" y="193"/>
                      <a:pt x="115" y="192"/>
                    </a:cubicBezTo>
                    <a:cubicBezTo>
                      <a:pt x="115" y="193"/>
                      <a:pt x="115" y="191"/>
                      <a:pt x="115" y="193"/>
                    </a:cubicBezTo>
                    <a:cubicBezTo>
                      <a:pt x="113" y="193"/>
                      <a:pt x="114" y="194"/>
                      <a:pt x="113" y="191"/>
                    </a:cubicBezTo>
                    <a:cubicBezTo>
                      <a:pt x="114" y="192"/>
                      <a:pt x="113" y="192"/>
                      <a:pt x="114" y="192"/>
                    </a:cubicBezTo>
                    <a:cubicBezTo>
                      <a:pt x="114" y="192"/>
                      <a:pt x="114" y="191"/>
                      <a:pt x="114" y="190"/>
                    </a:cubicBezTo>
                    <a:cubicBezTo>
                      <a:pt x="114" y="191"/>
                      <a:pt x="113" y="190"/>
                      <a:pt x="114" y="191"/>
                    </a:cubicBezTo>
                    <a:cubicBezTo>
                      <a:pt x="115" y="192"/>
                      <a:pt x="114" y="191"/>
                      <a:pt x="115" y="192"/>
                    </a:cubicBezTo>
                    <a:cubicBezTo>
                      <a:pt x="115" y="189"/>
                      <a:pt x="115" y="189"/>
                      <a:pt x="115" y="189"/>
                    </a:cubicBezTo>
                    <a:cubicBezTo>
                      <a:pt x="116" y="189"/>
                      <a:pt x="116" y="190"/>
                      <a:pt x="117" y="192"/>
                    </a:cubicBezTo>
                    <a:cubicBezTo>
                      <a:pt x="119" y="195"/>
                      <a:pt x="118" y="191"/>
                      <a:pt x="119" y="193"/>
                    </a:cubicBezTo>
                    <a:cubicBezTo>
                      <a:pt x="121" y="193"/>
                      <a:pt x="121" y="193"/>
                      <a:pt x="121" y="193"/>
                    </a:cubicBezTo>
                    <a:cubicBezTo>
                      <a:pt x="122" y="191"/>
                      <a:pt x="122" y="191"/>
                      <a:pt x="122" y="191"/>
                    </a:cubicBezTo>
                    <a:cubicBezTo>
                      <a:pt x="120" y="191"/>
                      <a:pt x="121" y="191"/>
                      <a:pt x="120" y="191"/>
                    </a:cubicBezTo>
                    <a:cubicBezTo>
                      <a:pt x="116" y="188"/>
                      <a:pt x="117" y="189"/>
                      <a:pt x="115" y="186"/>
                    </a:cubicBezTo>
                    <a:cubicBezTo>
                      <a:pt x="117" y="187"/>
                      <a:pt x="115" y="187"/>
                      <a:pt x="118" y="187"/>
                    </a:cubicBezTo>
                    <a:cubicBezTo>
                      <a:pt x="118" y="186"/>
                      <a:pt x="118" y="187"/>
                      <a:pt x="118" y="186"/>
                    </a:cubicBezTo>
                    <a:cubicBezTo>
                      <a:pt x="120" y="186"/>
                      <a:pt x="120" y="186"/>
                      <a:pt x="120" y="186"/>
                    </a:cubicBezTo>
                    <a:cubicBezTo>
                      <a:pt x="119" y="185"/>
                      <a:pt x="119" y="185"/>
                      <a:pt x="118" y="184"/>
                    </a:cubicBezTo>
                    <a:cubicBezTo>
                      <a:pt x="118" y="184"/>
                      <a:pt x="118" y="184"/>
                      <a:pt x="118" y="184"/>
                    </a:cubicBezTo>
                    <a:cubicBezTo>
                      <a:pt x="118" y="184"/>
                      <a:pt x="118" y="184"/>
                      <a:pt x="118" y="184"/>
                    </a:cubicBezTo>
                    <a:cubicBezTo>
                      <a:pt x="120" y="183"/>
                      <a:pt x="122" y="185"/>
                      <a:pt x="125" y="186"/>
                    </a:cubicBezTo>
                    <a:cubicBezTo>
                      <a:pt x="126" y="187"/>
                      <a:pt x="126" y="186"/>
                      <a:pt x="126" y="186"/>
                    </a:cubicBezTo>
                    <a:cubicBezTo>
                      <a:pt x="126" y="187"/>
                      <a:pt x="127" y="188"/>
                      <a:pt x="129" y="187"/>
                    </a:cubicBezTo>
                    <a:close/>
                    <a:moveTo>
                      <a:pt x="93" y="89"/>
                    </a:moveTo>
                    <a:cubicBezTo>
                      <a:pt x="93" y="89"/>
                      <a:pt x="93" y="89"/>
                      <a:pt x="93" y="90"/>
                    </a:cubicBezTo>
                    <a:cubicBezTo>
                      <a:pt x="93" y="90"/>
                      <a:pt x="94" y="90"/>
                      <a:pt x="92" y="90"/>
                    </a:cubicBezTo>
                    <a:cubicBezTo>
                      <a:pt x="92" y="89"/>
                      <a:pt x="92" y="89"/>
                      <a:pt x="93" y="89"/>
                    </a:cubicBezTo>
                    <a:close/>
                    <a:moveTo>
                      <a:pt x="94" y="88"/>
                    </a:moveTo>
                    <a:cubicBezTo>
                      <a:pt x="94" y="88"/>
                      <a:pt x="95" y="89"/>
                      <a:pt x="94" y="88"/>
                    </a:cubicBezTo>
                    <a:cubicBezTo>
                      <a:pt x="94" y="88"/>
                      <a:pt x="93" y="87"/>
                      <a:pt x="94" y="88"/>
                    </a:cubicBezTo>
                    <a:close/>
                    <a:moveTo>
                      <a:pt x="54" y="140"/>
                    </a:moveTo>
                    <a:cubicBezTo>
                      <a:pt x="56" y="139"/>
                      <a:pt x="55" y="139"/>
                      <a:pt x="56" y="140"/>
                    </a:cubicBezTo>
                    <a:cubicBezTo>
                      <a:pt x="56" y="136"/>
                      <a:pt x="57" y="139"/>
                      <a:pt x="57" y="136"/>
                    </a:cubicBezTo>
                    <a:cubicBezTo>
                      <a:pt x="57" y="134"/>
                      <a:pt x="56" y="135"/>
                      <a:pt x="56" y="132"/>
                    </a:cubicBezTo>
                    <a:cubicBezTo>
                      <a:pt x="56" y="132"/>
                      <a:pt x="57" y="132"/>
                      <a:pt x="57" y="132"/>
                    </a:cubicBezTo>
                    <a:cubicBezTo>
                      <a:pt x="58" y="132"/>
                      <a:pt x="58" y="132"/>
                      <a:pt x="58" y="132"/>
                    </a:cubicBezTo>
                    <a:cubicBezTo>
                      <a:pt x="60" y="130"/>
                      <a:pt x="59" y="120"/>
                      <a:pt x="59" y="120"/>
                    </a:cubicBezTo>
                    <a:cubicBezTo>
                      <a:pt x="59" y="119"/>
                      <a:pt x="59" y="119"/>
                      <a:pt x="59" y="119"/>
                    </a:cubicBezTo>
                    <a:cubicBezTo>
                      <a:pt x="59" y="118"/>
                      <a:pt x="59" y="118"/>
                      <a:pt x="59" y="118"/>
                    </a:cubicBezTo>
                    <a:cubicBezTo>
                      <a:pt x="58" y="119"/>
                      <a:pt x="58" y="117"/>
                      <a:pt x="58" y="120"/>
                    </a:cubicBezTo>
                    <a:cubicBezTo>
                      <a:pt x="58" y="120"/>
                      <a:pt x="58" y="120"/>
                      <a:pt x="58" y="120"/>
                    </a:cubicBezTo>
                    <a:cubicBezTo>
                      <a:pt x="58" y="120"/>
                      <a:pt x="58" y="121"/>
                      <a:pt x="59" y="121"/>
                    </a:cubicBezTo>
                    <a:cubicBezTo>
                      <a:pt x="59" y="121"/>
                      <a:pt x="59" y="121"/>
                      <a:pt x="59" y="121"/>
                    </a:cubicBezTo>
                    <a:cubicBezTo>
                      <a:pt x="57" y="122"/>
                      <a:pt x="57" y="122"/>
                      <a:pt x="57" y="122"/>
                    </a:cubicBezTo>
                    <a:cubicBezTo>
                      <a:pt x="58" y="122"/>
                      <a:pt x="56" y="123"/>
                      <a:pt x="58" y="123"/>
                    </a:cubicBezTo>
                    <a:cubicBezTo>
                      <a:pt x="57" y="123"/>
                      <a:pt x="58" y="123"/>
                      <a:pt x="57" y="124"/>
                    </a:cubicBezTo>
                    <a:cubicBezTo>
                      <a:pt x="56" y="125"/>
                      <a:pt x="58" y="123"/>
                      <a:pt x="57" y="125"/>
                    </a:cubicBezTo>
                    <a:cubicBezTo>
                      <a:pt x="56" y="127"/>
                      <a:pt x="56" y="127"/>
                      <a:pt x="56" y="127"/>
                    </a:cubicBezTo>
                    <a:cubicBezTo>
                      <a:pt x="55" y="127"/>
                      <a:pt x="55" y="127"/>
                      <a:pt x="55" y="127"/>
                    </a:cubicBezTo>
                    <a:cubicBezTo>
                      <a:pt x="55" y="129"/>
                      <a:pt x="55" y="129"/>
                      <a:pt x="55" y="129"/>
                    </a:cubicBezTo>
                    <a:cubicBezTo>
                      <a:pt x="54" y="128"/>
                      <a:pt x="54" y="127"/>
                      <a:pt x="55" y="125"/>
                    </a:cubicBezTo>
                    <a:cubicBezTo>
                      <a:pt x="54" y="124"/>
                      <a:pt x="54" y="124"/>
                      <a:pt x="54" y="124"/>
                    </a:cubicBezTo>
                    <a:cubicBezTo>
                      <a:pt x="54" y="118"/>
                      <a:pt x="55" y="121"/>
                      <a:pt x="55" y="118"/>
                    </a:cubicBezTo>
                    <a:cubicBezTo>
                      <a:pt x="55" y="118"/>
                      <a:pt x="55" y="117"/>
                      <a:pt x="55" y="116"/>
                    </a:cubicBezTo>
                    <a:cubicBezTo>
                      <a:pt x="56" y="117"/>
                      <a:pt x="56" y="117"/>
                      <a:pt x="56" y="117"/>
                    </a:cubicBezTo>
                    <a:cubicBezTo>
                      <a:pt x="57" y="118"/>
                      <a:pt x="55" y="118"/>
                      <a:pt x="57" y="118"/>
                    </a:cubicBezTo>
                    <a:cubicBezTo>
                      <a:pt x="57" y="118"/>
                      <a:pt x="58" y="116"/>
                      <a:pt x="58" y="116"/>
                    </a:cubicBezTo>
                    <a:cubicBezTo>
                      <a:pt x="56" y="114"/>
                      <a:pt x="56" y="117"/>
                      <a:pt x="56" y="112"/>
                    </a:cubicBezTo>
                    <a:cubicBezTo>
                      <a:pt x="58" y="113"/>
                      <a:pt x="56" y="112"/>
                      <a:pt x="58" y="113"/>
                    </a:cubicBezTo>
                    <a:cubicBezTo>
                      <a:pt x="58" y="112"/>
                      <a:pt x="58" y="112"/>
                      <a:pt x="59" y="111"/>
                    </a:cubicBezTo>
                    <a:cubicBezTo>
                      <a:pt x="59" y="112"/>
                      <a:pt x="59" y="111"/>
                      <a:pt x="59" y="112"/>
                    </a:cubicBezTo>
                    <a:cubicBezTo>
                      <a:pt x="59" y="112"/>
                      <a:pt x="60" y="113"/>
                      <a:pt x="60" y="113"/>
                    </a:cubicBezTo>
                    <a:cubicBezTo>
                      <a:pt x="60" y="112"/>
                      <a:pt x="60" y="111"/>
                      <a:pt x="60" y="111"/>
                    </a:cubicBezTo>
                    <a:cubicBezTo>
                      <a:pt x="60" y="111"/>
                      <a:pt x="61" y="110"/>
                      <a:pt x="61" y="109"/>
                    </a:cubicBezTo>
                    <a:cubicBezTo>
                      <a:pt x="63" y="109"/>
                      <a:pt x="63" y="109"/>
                      <a:pt x="63" y="109"/>
                    </a:cubicBezTo>
                    <a:cubicBezTo>
                      <a:pt x="64" y="109"/>
                      <a:pt x="68" y="106"/>
                      <a:pt x="71" y="105"/>
                    </a:cubicBezTo>
                    <a:cubicBezTo>
                      <a:pt x="71" y="105"/>
                      <a:pt x="72" y="105"/>
                      <a:pt x="72" y="105"/>
                    </a:cubicBezTo>
                    <a:cubicBezTo>
                      <a:pt x="72" y="104"/>
                      <a:pt x="72" y="104"/>
                      <a:pt x="72" y="104"/>
                    </a:cubicBezTo>
                    <a:cubicBezTo>
                      <a:pt x="74" y="104"/>
                      <a:pt x="76" y="103"/>
                      <a:pt x="78" y="102"/>
                    </a:cubicBezTo>
                    <a:cubicBezTo>
                      <a:pt x="82" y="100"/>
                      <a:pt x="81" y="99"/>
                      <a:pt x="83" y="99"/>
                    </a:cubicBezTo>
                    <a:cubicBezTo>
                      <a:pt x="82" y="98"/>
                      <a:pt x="82" y="98"/>
                      <a:pt x="82" y="98"/>
                    </a:cubicBezTo>
                    <a:cubicBezTo>
                      <a:pt x="84" y="98"/>
                      <a:pt x="85" y="97"/>
                      <a:pt x="85" y="95"/>
                    </a:cubicBezTo>
                    <a:cubicBezTo>
                      <a:pt x="86" y="95"/>
                      <a:pt x="87" y="95"/>
                      <a:pt x="87" y="96"/>
                    </a:cubicBezTo>
                    <a:cubicBezTo>
                      <a:pt x="88" y="93"/>
                      <a:pt x="88" y="93"/>
                      <a:pt x="88" y="93"/>
                    </a:cubicBezTo>
                    <a:cubicBezTo>
                      <a:pt x="91" y="92"/>
                      <a:pt x="90" y="93"/>
                      <a:pt x="91" y="90"/>
                    </a:cubicBezTo>
                    <a:cubicBezTo>
                      <a:pt x="91" y="92"/>
                      <a:pt x="91" y="92"/>
                      <a:pt x="92" y="93"/>
                    </a:cubicBezTo>
                    <a:cubicBezTo>
                      <a:pt x="93" y="93"/>
                      <a:pt x="93" y="93"/>
                      <a:pt x="93" y="93"/>
                    </a:cubicBezTo>
                    <a:cubicBezTo>
                      <a:pt x="94" y="91"/>
                      <a:pt x="94" y="91"/>
                      <a:pt x="94" y="91"/>
                    </a:cubicBezTo>
                    <a:cubicBezTo>
                      <a:pt x="94" y="90"/>
                      <a:pt x="95" y="89"/>
                      <a:pt x="96" y="89"/>
                    </a:cubicBezTo>
                    <a:cubicBezTo>
                      <a:pt x="95" y="87"/>
                      <a:pt x="95" y="89"/>
                      <a:pt x="96" y="87"/>
                    </a:cubicBezTo>
                    <a:cubicBezTo>
                      <a:pt x="98" y="86"/>
                      <a:pt x="97" y="86"/>
                      <a:pt x="98" y="86"/>
                    </a:cubicBezTo>
                    <a:cubicBezTo>
                      <a:pt x="98" y="85"/>
                      <a:pt x="99" y="84"/>
                      <a:pt x="99" y="83"/>
                    </a:cubicBezTo>
                    <a:cubicBezTo>
                      <a:pt x="101" y="82"/>
                      <a:pt x="101" y="82"/>
                      <a:pt x="101" y="82"/>
                    </a:cubicBezTo>
                    <a:cubicBezTo>
                      <a:pt x="102" y="84"/>
                      <a:pt x="102" y="82"/>
                      <a:pt x="102" y="85"/>
                    </a:cubicBezTo>
                    <a:cubicBezTo>
                      <a:pt x="103" y="88"/>
                      <a:pt x="103" y="88"/>
                      <a:pt x="103" y="88"/>
                    </a:cubicBezTo>
                    <a:cubicBezTo>
                      <a:pt x="103" y="89"/>
                      <a:pt x="103" y="88"/>
                      <a:pt x="103" y="90"/>
                    </a:cubicBezTo>
                    <a:cubicBezTo>
                      <a:pt x="103" y="90"/>
                      <a:pt x="103" y="90"/>
                      <a:pt x="103" y="90"/>
                    </a:cubicBezTo>
                    <a:cubicBezTo>
                      <a:pt x="103" y="92"/>
                      <a:pt x="103" y="92"/>
                      <a:pt x="104" y="93"/>
                    </a:cubicBezTo>
                    <a:cubicBezTo>
                      <a:pt x="102" y="94"/>
                      <a:pt x="102" y="94"/>
                      <a:pt x="102" y="94"/>
                    </a:cubicBezTo>
                    <a:cubicBezTo>
                      <a:pt x="104" y="96"/>
                      <a:pt x="104" y="96"/>
                      <a:pt x="105" y="99"/>
                    </a:cubicBezTo>
                    <a:cubicBezTo>
                      <a:pt x="106" y="105"/>
                      <a:pt x="106" y="105"/>
                      <a:pt x="106" y="105"/>
                    </a:cubicBezTo>
                    <a:cubicBezTo>
                      <a:pt x="106" y="105"/>
                      <a:pt x="105" y="105"/>
                      <a:pt x="105" y="105"/>
                    </a:cubicBezTo>
                    <a:cubicBezTo>
                      <a:pt x="104" y="106"/>
                      <a:pt x="104" y="106"/>
                      <a:pt x="104" y="106"/>
                    </a:cubicBezTo>
                    <a:cubicBezTo>
                      <a:pt x="104" y="104"/>
                      <a:pt x="105" y="107"/>
                      <a:pt x="102" y="103"/>
                    </a:cubicBezTo>
                    <a:cubicBezTo>
                      <a:pt x="102" y="108"/>
                      <a:pt x="102" y="115"/>
                      <a:pt x="105" y="116"/>
                    </a:cubicBezTo>
                    <a:cubicBezTo>
                      <a:pt x="104" y="123"/>
                      <a:pt x="104" y="123"/>
                      <a:pt x="104" y="123"/>
                    </a:cubicBezTo>
                    <a:cubicBezTo>
                      <a:pt x="103" y="123"/>
                      <a:pt x="103" y="124"/>
                      <a:pt x="103" y="123"/>
                    </a:cubicBezTo>
                    <a:cubicBezTo>
                      <a:pt x="103" y="123"/>
                      <a:pt x="103" y="124"/>
                      <a:pt x="103" y="124"/>
                    </a:cubicBezTo>
                    <a:cubicBezTo>
                      <a:pt x="102" y="123"/>
                      <a:pt x="102" y="123"/>
                      <a:pt x="101" y="122"/>
                    </a:cubicBezTo>
                    <a:cubicBezTo>
                      <a:pt x="99" y="125"/>
                      <a:pt x="99" y="125"/>
                      <a:pt x="99" y="125"/>
                    </a:cubicBezTo>
                    <a:cubicBezTo>
                      <a:pt x="99" y="125"/>
                      <a:pt x="99" y="125"/>
                      <a:pt x="98" y="125"/>
                    </a:cubicBezTo>
                    <a:cubicBezTo>
                      <a:pt x="98" y="125"/>
                      <a:pt x="98" y="125"/>
                      <a:pt x="98" y="125"/>
                    </a:cubicBezTo>
                    <a:cubicBezTo>
                      <a:pt x="98" y="125"/>
                      <a:pt x="98" y="124"/>
                      <a:pt x="98" y="124"/>
                    </a:cubicBezTo>
                    <a:cubicBezTo>
                      <a:pt x="98" y="124"/>
                      <a:pt x="98" y="124"/>
                      <a:pt x="97" y="124"/>
                    </a:cubicBezTo>
                    <a:cubicBezTo>
                      <a:pt x="97" y="124"/>
                      <a:pt x="97" y="124"/>
                      <a:pt x="97" y="123"/>
                    </a:cubicBezTo>
                    <a:cubicBezTo>
                      <a:pt x="93" y="122"/>
                      <a:pt x="93" y="122"/>
                      <a:pt x="93" y="122"/>
                    </a:cubicBezTo>
                    <a:cubicBezTo>
                      <a:pt x="89" y="121"/>
                      <a:pt x="83" y="123"/>
                      <a:pt x="79" y="125"/>
                    </a:cubicBezTo>
                    <a:cubicBezTo>
                      <a:pt x="78" y="126"/>
                      <a:pt x="77" y="128"/>
                      <a:pt x="77" y="130"/>
                    </a:cubicBezTo>
                    <a:cubicBezTo>
                      <a:pt x="76" y="130"/>
                      <a:pt x="76" y="130"/>
                      <a:pt x="75" y="131"/>
                    </a:cubicBezTo>
                    <a:cubicBezTo>
                      <a:pt x="75" y="131"/>
                      <a:pt x="75" y="131"/>
                      <a:pt x="75" y="131"/>
                    </a:cubicBezTo>
                    <a:cubicBezTo>
                      <a:pt x="58" y="145"/>
                      <a:pt x="58" y="145"/>
                      <a:pt x="58" y="145"/>
                    </a:cubicBezTo>
                    <a:cubicBezTo>
                      <a:pt x="57" y="144"/>
                      <a:pt x="57" y="144"/>
                      <a:pt x="57" y="144"/>
                    </a:cubicBezTo>
                    <a:cubicBezTo>
                      <a:pt x="56" y="145"/>
                      <a:pt x="56" y="145"/>
                      <a:pt x="56" y="145"/>
                    </a:cubicBezTo>
                    <a:cubicBezTo>
                      <a:pt x="56" y="143"/>
                      <a:pt x="56" y="144"/>
                      <a:pt x="56" y="142"/>
                    </a:cubicBezTo>
                    <a:cubicBezTo>
                      <a:pt x="55" y="143"/>
                      <a:pt x="55" y="143"/>
                      <a:pt x="55" y="143"/>
                    </a:cubicBezTo>
                    <a:cubicBezTo>
                      <a:pt x="55" y="143"/>
                      <a:pt x="54" y="145"/>
                      <a:pt x="55" y="143"/>
                    </a:cubicBezTo>
                    <a:cubicBezTo>
                      <a:pt x="54" y="143"/>
                      <a:pt x="54" y="143"/>
                      <a:pt x="54" y="142"/>
                    </a:cubicBezTo>
                    <a:cubicBezTo>
                      <a:pt x="54" y="141"/>
                      <a:pt x="54" y="141"/>
                      <a:pt x="54" y="140"/>
                    </a:cubicBezTo>
                    <a:close/>
                    <a:moveTo>
                      <a:pt x="96" y="87"/>
                    </a:moveTo>
                    <a:cubicBezTo>
                      <a:pt x="95" y="88"/>
                      <a:pt x="96" y="88"/>
                      <a:pt x="94" y="87"/>
                    </a:cubicBezTo>
                    <a:cubicBezTo>
                      <a:pt x="95" y="87"/>
                      <a:pt x="94" y="87"/>
                      <a:pt x="95" y="86"/>
                    </a:cubicBezTo>
                    <a:cubicBezTo>
                      <a:pt x="97" y="86"/>
                      <a:pt x="96" y="87"/>
                      <a:pt x="96" y="87"/>
                    </a:cubicBezTo>
                    <a:close/>
                    <a:moveTo>
                      <a:pt x="59" y="92"/>
                    </a:moveTo>
                    <a:cubicBezTo>
                      <a:pt x="62" y="94"/>
                      <a:pt x="62" y="91"/>
                      <a:pt x="63" y="90"/>
                    </a:cubicBezTo>
                    <a:cubicBezTo>
                      <a:pt x="63" y="90"/>
                      <a:pt x="63" y="90"/>
                      <a:pt x="63" y="90"/>
                    </a:cubicBezTo>
                    <a:cubicBezTo>
                      <a:pt x="63" y="88"/>
                      <a:pt x="63" y="88"/>
                      <a:pt x="63" y="88"/>
                    </a:cubicBezTo>
                    <a:cubicBezTo>
                      <a:pt x="65" y="84"/>
                      <a:pt x="62" y="88"/>
                      <a:pt x="66" y="83"/>
                    </a:cubicBezTo>
                    <a:cubicBezTo>
                      <a:pt x="65" y="81"/>
                      <a:pt x="66" y="82"/>
                      <a:pt x="65" y="81"/>
                    </a:cubicBezTo>
                    <a:cubicBezTo>
                      <a:pt x="64" y="84"/>
                      <a:pt x="65" y="81"/>
                      <a:pt x="63" y="84"/>
                    </a:cubicBezTo>
                    <a:cubicBezTo>
                      <a:pt x="62" y="86"/>
                      <a:pt x="61" y="91"/>
                      <a:pt x="59" y="92"/>
                    </a:cubicBezTo>
                    <a:close/>
                    <a:moveTo>
                      <a:pt x="66" y="80"/>
                    </a:moveTo>
                    <a:cubicBezTo>
                      <a:pt x="66" y="81"/>
                      <a:pt x="66" y="81"/>
                      <a:pt x="66" y="81"/>
                    </a:cubicBezTo>
                    <a:cubicBezTo>
                      <a:pt x="66" y="81"/>
                      <a:pt x="66" y="81"/>
                      <a:pt x="65" y="80"/>
                    </a:cubicBezTo>
                    <a:cubicBezTo>
                      <a:pt x="66" y="80"/>
                      <a:pt x="66" y="80"/>
                      <a:pt x="66" y="80"/>
                    </a:cubicBezTo>
                    <a:close/>
                    <a:moveTo>
                      <a:pt x="67" y="78"/>
                    </a:moveTo>
                    <a:cubicBezTo>
                      <a:pt x="66" y="79"/>
                      <a:pt x="67" y="78"/>
                      <a:pt x="66" y="80"/>
                    </a:cubicBezTo>
                    <a:cubicBezTo>
                      <a:pt x="67" y="80"/>
                      <a:pt x="67" y="80"/>
                      <a:pt x="67" y="80"/>
                    </a:cubicBezTo>
                    <a:lnTo>
                      <a:pt x="67" y="78"/>
                    </a:lnTo>
                    <a:close/>
                    <a:moveTo>
                      <a:pt x="67" y="78"/>
                    </a:moveTo>
                    <a:cubicBezTo>
                      <a:pt x="68" y="77"/>
                      <a:pt x="67" y="77"/>
                      <a:pt x="68" y="77"/>
                    </a:cubicBezTo>
                    <a:cubicBezTo>
                      <a:pt x="68" y="78"/>
                      <a:pt x="68" y="77"/>
                      <a:pt x="67" y="78"/>
                    </a:cubicBezTo>
                    <a:close/>
                    <a:moveTo>
                      <a:pt x="70" y="75"/>
                    </a:moveTo>
                    <a:cubicBezTo>
                      <a:pt x="69" y="75"/>
                      <a:pt x="69" y="75"/>
                      <a:pt x="69" y="75"/>
                    </a:cubicBezTo>
                    <a:cubicBezTo>
                      <a:pt x="68" y="77"/>
                      <a:pt x="68" y="77"/>
                      <a:pt x="68" y="77"/>
                    </a:cubicBezTo>
                    <a:cubicBezTo>
                      <a:pt x="69" y="76"/>
                      <a:pt x="69" y="77"/>
                      <a:pt x="69" y="76"/>
                    </a:cubicBezTo>
                    <a:cubicBezTo>
                      <a:pt x="70" y="75"/>
                      <a:pt x="69" y="76"/>
                      <a:pt x="70" y="75"/>
                    </a:cubicBezTo>
                    <a:close/>
                    <a:moveTo>
                      <a:pt x="70" y="75"/>
                    </a:moveTo>
                    <a:cubicBezTo>
                      <a:pt x="69" y="74"/>
                      <a:pt x="69" y="74"/>
                      <a:pt x="69" y="74"/>
                    </a:cubicBezTo>
                    <a:cubicBezTo>
                      <a:pt x="71" y="74"/>
                      <a:pt x="70" y="74"/>
                      <a:pt x="71" y="74"/>
                    </a:cubicBezTo>
                    <a:cubicBezTo>
                      <a:pt x="70" y="75"/>
                      <a:pt x="70" y="75"/>
                      <a:pt x="70" y="75"/>
                    </a:cubicBezTo>
                    <a:close/>
                    <a:moveTo>
                      <a:pt x="71" y="72"/>
                    </a:moveTo>
                    <a:cubicBezTo>
                      <a:pt x="72" y="71"/>
                      <a:pt x="72" y="72"/>
                      <a:pt x="72" y="71"/>
                    </a:cubicBezTo>
                    <a:cubicBezTo>
                      <a:pt x="72" y="72"/>
                      <a:pt x="72" y="72"/>
                      <a:pt x="71" y="73"/>
                    </a:cubicBezTo>
                    <a:cubicBezTo>
                      <a:pt x="71" y="72"/>
                      <a:pt x="71" y="72"/>
                      <a:pt x="71" y="72"/>
                    </a:cubicBezTo>
                    <a:close/>
                    <a:moveTo>
                      <a:pt x="138" y="63"/>
                    </a:moveTo>
                    <a:cubicBezTo>
                      <a:pt x="140" y="61"/>
                      <a:pt x="142" y="60"/>
                      <a:pt x="143" y="58"/>
                    </a:cubicBezTo>
                    <a:cubicBezTo>
                      <a:pt x="144" y="59"/>
                      <a:pt x="144" y="58"/>
                      <a:pt x="144" y="61"/>
                    </a:cubicBezTo>
                    <a:cubicBezTo>
                      <a:pt x="144" y="62"/>
                      <a:pt x="144" y="64"/>
                      <a:pt x="144" y="65"/>
                    </a:cubicBezTo>
                    <a:cubicBezTo>
                      <a:pt x="144" y="65"/>
                      <a:pt x="145" y="70"/>
                      <a:pt x="144" y="72"/>
                    </a:cubicBezTo>
                    <a:cubicBezTo>
                      <a:pt x="144" y="73"/>
                      <a:pt x="144" y="88"/>
                      <a:pt x="145" y="89"/>
                    </a:cubicBezTo>
                    <a:cubicBezTo>
                      <a:pt x="146" y="96"/>
                      <a:pt x="146" y="96"/>
                      <a:pt x="146" y="96"/>
                    </a:cubicBezTo>
                    <a:cubicBezTo>
                      <a:pt x="146" y="98"/>
                      <a:pt x="146" y="100"/>
                      <a:pt x="146" y="102"/>
                    </a:cubicBezTo>
                    <a:cubicBezTo>
                      <a:pt x="147" y="103"/>
                      <a:pt x="147" y="113"/>
                      <a:pt x="148" y="115"/>
                    </a:cubicBezTo>
                    <a:cubicBezTo>
                      <a:pt x="148" y="120"/>
                      <a:pt x="148" y="126"/>
                      <a:pt x="148" y="130"/>
                    </a:cubicBezTo>
                    <a:cubicBezTo>
                      <a:pt x="149" y="139"/>
                      <a:pt x="148" y="149"/>
                      <a:pt x="149" y="158"/>
                    </a:cubicBezTo>
                    <a:cubicBezTo>
                      <a:pt x="148" y="159"/>
                      <a:pt x="149" y="159"/>
                      <a:pt x="148" y="159"/>
                    </a:cubicBezTo>
                    <a:cubicBezTo>
                      <a:pt x="149" y="160"/>
                      <a:pt x="148" y="160"/>
                      <a:pt x="149" y="160"/>
                    </a:cubicBezTo>
                    <a:cubicBezTo>
                      <a:pt x="149" y="161"/>
                      <a:pt x="149" y="162"/>
                      <a:pt x="148" y="162"/>
                    </a:cubicBezTo>
                    <a:cubicBezTo>
                      <a:pt x="148" y="180"/>
                      <a:pt x="148" y="180"/>
                      <a:pt x="148" y="180"/>
                    </a:cubicBezTo>
                    <a:cubicBezTo>
                      <a:pt x="148" y="180"/>
                      <a:pt x="148" y="180"/>
                      <a:pt x="148" y="180"/>
                    </a:cubicBezTo>
                    <a:cubicBezTo>
                      <a:pt x="143" y="169"/>
                      <a:pt x="143" y="169"/>
                      <a:pt x="143" y="169"/>
                    </a:cubicBezTo>
                    <a:cubicBezTo>
                      <a:pt x="143" y="169"/>
                      <a:pt x="143" y="169"/>
                      <a:pt x="143" y="169"/>
                    </a:cubicBezTo>
                    <a:cubicBezTo>
                      <a:pt x="143" y="169"/>
                      <a:pt x="143" y="169"/>
                      <a:pt x="143" y="169"/>
                    </a:cubicBezTo>
                    <a:cubicBezTo>
                      <a:pt x="142" y="166"/>
                      <a:pt x="142" y="166"/>
                      <a:pt x="141" y="166"/>
                    </a:cubicBezTo>
                    <a:cubicBezTo>
                      <a:pt x="141" y="164"/>
                      <a:pt x="141" y="164"/>
                      <a:pt x="140" y="162"/>
                    </a:cubicBezTo>
                    <a:cubicBezTo>
                      <a:pt x="140" y="162"/>
                      <a:pt x="140" y="162"/>
                      <a:pt x="140" y="162"/>
                    </a:cubicBezTo>
                    <a:cubicBezTo>
                      <a:pt x="138" y="160"/>
                      <a:pt x="138" y="160"/>
                      <a:pt x="138" y="160"/>
                    </a:cubicBezTo>
                    <a:cubicBezTo>
                      <a:pt x="138" y="156"/>
                      <a:pt x="135" y="152"/>
                      <a:pt x="136" y="149"/>
                    </a:cubicBezTo>
                    <a:cubicBezTo>
                      <a:pt x="136" y="148"/>
                      <a:pt x="136" y="148"/>
                      <a:pt x="136" y="148"/>
                    </a:cubicBezTo>
                    <a:cubicBezTo>
                      <a:pt x="137" y="144"/>
                      <a:pt x="137" y="144"/>
                      <a:pt x="137" y="144"/>
                    </a:cubicBezTo>
                    <a:cubicBezTo>
                      <a:pt x="136" y="142"/>
                      <a:pt x="136" y="142"/>
                      <a:pt x="136" y="142"/>
                    </a:cubicBezTo>
                    <a:cubicBezTo>
                      <a:pt x="136" y="141"/>
                      <a:pt x="137" y="141"/>
                      <a:pt x="137" y="140"/>
                    </a:cubicBezTo>
                    <a:cubicBezTo>
                      <a:pt x="137" y="137"/>
                      <a:pt x="139" y="137"/>
                      <a:pt x="138" y="135"/>
                    </a:cubicBezTo>
                    <a:cubicBezTo>
                      <a:pt x="140" y="135"/>
                      <a:pt x="140" y="135"/>
                      <a:pt x="140" y="135"/>
                    </a:cubicBezTo>
                    <a:cubicBezTo>
                      <a:pt x="140" y="133"/>
                      <a:pt x="140" y="133"/>
                      <a:pt x="142" y="132"/>
                    </a:cubicBezTo>
                    <a:cubicBezTo>
                      <a:pt x="142" y="129"/>
                      <a:pt x="142" y="129"/>
                      <a:pt x="142" y="129"/>
                    </a:cubicBezTo>
                    <a:cubicBezTo>
                      <a:pt x="140" y="130"/>
                      <a:pt x="142" y="129"/>
                      <a:pt x="140" y="130"/>
                    </a:cubicBezTo>
                    <a:cubicBezTo>
                      <a:pt x="140" y="128"/>
                      <a:pt x="141" y="128"/>
                      <a:pt x="143" y="126"/>
                    </a:cubicBezTo>
                    <a:cubicBezTo>
                      <a:pt x="142" y="125"/>
                      <a:pt x="142" y="125"/>
                      <a:pt x="143" y="123"/>
                    </a:cubicBezTo>
                    <a:cubicBezTo>
                      <a:pt x="141" y="122"/>
                      <a:pt x="141" y="122"/>
                      <a:pt x="141" y="122"/>
                    </a:cubicBezTo>
                    <a:cubicBezTo>
                      <a:pt x="142" y="120"/>
                      <a:pt x="141" y="119"/>
                      <a:pt x="142" y="116"/>
                    </a:cubicBezTo>
                    <a:cubicBezTo>
                      <a:pt x="142" y="113"/>
                      <a:pt x="143" y="113"/>
                      <a:pt x="143" y="111"/>
                    </a:cubicBezTo>
                    <a:cubicBezTo>
                      <a:pt x="143" y="111"/>
                      <a:pt x="142" y="110"/>
                      <a:pt x="142" y="110"/>
                    </a:cubicBezTo>
                    <a:cubicBezTo>
                      <a:pt x="141" y="110"/>
                      <a:pt x="141" y="110"/>
                      <a:pt x="141" y="110"/>
                    </a:cubicBezTo>
                    <a:cubicBezTo>
                      <a:pt x="142" y="108"/>
                      <a:pt x="141" y="109"/>
                      <a:pt x="142" y="109"/>
                    </a:cubicBezTo>
                    <a:cubicBezTo>
                      <a:pt x="142" y="106"/>
                      <a:pt x="142" y="107"/>
                      <a:pt x="143" y="106"/>
                    </a:cubicBezTo>
                    <a:cubicBezTo>
                      <a:pt x="144" y="103"/>
                      <a:pt x="142" y="106"/>
                      <a:pt x="143" y="104"/>
                    </a:cubicBezTo>
                    <a:cubicBezTo>
                      <a:pt x="143" y="102"/>
                      <a:pt x="143" y="105"/>
                      <a:pt x="144" y="102"/>
                    </a:cubicBezTo>
                    <a:cubicBezTo>
                      <a:pt x="144" y="102"/>
                      <a:pt x="144" y="101"/>
                      <a:pt x="144" y="100"/>
                    </a:cubicBezTo>
                    <a:cubicBezTo>
                      <a:pt x="144" y="101"/>
                      <a:pt x="144" y="101"/>
                      <a:pt x="144" y="100"/>
                    </a:cubicBezTo>
                    <a:cubicBezTo>
                      <a:pt x="145" y="96"/>
                      <a:pt x="144" y="96"/>
                      <a:pt x="141" y="95"/>
                    </a:cubicBezTo>
                    <a:cubicBezTo>
                      <a:pt x="141" y="92"/>
                      <a:pt x="141" y="92"/>
                      <a:pt x="141" y="92"/>
                    </a:cubicBezTo>
                    <a:cubicBezTo>
                      <a:pt x="141" y="92"/>
                      <a:pt x="141" y="91"/>
                      <a:pt x="142" y="91"/>
                    </a:cubicBezTo>
                    <a:cubicBezTo>
                      <a:pt x="144" y="89"/>
                      <a:pt x="141" y="92"/>
                      <a:pt x="142" y="91"/>
                    </a:cubicBezTo>
                    <a:cubicBezTo>
                      <a:pt x="143" y="90"/>
                      <a:pt x="143" y="90"/>
                      <a:pt x="143" y="90"/>
                    </a:cubicBezTo>
                    <a:cubicBezTo>
                      <a:pt x="144" y="80"/>
                      <a:pt x="143" y="85"/>
                      <a:pt x="140" y="81"/>
                    </a:cubicBezTo>
                    <a:cubicBezTo>
                      <a:pt x="141" y="80"/>
                      <a:pt x="140" y="77"/>
                      <a:pt x="142" y="76"/>
                    </a:cubicBezTo>
                    <a:cubicBezTo>
                      <a:pt x="142" y="73"/>
                      <a:pt x="142" y="75"/>
                      <a:pt x="140" y="72"/>
                    </a:cubicBezTo>
                    <a:cubicBezTo>
                      <a:pt x="140" y="71"/>
                      <a:pt x="140" y="70"/>
                      <a:pt x="140" y="69"/>
                    </a:cubicBezTo>
                    <a:cubicBezTo>
                      <a:pt x="139" y="65"/>
                      <a:pt x="139" y="65"/>
                      <a:pt x="139" y="65"/>
                    </a:cubicBezTo>
                    <a:cubicBezTo>
                      <a:pt x="138" y="64"/>
                      <a:pt x="138" y="65"/>
                      <a:pt x="138" y="63"/>
                    </a:cubicBezTo>
                    <a:close/>
                    <a:moveTo>
                      <a:pt x="92" y="57"/>
                    </a:moveTo>
                    <a:cubicBezTo>
                      <a:pt x="93" y="58"/>
                      <a:pt x="93" y="58"/>
                      <a:pt x="93" y="58"/>
                    </a:cubicBezTo>
                    <a:cubicBezTo>
                      <a:pt x="91" y="57"/>
                      <a:pt x="93" y="58"/>
                      <a:pt x="91" y="58"/>
                    </a:cubicBezTo>
                    <a:cubicBezTo>
                      <a:pt x="90" y="60"/>
                      <a:pt x="90" y="59"/>
                      <a:pt x="89" y="60"/>
                    </a:cubicBezTo>
                    <a:cubicBezTo>
                      <a:pt x="84" y="64"/>
                      <a:pt x="84" y="64"/>
                      <a:pt x="84" y="64"/>
                    </a:cubicBezTo>
                    <a:cubicBezTo>
                      <a:pt x="84" y="64"/>
                      <a:pt x="84" y="64"/>
                      <a:pt x="84" y="64"/>
                    </a:cubicBezTo>
                    <a:cubicBezTo>
                      <a:pt x="84" y="64"/>
                      <a:pt x="84" y="64"/>
                      <a:pt x="84" y="64"/>
                    </a:cubicBezTo>
                    <a:cubicBezTo>
                      <a:pt x="82" y="66"/>
                      <a:pt x="82" y="66"/>
                      <a:pt x="82" y="66"/>
                    </a:cubicBezTo>
                    <a:cubicBezTo>
                      <a:pt x="80" y="67"/>
                      <a:pt x="81" y="66"/>
                      <a:pt x="80" y="68"/>
                    </a:cubicBezTo>
                    <a:cubicBezTo>
                      <a:pt x="79" y="70"/>
                      <a:pt x="78" y="70"/>
                      <a:pt x="77" y="71"/>
                    </a:cubicBezTo>
                    <a:cubicBezTo>
                      <a:pt x="75" y="72"/>
                      <a:pt x="77" y="72"/>
                      <a:pt x="75" y="73"/>
                    </a:cubicBezTo>
                    <a:cubicBezTo>
                      <a:pt x="76" y="73"/>
                      <a:pt x="76" y="73"/>
                      <a:pt x="75" y="74"/>
                    </a:cubicBezTo>
                    <a:cubicBezTo>
                      <a:pt x="75" y="75"/>
                      <a:pt x="75" y="75"/>
                      <a:pt x="75" y="75"/>
                    </a:cubicBezTo>
                    <a:cubicBezTo>
                      <a:pt x="74" y="74"/>
                      <a:pt x="75" y="74"/>
                      <a:pt x="73" y="75"/>
                    </a:cubicBezTo>
                    <a:cubicBezTo>
                      <a:pt x="72" y="76"/>
                      <a:pt x="71" y="79"/>
                      <a:pt x="71" y="79"/>
                    </a:cubicBezTo>
                    <a:cubicBezTo>
                      <a:pt x="70" y="79"/>
                      <a:pt x="70" y="79"/>
                      <a:pt x="70" y="79"/>
                    </a:cubicBezTo>
                    <a:cubicBezTo>
                      <a:pt x="69" y="83"/>
                      <a:pt x="67" y="81"/>
                      <a:pt x="67" y="85"/>
                    </a:cubicBezTo>
                    <a:cubicBezTo>
                      <a:pt x="66" y="87"/>
                      <a:pt x="66" y="87"/>
                      <a:pt x="66" y="87"/>
                    </a:cubicBezTo>
                    <a:cubicBezTo>
                      <a:pt x="65" y="85"/>
                      <a:pt x="66" y="87"/>
                      <a:pt x="65" y="87"/>
                    </a:cubicBezTo>
                    <a:cubicBezTo>
                      <a:pt x="65" y="87"/>
                      <a:pt x="65" y="87"/>
                      <a:pt x="65" y="87"/>
                    </a:cubicBezTo>
                    <a:cubicBezTo>
                      <a:pt x="65" y="87"/>
                      <a:pt x="65" y="87"/>
                      <a:pt x="65" y="87"/>
                    </a:cubicBezTo>
                    <a:cubicBezTo>
                      <a:pt x="64" y="87"/>
                      <a:pt x="64" y="87"/>
                      <a:pt x="64" y="87"/>
                    </a:cubicBezTo>
                    <a:cubicBezTo>
                      <a:pt x="64" y="87"/>
                      <a:pt x="64" y="87"/>
                      <a:pt x="64" y="87"/>
                    </a:cubicBezTo>
                    <a:cubicBezTo>
                      <a:pt x="64" y="88"/>
                      <a:pt x="64" y="88"/>
                      <a:pt x="65" y="89"/>
                    </a:cubicBezTo>
                    <a:cubicBezTo>
                      <a:pt x="65" y="90"/>
                      <a:pt x="65" y="89"/>
                      <a:pt x="66" y="89"/>
                    </a:cubicBezTo>
                    <a:cubicBezTo>
                      <a:pt x="67" y="90"/>
                      <a:pt x="66" y="90"/>
                      <a:pt x="68" y="88"/>
                    </a:cubicBezTo>
                    <a:cubicBezTo>
                      <a:pt x="70" y="86"/>
                      <a:pt x="70" y="86"/>
                      <a:pt x="70" y="86"/>
                    </a:cubicBezTo>
                    <a:cubicBezTo>
                      <a:pt x="71" y="86"/>
                      <a:pt x="70" y="86"/>
                      <a:pt x="71" y="86"/>
                    </a:cubicBezTo>
                    <a:cubicBezTo>
                      <a:pt x="76" y="82"/>
                      <a:pt x="76" y="82"/>
                      <a:pt x="76" y="82"/>
                    </a:cubicBezTo>
                    <a:cubicBezTo>
                      <a:pt x="77" y="81"/>
                      <a:pt x="77" y="82"/>
                      <a:pt x="77" y="79"/>
                    </a:cubicBezTo>
                    <a:cubicBezTo>
                      <a:pt x="80" y="79"/>
                      <a:pt x="79" y="79"/>
                      <a:pt x="81" y="77"/>
                    </a:cubicBezTo>
                    <a:cubicBezTo>
                      <a:pt x="82" y="77"/>
                      <a:pt x="81" y="77"/>
                      <a:pt x="82" y="76"/>
                    </a:cubicBezTo>
                    <a:cubicBezTo>
                      <a:pt x="83" y="76"/>
                      <a:pt x="82" y="76"/>
                      <a:pt x="83" y="76"/>
                    </a:cubicBezTo>
                    <a:cubicBezTo>
                      <a:pt x="84" y="75"/>
                      <a:pt x="84" y="76"/>
                      <a:pt x="85" y="76"/>
                    </a:cubicBezTo>
                    <a:cubicBezTo>
                      <a:pt x="83" y="75"/>
                      <a:pt x="83" y="75"/>
                      <a:pt x="83" y="75"/>
                    </a:cubicBezTo>
                    <a:cubicBezTo>
                      <a:pt x="87" y="74"/>
                      <a:pt x="87" y="72"/>
                      <a:pt x="90" y="70"/>
                    </a:cubicBezTo>
                    <a:cubicBezTo>
                      <a:pt x="90" y="70"/>
                      <a:pt x="91" y="70"/>
                      <a:pt x="91" y="70"/>
                    </a:cubicBezTo>
                    <a:cubicBezTo>
                      <a:pt x="92" y="69"/>
                      <a:pt x="91" y="69"/>
                      <a:pt x="92" y="69"/>
                    </a:cubicBezTo>
                    <a:cubicBezTo>
                      <a:pt x="93" y="68"/>
                      <a:pt x="95" y="67"/>
                      <a:pt x="97" y="67"/>
                    </a:cubicBezTo>
                    <a:cubicBezTo>
                      <a:pt x="97" y="60"/>
                      <a:pt x="97" y="64"/>
                      <a:pt x="96" y="62"/>
                    </a:cubicBezTo>
                    <a:cubicBezTo>
                      <a:pt x="96" y="61"/>
                      <a:pt x="96" y="60"/>
                      <a:pt x="96" y="58"/>
                    </a:cubicBezTo>
                    <a:cubicBezTo>
                      <a:pt x="96" y="58"/>
                      <a:pt x="96" y="58"/>
                      <a:pt x="96" y="57"/>
                    </a:cubicBezTo>
                    <a:cubicBezTo>
                      <a:pt x="96" y="57"/>
                      <a:pt x="96" y="57"/>
                      <a:pt x="96" y="57"/>
                    </a:cubicBezTo>
                    <a:cubicBezTo>
                      <a:pt x="96" y="56"/>
                      <a:pt x="96" y="56"/>
                      <a:pt x="96" y="56"/>
                    </a:cubicBezTo>
                    <a:cubicBezTo>
                      <a:pt x="96" y="56"/>
                      <a:pt x="96" y="56"/>
                      <a:pt x="96" y="56"/>
                    </a:cubicBezTo>
                    <a:cubicBezTo>
                      <a:pt x="96" y="54"/>
                      <a:pt x="96" y="54"/>
                      <a:pt x="96" y="54"/>
                    </a:cubicBezTo>
                    <a:cubicBezTo>
                      <a:pt x="95" y="55"/>
                      <a:pt x="94" y="56"/>
                      <a:pt x="92" y="57"/>
                    </a:cubicBezTo>
                    <a:close/>
                    <a:moveTo>
                      <a:pt x="109" y="39"/>
                    </a:moveTo>
                    <a:cubicBezTo>
                      <a:pt x="108" y="40"/>
                      <a:pt x="108" y="40"/>
                      <a:pt x="108" y="40"/>
                    </a:cubicBezTo>
                    <a:cubicBezTo>
                      <a:pt x="106" y="39"/>
                      <a:pt x="107" y="42"/>
                      <a:pt x="105" y="40"/>
                    </a:cubicBezTo>
                    <a:cubicBezTo>
                      <a:pt x="107" y="39"/>
                      <a:pt x="105" y="39"/>
                      <a:pt x="109" y="39"/>
                    </a:cubicBezTo>
                    <a:close/>
                    <a:moveTo>
                      <a:pt x="109" y="39"/>
                    </a:moveTo>
                    <a:cubicBezTo>
                      <a:pt x="109" y="38"/>
                      <a:pt x="109" y="38"/>
                      <a:pt x="109" y="38"/>
                    </a:cubicBezTo>
                    <a:cubicBezTo>
                      <a:pt x="108" y="38"/>
                      <a:pt x="109" y="38"/>
                      <a:pt x="109" y="39"/>
                    </a:cubicBezTo>
                    <a:close/>
                    <a:moveTo>
                      <a:pt x="123" y="34"/>
                    </a:moveTo>
                    <a:cubicBezTo>
                      <a:pt x="124" y="33"/>
                      <a:pt x="124" y="32"/>
                      <a:pt x="125" y="32"/>
                    </a:cubicBezTo>
                    <a:cubicBezTo>
                      <a:pt x="126" y="32"/>
                      <a:pt x="126" y="32"/>
                      <a:pt x="126" y="32"/>
                    </a:cubicBezTo>
                    <a:cubicBezTo>
                      <a:pt x="126" y="32"/>
                      <a:pt x="127" y="32"/>
                      <a:pt x="127" y="32"/>
                    </a:cubicBezTo>
                    <a:cubicBezTo>
                      <a:pt x="125" y="33"/>
                      <a:pt x="126" y="33"/>
                      <a:pt x="125" y="34"/>
                    </a:cubicBezTo>
                    <a:cubicBezTo>
                      <a:pt x="125" y="37"/>
                      <a:pt x="124" y="38"/>
                      <a:pt x="124" y="42"/>
                    </a:cubicBezTo>
                    <a:cubicBezTo>
                      <a:pt x="123" y="42"/>
                      <a:pt x="123" y="45"/>
                      <a:pt x="124" y="46"/>
                    </a:cubicBezTo>
                    <a:cubicBezTo>
                      <a:pt x="123" y="47"/>
                      <a:pt x="123" y="47"/>
                      <a:pt x="123" y="47"/>
                    </a:cubicBezTo>
                    <a:cubicBezTo>
                      <a:pt x="123" y="49"/>
                      <a:pt x="123" y="49"/>
                      <a:pt x="124" y="51"/>
                    </a:cubicBezTo>
                    <a:cubicBezTo>
                      <a:pt x="124" y="52"/>
                      <a:pt x="124" y="50"/>
                      <a:pt x="124" y="52"/>
                    </a:cubicBezTo>
                    <a:cubicBezTo>
                      <a:pt x="124" y="52"/>
                      <a:pt x="124" y="53"/>
                      <a:pt x="124" y="53"/>
                    </a:cubicBezTo>
                    <a:cubicBezTo>
                      <a:pt x="124" y="55"/>
                      <a:pt x="124" y="58"/>
                      <a:pt x="125" y="60"/>
                    </a:cubicBezTo>
                    <a:cubicBezTo>
                      <a:pt x="125" y="60"/>
                      <a:pt x="125" y="60"/>
                      <a:pt x="125" y="60"/>
                    </a:cubicBezTo>
                    <a:cubicBezTo>
                      <a:pt x="125" y="61"/>
                      <a:pt x="125" y="61"/>
                      <a:pt x="125" y="61"/>
                    </a:cubicBezTo>
                    <a:cubicBezTo>
                      <a:pt x="125" y="61"/>
                      <a:pt x="125" y="63"/>
                      <a:pt x="125" y="64"/>
                    </a:cubicBezTo>
                    <a:cubicBezTo>
                      <a:pt x="125" y="67"/>
                      <a:pt x="126" y="64"/>
                      <a:pt x="126" y="71"/>
                    </a:cubicBezTo>
                    <a:cubicBezTo>
                      <a:pt x="126" y="74"/>
                      <a:pt x="126" y="73"/>
                      <a:pt x="127" y="74"/>
                    </a:cubicBezTo>
                    <a:cubicBezTo>
                      <a:pt x="127" y="75"/>
                      <a:pt x="127" y="76"/>
                      <a:pt x="127" y="77"/>
                    </a:cubicBezTo>
                    <a:cubicBezTo>
                      <a:pt x="127" y="78"/>
                      <a:pt x="127" y="79"/>
                      <a:pt x="127" y="80"/>
                    </a:cubicBezTo>
                    <a:cubicBezTo>
                      <a:pt x="127" y="80"/>
                      <a:pt x="127" y="80"/>
                      <a:pt x="127" y="80"/>
                    </a:cubicBezTo>
                    <a:cubicBezTo>
                      <a:pt x="128" y="82"/>
                      <a:pt x="128" y="84"/>
                      <a:pt x="128" y="86"/>
                    </a:cubicBezTo>
                    <a:cubicBezTo>
                      <a:pt x="129" y="89"/>
                      <a:pt x="128" y="95"/>
                      <a:pt x="130" y="98"/>
                    </a:cubicBezTo>
                    <a:cubicBezTo>
                      <a:pt x="129" y="98"/>
                      <a:pt x="129" y="98"/>
                      <a:pt x="129" y="98"/>
                    </a:cubicBezTo>
                    <a:cubicBezTo>
                      <a:pt x="130" y="100"/>
                      <a:pt x="129" y="101"/>
                      <a:pt x="128" y="102"/>
                    </a:cubicBezTo>
                    <a:cubicBezTo>
                      <a:pt x="127" y="105"/>
                      <a:pt x="128" y="105"/>
                      <a:pt x="129" y="109"/>
                    </a:cubicBezTo>
                    <a:cubicBezTo>
                      <a:pt x="128" y="109"/>
                      <a:pt x="128" y="109"/>
                      <a:pt x="128" y="110"/>
                    </a:cubicBezTo>
                    <a:cubicBezTo>
                      <a:pt x="128" y="112"/>
                      <a:pt x="128" y="113"/>
                      <a:pt x="128" y="115"/>
                    </a:cubicBezTo>
                    <a:cubicBezTo>
                      <a:pt x="127" y="118"/>
                      <a:pt x="128" y="123"/>
                      <a:pt x="127" y="127"/>
                    </a:cubicBezTo>
                    <a:cubicBezTo>
                      <a:pt x="126" y="126"/>
                      <a:pt x="126" y="126"/>
                      <a:pt x="126" y="126"/>
                    </a:cubicBezTo>
                    <a:cubicBezTo>
                      <a:pt x="125" y="124"/>
                      <a:pt x="125" y="123"/>
                      <a:pt x="125" y="121"/>
                    </a:cubicBezTo>
                    <a:cubicBezTo>
                      <a:pt x="123" y="117"/>
                      <a:pt x="123" y="117"/>
                      <a:pt x="123" y="117"/>
                    </a:cubicBezTo>
                    <a:cubicBezTo>
                      <a:pt x="123" y="117"/>
                      <a:pt x="123" y="117"/>
                      <a:pt x="123" y="117"/>
                    </a:cubicBezTo>
                    <a:cubicBezTo>
                      <a:pt x="123" y="115"/>
                      <a:pt x="122" y="113"/>
                      <a:pt x="121" y="111"/>
                    </a:cubicBezTo>
                    <a:cubicBezTo>
                      <a:pt x="122" y="110"/>
                      <a:pt x="122" y="110"/>
                      <a:pt x="122" y="110"/>
                    </a:cubicBezTo>
                    <a:cubicBezTo>
                      <a:pt x="120" y="104"/>
                      <a:pt x="120" y="104"/>
                      <a:pt x="120" y="104"/>
                    </a:cubicBezTo>
                    <a:cubicBezTo>
                      <a:pt x="120" y="103"/>
                      <a:pt x="120" y="101"/>
                      <a:pt x="120" y="100"/>
                    </a:cubicBezTo>
                    <a:cubicBezTo>
                      <a:pt x="120" y="97"/>
                      <a:pt x="119" y="99"/>
                      <a:pt x="119" y="97"/>
                    </a:cubicBezTo>
                    <a:cubicBezTo>
                      <a:pt x="119" y="96"/>
                      <a:pt x="119" y="94"/>
                      <a:pt x="119" y="92"/>
                    </a:cubicBezTo>
                    <a:cubicBezTo>
                      <a:pt x="117" y="83"/>
                      <a:pt x="117" y="83"/>
                      <a:pt x="117" y="83"/>
                    </a:cubicBezTo>
                    <a:cubicBezTo>
                      <a:pt x="117" y="83"/>
                      <a:pt x="117" y="83"/>
                      <a:pt x="117" y="82"/>
                    </a:cubicBezTo>
                    <a:cubicBezTo>
                      <a:pt x="116" y="81"/>
                      <a:pt x="117" y="81"/>
                      <a:pt x="116" y="79"/>
                    </a:cubicBezTo>
                    <a:cubicBezTo>
                      <a:pt x="118" y="77"/>
                      <a:pt x="117" y="77"/>
                      <a:pt x="119" y="76"/>
                    </a:cubicBezTo>
                    <a:cubicBezTo>
                      <a:pt x="119" y="75"/>
                      <a:pt x="119" y="75"/>
                      <a:pt x="120" y="74"/>
                    </a:cubicBezTo>
                    <a:cubicBezTo>
                      <a:pt x="121" y="73"/>
                      <a:pt x="121" y="73"/>
                      <a:pt x="121" y="73"/>
                    </a:cubicBezTo>
                    <a:cubicBezTo>
                      <a:pt x="119" y="72"/>
                      <a:pt x="118" y="71"/>
                      <a:pt x="116" y="70"/>
                    </a:cubicBezTo>
                    <a:cubicBezTo>
                      <a:pt x="115" y="68"/>
                      <a:pt x="115" y="68"/>
                      <a:pt x="115" y="68"/>
                    </a:cubicBezTo>
                    <a:cubicBezTo>
                      <a:pt x="113" y="69"/>
                      <a:pt x="113" y="69"/>
                      <a:pt x="113" y="69"/>
                    </a:cubicBezTo>
                    <a:cubicBezTo>
                      <a:pt x="112" y="66"/>
                      <a:pt x="112" y="66"/>
                      <a:pt x="112" y="63"/>
                    </a:cubicBezTo>
                    <a:cubicBezTo>
                      <a:pt x="112" y="63"/>
                      <a:pt x="112" y="63"/>
                      <a:pt x="111" y="62"/>
                    </a:cubicBezTo>
                    <a:cubicBezTo>
                      <a:pt x="107" y="47"/>
                      <a:pt x="107" y="47"/>
                      <a:pt x="107" y="47"/>
                    </a:cubicBezTo>
                    <a:cubicBezTo>
                      <a:pt x="107" y="46"/>
                      <a:pt x="106" y="43"/>
                      <a:pt x="107" y="42"/>
                    </a:cubicBezTo>
                    <a:cubicBezTo>
                      <a:pt x="108" y="42"/>
                      <a:pt x="108" y="42"/>
                      <a:pt x="108" y="42"/>
                    </a:cubicBezTo>
                    <a:cubicBezTo>
                      <a:pt x="108" y="42"/>
                      <a:pt x="109" y="41"/>
                      <a:pt x="109" y="41"/>
                    </a:cubicBezTo>
                    <a:cubicBezTo>
                      <a:pt x="109" y="41"/>
                      <a:pt x="109" y="41"/>
                      <a:pt x="109" y="41"/>
                    </a:cubicBezTo>
                    <a:cubicBezTo>
                      <a:pt x="110" y="40"/>
                      <a:pt x="109" y="40"/>
                      <a:pt x="110" y="40"/>
                    </a:cubicBezTo>
                    <a:cubicBezTo>
                      <a:pt x="110" y="36"/>
                      <a:pt x="110" y="36"/>
                      <a:pt x="110" y="36"/>
                    </a:cubicBezTo>
                    <a:cubicBezTo>
                      <a:pt x="113" y="36"/>
                      <a:pt x="113" y="36"/>
                      <a:pt x="113" y="36"/>
                    </a:cubicBezTo>
                    <a:cubicBezTo>
                      <a:pt x="112" y="34"/>
                      <a:pt x="112" y="34"/>
                      <a:pt x="112" y="34"/>
                    </a:cubicBezTo>
                    <a:cubicBezTo>
                      <a:pt x="115" y="34"/>
                      <a:pt x="112" y="33"/>
                      <a:pt x="115" y="33"/>
                    </a:cubicBezTo>
                    <a:cubicBezTo>
                      <a:pt x="115" y="35"/>
                      <a:pt x="115" y="36"/>
                      <a:pt x="115" y="39"/>
                    </a:cubicBezTo>
                    <a:cubicBezTo>
                      <a:pt x="116" y="39"/>
                      <a:pt x="117" y="39"/>
                      <a:pt x="118" y="39"/>
                    </a:cubicBezTo>
                    <a:cubicBezTo>
                      <a:pt x="120" y="38"/>
                      <a:pt x="118" y="39"/>
                      <a:pt x="120" y="38"/>
                    </a:cubicBezTo>
                    <a:cubicBezTo>
                      <a:pt x="120" y="37"/>
                      <a:pt x="119" y="37"/>
                      <a:pt x="119" y="36"/>
                    </a:cubicBezTo>
                    <a:cubicBezTo>
                      <a:pt x="120" y="35"/>
                      <a:pt x="121" y="35"/>
                      <a:pt x="122" y="34"/>
                    </a:cubicBezTo>
                    <a:cubicBezTo>
                      <a:pt x="123" y="33"/>
                      <a:pt x="123" y="33"/>
                      <a:pt x="123" y="33"/>
                    </a:cubicBezTo>
                    <a:cubicBezTo>
                      <a:pt x="124" y="33"/>
                      <a:pt x="122" y="34"/>
                      <a:pt x="123" y="34"/>
                    </a:cubicBezTo>
                    <a:close/>
                    <a:moveTo>
                      <a:pt x="116" y="33"/>
                    </a:moveTo>
                    <a:cubicBezTo>
                      <a:pt x="117" y="33"/>
                      <a:pt x="117" y="33"/>
                      <a:pt x="117" y="33"/>
                    </a:cubicBezTo>
                    <a:cubicBezTo>
                      <a:pt x="114" y="31"/>
                      <a:pt x="116" y="32"/>
                      <a:pt x="116" y="33"/>
                    </a:cubicBezTo>
                    <a:close/>
                    <a:moveTo>
                      <a:pt x="144" y="44"/>
                    </a:moveTo>
                    <a:cubicBezTo>
                      <a:pt x="144" y="43"/>
                      <a:pt x="144" y="41"/>
                      <a:pt x="144" y="39"/>
                    </a:cubicBezTo>
                    <a:cubicBezTo>
                      <a:pt x="143" y="36"/>
                      <a:pt x="144" y="37"/>
                      <a:pt x="143" y="33"/>
                    </a:cubicBezTo>
                    <a:cubicBezTo>
                      <a:pt x="143" y="32"/>
                      <a:pt x="143" y="32"/>
                      <a:pt x="142" y="31"/>
                    </a:cubicBezTo>
                    <a:cubicBezTo>
                      <a:pt x="142" y="30"/>
                      <a:pt x="142" y="30"/>
                      <a:pt x="142" y="30"/>
                    </a:cubicBezTo>
                    <a:cubicBezTo>
                      <a:pt x="142" y="29"/>
                      <a:pt x="142" y="30"/>
                      <a:pt x="142" y="29"/>
                    </a:cubicBezTo>
                    <a:cubicBezTo>
                      <a:pt x="137" y="29"/>
                      <a:pt x="136" y="28"/>
                      <a:pt x="131" y="30"/>
                    </a:cubicBezTo>
                    <a:cubicBezTo>
                      <a:pt x="129" y="30"/>
                      <a:pt x="130" y="31"/>
                      <a:pt x="128" y="31"/>
                    </a:cubicBezTo>
                    <a:cubicBezTo>
                      <a:pt x="135" y="36"/>
                      <a:pt x="135" y="36"/>
                      <a:pt x="135" y="36"/>
                    </a:cubicBezTo>
                    <a:cubicBezTo>
                      <a:pt x="141" y="42"/>
                      <a:pt x="138" y="41"/>
                      <a:pt x="141" y="42"/>
                    </a:cubicBezTo>
                    <a:cubicBezTo>
                      <a:pt x="140" y="43"/>
                      <a:pt x="140" y="42"/>
                      <a:pt x="141" y="43"/>
                    </a:cubicBezTo>
                    <a:cubicBezTo>
                      <a:pt x="141" y="44"/>
                      <a:pt x="141" y="44"/>
                      <a:pt x="142" y="45"/>
                    </a:cubicBezTo>
                    <a:cubicBezTo>
                      <a:pt x="144" y="48"/>
                      <a:pt x="144" y="48"/>
                      <a:pt x="144" y="48"/>
                    </a:cubicBezTo>
                    <a:cubicBezTo>
                      <a:pt x="145" y="47"/>
                      <a:pt x="144" y="47"/>
                      <a:pt x="144" y="47"/>
                    </a:cubicBezTo>
                    <a:cubicBezTo>
                      <a:pt x="143" y="45"/>
                      <a:pt x="144" y="46"/>
                      <a:pt x="144" y="44"/>
                    </a:cubicBezTo>
                    <a:close/>
                    <a:moveTo>
                      <a:pt x="153" y="1"/>
                    </a:moveTo>
                    <a:cubicBezTo>
                      <a:pt x="153" y="1"/>
                      <a:pt x="152" y="1"/>
                      <a:pt x="152" y="1"/>
                    </a:cubicBezTo>
                    <a:cubicBezTo>
                      <a:pt x="151" y="3"/>
                      <a:pt x="151" y="1"/>
                      <a:pt x="149" y="4"/>
                    </a:cubicBezTo>
                    <a:cubicBezTo>
                      <a:pt x="148" y="4"/>
                      <a:pt x="146" y="4"/>
                      <a:pt x="145" y="4"/>
                    </a:cubicBezTo>
                    <a:cubicBezTo>
                      <a:pt x="145" y="4"/>
                      <a:pt x="144" y="5"/>
                      <a:pt x="144" y="5"/>
                    </a:cubicBezTo>
                    <a:cubicBezTo>
                      <a:pt x="142" y="5"/>
                      <a:pt x="143" y="5"/>
                      <a:pt x="142" y="5"/>
                    </a:cubicBezTo>
                    <a:cubicBezTo>
                      <a:pt x="140" y="5"/>
                      <a:pt x="140" y="6"/>
                      <a:pt x="137" y="6"/>
                    </a:cubicBezTo>
                    <a:cubicBezTo>
                      <a:pt x="136" y="7"/>
                      <a:pt x="135" y="6"/>
                      <a:pt x="133" y="7"/>
                    </a:cubicBezTo>
                    <a:cubicBezTo>
                      <a:pt x="133" y="8"/>
                      <a:pt x="133" y="8"/>
                      <a:pt x="133" y="8"/>
                    </a:cubicBezTo>
                    <a:cubicBezTo>
                      <a:pt x="130" y="8"/>
                      <a:pt x="131" y="8"/>
                      <a:pt x="129" y="9"/>
                    </a:cubicBezTo>
                    <a:cubicBezTo>
                      <a:pt x="128" y="10"/>
                      <a:pt x="127" y="10"/>
                      <a:pt x="126" y="10"/>
                    </a:cubicBezTo>
                    <a:cubicBezTo>
                      <a:pt x="123" y="11"/>
                      <a:pt x="116" y="14"/>
                      <a:pt x="115" y="16"/>
                    </a:cubicBezTo>
                    <a:cubicBezTo>
                      <a:pt x="113" y="18"/>
                      <a:pt x="113" y="19"/>
                      <a:pt x="109" y="19"/>
                    </a:cubicBezTo>
                    <a:cubicBezTo>
                      <a:pt x="109" y="21"/>
                      <a:pt x="109" y="19"/>
                      <a:pt x="109" y="19"/>
                    </a:cubicBezTo>
                    <a:cubicBezTo>
                      <a:pt x="90" y="33"/>
                      <a:pt x="90" y="33"/>
                      <a:pt x="90" y="33"/>
                    </a:cubicBezTo>
                    <a:cubicBezTo>
                      <a:pt x="90" y="33"/>
                      <a:pt x="89" y="34"/>
                      <a:pt x="89" y="34"/>
                    </a:cubicBezTo>
                    <a:cubicBezTo>
                      <a:pt x="88" y="35"/>
                      <a:pt x="88" y="36"/>
                      <a:pt x="86" y="36"/>
                    </a:cubicBezTo>
                    <a:cubicBezTo>
                      <a:pt x="86" y="37"/>
                      <a:pt x="86" y="37"/>
                      <a:pt x="86" y="37"/>
                    </a:cubicBezTo>
                    <a:cubicBezTo>
                      <a:pt x="84" y="37"/>
                      <a:pt x="86" y="37"/>
                      <a:pt x="84" y="38"/>
                    </a:cubicBezTo>
                    <a:cubicBezTo>
                      <a:pt x="83" y="39"/>
                      <a:pt x="83" y="39"/>
                      <a:pt x="83" y="39"/>
                    </a:cubicBezTo>
                    <a:cubicBezTo>
                      <a:pt x="83" y="39"/>
                      <a:pt x="82" y="39"/>
                      <a:pt x="82" y="39"/>
                    </a:cubicBezTo>
                    <a:cubicBezTo>
                      <a:pt x="82" y="39"/>
                      <a:pt x="82" y="40"/>
                      <a:pt x="82" y="40"/>
                    </a:cubicBezTo>
                    <a:cubicBezTo>
                      <a:pt x="78" y="43"/>
                      <a:pt x="78" y="43"/>
                      <a:pt x="78" y="43"/>
                    </a:cubicBezTo>
                    <a:cubicBezTo>
                      <a:pt x="78" y="43"/>
                      <a:pt x="78" y="43"/>
                      <a:pt x="78" y="43"/>
                    </a:cubicBezTo>
                    <a:cubicBezTo>
                      <a:pt x="77" y="44"/>
                      <a:pt x="77" y="44"/>
                      <a:pt x="77" y="44"/>
                    </a:cubicBezTo>
                    <a:cubicBezTo>
                      <a:pt x="77" y="44"/>
                      <a:pt x="77" y="44"/>
                      <a:pt x="77" y="44"/>
                    </a:cubicBezTo>
                    <a:cubicBezTo>
                      <a:pt x="66" y="55"/>
                      <a:pt x="66" y="55"/>
                      <a:pt x="66" y="55"/>
                    </a:cubicBezTo>
                    <a:cubicBezTo>
                      <a:pt x="65" y="56"/>
                      <a:pt x="64" y="57"/>
                      <a:pt x="65" y="58"/>
                    </a:cubicBezTo>
                    <a:cubicBezTo>
                      <a:pt x="62" y="59"/>
                      <a:pt x="63" y="60"/>
                      <a:pt x="60" y="63"/>
                    </a:cubicBezTo>
                    <a:cubicBezTo>
                      <a:pt x="57" y="68"/>
                      <a:pt x="57" y="70"/>
                      <a:pt x="56" y="70"/>
                    </a:cubicBezTo>
                    <a:cubicBezTo>
                      <a:pt x="56" y="72"/>
                      <a:pt x="56" y="72"/>
                      <a:pt x="56" y="72"/>
                    </a:cubicBezTo>
                    <a:cubicBezTo>
                      <a:pt x="56" y="72"/>
                      <a:pt x="56" y="72"/>
                      <a:pt x="56" y="72"/>
                    </a:cubicBezTo>
                    <a:cubicBezTo>
                      <a:pt x="51" y="80"/>
                      <a:pt x="51" y="80"/>
                      <a:pt x="51" y="80"/>
                    </a:cubicBezTo>
                    <a:cubicBezTo>
                      <a:pt x="51" y="80"/>
                      <a:pt x="50" y="81"/>
                      <a:pt x="50" y="81"/>
                    </a:cubicBezTo>
                    <a:cubicBezTo>
                      <a:pt x="50" y="81"/>
                      <a:pt x="50" y="82"/>
                      <a:pt x="50" y="82"/>
                    </a:cubicBezTo>
                    <a:cubicBezTo>
                      <a:pt x="49" y="85"/>
                      <a:pt x="49" y="85"/>
                      <a:pt x="49" y="85"/>
                    </a:cubicBezTo>
                    <a:cubicBezTo>
                      <a:pt x="49" y="85"/>
                      <a:pt x="49" y="85"/>
                      <a:pt x="49" y="85"/>
                    </a:cubicBezTo>
                    <a:cubicBezTo>
                      <a:pt x="49" y="85"/>
                      <a:pt x="48" y="85"/>
                      <a:pt x="48" y="85"/>
                    </a:cubicBezTo>
                    <a:cubicBezTo>
                      <a:pt x="47" y="89"/>
                      <a:pt x="47" y="89"/>
                      <a:pt x="47" y="89"/>
                    </a:cubicBezTo>
                    <a:cubicBezTo>
                      <a:pt x="46" y="91"/>
                      <a:pt x="47" y="91"/>
                      <a:pt x="45" y="92"/>
                    </a:cubicBezTo>
                    <a:cubicBezTo>
                      <a:pt x="46" y="92"/>
                      <a:pt x="46" y="92"/>
                      <a:pt x="46" y="92"/>
                    </a:cubicBezTo>
                    <a:cubicBezTo>
                      <a:pt x="42" y="103"/>
                      <a:pt x="42" y="103"/>
                      <a:pt x="42" y="103"/>
                    </a:cubicBezTo>
                    <a:cubicBezTo>
                      <a:pt x="41" y="105"/>
                      <a:pt x="42" y="101"/>
                      <a:pt x="41" y="104"/>
                    </a:cubicBezTo>
                    <a:cubicBezTo>
                      <a:pt x="41" y="105"/>
                      <a:pt x="40" y="108"/>
                      <a:pt x="40" y="109"/>
                    </a:cubicBezTo>
                    <a:cubicBezTo>
                      <a:pt x="39" y="109"/>
                      <a:pt x="39" y="109"/>
                      <a:pt x="39" y="109"/>
                    </a:cubicBezTo>
                    <a:cubicBezTo>
                      <a:pt x="39" y="110"/>
                      <a:pt x="39" y="112"/>
                      <a:pt x="38" y="112"/>
                    </a:cubicBezTo>
                    <a:cubicBezTo>
                      <a:pt x="38" y="114"/>
                      <a:pt x="38" y="114"/>
                      <a:pt x="37" y="115"/>
                    </a:cubicBezTo>
                    <a:cubicBezTo>
                      <a:pt x="32" y="130"/>
                      <a:pt x="32" y="130"/>
                      <a:pt x="32" y="130"/>
                    </a:cubicBezTo>
                    <a:cubicBezTo>
                      <a:pt x="31" y="133"/>
                      <a:pt x="33" y="131"/>
                      <a:pt x="31" y="132"/>
                    </a:cubicBezTo>
                    <a:cubicBezTo>
                      <a:pt x="31" y="131"/>
                      <a:pt x="30" y="131"/>
                      <a:pt x="30" y="130"/>
                    </a:cubicBezTo>
                    <a:cubicBezTo>
                      <a:pt x="31" y="128"/>
                      <a:pt x="32" y="128"/>
                      <a:pt x="30" y="127"/>
                    </a:cubicBezTo>
                    <a:cubicBezTo>
                      <a:pt x="30" y="115"/>
                      <a:pt x="30" y="115"/>
                      <a:pt x="30" y="115"/>
                    </a:cubicBezTo>
                    <a:cubicBezTo>
                      <a:pt x="29" y="114"/>
                      <a:pt x="31" y="114"/>
                      <a:pt x="30" y="114"/>
                    </a:cubicBezTo>
                    <a:cubicBezTo>
                      <a:pt x="30" y="114"/>
                      <a:pt x="30" y="116"/>
                      <a:pt x="30" y="115"/>
                    </a:cubicBezTo>
                    <a:cubicBezTo>
                      <a:pt x="30" y="114"/>
                      <a:pt x="30" y="115"/>
                      <a:pt x="30" y="115"/>
                    </a:cubicBezTo>
                    <a:cubicBezTo>
                      <a:pt x="30" y="112"/>
                      <a:pt x="30" y="112"/>
                      <a:pt x="30" y="112"/>
                    </a:cubicBezTo>
                    <a:cubicBezTo>
                      <a:pt x="30" y="110"/>
                      <a:pt x="30" y="107"/>
                      <a:pt x="30" y="104"/>
                    </a:cubicBezTo>
                    <a:cubicBezTo>
                      <a:pt x="30" y="100"/>
                      <a:pt x="29" y="97"/>
                      <a:pt x="30" y="92"/>
                    </a:cubicBezTo>
                    <a:cubicBezTo>
                      <a:pt x="30" y="92"/>
                      <a:pt x="30" y="92"/>
                      <a:pt x="30" y="92"/>
                    </a:cubicBezTo>
                    <a:cubicBezTo>
                      <a:pt x="30" y="91"/>
                      <a:pt x="30" y="91"/>
                      <a:pt x="30" y="91"/>
                    </a:cubicBezTo>
                    <a:cubicBezTo>
                      <a:pt x="30" y="89"/>
                      <a:pt x="30" y="88"/>
                      <a:pt x="30" y="87"/>
                    </a:cubicBezTo>
                    <a:cubicBezTo>
                      <a:pt x="29" y="85"/>
                      <a:pt x="30" y="82"/>
                      <a:pt x="30" y="81"/>
                    </a:cubicBezTo>
                    <a:cubicBezTo>
                      <a:pt x="30" y="80"/>
                      <a:pt x="30" y="81"/>
                      <a:pt x="30" y="80"/>
                    </a:cubicBezTo>
                    <a:cubicBezTo>
                      <a:pt x="29" y="74"/>
                      <a:pt x="32" y="64"/>
                      <a:pt x="26" y="60"/>
                    </a:cubicBezTo>
                    <a:cubicBezTo>
                      <a:pt x="21" y="58"/>
                      <a:pt x="21" y="58"/>
                      <a:pt x="21" y="58"/>
                    </a:cubicBezTo>
                    <a:cubicBezTo>
                      <a:pt x="21" y="58"/>
                      <a:pt x="20" y="59"/>
                      <a:pt x="20" y="59"/>
                    </a:cubicBezTo>
                    <a:cubicBezTo>
                      <a:pt x="17" y="59"/>
                      <a:pt x="16" y="61"/>
                      <a:pt x="15" y="62"/>
                    </a:cubicBezTo>
                    <a:cubicBezTo>
                      <a:pt x="15" y="64"/>
                      <a:pt x="15" y="65"/>
                      <a:pt x="15" y="67"/>
                    </a:cubicBezTo>
                    <a:cubicBezTo>
                      <a:pt x="15" y="68"/>
                      <a:pt x="16" y="69"/>
                      <a:pt x="16" y="69"/>
                    </a:cubicBezTo>
                    <a:cubicBezTo>
                      <a:pt x="16" y="70"/>
                      <a:pt x="16" y="70"/>
                      <a:pt x="16" y="70"/>
                    </a:cubicBezTo>
                    <a:cubicBezTo>
                      <a:pt x="16" y="70"/>
                      <a:pt x="16" y="70"/>
                      <a:pt x="16" y="70"/>
                    </a:cubicBezTo>
                    <a:cubicBezTo>
                      <a:pt x="16" y="73"/>
                      <a:pt x="16" y="73"/>
                      <a:pt x="16" y="73"/>
                    </a:cubicBezTo>
                    <a:cubicBezTo>
                      <a:pt x="16" y="73"/>
                      <a:pt x="16" y="73"/>
                      <a:pt x="16" y="73"/>
                    </a:cubicBezTo>
                    <a:cubicBezTo>
                      <a:pt x="16" y="76"/>
                      <a:pt x="16" y="76"/>
                      <a:pt x="16" y="76"/>
                    </a:cubicBezTo>
                    <a:cubicBezTo>
                      <a:pt x="16" y="77"/>
                      <a:pt x="16" y="77"/>
                      <a:pt x="16" y="77"/>
                    </a:cubicBezTo>
                    <a:cubicBezTo>
                      <a:pt x="15" y="81"/>
                      <a:pt x="15" y="82"/>
                      <a:pt x="14" y="85"/>
                    </a:cubicBezTo>
                    <a:cubicBezTo>
                      <a:pt x="14" y="87"/>
                      <a:pt x="12" y="90"/>
                      <a:pt x="13" y="92"/>
                    </a:cubicBezTo>
                    <a:cubicBezTo>
                      <a:pt x="12" y="92"/>
                      <a:pt x="12" y="92"/>
                      <a:pt x="12" y="92"/>
                    </a:cubicBezTo>
                    <a:cubicBezTo>
                      <a:pt x="12" y="98"/>
                      <a:pt x="11" y="95"/>
                      <a:pt x="10" y="99"/>
                    </a:cubicBezTo>
                    <a:cubicBezTo>
                      <a:pt x="10" y="101"/>
                      <a:pt x="9" y="101"/>
                      <a:pt x="8" y="103"/>
                    </a:cubicBezTo>
                    <a:cubicBezTo>
                      <a:pt x="8" y="106"/>
                      <a:pt x="8" y="106"/>
                      <a:pt x="8" y="108"/>
                    </a:cubicBezTo>
                    <a:cubicBezTo>
                      <a:pt x="7" y="110"/>
                      <a:pt x="7" y="109"/>
                      <a:pt x="7" y="111"/>
                    </a:cubicBezTo>
                    <a:cubicBezTo>
                      <a:pt x="7" y="114"/>
                      <a:pt x="6" y="116"/>
                      <a:pt x="6" y="120"/>
                    </a:cubicBezTo>
                    <a:cubicBezTo>
                      <a:pt x="5" y="120"/>
                      <a:pt x="5" y="120"/>
                      <a:pt x="5" y="121"/>
                    </a:cubicBezTo>
                    <a:cubicBezTo>
                      <a:pt x="6" y="123"/>
                      <a:pt x="5" y="126"/>
                      <a:pt x="4" y="127"/>
                    </a:cubicBezTo>
                    <a:cubicBezTo>
                      <a:pt x="4" y="131"/>
                      <a:pt x="4" y="131"/>
                      <a:pt x="4" y="131"/>
                    </a:cubicBezTo>
                    <a:cubicBezTo>
                      <a:pt x="3" y="133"/>
                      <a:pt x="4" y="133"/>
                      <a:pt x="4" y="135"/>
                    </a:cubicBezTo>
                    <a:cubicBezTo>
                      <a:pt x="2" y="150"/>
                      <a:pt x="2" y="150"/>
                      <a:pt x="2" y="150"/>
                    </a:cubicBezTo>
                    <a:cubicBezTo>
                      <a:pt x="2" y="152"/>
                      <a:pt x="2" y="152"/>
                      <a:pt x="1" y="153"/>
                    </a:cubicBezTo>
                    <a:cubicBezTo>
                      <a:pt x="1" y="156"/>
                      <a:pt x="2" y="165"/>
                      <a:pt x="1" y="167"/>
                    </a:cubicBezTo>
                    <a:cubicBezTo>
                      <a:pt x="1" y="167"/>
                      <a:pt x="1" y="168"/>
                      <a:pt x="1" y="168"/>
                    </a:cubicBezTo>
                    <a:cubicBezTo>
                      <a:pt x="0" y="170"/>
                      <a:pt x="1" y="194"/>
                      <a:pt x="2" y="196"/>
                    </a:cubicBezTo>
                    <a:cubicBezTo>
                      <a:pt x="2" y="197"/>
                      <a:pt x="2" y="199"/>
                      <a:pt x="3" y="200"/>
                    </a:cubicBezTo>
                    <a:cubicBezTo>
                      <a:pt x="7" y="209"/>
                      <a:pt x="7" y="209"/>
                      <a:pt x="7" y="209"/>
                    </a:cubicBezTo>
                    <a:cubicBezTo>
                      <a:pt x="6" y="212"/>
                      <a:pt x="6" y="210"/>
                      <a:pt x="6" y="212"/>
                    </a:cubicBezTo>
                    <a:cubicBezTo>
                      <a:pt x="7" y="215"/>
                      <a:pt x="8" y="217"/>
                      <a:pt x="11" y="219"/>
                    </a:cubicBezTo>
                    <a:cubicBezTo>
                      <a:pt x="11" y="220"/>
                      <a:pt x="12" y="221"/>
                      <a:pt x="13" y="221"/>
                    </a:cubicBezTo>
                    <a:cubicBezTo>
                      <a:pt x="13" y="221"/>
                      <a:pt x="13" y="221"/>
                      <a:pt x="13" y="222"/>
                    </a:cubicBezTo>
                    <a:cubicBezTo>
                      <a:pt x="17" y="224"/>
                      <a:pt x="17" y="224"/>
                      <a:pt x="17" y="224"/>
                    </a:cubicBezTo>
                    <a:cubicBezTo>
                      <a:pt x="17" y="224"/>
                      <a:pt x="17" y="224"/>
                      <a:pt x="17" y="224"/>
                    </a:cubicBezTo>
                    <a:cubicBezTo>
                      <a:pt x="20" y="227"/>
                      <a:pt x="20" y="226"/>
                      <a:pt x="23" y="227"/>
                    </a:cubicBezTo>
                    <a:cubicBezTo>
                      <a:pt x="25" y="228"/>
                      <a:pt x="23" y="227"/>
                      <a:pt x="25" y="228"/>
                    </a:cubicBezTo>
                    <a:cubicBezTo>
                      <a:pt x="27" y="229"/>
                      <a:pt x="30" y="231"/>
                      <a:pt x="33" y="231"/>
                    </a:cubicBezTo>
                    <a:cubicBezTo>
                      <a:pt x="35" y="231"/>
                      <a:pt x="37" y="231"/>
                      <a:pt x="39" y="232"/>
                    </a:cubicBezTo>
                    <a:cubicBezTo>
                      <a:pt x="39" y="231"/>
                      <a:pt x="39" y="231"/>
                      <a:pt x="40" y="231"/>
                    </a:cubicBezTo>
                    <a:cubicBezTo>
                      <a:pt x="43" y="230"/>
                      <a:pt x="45" y="230"/>
                      <a:pt x="47" y="227"/>
                    </a:cubicBezTo>
                    <a:cubicBezTo>
                      <a:pt x="51" y="224"/>
                      <a:pt x="51" y="225"/>
                      <a:pt x="59" y="225"/>
                    </a:cubicBezTo>
                    <a:cubicBezTo>
                      <a:pt x="60" y="226"/>
                      <a:pt x="59" y="226"/>
                      <a:pt x="60" y="226"/>
                    </a:cubicBezTo>
                    <a:cubicBezTo>
                      <a:pt x="60" y="226"/>
                      <a:pt x="60" y="226"/>
                      <a:pt x="60" y="225"/>
                    </a:cubicBezTo>
                    <a:cubicBezTo>
                      <a:pt x="65" y="226"/>
                      <a:pt x="65" y="226"/>
                      <a:pt x="65" y="226"/>
                    </a:cubicBezTo>
                    <a:cubicBezTo>
                      <a:pt x="66" y="226"/>
                      <a:pt x="66" y="226"/>
                      <a:pt x="66" y="225"/>
                    </a:cubicBezTo>
                    <a:cubicBezTo>
                      <a:pt x="72" y="226"/>
                      <a:pt x="72" y="226"/>
                      <a:pt x="72" y="226"/>
                    </a:cubicBezTo>
                    <a:cubicBezTo>
                      <a:pt x="72" y="226"/>
                      <a:pt x="72" y="226"/>
                      <a:pt x="72" y="226"/>
                    </a:cubicBezTo>
                    <a:cubicBezTo>
                      <a:pt x="72" y="225"/>
                      <a:pt x="72" y="225"/>
                      <a:pt x="72" y="225"/>
                    </a:cubicBezTo>
                    <a:cubicBezTo>
                      <a:pt x="76" y="224"/>
                      <a:pt x="79" y="226"/>
                      <a:pt x="83" y="224"/>
                    </a:cubicBezTo>
                    <a:cubicBezTo>
                      <a:pt x="89" y="223"/>
                      <a:pt x="108" y="224"/>
                      <a:pt x="111" y="223"/>
                    </a:cubicBezTo>
                    <a:cubicBezTo>
                      <a:pt x="114" y="222"/>
                      <a:pt x="118" y="223"/>
                      <a:pt x="122" y="222"/>
                    </a:cubicBezTo>
                    <a:cubicBezTo>
                      <a:pt x="126" y="221"/>
                      <a:pt x="127" y="222"/>
                      <a:pt x="131" y="222"/>
                    </a:cubicBezTo>
                    <a:cubicBezTo>
                      <a:pt x="136" y="222"/>
                      <a:pt x="135" y="225"/>
                      <a:pt x="138" y="227"/>
                    </a:cubicBezTo>
                    <a:cubicBezTo>
                      <a:pt x="137" y="229"/>
                      <a:pt x="137" y="229"/>
                      <a:pt x="137" y="229"/>
                    </a:cubicBezTo>
                    <a:cubicBezTo>
                      <a:pt x="137" y="229"/>
                      <a:pt x="137" y="229"/>
                      <a:pt x="137" y="229"/>
                    </a:cubicBezTo>
                    <a:cubicBezTo>
                      <a:pt x="139" y="230"/>
                      <a:pt x="138" y="230"/>
                      <a:pt x="138" y="232"/>
                    </a:cubicBezTo>
                    <a:cubicBezTo>
                      <a:pt x="140" y="233"/>
                      <a:pt x="138" y="232"/>
                      <a:pt x="140" y="233"/>
                    </a:cubicBezTo>
                    <a:cubicBezTo>
                      <a:pt x="141" y="234"/>
                      <a:pt x="141" y="234"/>
                      <a:pt x="141" y="234"/>
                    </a:cubicBezTo>
                    <a:cubicBezTo>
                      <a:pt x="141" y="238"/>
                      <a:pt x="141" y="238"/>
                      <a:pt x="141" y="238"/>
                    </a:cubicBezTo>
                    <a:cubicBezTo>
                      <a:pt x="140" y="239"/>
                      <a:pt x="142" y="242"/>
                      <a:pt x="140" y="245"/>
                    </a:cubicBezTo>
                    <a:cubicBezTo>
                      <a:pt x="140" y="246"/>
                      <a:pt x="141" y="246"/>
                      <a:pt x="141" y="248"/>
                    </a:cubicBezTo>
                    <a:cubicBezTo>
                      <a:pt x="141" y="252"/>
                      <a:pt x="144" y="253"/>
                      <a:pt x="146" y="255"/>
                    </a:cubicBezTo>
                    <a:cubicBezTo>
                      <a:pt x="147" y="255"/>
                      <a:pt x="147" y="255"/>
                      <a:pt x="147" y="255"/>
                    </a:cubicBezTo>
                    <a:cubicBezTo>
                      <a:pt x="148" y="256"/>
                      <a:pt x="148" y="256"/>
                      <a:pt x="149" y="257"/>
                    </a:cubicBezTo>
                    <a:cubicBezTo>
                      <a:pt x="150" y="258"/>
                      <a:pt x="150" y="258"/>
                      <a:pt x="153" y="259"/>
                    </a:cubicBezTo>
                    <a:cubicBezTo>
                      <a:pt x="159" y="261"/>
                      <a:pt x="161" y="254"/>
                      <a:pt x="163" y="253"/>
                    </a:cubicBezTo>
                    <a:cubicBezTo>
                      <a:pt x="165" y="252"/>
                      <a:pt x="164" y="253"/>
                      <a:pt x="166" y="252"/>
                    </a:cubicBezTo>
                    <a:cubicBezTo>
                      <a:pt x="167" y="251"/>
                      <a:pt x="165" y="251"/>
                      <a:pt x="168" y="251"/>
                    </a:cubicBezTo>
                    <a:cubicBezTo>
                      <a:pt x="171" y="247"/>
                      <a:pt x="171" y="247"/>
                      <a:pt x="171" y="247"/>
                    </a:cubicBezTo>
                    <a:cubicBezTo>
                      <a:pt x="173" y="246"/>
                      <a:pt x="174" y="247"/>
                      <a:pt x="174" y="244"/>
                    </a:cubicBezTo>
                    <a:cubicBezTo>
                      <a:pt x="175" y="244"/>
                      <a:pt x="175" y="244"/>
                      <a:pt x="176" y="244"/>
                    </a:cubicBezTo>
                    <a:cubicBezTo>
                      <a:pt x="176" y="238"/>
                      <a:pt x="176" y="237"/>
                      <a:pt x="177" y="233"/>
                    </a:cubicBezTo>
                    <a:cubicBezTo>
                      <a:pt x="178" y="232"/>
                      <a:pt x="177" y="233"/>
                      <a:pt x="178" y="232"/>
                    </a:cubicBezTo>
                    <a:cubicBezTo>
                      <a:pt x="178" y="229"/>
                      <a:pt x="178" y="223"/>
                      <a:pt x="178" y="221"/>
                    </a:cubicBezTo>
                    <a:cubicBezTo>
                      <a:pt x="176" y="217"/>
                      <a:pt x="178" y="218"/>
                      <a:pt x="178" y="212"/>
                    </a:cubicBezTo>
                    <a:cubicBezTo>
                      <a:pt x="179" y="211"/>
                      <a:pt x="178" y="206"/>
                      <a:pt x="179" y="202"/>
                    </a:cubicBezTo>
                    <a:cubicBezTo>
                      <a:pt x="177" y="201"/>
                      <a:pt x="178" y="200"/>
                      <a:pt x="179" y="198"/>
                    </a:cubicBezTo>
                    <a:cubicBezTo>
                      <a:pt x="177" y="195"/>
                      <a:pt x="179" y="189"/>
                      <a:pt x="177" y="186"/>
                    </a:cubicBezTo>
                    <a:cubicBezTo>
                      <a:pt x="178" y="184"/>
                      <a:pt x="180" y="182"/>
                      <a:pt x="179" y="179"/>
                    </a:cubicBezTo>
                    <a:cubicBezTo>
                      <a:pt x="177" y="174"/>
                      <a:pt x="180" y="177"/>
                      <a:pt x="179" y="172"/>
                    </a:cubicBezTo>
                    <a:cubicBezTo>
                      <a:pt x="182" y="170"/>
                      <a:pt x="180" y="169"/>
                      <a:pt x="180" y="167"/>
                    </a:cubicBezTo>
                    <a:cubicBezTo>
                      <a:pt x="179" y="166"/>
                      <a:pt x="180" y="163"/>
                      <a:pt x="180" y="162"/>
                    </a:cubicBezTo>
                    <a:cubicBezTo>
                      <a:pt x="181" y="162"/>
                      <a:pt x="181" y="162"/>
                      <a:pt x="181" y="162"/>
                    </a:cubicBezTo>
                    <a:cubicBezTo>
                      <a:pt x="181" y="158"/>
                      <a:pt x="182" y="161"/>
                      <a:pt x="180" y="159"/>
                    </a:cubicBezTo>
                    <a:cubicBezTo>
                      <a:pt x="180" y="157"/>
                      <a:pt x="179" y="155"/>
                      <a:pt x="180" y="152"/>
                    </a:cubicBezTo>
                    <a:cubicBezTo>
                      <a:pt x="180" y="152"/>
                      <a:pt x="180" y="152"/>
                      <a:pt x="180" y="152"/>
                    </a:cubicBezTo>
                    <a:cubicBezTo>
                      <a:pt x="180" y="152"/>
                      <a:pt x="180" y="152"/>
                      <a:pt x="180" y="152"/>
                    </a:cubicBezTo>
                    <a:cubicBezTo>
                      <a:pt x="181" y="150"/>
                      <a:pt x="181" y="150"/>
                      <a:pt x="181" y="150"/>
                    </a:cubicBezTo>
                    <a:cubicBezTo>
                      <a:pt x="181" y="141"/>
                      <a:pt x="181" y="141"/>
                      <a:pt x="181" y="141"/>
                    </a:cubicBezTo>
                    <a:cubicBezTo>
                      <a:pt x="181" y="141"/>
                      <a:pt x="181" y="140"/>
                      <a:pt x="181" y="139"/>
                    </a:cubicBezTo>
                    <a:cubicBezTo>
                      <a:pt x="182" y="138"/>
                      <a:pt x="182" y="138"/>
                      <a:pt x="182" y="138"/>
                    </a:cubicBezTo>
                    <a:cubicBezTo>
                      <a:pt x="182" y="137"/>
                      <a:pt x="182" y="136"/>
                      <a:pt x="181" y="135"/>
                    </a:cubicBezTo>
                    <a:cubicBezTo>
                      <a:pt x="181" y="133"/>
                      <a:pt x="180" y="134"/>
                      <a:pt x="181" y="133"/>
                    </a:cubicBezTo>
                    <a:cubicBezTo>
                      <a:pt x="180" y="133"/>
                      <a:pt x="180" y="133"/>
                      <a:pt x="180" y="133"/>
                    </a:cubicBezTo>
                    <a:cubicBezTo>
                      <a:pt x="180" y="131"/>
                      <a:pt x="180" y="131"/>
                      <a:pt x="181" y="130"/>
                    </a:cubicBezTo>
                    <a:cubicBezTo>
                      <a:pt x="179" y="129"/>
                      <a:pt x="179" y="129"/>
                      <a:pt x="179" y="129"/>
                    </a:cubicBezTo>
                    <a:cubicBezTo>
                      <a:pt x="179" y="128"/>
                      <a:pt x="179" y="128"/>
                      <a:pt x="179" y="128"/>
                    </a:cubicBezTo>
                    <a:cubicBezTo>
                      <a:pt x="179" y="127"/>
                      <a:pt x="179" y="127"/>
                      <a:pt x="179" y="127"/>
                    </a:cubicBezTo>
                    <a:cubicBezTo>
                      <a:pt x="181" y="127"/>
                      <a:pt x="180" y="127"/>
                      <a:pt x="181" y="125"/>
                    </a:cubicBezTo>
                    <a:cubicBezTo>
                      <a:pt x="181" y="124"/>
                      <a:pt x="181" y="124"/>
                      <a:pt x="182" y="124"/>
                    </a:cubicBezTo>
                    <a:cubicBezTo>
                      <a:pt x="180" y="121"/>
                      <a:pt x="180" y="120"/>
                      <a:pt x="179" y="118"/>
                    </a:cubicBezTo>
                    <a:cubicBezTo>
                      <a:pt x="179" y="118"/>
                      <a:pt x="179" y="117"/>
                      <a:pt x="179" y="117"/>
                    </a:cubicBezTo>
                    <a:cubicBezTo>
                      <a:pt x="179" y="117"/>
                      <a:pt x="179" y="117"/>
                      <a:pt x="179" y="117"/>
                    </a:cubicBezTo>
                    <a:cubicBezTo>
                      <a:pt x="179" y="117"/>
                      <a:pt x="179" y="116"/>
                      <a:pt x="179" y="116"/>
                    </a:cubicBezTo>
                    <a:cubicBezTo>
                      <a:pt x="179" y="115"/>
                      <a:pt x="180" y="108"/>
                      <a:pt x="179" y="105"/>
                    </a:cubicBezTo>
                    <a:cubicBezTo>
                      <a:pt x="179" y="105"/>
                      <a:pt x="179" y="104"/>
                      <a:pt x="179" y="104"/>
                    </a:cubicBezTo>
                    <a:cubicBezTo>
                      <a:pt x="179" y="102"/>
                      <a:pt x="178" y="100"/>
                      <a:pt x="179" y="99"/>
                    </a:cubicBezTo>
                    <a:cubicBezTo>
                      <a:pt x="179" y="99"/>
                      <a:pt x="179" y="99"/>
                      <a:pt x="179" y="99"/>
                    </a:cubicBezTo>
                    <a:cubicBezTo>
                      <a:pt x="179" y="98"/>
                      <a:pt x="179" y="98"/>
                      <a:pt x="179" y="97"/>
                    </a:cubicBezTo>
                    <a:cubicBezTo>
                      <a:pt x="179" y="97"/>
                      <a:pt x="179" y="98"/>
                      <a:pt x="179" y="96"/>
                    </a:cubicBezTo>
                    <a:cubicBezTo>
                      <a:pt x="180" y="91"/>
                      <a:pt x="180" y="91"/>
                      <a:pt x="180" y="91"/>
                    </a:cubicBezTo>
                    <a:cubicBezTo>
                      <a:pt x="180" y="88"/>
                      <a:pt x="178" y="89"/>
                      <a:pt x="179" y="84"/>
                    </a:cubicBezTo>
                    <a:cubicBezTo>
                      <a:pt x="180" y="81"/>
                      <a:pt x="180" y="81"/>
                      <a:pt x="180" y="81"/>
                    </a:cubicBezTo>
                    <a:cubicBezTo>
                      <a:pt x="178" y="80"/>
                      <a:pt x="179" y="81"/>
                      <a:pt x="179" y="79"/>
                    </a:cubicBezTo>
                    <a:cubicBezTo>
                      <a:pt x="179" y="78"/>
                      <a:pt x="180" y="73"/>
                      <a:pt x="181" y="71"/>
                    </a:cubicBezTo>
                    <a:cubicBezTo>
                      <a:pt x="181" y="70"/>
                      <a:pt x="181" y="69"/>
                      <a:pt x="181" y="68"/>
                    </a:cubicBezTo>
                    <a:cubicBezTo>
                      <a:pt x="183" y="62"/>
                      <a:pt x="183" y="62"/>
                      <a:pt x="183" y="62"/>
                    </a:cubicBezTo>
                    <a:cubicBezTo>
                      <a:pt x="183" y="60"/>
                      <a:pt x="183" y="61"/>
                      <a:pt x="184" y="60"/>
                    </a:cubicBezTo>
                    <a:cubicBezTo>
                      <a:pt x="184" y="57"/>
                      <a:pt x="185" y="56"/>
                      <a:pt x="185" y="54"/>
                    </a:cubicBezTo>
                    <a:cubicBezTo>
                      <a:pt x="185" y="51"/>
                      <a:pt x="185" y="50"/>
                      <a:pt x="186" y="48"/>
                    </a:cubicBezTo>
                    <a:cubicBezTo>
                      <a:pt x="190" y="40"/>
                      <a:pt x="190" y="40"/>
                      <a:pt x="190" y="40"/>
                    </a:cubicBezTo>
                    <a:cubicBezTo>
                      <a:pt x="191" y="39"/>
                      <a:pt x="190" y="40"/>
                      <a:pt x="191" y="39"/>
                    </a:cubicBezTo>
                    <a:cubicBezTo>
                      <a:pt x="190" y="38"/>
                      <a:pt x="189" y="38"/>
                      <a:pt x="191" y="38"/>
                    </a:cubicBezTo>
                    <a:cubicBezTo>
                      <a:pt x="191" y="33"/>
                      <a:pt x="192" y="25"/>
                      <a:pt x="190" y="21"/>
                    </a:cubicBezTo>
                    <a:cubicBezTo>
                      <a:pt x="180" y="8"/>
                      <a:pt x="180" y="8"/>
                      <a:pt x="180" y="8"/>
                    </a:cubicBezTo>
                    <a:cubicBezTo>
                      <a:pt x="179" y="8"/>
                      <a:pt x="179" y="7"/>
                      <a:pt x="178" y="8"/>
                    </a:cubicBezTo>
                    <a:cubicBezTo>
                      <a:pt x="177" y="5"/>
                      <a:pt x="170" y="3"/>
                      <a:pt x="167" y="3"/>
                    </a:cubicBezTo>
                    <a:cubicBezTo>
                      <a:pt x="165" y="2"/>
                      <a:pt x="165" y="2"/>
                      <a:pt x="165" y="2"/>
                    </a:cubicBezTo>
                    <a:cubicBezTo>
                      <a:pt x="164" y="2"/>
                      <a:pt x="163" y="2"/>
                      <a:pt x="162" y="2"/>
                    </a:cubicBezTo>
                    <a:cubicBezTo>
                      <a:pt x="162" y="0"/>
                      <a:pt x="162" y="2"/>
                      <a:pt x="161" y="2"/>
                    </a:cubicBezTo>
                    <a:cubicBezTo>
                      <a:pt x="159" y="1"/>
                      <a:pt x="155" y="1"/>
                      <a:pt x="153" y="1"/>
                    </a:cubicBezTo>
                    <a:close/>
                    <a:moveTo>
                      <a:pt x="93" y="93"/>
                    </a:moveTo>
                    <a:cubicBezTo>
                      <a:pt x="93" y="95"/>
                      <a:pt x="93" y="95"/>
                      <a:pt x="93" y="95"/>
                    </a:cubicBezTo>
                    <a:cubicBezTo>
                      <a:pt x="92" y="95"/>
                      <a:pt x="91" y="95"/>
                      <a:pt x="92" y="96"/>
                    </a:cubicBezTo>
                    <a:cubicBezTo>
                      <a:pt x="93" y="95"/>
                      <a:pt x="93" y="96"/>
                      <a:pt x="94" y="95"/>
                    </a:cubicBezTo>
                    <a:cubicBezTo>
                      <a:pt x="94" y="95"/>
                      <a:pt x="94" y="94"/>
                      <a:pt x="94" y="94"/>
                    </a:cubicBezTo>
                    <a:cubicBezTo>
                      <a:pt x="94" y="94"/>
                      <a:pt x="94" y="94"/>
                      <a:pt x="94" y="94"/>
                    </a:cubicBezTo>
                    <a:cubicBezTo>
                      <a:pt x="93" y="93"/>
                      <a:pt x="95" y="93"/>
                      <a:pt x="93" y="93"/>
                    </a:cubicBezTo>
                    <a:close/>
                    <a:moveTo>
                      <a:pt x="103" y="102"/>
                    </a:moveTo>
                    <a:cubicBezTo>
                      <a:pt x="104" y="102"/>
                      <a:pt x="103" y="101"/>
                      <a:pt x="104" y="100"/>
                    </a:cubicBezTo>
                    <a:cubicBezTo>
                      <a:pt x="103" y="100"/>
                      <a:pt x="103" y="100"/>
                      <a:pt x="102" y="99"/>
                    </a:cubicBezTo>
                    <a:cubicBezTo>
                      <a:pt x="103" y="101"/>
                      <a:pt x="103" y="100"/>
                      <a:pt x="103" y="102"/>
                    </a:cubicBezTo>
                    <a:close/>
                    <a:moveTo>
                      <a:pt x="97" y="96"/>
                    </a:moveTo>
                    <a:cubicBezTo>
                      <a:pt x="99" y="96"/>
                      <a:pt x="99" y="97"/>
                      <a:pt x="99" y="95"/>
                    </a:cubicBezTo>
                    <a:cubicBezTo>
                      <a:pt x="98" y="95"/>
                      <a:pt x="99" y="94"/>
                      <a:pt x="98" y="95"/>
                    </a:cubicBezTo>
                    <a:cubicBezTo>
                      <a:pt x="98" y="95"/>
                      <a:pt x="97" y="96"/>
                      <a:pt x="97" y="96"/>
                    </a:cubicBezTo>
                    <a:close/>
                    <a:moveTo>
                      <a:pt x="115" y="193"/>
                    </a:moveTo>
                    <a:cubicBezTo>
                      <a:pt x="116" y="193"/>
                      <a:pt x="116" y="193"/>
                      <a:pt x="116" y="193"/>
                    </a:cubicBezTo>
                    <a:cubicBezTo>
                      <a:pt x="116" y="194"/>
                      <a:pt x="117" y="194"/>
                      <a:pt x="115" y="194"/>
                    </a:cubicBezTo>
                    <a:cubicBezTo>
                      <a:pt x="114" y="194"/>
                      <a:pt x="115" y="194"/>
                      <a:pt x="115" y="193"/>
                    </a:cubicBezTo>
                    <a:close/>
                    <a:moveTo>
                      <a:pt x="58" y="117"/>
                    </a:moveTo>
                    <a:cubicBezTo>
                      <a:pt x="60" y="116"/>
                      <a:pt x="60" y="116"/>
                      <a:pt x="60" y="118"/>
                    </a:cubicBezTo>
                    <a:cubicBezTo>
                      <a:pt x="59" y="116"/>
                      <a:pt x="59" y="117"/>
                      <a:pt x="58" y="117"/>
                    </a:cubicBezTo>
                    <a:close/>
                    <a:moveTo>
                      <a:pt x="46" y="165"/>
                    </a:moveTo>
                    <a:cubicBezTo>
                      <a:pt x="46" y="165"/>
                      <a:pt x="45" y="164"/>
                      <a:pt x="47" y="165"/>
                    </a:cubicBezTo>
                    <a:cubicBezTo>
                      <a:pt x="47" y="166"/>
                      <a:pt x="47" y="166"/>
                      <a:pt x="46" y="165"/>
                    </a:cubicBezTo>
                    <a:close/>
                    <a:moveTo>
                      <a:pt x="90" y="99"/>
                    </a:moveTo>
                    <a:cubicBezTo>
                      <a:pt x="91" y="99"/>
                      <a:pt x="91" y="99"/>
                      <a:pt x="91" y="99"/>
                    </a:cubicBezTo>
                    <a:cubicBezTo>
                      <a:pt x="91" y="99"/>
                      <a:pt x="91" y="98"/>
                      <a:pt x="90" y="99"/>
                    </a:cubicBezTo>
                    <a:close/>
                    <a:moveTo>
                      <a:pt x="45" y="182"/>
                    </a:moveTo>
                    <a:cubicBezTo>
                      <a:pt x="45" y="181"/>
                      <a:pt x="46" y="181"/>
                      <a:pt x="46" y="182"/>
                    </a:cubicBezTo>
                    <a:cubicBezTo>
                      <a:pt x="47" y="183"/>
                      <a:pt x="45" y="182"/>
                      <a:pt x="45" y="182"/>
                    </a:cubicBezTo>
                    <a:close/>
                    <a:moveTo>
                      <a:pt x="92" y="97"/>
                    </a:moveTo>
                    <a:cubicBezTo>
                      <a:pt x="91" y="96"/>
                      <a:pt x="91" y="96"/>
                      <a:pt x="91" y="96"/>
                    </a:cubicBezTo>
                    <a:cubicBezTo>
                      <a:pt x="91" y="97"/>
                      <a:pt x="90" y="97"/>
                      <a:pt x="92" y="97"/>
                    </a:cubicBezTo>
                    <a:close/>
                    <a:moveTo>
                      <a:pt x="75" y="116"/>
                    </a:moveTo>
                    <a:cubicBezTo>
                      <a:pt x="74" y="115"/>
                      <a:pt x="74" y="116"/>
                      <a:pt x="75" y="115"/>
                    </a:cubicBezTo>
                    <a:cubicBezTo>
                      <a:pt x="75" y="116"/>
                      <a:pt x="75" y="116"/>
                      <a:pt x="75" y="116"/>
                    </a:cubicBezTo>
                    <a:close/>
                    <a:moveTo>
                      <a:pt x="101" y="92"/>
                    </a:moveTo>
                    <a:cubicBezTo>
                      <a:pt x="101" y="90"/>
                      <a:pt x="101" y="90"/>
                      <a:pt x="101" y="90"/>
                    </a:cubicBezTo>
                    <a:cubicBezTo>
                      <a:pt x="101" y="92"/>
                      <a:pt x="101" y="91"/>
                      <a:pt x="101" y="92"/>
                    </a:cubicBezTo>
                    <a:close/>
                    <a:moveTo>
                      <a:pt x="101" y="176"/>
                    </a:moveTo>
                    <a:cubicBezTo>
                      <a:pt x="102" y="176"/>
                      <a:pt x="102" y="176"/>
                      <a:pt x="102" y="176"/>
                    </a:cubicBezTo>
                    <a:cubicBezTo>
                      <a:pt x="101" y="176"/>
                      <a:pt x="101" y="176"/>
                      <a:pt x="101" y="176"/>
                    </a:cubicBezTo>
                    <a:close/>
                    <a:moveTo>
                      <a:pt x="85" y="105"/>
                    </a:moveTo>
                    <a:cubicBezTo>
                      <a:pt x="85" y="105"/>
                      <a:pt x="86" y="106"/>
                      <a:pt x="85" y="105"/>
                    </a:cubicBezTo>
                    <a:cubicBezTo>
                      <a:pt x="85" y="105"/>
                      <a:pt x="85" y="105"/>
                      <a:pt x="85" y="105"/>
                    </a:cubicBezTo>
                    <a:close/>
                    <a:moveTo>
                      <a:pt x="13" y="59"/>
                    </a:moveTo>
                    <a:cubicBezTo>
                      <a:pt x="14" y="60"/>
                      <a:pt x="13" y="59"/>
                      <a:pt x="14" y="61"/>
                    </a:cubicBezTo>
                    <a:cubicBezTo>
                      <a:pt x="13" y="59"/>
                      <a:pt x="13" y="59"/>
                      <a:pt x="13" y="59"/>
                    </a:cubicBezTo>
                    <a:close/>
                    <a:moveTo>
                      <a:pt x="180" y="152"/>
                    </a:moveTo>
                    <a:cubicBezTo>
                      <a:pt x="181" y="152"/>
                      <a:pt x="181" y="153"/>
                      <a:pt x="181" y="153"/>
                    </a:cubicBezTo>
                    <a:cubicBezTo>
                      <a:pt x="181" y="153"/>
                      <a:pt x="180" y="153"/>
                      <a:pt x="180" y="152"/>
                    </a:cubicBezTo>
                    <a:close/>
                    <a:moveTo>
                      <a:pt x="46" y="172"/>
                    </a:moveTo>
                    <a:cubicBezTo>
                      <a:pt x="46" y="172"/>
                      <a:pt x="46" y="172"/>
                      <a:pt x="46" y="172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" name="Freeform 15"/>
              <p:cNvSpPr>
                <a:spLocks noEditPoints="1"/>
              </p:cNvSpPr>
              <p:nvPr/>
            </p:nvSpPr>
            <p:spPr bwMode="auto">
              <a:xfrm>
                <a:off x="3732034" y="4258993"/>
                <a:ext cx="214313" cy="395288"/>
              </a:xfrm>
              <a:custGeom>
                <a:avLst/>
                <a:gdLst>
                  <a:gd name="T0" fmla="*/ 68 w 187"/>
                  <a:gd name="T1" fmla="*/ 285 h 344"/>
                  <a:gd name="T2" fmla="*/ 80 w 187"/>
                  <a:gd name="T3" fmla="*/ 274 h 344"/>
                  <a:gd name="T4" fmla="*/ 74 w 187"/>
                  <a:gd name="T5" fmla="*/ 272 h 344"/>
                  <a:gd name="T6" fmla="*/ 141 w 187"/>
                  <a:gd name="T7" fmla="*/ 162 h 344"/>
                  <a:gd name="T8" fmla="*/ 142 w 187"/>
                  <a:gd name="T9" fmla="*/ 163 h 344"/>
                  <a:gd name="T10" fmla="*/ 146 w 187"/>
                  <a:gd name="T11" fmla="*/ 159 h 344"/>
                  <a:gd name="T12" fmla="*/ 69 w 187"/>
                  <a:gd name="T13" fmla="*/ 173 h 344"/>
                  <a:gd name="T14" fmla="*/ 63 w 187"/>
                  <a:gd name="T15" fmla="*/ 174 h 344"/>
                  <a:gd name="T16" fmla="*/ 64 w 187"/>
                  <a:gd name="T17" fmla="*/ 148 h 344"/>
                  <a:gd name="T18" fmla="*/ 65 w 187"/>
                  <a:gd name="T19" fmla="*/ 145 h 344"/>
                  <a:gd name="T20" fmla="*/ 72 w 187"/>
                  <a:gd name="T21" fmla="*/ 134 h 344"/>
                  <a:gd name="T22" fmla="*/ 116 w 187"/>
                  <a:gd name="T23" fmla="*/ 140 h 344"/>
                  <a:gd name="T24" fmla="*/ 115 w 187"/>
                  <a:gd name="T25" fmla="*/ 132 h 344"/>
                  <a:gd name="T26" fmla="*/ 148 w 187"/>
                  <a:gd name="T27" fmla="*/ 106 h 344"/>
                  <a:gd name="T28" fmla="*/ 140 w 187"/>
                  <a:gd name="T29" fmla="*/ 118 h 344"/>
                  <a:gd name="T30" fmla="*/ 137 w 187"/>
                  <a:gd name="T31" fmla="*/ 111 h 344"/>
                  <a:gd name="T32" fmla="*/ 138 w 187"/>
                  <a:gd name="T33" fmla="*/ 117 h 344"/>
                  <a:gd name="T34" fmla="*/ 132 w 187"/>
                  <a:gd name="T35" fmla="*/ 80 h 344"/>
                  <a:gd name="T36" fmla="*/ 67 w 187"/>
                  <a:gd name="T37" fmla="*/ 293 h 344"/>
                  <a:gd name="T38" fmla="*/ 69 w 187"/>
                  <a:gd name="T39" fmla="*/ 308 h 344"/>
                  <a:gd name="T40" fmla="*/ 77 w 187"/>
                  <a:gd name="T41" fmla="*/ 325 h 344"/>
                  <a:gd name="T42" fmla="*/ 83 w 187"/>
                  <a:gd name="T43" fmla="*/ 334 h 344"/>
                  <a:gd name="T44" fmla="*/ 88 w 187"/>
                  <a:gd name="T45" fmla="*/ 344 h 344"/>
                  <a:gd name="T46" fmla="*/ 94 w 187"/>
                  <a:gd name="T47" fmla="*/ 341 h 344"/>
                  <a:gd name="T48" fmla="*/ 107 w 187"/>
                  <a:gd name="T49" fmla="*/ 334 h 344"/>
                  <a:gd name="T50" fmla="*/ 107 w 187"/>
                  <a:gd name="T51" fmla="*/ 324 h 344"/>
                  <a:gd name="T52" fmla="*/ 108 w 187"/>
                  <a:gd name="T53" fmla="*/ 287 h 344"/>
                  <a:gd name="T54" fmla="*/ 106 w 187"/>
                  <a:gd name="T55" fmla="*/ 236 h 344"/>
                  <a:gd name="T56" fmla="*/ 106 w 187"/>
                  <a:gd name="T57" fmla="*/ 215 h 344"/>
                  <a:gd name="T58" fmla="*/ 118 w 187"/>
                  <a:gd name="T59" fmla="*/ 204 h 344"/>
                  <a:gd name="T60" fmla="*/ 130 w 187"/>
                  <a:gd name="T61" fmla="*/ 181 h 344"/>
                  <a:gd name="T62" fmla="*/ 141 w 187"/>
                  <a:gd name="T63" fmla="*/ 170 h 344"/>
                  <a:gd name="T64" fmla="*/ 154 w 187"/>
                  <a:gd name="T65" fmla="*/ 159 h 344"/>
                  <a:gd name="T66" fmla="*/ 153 w 187"/>
                  <a:gd name="T67" fmla="*/ 157 h 344"/>
                  <a:gd name="T68" fmla="*/ 155 w 187"/>
                  <a:gd name="T69" fmla="*/ 154 h 344"/>
                  <a:gd name="T70" fmla="*/ 168 w 187"/>
                  <a:gd name="T71" fmla="*/ 144 h 344"/>
                  <a:gd name="T72" fmla="*/ 179 w 187"/>
                  <a:gd name="T73" fmla="*/ 136 h 344"/>
                  <a:gd name="T74" fmla="*/ 186 w 187"/>
                  <a:gd name="T75" fmla="*/ 119 h 344"/>
                  <a:gd name="T76" fmla="*/ 186 w 187"/>
                  <a:gd name="T77" fmla="*/ 105 h 344"/>
                  <a:gd name="T78" fmla="*/ 173 w 187"/>
                  <a:gd name="T79" fmla="*/ 80 h 344"/>
                  <a:gd name="T80" fmla="*/ 140 w 187"/>
                  <a:gd name="T81" fmla="*/ 80 h 344"/>
                  <a:gd name="T82" fmla="*/ 134 w 187"/>
                  <a:gd name="T83" fmla="*/ 71 h 344"/>
                  <a:gd name="T84" fmla="*/ 135 w 187"/>
                  <a:gd name="T85" fmla="*/ 65 h 344"/>
                  <a:gd name="T86" fmla="*/ 128 w 187"/>
                  <a:gd name="T87" fmla="*/ 39 h 344"/>
                  <a:gd name="T88" fmla="*/ 119 w 187"/>
                  <a:gd name="T89" fmla="*/ 13 h 344"/>
                  <a:gd name="T90" fmla="*/ 103 w 187"/>
                  <a:gd name="T91" fmla="*/ 1 h 344"/>
                  <a:gd name="T92" fmla="*/ 95 w 187"/>
                  <a:gd name="T93" fmla="*/ 23 h 344"/>
                  <a:gd name="T94" fmla="*/ 88 w 187"/>
                  <a:gd name="T95" fmla="*/ 60 h 344"/>
                  <a:gd name="T96" fmla="*/ 85 w 187"/>
                  <a:gd name="T97" fmla="*/ 68 h 344"/>
                  <a:gd name="T98" fmla="*/ 83 w 187"/>
                  <a:gd name="T99" fmla="*/ 83 h 344"/>
                  <a:gd name="T100" fmla="*/ 75 w 187"/>
                  <a:gd name="T101" fmla="*/ 105 h 344"/>
                  <a:gd name="T102" fmla="*/ 67 w 187"/>
                  <a:gd name="T103" fmla="*/ 111 h 344"/>
                  <a:gd name="T104" fmla="*/ 32 w 187"/>
                  <a:gd name="T105" fmla="*/ 134 h 344"/>
                  <a:gd name="T106" fmla="*/ 10 w 187"/>
                  <a:gd name="T107" fmla="*/ 123 h 344"/>
                  <a:gd name="T108" fmla="*/ 2 w 187"/>
                  <a:gd name="T109" fmla="*/ 145 h 344"/>
                  <a:gd name="T110" fmla="*/ 23 w 187"/>
                  <a:gd name="T111" fmla="*/ 181 h 344"/>
                  <a:gd name="T112" fmla="*/ 47 w 187"/>
                  <a:gd name="T113" fmla="*/ 192 h 344"/>
                  <a:gd name="T114" fmla="*/ 57 w 187"/>
                  <a:gd name="T115" fmla="*/ 213 h 344"/>
                  <a:gd name="T116" fmla="*/ 74 w 187"/>
                  <a:gd name="T117" fmla="*/ 240 h 344"/>
                  <a:gd name="T118" fmla="*/ 69 w 187"/>
                  <a:gd name="T119" fmla="*/ 275 h 3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87" h="344">
                    <a:moveTo>
                      <a:pt x="92" y="335"/>
                    </a:moveTo>
                    <a:cubicBezTo>
                      <a:pt x="94" y="336"/>
                      <a:pt x="93" y="336"/>
                      <a:pt x="92" y="336"/>
                    </a:cubicBezTo>
                    <a:cubicBezTo>
                      <a:pt x="92" y="335"/>
                      <a:pt x="92" y="335"/>
                      <a:pt x="92" y="335"/>
                    </a:cubicBezTo>
                    <a:close/>
                    <a:moveTo>
                      <a:pt x="66" y="283"/>
                    </a:moveTo>
                    <a:cubicBezTo>
                      <a:pt x="66" y="283"/>
                      <a:pt x="67" y="283"/>
                      <a:pt x="67" y="281"/>
                    </a:cubicBezTo>
                    <a:cubicBezTo>
                      <a:pt x="67" y="282"/>
                      <a:pt x="68" y="284"/>
                      <a:pt x="68" y="285"/>
                    </a:cubicBezTo>
                    <a:cubicBezTo>
                      <a:pt x="66" y="285"/>
                      <a:pt x="67" y="285"/>
                      <a:pt x="66" y="283"/>
                    </a:cubicBezTo>
                    <a:close/>
                    <a:moveTo>
                      <a:pt x="74" y="272"/>
                    </a:moveTo>
                    <a:cubicBezTo>
                      <a:pt x="76" y="273"/>
                      <a:pt x="73" y="273"/>
                      <a:pt x="76" y="273"/>
                    </a:cubicBezTo>
                    <a:cubicBezTo>
                      <a:pt x="77" y="272"/>
                      <a:pt x="77" y="272"/>
                      <a:pt x="77" y="271"/>
                    </a:cubicBezTo>
                    <a:cubicBezTo>
                      <a:pt x="79" y="269"/>
                      <a:pt x="79" y="269"/>
                      <a:pt x="80" y="269"/>
                    </a:cubicBezTo>
                    <a:cubicBezTo>
                      <a:pt x="80" y="270"/>
                      <a:pt x="81" y="269"/>
                      <a:pt x="80" y="274"/>
                    </a:cubicBezTo>
                    <a:cubicBezTo>
                      <a:pt x="80" y="276"/>
                      <a:pt x="79" y="276"/>
                      <a:pt x="81" y="278"/>
                    </a:cubicBezTo>
                    <a:cubicBezTo>
                      <a:pt x="79" y="278"/>
                      <a:pt x="80" y="277"/>
                      <a:pt x="80" y="279"/>
                    </a:cubicBezTo>
                    <a:cubicBezTo>
                      <a:pt x="78" y="277"/>
                      <a:pt x="79" y="279"/>
                      <a:pt x="78" y="277"/>
                    </a:cubicBezTo>
                    <a:cubicBezTo>
                      <a:pt x="77" y="276"/>
                      <a:pt x="78" y="277"/>
                      <a:pt x="77" y="276"/>
                    </a:cubicBezTo>
                    <a:cubicBezTo>
                      <a:pt x="75" y="274"/>
                      <a:pt x="76" y="275"/>
                      <a:pt x="75" y="274"/>
                    </a:cubicBezTo>
                    <a:cubicBezTo>
                      <a:pt x="74" y="272"/>
                      <a:pt x="74" y="272"/>
                      <a:pt x="74" y="272"/>
                    </a:cubicBezTo>
                    <a:close/>
                    <a:moveTo>
                      <a:pt x="142" y="163"/>
                    </a:moveTo>
                    <a:cubicBezTo>
                      <a:pt x="141" y="164"/>
                      <a:pt x="141" y="164"/>
                      <a:pt x="142" y="165"/>
                    </a:cubicBezTo>
                    <a:cubicBezTo>
                      <a:pt x="139" y="165"/>
                      <a:pt x="141" y="165"/>
                      <a:pt x="139" y="166"/>
                    </a:cubicBezTo>
                    <a:cubicBezTo>
                      <a:pt x="138" y="167"/>
                      <a:pt x="137" y="166"/>
                      <a:pt x="137" y="167"/>
                    </a:cubicBezTo>
                    <a:cubicBezTo>
                      <a:pt x="137" y="165"/>
                      <a:pt x="137" y="165"/>
                      <a:pt x="137" y="165"/>
                    </a:cubicBezTo>
                    <a:cubicBezTo>
                      <a:pt x="139" y="165"/>
                      <a:pt x="140" y="165"/>
                      <a:pt x="141" y="162"/>
                    </a:cubicBezTo>
                    <a:cubicBezTo>
                      <a:pt x="142" y="163"/>
                      <a:pt x="142" y="163"/>
                      <a:pt x="142" y="163"/>
                    </a:cubicBezTo>
                    <a:close/>
                    <a:moveTo>
                      <a:pt x="144" y="162"/>
                    </a:moveTo>
                    <a:cubicBezTo>
                      <a:pt x="146" y="162"/>
                      <a:pt x="146" y="162"/>
                      <a:pt x="147" y="163"/>
                    </a:cubicBezTo>
                    <a:cubicBezTo>
                      <a:pt x="147" y="163"/>
                      <a:pt x="146" y="163"/>
                      <a:pt x="146" y="163"/>
                    </a:cubicBezTo>
                    <a:cubicBezTo>
                      <a:pt x="144" y="163"/>
                      <a:pt x="145" y="163"/>
                      <a:pt x="144" y="162"/>
                    </a:cubicBezTo>
                    <a:close/>
                    <a:moveTo>
                      <a:pt x="142" y="163"/>
                    </a:moveTo>
                    <a:cubicBezTo>
                      <a:pt x="143" y="162"/>
                      <a:pt x="143" y="163"/>
                      <a:pt x="142" y="162"/>
                    </a:cubicBezTo>
                    <a:cubicBezTo>
                      <a:pt x="142" y="163"/>
                      <a:pt x="143" y="162"/>
                      <a:pt x="142" y="163"/>
                    </a:cubicBezTo>
                    <a:close/>
                    <a:moveTo>
                      <a:pt x="146" y="159"/>
                    </a:moveTo>
                    <a:cubicBezTo>
                      <a:pt x="146" y="159"/>
                      <a:pt x="147" y="158"/>
                      <a:pt x="147" y="158"/>
                    </a:cubicBezTo>
                    <a:cubicBezTo>
                      <a:pt x="148" y="158"/>
                      <a:pt x="147" y="158"/>
                      <a:pt x="147" y="159"/>
                    </a:cubicBezTo>
                    <a:cubicBezTo>
                      <a:pt x="146" y="159"/>
                      <a:pt x="146" y="159"/>
                      <a:pt x="146" y="159"/>
                    </a:cubicBezTo>
                    <a:close/>
                    <a:moveTo>
                      <a:pt x="76" y="135"/>
                    </a:moveTo>
                    <a:cubicBezTo>
                      <a:pt x="76" y="136"/>
                      <a:pt x="76" y="138"/>
                      <a:pt x="75" y="139"/>
                    </a:cubicBezTo>
                    <a:cubicBezTo>
                      <a:pt x="75" y="140"/>
                      <a:pt x="75" y="142"/>
                      <a:pt x="75" y="144"/>
                    </a:cubicBezTo>
                    <a:cubicBezTo>
                      <a:pt x="75" y="148"/>
                      <a:pt x="75" y="149"/>
                      <a:pt x="75" y="153"/>
                    </a:cubicBezTo>
                    <a:cubicBezTo>
                      <a:pt x="74" y="170"/>
                      <a:pt x="74" y="170"/>
                      <a:pt x="74" y="170"/>
                    </a:cubicBezTo>
                    <a:cubicBezTo>
                      <a:pt x="73" y="172"/>
                      <a:pt x="71" y="172"/>
                      <a:pt x="69" y="173"/>
                    </a:cubicBezTo>
                    <a:cubicBezTo>
                      <a:pt x="69" y="173"/>
                      <a:pt x="69" y="173"/>
                      <a:pt x="69" y="173"/>
                    </a:cubicBezTo>
                    <a:cubicBezTo>
                      <a:pt x="69" y="173"/>
                      <a:pt x="69" y="173"/>
                      <a:pt x="69" y="173"/>
                    </a:cubicBezTo>
                    <a:cubicBezTo>
                      <a:pt x="66" y="177"/>
                      <a:pt x="66" y="177"/>
                      <a:pt x="66" y="177"/>
                    </a:cubicBezTo>
                    <a:cubicBezTo>
                      <a:pt x="66" y="177"/>
                      <a:pt x="66" y="177"/>
                      <a:pt x="65" y="177"/>
                    </a:cubicBezTo>
                    <a:cubicBezTo>
                      <a:pt x="64" y="178"/>
                      <a:pt x="64" y="178"/>
                      <a:pt x="64" y="178"/>
                    </a:cubicBezTo>
                    <a:cubicBezTo>
                      <a:pt x="64" y="173"/>
                      <a:pt x="64" y="176"/>
                      <a:pt x="63" y="174"/>
                    </a:cubicBezTo>
                    <a:cubicBezTo>
                      <a:pt x="63" y="172"/>
                      <a:pt x="63" y="171"/>
                      <a:pt x="63" y="169"/>
                    </a:cubicBezTo>
                    <a:cubicBezTo>
                      <a:pt x="62" y="167"/>
                      <a:pt x="62" y="165"/>
                      <a:pt x="64" y="163"/>
                    </a:cubicBezTo>
                    <a:cubicBezTo>
                      <a:pt x="63" y="159"/>
                      <a:pt x="63" y="163"/>
                      <a:pt x="63" y="159"/>
                    </a:cubicBezTo>
                    <a:cubicBezTo>
                      <a:pt x="64" y="159"/>
                      <a:pt x="64" y="159"/>
                      <a:pt x="64" y="159"/>
                    </a:cubicBezTo>
                    <a:cubicBezTo>
                      <a:pt x="64" y="155"/>
                      <a:pt x="63" y="159"/>
                      <a:pt x="63" y="155"/>
                    </a:cubicBezTo>
                    <a:cubicBezTo>
                      <a:pt x="63" y="153"/>
                      <a:pt x="63" y="150"/>
                      <a:pt x="64" y="148"/>
                    </a:cubicBezTo>
                    <a:cubicBezTo>
                      <a:pt x="65" y="148"/>
                      <a:pt x="65" y="147"/>
                      <a:pt x="65" y="147"/>
                    </a:cubicBezTo>
                    <a:cubicBezTo>
                      <a:pt x="66" y="146"/>
                      <a:pt x="66" y="146"/>
                      <a:pt x="66" y="146"/>
                    </a:cubicBezTo>
                    <a:cubicBezTo>
                      <a:pt x="66" y="146"/>
                      <a:pt x="66" y="146"/>
                      <a:pt x="66" y="146"/>
                    </a:cubicBezTo>
                    <a:cubicBezTo>
                      <a:pt x="66" y="146"/>
                      <a:pt x="65" y="146"/>
                      <a:pt x="65" y="146"/>
                    </a:cubicBezTo>
                    <a:cubicBezTo>
                      <a:pt x="64" y="146"/>
                      <a:pt x="64" y="146"/>
                      <a:pt x="64" y="146"/>
                    </a:cubicBezTo>
                    <a:cubicBezTo>
                      <a:pt x="64" y="145"/>
                      <a:pt x="64" y="146"/>
                      <a:pt x="65" y="145"/>
                    </a:cubicBezTo>
                    <a:cubicBezTo>
                      <a:pt x="66" y="142"/>
                      <a:pt x="66" y="145"/>
                      <a:pt x="66" y="141"/>
                    </a:cubicBezTo>
                    <a:cubicBezTo>
                      <a:pt x="67" y="141"/>
                      <a:pt x="67" y="141"/>
                      <a:pt x="68" y="140"/>
                    </a:cubicBezTo>
                    <a:cubicBezTo>
                      <a:pt x="69" y="139"/>
                      <a:pt x="69" y="139"/>
                      <a:pt x="69" y="139"/>
                    </a:cubicBezTo>
                    <a:cubicBezTo>
                      <a:pt x="69" y="139"/>
                      <a:pt x="69" y="139"/>
                      <a:pt x="69" y="139"/>
                    </a:cubicBezTo>
                    <a:cubicBezTo>
                      <a:pt x="70" y="138"/>
                      <a:pt x="70" y="138"/>
                      <a:pt x="70" y="138"/>
                    </a:cubicBezTo>
                    <a:cubicBezTo>
                      <a:pt x="74" y="134"/>
                      <a:pt x="71" y="136"/>
                      <a:pt x="72" y="134"/>
                    </a:cubicBezTo>
                    <a:cubicBezTo>
                      <a:pt x="76" y="130"/>
                      <a:pt x="76" y="130"/>
                      <a:pt x="76" y="130"/>
                    </a:cubicBezTo>
                    <a:cubicBezTo>
                      <a:pt x="76" y="133"/>
                      <a:pt x="76" y="131"/>
                      <a:pt x="76" y="133"/>
                    </a:cubicBezTo>
                    <a:cubicBezTo>
                      <a:pt x="76" y="134"/>
                      <a:pt x="76" y="134"/>
                      <a:pt x="76" y="135"/>
                    </a:cubicBezTo>
                    <a:close/>
                    <a:moveTo>
                      <a:pt x="118" y="121"/>
                    </a:moveTo>
                    <a:cubicBezTo>
                      <a:pt x="117" y="134"/>
                      <a:pt x="117" y="134"/>
                      <a:pt x="117" y="134"/>
                    </a:cubicBezTo>
                    <a:cubicBezTo>
                      <a:pt x="117" y="136"/>
                      <a:pt x="117" y="137"/>
                      <a:pt x="116" y="140"/>
                    </a:cubicBezTo>
                    <a:cubicBezTo>
                      <a:pt x="114" y="143"/>
                      <a:pt x="114" y="143"/>
                      <a:pt x="114" y="143"/>
                    </a:cubicBezTo>
                    <a:cubicBezTo>
                      <a:pt x="113" y="144"/>
                      <a:pt x="114" y="144"/>
                      <a:pt x="113" y="144"/>
                    </a:cubicBezTo>
                    <a:cubicBezTo>
                      <a:pt x="113" y="137"/>
                      <a:pt x="114" y="143"/>
                      <a:pt x="114" y="137"/>
                    </a:cubicBezTo>
                    <a:cubicBezTo>
                      <a:pt x="115" y="136"/>
                      <a:pt x="115" y="138"/>
                      <a:pt x="115" y="133"/>
                    </a:cubicBezTo>
                    <a:cubicBezTo>
                      <a:pt x="116" y="133"/>
                      <a:pt x="115" y="133"/>
                      <a:pt x="115" y="133"/>
                    </a:cubicBezTo>
                    <a:cubicBezTo>
                      <a:pt x="115" y="132"/>
                      <a:pt x="115" y="132"/>
                      <a:pt x="115" y="132"/>
                    </a:cubicBezTo>
                    <a:cubicBezTo>
                      <a:pt x="116" y="132"/>
                      <a:pt x="116" y="132"/>
                      <a:pt x="116" y="132"/>
                    </a:cubicBezTo>
                    <a:cubicBezTo>
                      <a:pt x="116" y="129"/>
                      <a:pt x="116" y="127"/>
                      <a:pt x="117" y="126"/>
                    </a:cubicBezTo>
                    <a:cubicBezTo>
                      <a:pt x="117" y="124"/>
                      <a:pt x="117" y="121"/>
                      <a:pt x="118" y="121"/>
                    </a:cubicBezTo>
                    <a:close/>
                    <a:moveTo>
                      <a:pt x="139" y="107"/>
                    </a:moveTo>
                    <a:cubicBezTo>
                      <a:pt x="140" y="106"/>
                      <a:pt x="140" y="106"/>
                      <a:pt x="141" y="105"/>
                    </a:cubicBezTo>
                    <a:cubicBezTo>
                      <a:pt x="143" y="107"/>
                      <a:pt x="145" y="105"/>
                      <a:pt x="148" y="106"/>
                    </a:cubicBezTo>
                    <a:cubicBezTo>
                      <a:pt x="148" y="109"/>
                      <a:pt x="148" y="109"/>
                      <a:pt x="148" y="111"/>
                    </a:cubicBezTo>
                    <a:cubicBezTo>
                      <a:pt x="148" y="111"/>
                      <a:pt x="148" y="111"/>
                      <a:pt x="148" y="111"/>
                    </a:cubicBezTo>
                    <a:cubicBezTo>
                      <a:pt x="148" y="111"/>
                      <a:pt x="148" y="111"/>
                      <a:pt x="147" y="111"/>
                    </a:cubicBezTo>
                    <a:cubicBezTo>
                      <a:pt x="147" y="113"/>
                      <a:pt x="148" y="112"/>
                      <a:pt x="146" y="114"/>
                    </a:cubicBezTo>
                    <a:cubicBezTo>
                      <a:pt x="142" y="120"/>
                      <a:pt x="142" y="120"/>
                      <a:pt x="142" y="120"/>
                    </a:cubicBezTo>
                    <a:cubicBezTo>
                      <a:pt x="141" y="119"/>
                      <a:pt x="141" y="119"/>
                      <a:pt x="140" y="118"/>
                    </a:cubicBezTo>
                    <a:cubicBezTo>
                      <a:pt x="140" y="116"/>
                      <a:pt x="139" y="115"/>
                      <a:pt x="139" y="113"/>
                    </a:cubicBezTo>
                    <a:cubicBezTo>
                      <a:pt x="139" y="111"/>
                      <a:pt x="139" y="113"/>
                      <a:pt x="139" y="110"/>
                    </a:cubicBezTo>
                    <a:cubicBezTo>
                      <a:pt x="139" y="108"/>
                      <a:pt x="139" y="111"/>
                      <a:pt x="139" y="109"/>
                    </a:cubicBezTo>
                    <a:cubicBezTo>
                      <a:pt x="139" y="108"/>
                      <a:pt x="139" y="108"/>
                      <a:pt x="139" y="107"/>
                    </a:cubicBezTo>
                    <a:close/>
                    <a:moveTo>
                      <a:pt x="136" y="111"/>
                    </a:moveTo>
                    <a:cubicBezTo>
                      <a:pt x="137" y="111"/>
                      <a:pt x="137" y="111"/>
                      <a:pt x="137" y="111"/>
                    </a:cubicBezTo>
                    <a:cubicBezTo>
                      <a:pt x="139" y="109"/>
                      <a:pt x="137" y="112"/>
                      <a:pt x="137" y="110"/>
                    </a:cubicBezTo>
                    <a:cubicBezTo>
                      <a:pt x="138" y="108"/>
                      <a:pt x="138" y="109"/>
                      <a:pt x="137" y="108"/>
                    </a:cubicBezTo>
                    <a:cubicBezTo>
                      <a:pt x="137" y="108"/>
                      <a:pt x="136" y="109"/>
                      <a:pt x="135" y="110"/>
                    </a:cubicBezTo>
                    <a:cubicBezTo>
                      <a:pt x="136" y="110"/>
                      <a:pt x="135" y="110"/>
                      <a:pt x="136" y="110"/>
                    </a:cubicBezTo>
                    <a:cubicBezTo>
                      <a:pt x="136" y="114"/>
                      <a:pt x="136" y="113"/>
                      <a:pt x="137" y="115"/>
                    </a:cubicBezTo>
                    <a:cubicBezTo>
                      <a:pt x="137" y="117"/>
                      <a:pt x="136" y="115"/>
                      <a:pt x="138" y="117"/>
                    </a:cubicBezTo>
                    <a:cubicBezTo>
                      <a:pt x="138" y="112"/>
                      <a:pt x="138" y="112"/>
                      <a:pt x="138" y="112"/>
                    </a:cubicBezTo>
                    <a:cubicBezTo>
                      <a:pt x="137" y="111"/>
                      <a:pt x="138" y="111"/>
                      <a:pt x="136" y="111"/>
                    </a:cubicBezTo>
                    <a:close/>
                    <a:moveTo>
                      <a:pt x="130" y="81"/>
                    </a:moveTo>
                    <a:cubicBezTo>
                      <a:pt x="130" y="81"/>
                      <a:pt x="131" y="80"/>
                      <a:pt x="130" y="81"/>
                    </a:cubicBezTo>
                    <a:cubicBezTo>
                      <a:pt x="130" y="82"/>
                      <a:pt x="130" y="82"/>
                      <a:pt x="130" y="81"/>
                    </a:cubicBezTo>
                    <a:close/>
                    <a:moveTo>
                      <a:pt x="132" y="80"/>
                    </a:moveTo>
                    <a:cubicBezTo>
                      <a:pt x="132" y="80"/>
                      <a:pt x="133" y="80"/>
                      <a:pt x="132" y="80"/>
                    </a:cubicBezTo>
                    <a:cubicBezTo>
                      <a:pt x="132" y="81"/>
                      <a:pt x="131" y="80"/>
                      <a:pt x="132" y="80"/>
                    </a:cubicBezTo>
                    <a:close/>
                    <a:moveTo>
                      <a:pt x="66" y="283"/>
                    </a:moveTo>
                    <a:cubicBezTo>
                      <a:pt x="65" y="285"/>
                      <a:pt x="65" y="289"/>
                      <a:pt x="67" y="291"/>
                    </a:cubicBezTo>
                    <a:cubicBezTo>
                      <a:pt x="67" y="292"/>
                      <a:pt x="67" y="292"/>
                      <a:pt x="67" y="293"/>
                    </a:cubicBezTo>
                    <a:cubicBezTo>
                      <a:pt x="67" y="293"/>
                      <a:pt x="67" y="293"/>
                      <a:pt x="67" y="293"/>
                    </a:cubicBezTo>
                    <a:cubicBezTo>
                      <a:pt x="67" y="294"/>
                      <a:pt x="67" y="294"/>
                      <a:pt x="67" y="294"/>
                    </a:cubicBezTo>
                    <a:cubicBezTo>
                      <a:pt x="67" y="295"/>
                      <a:pt x="66" y="296"/>
                      <a:pt x="66" y="297"/>
                    </a:cubicBezTo>
                    <a:cubicBezTo>
                      <a:pt x="67" y="299"/>
                      <a:pt x="67" y="298"/>
                      <a:pt x="67" y="299"/>
                    </a:cubicBezTo>
                    <a:cubicBezTo>
                      <a:pt x="68" y="301"/>
                      <a:pt x="67" y="302"/>
                      <a:pt x="68" y="304"/>
                    </a:cubicBezTo>
                    <a:cubicBezTo>
                      <a:pt x="68" y="304"/>
                      <a:pt x="68" y="304"/>
                      <a:pt x="68" y="304"/>
                    </a:cubicBezTo>
                    <a:cubicBezTo>
                      <a:pt x="69" y="308"/>
                      <a:pt x="69" y="308"/>
                      <a:pt x="69" y="308"/>
                    </a:cubicBezTo>
                    <a:cubicBezTo>
                      <a:pt x="71" y="310"/>
                      <a:pt x="71" y="311"/>
                      <a:pt x="71" y="314"/>
                    </a:cubicBezTo>
                    <a:cubicBezTo>
                      <a:pt x="72" y="316"/>
                      <a:pt x="71" y="312"/>
                      <a:pt x="72" y="315"/>
                    </a:cubicBezTo>
                    <a:cubicBezTo>
                      <a:pt x="73" y="319"/>
                      <a:pt x="71" y="315"/>
                      <a:pt x="74" y="321"/>
                    </a:cubicBezTo>
                    <a:cubicBezTo>
                      <a:pt x="75" y="323"/>
                      <a:pt x="75" y="325"/>
                      <a:pt x="78" y="325"/>
                    </a:cubicBezTo>
                    <a:cubicBezTo>
                      <a:pt x="78" y="325"/>
                      <a:pt x="78" y="325"/>
                      <a:pt x="78" y="325"/>
                    </a:cubicBezTo>
                    <a:cubicBezTo>
                      <a:pt x="77" y="325"/>
                      <a:pt x="77" y="325"/>
                      <a:pt x="77" y="325"/>
                    </a:cubicBezTo>
                    <a:cubicBezTo>
                      <a:pt x="79" y="324"/>
                      <a:pt x="79" y="324"/>
                      <a:pt x="79" y="327"/>
                    </a:cubicBezTo>
                    <a:cubicBezTo>
                      <a:pt x="79" y="331"/>
                      <a:pt x="79" y="331"/>
                      <a:pt x="79" y="331"/>
                    </a:cubicBezTo>
                    <a:cubicBezTo>
                      <a:pt x="79" y="332"/>
                      <a:pt x="80" y="331"/>
                      <a:pt x="79" y="332"/>
                    </a:cubicBezTo>
                    <a:cubicBezTo>
                      <a:pt x="81" y="332"/>
                      <a:pt x="81" y="332"/>
                      <a:pt x="82" y="331"/>
                    </a:cubicBezTo>
                    <a:cubicBezTo>
                      <a:pt x="82" y="331"/>
                      <a:pt x="82" y="331"/>
                      <a:pt x="82" y="331"/>
                    </a:cubicBezTo>
                    <a:cubicBezTo>
                      <a:pt x="82" y="332"/>
                      <a:pt x="83" y="332"/>
                      <a:pt x="83" y="334"/>
                    </a:cubicBezTo>
                    <a:cubicBezTo>
                      <a:pt x="84" y="335"/>
                      <a:pt x="84" y="337"/>
                      <a:pt x="84" y="338"/>
                    </a:cubicBezTo>
                    <a:cubicBezTo>
                      <a:pt x="85" y="339"/>
                      <a:pt x="86" y="339"/>
                      <a:pt x="87" y="339"/>
                    </a:cubicBezTo>
                    <a:cubicBezTo>
                      <a:pt x="87" y="341"/>
                      <a:pt x="87" y="341"/>
                      <a:pt x="87" y="341"/>
                    </a:cubicBezTo>
                    <a:cubicBezTo>
                      <a:pt x="88" y="342"/>
                      <a:pt x="87" y="341"/>
                      <a:pt x="87" y="342"/>
                    </a:cubicBezTo>
                    <a:cubicBezTo>
                      <a:pt x="87" y="342"/>
                      <a:pt x="87" y="343"/>
                      <a:pt x="87" y="343"/>
                    </a:cubicBezTo>
                    <a:cubicBezTo>
                      <a:pt x="88" y="344"/>
                      <a:pt x="88" y="344"/>
                      <a:pt x="88" y="344"/>
                    </a:cubicBezTo>
                    <a:cubicBezTo>
                      <a:pt x="89" y="344"/>
                      <a:pt x="89" y="344"/>
                      <a:pt x="89" y="344"/>
                    </a:cubicBezTo>
                    <a:cubicBezTo>
                      <a:pt x="89" y="343"/>
                      <a:pt x="89" y="343"/>
                      <a:pt x="89" y="343"/>
                    </a:cubicBezTo>
                    <a:cubicBezTo>
                      <a:pt x="90" y="342"/>
                      <a:pt x="90" y="342"/>
                      <a:pt x="90" y="342"/>
                    </a:cubicBezTo>
                    <a:cubicBezTo>
                      <a:pt x="91" y="342"/>
                      <a:pt x="91" y="342"/>
                      <a:pt x="91" y="342"/>
                    </a:cubicBezTo>
                    <a:cubicBezTo>
                      <a:pt x="92" y="342"/>
                      <a:pt x="91" y="342"/>
                      <a:pt x="93" y="342"/>
                    </a:cubicBezTo>
                    <a:cubicBezTo>
                      <a:pt x="93" y="341"/>
                      <a:pt x="94" y="341"/>
                      <a:pt x="94" y="341"/>
                    </a:cubicBezTo>
                    <a:cubicBezTo>
                      <a:pt x="99" y="340"/>
                      <a:pt x="99" y="340"/>
                      <a:pt x="99" y="340"/>
                    </a:cubicBezTo>
                    <a:cubicBezTo>
                      <a:pt x="99" y="338"/>
                      <a:pt x="99" y="338"/>
                      <a:pt x="99" y="338"/>
                    </a:cubicBezTo>
                    <a:cubicBezTo>
                      <a:pt x="101" y="338"/>
                      <a:pt x="100" y="338"/>
                      <a:pt x="101" y="338"/>
                    </a:cubicBezTo>
                    <a:cubicBezTo>
                      <a:pt x="104" y="337"/>
                      <a:pt x="104" y="337"/>
                      <a:pt x="104" y="337"/>
                    </a:cubicBezTo>
                    <a:cubicBezTo>
                      <a:pt x="105" y="336"/>
                      <a:pt x="106" y="336"/>
                      <a:pt x="107" y="336"/>
                    </a:cubicBezTo>
                    <a:cubicBezTo>
                      <a:pt x="107" y="334"/>
                      <a:pt x="107" y="334"/>
                      <a:pt x="107" y="334"/>
                    </a:cubicBezTo>
                    <a:cubicBezTo>
                      <a:pt x="108" y="334"/>
                      <a:pt x="108" y="334"/>
                      <a:pt x="108" y="334"/>
                    </a:cubicBezTo>
                    <a:cubicBezTo>
                      <a:pt x="108" y="334"/>
                      <a:pt x="108" y="333"/>
                      <a:pt x="108" y="333"/>
                    </a:cubicBezTo>
                    <a:cubicBezTo>
                      <a:pt x="109" y="333"/>
                      <a:pt x="109" y="332"/>
                      <a:pt x="109" y="330"/>
                    </a:cubicBezTo>
                    <a:cubicBezTo>
                      <a:pt x="109" y="330"/>
                      <a:pt x="108" y="330"/>
                      <a:pt x="108" y="330"/>
                    </a:cubicBezTo>
                    <a:cubicBezTo>
                      <a:pt x="108" y="330"/>
                      <a:pt x="108" y="330"/>
                      <a:pt x="108" y="330"/>
                    </a:cubicBezTo>
                    <a:cubicBezTo>
                      <a:pt x="108" y="327"/>
                      <a:pt x="107" y="326"/>
                      <a:pt x="107" y="324"/>
                    </a:cubicBezTo>
                    <a:cubicBezTo>
                      <a:pt x="107" y="322"/>
                      <a:pt x="108" y="321"/>
                      <a:pt x="108" y="319"/>
                    </a:cubicBezTo>
                    <a:cubicBezTo>
                      <a:pt x="107" y="314"/>
                      <a:pt x="107" y="316"/>
                      <a:pt x="108" y="314"/>
                    </a:cubicBezTo>
                    <a:cubicBezTo>
                      <a:pt x="108" y="311"/>
                      <a:pt x="107" y="310"/>
                      <a:pt x="106" y="309"/>
                    </a:cubicBezTo>
                    <a:cubicBezTo>
                      <a:pt x="106" y="307"/>
                      <a:pt x="106" y="298"/>
                      <a:pt x="106" y="296"/>
                    </a:cubicBezTo>
                    <a:cubicBezTo>
                      <a:pt x="106" y="291"/>
                      <a:pt x="106" y="294"/>
                      <a:pt x="107" y="291"/>
                    </a:cubicBezTo>
                    <a:cubicBezTo>
                      <a:pt x="107" y="289"/>
                      <a:pt x="107" y="288"/>
                      <a:pt x="108" y="287"/>
                    </a:cubicBezTo>
                    <a:cubicBezTo>
                      <a:pt x="108" y="284"/>
                      <a:pt x="108" y="282"/>
                      <a:pt x="108" y="280"/>
                    </a:cubicBezTo>
                    <a:cubicBezTo>
                      <a:pt x="107" y="274"/>
                      <a:pt x="107" y="274"/>
                      <a:pt x="107" y="274"/>
                    </a:cubicBezTo>
                    <a:cubicBezTo>
                      <a:pt x="108" y="273"/>
                      <a:pt x="107" y="271"/>
                      <a:pt x="107" y="269"/>
                    </a:cubicBezTo>
                    <a:cubicBezTo>
                      <a:pt x="107" y="260"/>
                      <a:pt x="107" y="251"/>
                      <a:pt x="107" y="242"/>
                    </a:cubicBezTo>
                    <a:cubicBezTo>
                      <a:pt x="107" y="240"/>
                      <a:pt x="107" y="241"/>
                      <a:pt x="106" y="240"/>
                    </a:cubicBezTo>
                    <a:cubicBezTo>
                      <a:pt x="106" y="236"/>
                      <a:pt x="106" y="236"/>
                      <a:pt x="106" y="236"/>
                    </a:cubicBezTo>
                    <a:cubicBezTo>
                      <a:pt x="106" y="235"/>
                      <a:pt x="106" y="236"/>
                      <a:pt x="107" y="236"/>
                    </a:cubicBezTo>
                    <a:cubicBezTo>
                      <a:pt x="106" y="232"/>
                      <a:pt x="107" y="233"/>
                      <a:pt x="106" y="230"/>
                    </a:cubicBezTo>
                    <a:cubicBezTo>
                      <a:pt x="106" y="229"/>
                      <a:pt x="106" y="226"/>
                      <a:pt x="106" y="224"/>
                    </a:cubicBezTo>
                    <a:cubicBezTo>
                      <a:pt x="104" y="223"/>
                      <a:pt x="106" y="225"/>
                      <a:pt x="104" y="223"/>
                    </a:cubicBezTo>
                    <a:cubicBezTo>
                      <a:pt x="106" y="222"/>
                      <a:pt x="106" y="222"/>
                      <a:pt x="106" y="222"/>
                    </a:cubicBezTo>
                    <a:cubicBezTo>
                      <a:pt x="106" y="219"/>
                      <a:pt x="106" y="217"/>
                      <a:pt x="106" y="215"/>
                    </a:cubicBezTo>
                    <a:cubicBezTo>
                      <a:pt x="107" y="212"/>
                      <a:pt x="107" y="211"/>
                      <a:pt x="108" y="209"/>
                    </a:cubicBezTo>
                    <a:cubicBezTo>
                      <a:pt x="109" y="210"/>
                      <a:pt x="109" y="210"/>
                      <a:pt x="109" y="210"/>
                    </a:cubicBezTo>
                    <a:cubicBezTo>
                      <a:pt x="111" y="210"/>
                      <a:pt x="112" y="209"/>
                      <a:pt x="114" y="208"/>
                    </a:cubicBezTo>
                    <a:cubicBezTo>
                      <a:pt x="116" y="207"/>
                      <a:pt x="114" y="208"/>
                      <a:pt x="115" y="207"/>
                    </a:cubicBezTo>
                    <a:cubicBezTo>
                      <a:pt x="117" y="205"/>
                      <a:pt x="117" y="205"/>
                      <a:pt x="117" y="205"/>
                    </a:cubicBezTo>
                    <a:cubicBezTo>
                      <a:pt x="117" y="205"/>
                      <a:pt x="118" y="205"/>
                      <a:pt x="118" y="204"/>
                    </a:cubicBezTo>
                    <a:cubicBezTo>
                      <a:pt x="121" y="201"/>
                      <a:pt x="125" y="197"/>
                      <a:pt x="126" y="193"/>
                    </a:cubicBezTo>
                    <a:cubicBezTo>
                      <a:pt x="126" y="191"/>
                      <a:pt x="128" y="188"/>
                      <a:pt x="128" y="187"/>
                    </a:cubicBezTo>
                    <a:cubicBezTo>
                      <a:pt x="129" y="186"/>
                      <a:pt x="128" y="186"/>
                      <a:pt x="129" y="186"/>
                    </a:cubicBezTo>
                    <a:cubicBezTo>
                      <a:pt x="129" y="183"/>
                      <a:pt x="129" y="183"/>
                      <a:pt x="129" y="183"/>
                    </a:cubicBezTo>
                    <a:cubicBezTo>
                      <a:pt x="131" y="182"/>
                      <a:pt x="131" y="182"/>
                      <a:pt x="131" y="182"/>
                    </a:cubicBezTo>
                    <a:cubicBezTo>
                      <a:pt x="130" y="181"/>
                      <a:pt x="130" y="181"/>
                      <a:pt x="130" y="181"/>
                    </a:cubicBezTo>
                    <a:cubicBezTo>
                      <a:pt x="132" y="180"/>
                      <a:pt x="131" y="179"/>
                      <a:pt x="132" y="177"/>
                    </a:cubicBezTo>
                    <a:cubicBezTo>
                      <a:pt x="133" y="176"/>
                      <a:pt x="133" y="176"/>
                      <a:pt x="135" y="176"/>
                    </a:cubicBezTo>
                    <a:cubicBezTo>
                      <a:pt x="134" y="175"/>
                      <a:pt x="134" y="175"/>
                      <a:pt x="134" y="175"/>
                    </a:cubicBezTo>
                    <a:cubicBezTo>
                      <a:pt x="137" y="175"/>
                      <a:pt x="136" y="175"/>
                      <a:pt x="136" y="174"/>
                    </a:cubicBezTo>
                    <a:cubicBezTo>
                      <a:pt x="136" y="170"/>
                      <a:pt x="136" y="170"/>
                      <a:pt x="136" y="170"/>
                    </a:cubicBezTo>
                    <a:cubicBezTo>
                      <a:pt x="138" y="170"/>
                      <a:pt x="139" y="170"/>
                      <a:pt x="141" y="170"/>
                    </a:cubicBezTo>
                    <a:cubicBezTo>
                      <a:pt x="143" y="170"/>
                      <a:pt x="144" y="169"/>
                      <a:pt x="147" y="167"/>
                    </a:cubicBezTo>
                    <a:cubicBezTo>
                      <a:pt x="153" y="162"/>
                      <a:pt x="153" y="162"/>
                      <a:pt x="153" y="162"/>
                    </a:cubicBezTo>
                    <a:cubicBezTo>
                      <a:pt x="154" y="161"/>
                      <a:pt x="157" y="159"/>
                      <a:pt x="158" y="158"/>
                    </a:cubicBezTo>
                    <a:cubicBezTo>
                      <a:pt x="157" y="157"/>
                      <a:pt x="157" y="157"/>
                      <a:pt x="157" y="157"/>
                    </a:cubicBezTo>
                    <a:cubicBezTo>
                      <a:pt x="156" y="157"/>
                      <a:pt x="157" y="157"/>
                      <a:pt x="155" y="158"/>
                    </a:cubicBezTo>
                    <a:cubicBezTo>
                      <a:pt x="155" y="158"/>
                      <a:pt x="155" y="159"/>
                      <a:pt x="154" y="159"/>
                    </a:cubicBezTo>
                    <a:cubicBezTo>
                      <a:pt x="154" y="159"/>
                      <a:pt x="152" y="161"/>
                      <a:pt x="151" y="161"/>
                    </a:cubicBezTo>
                    <a:cubicBezTo>
                      <a:pt x="148" y="162"/>
                      <a:pt x="148" y="162"/>
                      <a:pt x="148" y="162"/>
                    </a:cubicBezTo>
                    <a:cubicBezTo>
                      <a:pt x="148" y="161"/>
                      <a:pt x="148" y="160"/>
                      <a:pt x="149" y="159"/>
                    </a:cubicBezTo>
                    <a:cubicBezTo>
                      <a:pt x="150" y="161"/>
                      <a:pt x="150" y="160"/>
                      <a:pt x="152" y="158"/>
                    </a:cubicBezTo>
                    <a:cubicBezTo>
                      <a:pt x="153" y="158"/>
                      <a:pt x="153" y="158"/>
                      <a:pt x="153" y="158"/>
                    </a:cubicBezTo>
                    <a:cubicBezTo>
                      <a:pt x="153" y="157"/>
                      <a:pt x="153" y="157"/>
                      <a:pt x="153" y="157"/>
                    </a:cubicBezTo>
                    <a:cubicBezTo>
                      <a:pt x="153" y="157"/>
                      <a:pt x="153" y="157"/>
                      <a:pt x="154" y="157"/>
                    </a:cubicBezTo>
                    <a:cubicBezTo>
                      <a:pt x="154" y="157"/>
                      <a:pt x="154" y="157"/>
                      <a:pt x="154" y="157"/>
                    </a:cubicBezTo>
                    <a:cubicBezTo>
                      <a:pt x="153" y="156"/>
                      <a:pt x="153" y="156"/>
                      <a:pt x="153" y="156"/>
                    </a:cubicBezTo>
                    <a:cubicBezTo>
                      <a:pt x="153" y="155"/>
                      <a:pt x="153" y="156"/>
                      <a:pt x="154" y="154"/>
                    </a:cubicBezTo>
                    <a:cubicBezTo>
                      <a:pt x="156" y="156"/>
                      <a:pt x="153" y="156"/>
                      <a:pt x="156" y="156"/>
                    </a:cubicBezTo>
                    <a:cubicBezTo>
                      <a:pt x="156" y="155"/>
                      <a:pt x="156" y="155"/>
                      <a:pt x="155" y="154"/>
                    </a:cubicBezTo>
                    <a:cubicBezTo>
                      <a:pt x="156" y="154"/>
                      <a:pt x="155" y="154"/>
                      <a:pt x="156" y="154"/>
                    </a:cubicBezTo>
                    <a:cubicBezTo>
                      <a:pt x="156" y="151"/>
                      <a:pt x="157" y="151"/>
                      <a:pt x="160" y="151"/>
                    </a:cubicBezTo>
                    <a:cubicBezTo>
                      <a:pt x="162" y="150"/>
                      <a:pt x="162" y="150"/>
                      <a:pt x="162" y="150"/>
                    </a:cubicBezTo>
                    <a:cubicBezTo>
                      <a:pt x="162" y="147"/>
                      <a:pt x="160" y="147"/>
                      <a:pt x="159" y="146"/>
                    </a:cubicBezTo>
                    <a:cubicBezTo>
                      <a:pt x="159" y="145"/>
                      <a:pt x="159" y="144"/>
                      <a:pt x="161" y="145"/>
                    </a:cubicBezTo>
                    <a:cubicBezTo>
                      <a:pt x="164" y="145"/>
                      <a:pt x="164" y="144"/>
                      <a:pt x="168" y="144"/>
                    </a:cubicBezTo>
                    <a:cubicBezTo>
                      <a:pt x="169" y="143"/>
                      <a:pt x="168" y="143"/>
                      <a:pt x="169" y="144"/>
                    </a:cubicBezTo>
                    <a:cubicBezTo>
                      <a:pt x="170" y="142"/>
                      <a:pt x="172" y="142"/>
                      <a:pt x="174" y="141"/>
                    </a:cubicBezTo>
                    <a:cubicBezTo>
                      <a:pt x="174" y="141"/>
                      <a:pt x="174" y="141"/>
                      <a:pt x="174" y="141"/>
                    </a:cubicBezTo>
                    <a:cubicBezTo>
                      <a:pt x="177" y="138"/>
                      <a:pt x="177" y="138"/>
                      <a:pt x="177" y="138"/>
                    </a:cubicBezTo>
                    <a:cubicBezTo>
                      <a:pt x="178" y="137"/>
                      <a:pt x="177" y="138"/>
                      <a:pt x="178" y="137"/>
                    </a:cubicBezTo>
                    <a:cubicBezTo>
                      <a:pt x="179" y="137"/>
                      <a:pt x="178" y="137"/>
                      <a:pt x="179" y="136"/>
                    </a:cubicBezTo>
                    <a:cubicBezTo>
                      <a:pt x="182" y="130"/>
                      <a:pt x="182" y="130"/>
                      <a:pt x="182" y="130"/>
                    </a:cubicBezTo>
                    <a:cubicBezTo>
                      <a:pt x="183" y="128"/>
                      <a:pt x="182" y="130"/>
                      <a:pt x="183" y="129"/>
                    </a:cubicBezTo>
                    <a:cubicBezTo>
                      <a:pt x="186" y="125"/>
                      <a:pt x="186" y="125"/>
                      <a:pt x="186" y="125"/>
                    </a:cubicBezTo>
                    <a:cubicBezTo>
                      <a:pt x="186" y="121"/>
                      <a:pt x="186" y="121"/>
                      <a:pt x="186" y="121"/>
                    </a:cubicBezTo>
                    <a:cubicBezTo>
                      <a:pt x="187" y="121"/>
                      <a:pt x="187" y="121"/>
                      <a:pt x="187" y="121"/>
                    </a:cubicBezTo>
                    <a:cubicBezTo>
                      <a:pt x="186" y="119"/>
                      <a:pt x="186" y="119"/>
                      <a:pt x="186" y="119"/>
                    </a:cubicBezTo>
                    <a:cubicBezTo>
                      <a:pt x="186" y="118"/>
                      <a:pt x="186" y="119"/>
                      <a:pt x="186" y="118"/>
                    </a:cubicBezTo>
                    <a:cubicBezTo>
                      <a:pt x="187" y="115"/>
                      <a:pt x="185" y="115"/>
                      <a:pt x="187" y="115"/>
                    </a:cubicBezTo>
                    <a:cubicBezTo>
                      <a:pt x="187" y="114"/>
                      <a:pt x="187" y="113"/>
                      <a:pt x="187" y="112"/>
                    </a:cubicBezTo>
                    <a:cubicBezTo>
                      <a:pt x="187" y="109"/>
                      <a:pt x="187" y="113"/>
                      <a:pt x="187" y="111"/>
                    </a:cubicBezTo>
                    <a:cubicBezTo>
                      <a:pt x="186" y="108"/>
                      <a:pt x="186" y="108"/>
                      <a:pt x="186" y="108"/>
                    </a:cubicBezTo>
                    <a:cubicBezTo>
                      <a:pt x="186" y="107"/>
                      <a:pt x="186" y="106"/>
                      <a:pt x="186" y="105"/>
                    </a:cubicBezTo>
                    <a:cubicBezTo>
                      <a:pt x="186" y="100"/>
                      <a:pt x="185" y="99"/>
                      <a:pt x="184" y="96"/>
                    </a:cubicBezTo>
                    <a:cubicBezTo>
                      <a:pt x="183" y="96"/>
                      <a:pt x="183" y="96"/>
                      <a:pt x="183" y="96"/>
                    </a:cubicBezTo>
                    <a:cubicBezTo>
                      <a:pt x="183" y="91"/>
                      <a:pt x="180" y="88"/>
                      <a:pt x="178" y="85"/>
                    </a:cubicBezTo>
                    <a:cubicBezTo>
                      <a:pt x="177" y="83"/>
                      <a:pt x="176" y="82"/>
                      <a:pt x="174" y="82"/>
                    </a:cubicBezTo>
                    <a:cubicBezTo>
                      <a:pt x="172" y="81"/>
                      <a:pt x="176" y="83"/>
                      <a:pt x="173" y="81"/>
                    </a:cubicBezTo>
                    <a:cubicBezTo>
                      <a:pt x="173" y="81"/>
                      <a:pt x="173" y="80"/>
                      <a:pt x="173" y="80"/>
                    </a:cubicBezTo>
                    <a:cubicBezTo>
                      <a:pt x="171" y="78"/>
                      <a:pt x="168" y="78"/>
                      <a:pt x="165" y="77"/>
                    </a:cubicBezTo>
                    <a:cubicBezTo>
                      <a:pt x="161" y="76"/>
                      <a:pt x="155" y="77"/>
                      <a:pt x="151" y="78"/>
                    </a:cubicBezTo>
                    <a:cubicBezTo>
                      <a:pt x="151" y="78"/>
                      <a:pt x="149" y="78"/>
                      <a:pt x="148" y="78"/>
                    </a:cubicBezTo>
                    <a:cubicBezTo>
                      <a:pt x="146" y="80"/>
                      <a:pt x="148" y="77"/>
                      <a:pt x="146" y="79"/>
                    </a:cubicBezTo>
                    <a:cubicBezTo>
                      <a:pt x="145" y="79"/>
                      <a:pt x="144" y="79"/>
                      <a:pt x="142" y="79"/>
                    </a:cubicBezTo>
                    <a:cubicBezTo>
                      <a:pt x="141" y="79"/>
                      <a:pt x="141" y="80"/>
                      <a:pt x="140" y="80"/>
                    </a:cubicBezTo>
                    <a:cubicBezTo>
                      <a:pt x="136" y="80"/>
                      <a:pt x="134" y="78"/>
                      <a:pt x="138" y="77"/>
                    </a:cubicBezTo>
                    <a:cubicBezTo>
                      <a:pt x="137" y="77"/>
                      <a:pt x="137" y="77"/>
                      <a:pt x="136" y="76"/>
                    </a:cubicBezTo>
                    <a:cubicBezTo>
                      <a:pt x="136" y="75"/>
                      <a:pt x="136" y="75"/>
                      <a:pt x="135" y="75"/>
                    </a:cubicBezTo>
                    <a:cubicBezTo>
                      <a:pt x="133" y="75"/>
                      <a:pt x="133" y="75"/>
                      <a:pt x="133" y="75"/>
                    </a:cubicBezTo>
                    <a:cubicBezTo>
                      <a:pt x="131" y="72"/>
                      <a:pt x="131" y="72"/>
                      <a:pt x="131" y="72"/>
                    </a:cubicBezTo>
                    <a:cubicBezTo>
                      <a:pt x="132" y="71"/>
                      <a:pt x="132" y="71"/>
                      <a:pt x="134" y="71"/>
                    </a:cubicBezTo>
                    <a:cubicBezTo>
                      <a:pt x="134" y="71"/>
                      <a:pt x="134" y="71"/>
                      <a:pt x="133" y="70"/>
                    </a:cubicBezTo>
                    <a:cubicBezTo>
                      <a:pt x="133" y="70"/>
                      <a:pt x="134" y="69"/>
                      <a:pt x="134" y="70"/>
                    </a:cubicBezTo>
                    <a:cubicBezTo>
                      <a:pt x="134" y="69"/>
                      <a:pt x="134" y="69"/>
                      <a:pt x="134" y="69"/>
                    </a:cubicBezTo>
                    <a:cubicBezTo>
                      <a:pt x="135" y="69"/>
                      <a:pt x="134" y="69"/>
                      <a:pt x="135" y="69"/>
                    </a:cubicBezTo>
                    <a:cubicBezTo>
                      <a:pt x="135" y="66"/>
                      <a:pt x="135" y="66"/>
                      <a:pt x="135" y="66"/>
                    </a:cubicBezTo>
                    <a:cubicBezTo>
                      <a:pt x="135" y="65"/>
                      <a:pt x="135" y="66"/>
                      <a:pt x="135" y="65"/>
                    </a:cubicBezTo>
                    <a:cubicBezTo>
                      <a:pt x="133" y="66"/>
                      <a:pt x="135" y="65"/>
                      <a:pt x="132" y="66"/>
                    </a:cubicBezTo>
                    <a:cubicBezTo>
                      <a:pt x="132" y="64"/>
                      <a:pt x="132" y="65"/>
                      <a:pt x="132" y="63"/>
                    </a:cubicBezTo>
                    <a:cubicBezTo>
                      <a:pt x="133" y="63"/>
                      <a:pt x="133" y="64"/>
                      <a:pt x="135" y="64"/>
                    </a:cubicBezTo>
                    <a:cubicBezTo>
                      <a:pt x="133" y="52"/>
                      <a:pt x="133" y="52"/>
                      <a:pt x="133" y="52"/>
                    </a:cubicBezTo>
                    <a:cubicBezTo>
                      <a:pt x="133" y="52"/>
                      <a:pt x="133" y="51"/>
                      <a:pt x="132" y="50"/>
                    </a:cubicBezTo>
                    <a:cubicBezTo>
                      <a:pt x="128" y="39"/>
                      <a:pt x="128" y="39"/>
                      <a:pt x="128" y="39"/>
                    </a:cubicBezTo>
                    <a:cubicBezTo>
                      <a:pt x="127" y="37"/>
                      <a:pt x="128" y="37"/>
                      <a:pt x="126" y="35"/>
                    </a:cubicBezTo>
                    <a:cubicBezTo>
                      <a:pt x="125" y="31"/>
                      <a:pt x="125" y="31"/>
                      <a:pt x="125" y="31"/>
                    </a:cubicBezTo>
                    <a:cubicBezTo>
                      <a:pt x="124" y="30"/>
                      <a:pt x="124" y="29"/>
                      <a:pt x="124" y="28"/>
                    </a:cubicBezTo>
                    <a:cubicBezTo>
                      <a:pt x="123" y="26"/>
                      <a:pt x="123" y="26"/>
                      <a:pt x="123" y="26"/>
                    </a:cubicBezTo>
                    <a:cubicBezTo>
                      <a:pt x="123" y="24"/>
                      <a:pt x="122" y="25"/>
                      <a:pt x="122" y="22"/>
                    </a:cubicBezTo>
                    <a:cubicBezTo>
                      <a:pt x="121" y="19"/>
                      <a:pt x="121" y="16"/>
                      <a:pt x="119" y="13"/>
                    </a:cubicBezTo>
                    <a:cubicBezTo>
                      <a:pt x="118" y="13"/>
                      <a:pt x="119" y="14"/>
                      <a:pt x="118" y="12"/>
                    </a:cubicBezTo>
                    <a:cubicBezTo>
                      <a:pt x="115" y="7"/>
                      <a:pt x="115" y="7"/>
                      <a:pt x="115" y="7"/>
                    </a:cubicBezTo>
                    <a:cubicBezTo>
                      <a:pt x="109" y="1"/>
                      <a:pt x="110" y="5"/>
                      <a:pt x="107" y="3"/>
                    </a:cubicBezTo>
                    <a:cubicBezTo>
                      <a:pt x="105" y="2"/>
                      <a:pt x="105" y="2"/>
                      <a:pt x="105" y="2"/>
                    </a:cubicBezTo>
                    <a:cubicBezTo>
                      <a:pt x="105" y="2"/>
                      <a:pt x="105" y="2"/>
                      <a:pt x="105" y="1"/>
                    </a:cubicBezTo>
                    <a:cubicBezTo>
                      <a:pt x="104" y="1"/>
                      <a:pt x="103" y="0"/>
                      <a:pt x="103" y="1"/>
                    </a:cubicBezTo>
                    <a:cubicBezTo>
                      <a:pt x="99" y="3"/>
                      <a:pt x="99" y="3"/>
                      <a:pt x="99" y="3"/>
                    </a:cubicBezTo>
                    <a:cubicBezTo>
                      <a:pt x="99" y="3"/>
                      <a:pt x="99" y="4"/>
                      <a:pt x="99" y="4"/>
                    </a:cubicBezTo>
                    <a:cubicBezTo>
                      <a:pt x="94" y="8"/>
                      <a:pt x="96" y="12"/>
                      <a:pt x="95" y="13"/>
                    </a:cubicBezTo>
                    <a:cubicBezTo>
                      <a:pt x="95" y="16"/>
                      <a:pt x="96" y="15"/>
                      <a:pt x="96" y="17"/>
                    </a:cubicBezTo>
                    <a:cubicBezTo>
                      <a:pt x="96" y="20"/>
                      <a:pt x="95" y="17"/>
                      <a:pt x="95" y="20"/>
                    </a:cubicBezTo>
                    <a:cubicBezTo>
                      <a:pt x="95" y="22"/>
                      <a:pt x="95" y="20"/>
                      <a:pt x="95" y="23"/>
                    </a:cubicBezTo>
                    <a:cubicBezTo>
                      <a:pt x="95" y="25"/>
                      <a:pt x="95" y="26"/>
                      <a:pt x="95" y="28"/>
                    </a:cubicBezTo>
                    <a:cubicBezTo>
                      <a:pt x="94" y="29"/>
                      <a:pt x="94" y="28"/>
                      <a:pt x="93" y="30"/>
                    </a:cubicBezTo>
                    <a:cubicBezTo>
                      <a:pt x="93" y="31"/>
                      <a:pt x="93" y="32"/>
                      <a:pt x="93" y="32"/>
                    </a:cubicBezTo>
                    <a:cubicBezTo>
                      <a:pt x="90" y="43"/>
                      <a:pt x="90" y="43"/>
                      <a:pt x="90" y="43"/>
                    </a:cubicBezTo>
                    <a:cubicBezTo>
                      <a:pt x="88" y="48"/>
                      <a:pt x="89" y="53"/>
                      <a:pt x="88" y="58"/>
                    </a:cubicBezTo>
                    <a:cubicBezTo>
                      <a:pt x="88" y="60"/>
                      <a:pt x="88" y="60"/>
                      <a:pt x="88" y="60"/>
                    </a:cubicBezTo>
                    <a:cubicBezTo>
                      <a:pt x="87" y="60"/>
                      <a:pt x="87" y="61"/>
                      <a:pt x="87" y="61"/>
                    </a:cubicBezTo>
                    <a:cubicBezTo>
                      <a:pt x="87" y="61"/>
                      <a:pt x="87" y="61"/>
                      <a:pt x="87" y="61"/>
                    </a:cubicBezTo>
                    <a:cubicBezTo>
                      <a:pt x="87" y="62"/>
                      <a:pt x="88" y="61"/>
                      <a:pt x="87" y="62"/>
                    </a:cubicBezTo>
                    <a:cubicBezTo>
                      <a:pt x="87" y="64"/>
                      <a:pt x="86" y="65"/>
                      <a:pt x="86" y="66"/>
                    </a:cubicBezTo>
                    <a:cubicBezTo>
                      <a:pt x="86" y="68"/>
                      <a:pt x="86" y="68"/>
                      <a:pt x="86" y="68"/>
                    </a:cubicBezTo>
                    <a:cubicBezTo>
                      <a:pt x="86" y="68"/>
                      <a:pt x="86" y="68"/>
                      <a:pt x="85" y="68"/>
                    </a:cubicBezTo>
                    <a:cubicBezTo>
                      <a:pt x="85" y="68"/>
                      <a:pt x="85" y="68"/>
                      <a:pt x="85" y="68"/>
                    </a:cubicBezTo>
                    <a:cubicBezTo>
                      <a:pt x="85" y="69"/>
                      <a:pt x="85" y="72"/>
                      <a:pt x="85" y="73"/>
                    </a:cubicBezTo>
                    <a:cubicBezTo>
                      <a:pt x="84" y="77"/>
                      <a:pt x="84" y="77"/>
                      <a:pt x="84" y="77"/>
                    </a:cubicBezTo>
                    <a:cubicBezTo>
                      <a:pt x="83" y="78"/>
                      <a:pt x="83" y="81"/>
                      <a:pt x="83" y="83"/>
                    </a:cubicBezTo>
                    <a:cubicBezTo>
                      <a:pt x="83" y="83"/>
                      <a:pt x="83" y="83"/>
                      <a:pt x="83" y="83"/>
                    </a:cubicBezTo>
                    <a:cubicBezTo>
                      <a:pt x="83" y="83"/>
                      <a:pt x="83" y="83"/>
                      <a:pt x="83" y="83"/>
                    </a:cubicBezTo>
                    <a:cubicBezTo>
                      <a:pt x="82" y="84"/>
                      <a:pt x="82" y="84"/>
                      <a:pt x="82" y="84"/>
                    </a:cubicBezTo>
                    <a:cubicBezTo>
                      <a:pt x="82" y="88"/>
                      <a:pt x="81" y="89"/>
                      <a:pt x="81" y="94"/>
                    </a:cubicBezTo>
                    <a:cubicBezTo>
                      <a:pt x="81" y="94"/>
                      <a:pt x="81" y="94"/>
                      <a:pt x="81" y="94"/>
                    </a:cubicBezTo>
                    <a:cubicBezTo>
                      <a:pt x="81" y="99"/>
                      <a:pt x="81" y="99"/>
                      <a:pt x="79" y="102"/>
                    </a:cubicBezTo>
                    <a:cubicBezTo>
                      <a:pt x="75" y="105"/>
                      <a:pt x="75" y="105"/>
                      <a:pt x="75" y="105"/>
                    </a:cubicBezTo>
                    <a:cubicBezTo>
                      <a:pt x="75" y="105"/>
                      <a:pt x="75" y="105"/>
                      <a:pt x="75" y="105"/>
                    </a:cubicBezTo>
                    <a:cubicBezTo>
                      <a:pt x="75" y="105"/>
                      <a:pt x="75" y="105"/>
                      <a:pt x="75" y="105"/>
                    </a:cubicBezTo>
                    <a:cubicBezTo>
                      <a:pt x="73" y="106"/>
                      <a:pt x="73" y="106"/>
                      <a:pt x="73" y="106"/>
                    </a:cubicBezTo>
                    <a:cubicBezTo>
                      <a:pt x="73" y="106"/>
                      <a:pt x="73" y="106"/>
                      <a:pt x="73" y="106"/>
                    </a:cubicBezTo>
                    <a:cubicBezTo>
                      <a:pt x="73" y="106"/>
                      <a:pt x="73" y="106"/>
                      <a:pt x="73" y="106"/>
                    </a:cubicBezTo>
                    <a:cubicBezTo>
                      <a:pt x="71" y="107"/>
                      <a:pt x="69" y="108"/>
                      <a:pt x="67" y="109"/>
                    </a:cubicBezTo>
                    <a:cubicBezTo>
                      <a:pt x="66" y="110"/>
                      <a:pt x="67" y="109"/>
                      <a:pt x="67" y="111"/>
                    </a:cubicBezTo>
                    <a:cubicBezTo>
                      <a:pt x="62" y="111"/>
                      <a:pt x="61" y="114"/>
                      <a:pt x="57" y="116"/>
                    </a:cubicBezTo>
                    <a:cubicBezTo>
                      <a:pt x="54" y="118"/>
                      <a:pt x="54" y="118"/>
                      <a:pt x="54" y="118"/>
                    </a:cubicBezTo>
                    <a:cubicBezTo>
                      <a:pt x="51" y="120"/>
                      <a:pt x="49" y="123"/>
                      <a:pt x="45" y="124"/>
                    </a:cubicBezTo>
                    <a:cubicBezTo>
                      <a:pt x="40" y="128"/>
                      <a:pt x="40" y="128"/>
                      <a:pt x="40" y="128"/>
                    </a:cubicBezTo>
                    <a:cubicBezTo>
                      <a:pt x="40" y="128"/>
                      <a:pt x="40" y="128"/>
                      <a:pt x="39" y="129"/>
                    </a:cubicBezTo>
                    <a:cubicBezTo>
                      <a:pt x="32" y="134"/>
                      <a:pt x="32" y="134"/>
                      <a:pt x="32" y="134"/>
                    </a:cubicBezTo>
                    <a:cubicBezTo>
                      <a:pt x="32" y="135"/>
                      <a:pt x="32" y="135"/>
                      <a:pt x="32" y="135"/>
                    </a:cubicBezTo>
                    <a:cubicBezTo>
                      <a:pt x="30" y="136"/>
                      <a:pt x="30" y="136"/>
                      <a:pt x="30" y="136"/>
                    </a:cubicBezTo>
                    <a:cubicBezTo>
                      <a:pt x="29" y="136"/>
                      <a:pt x="29" y="136"/>
                      <a:pt x="29" y="136"/>
                    </a:cubicBezTo>
                    <a:cubicBezTo>
                      <a:pt x="29" y="135"/>
                      <a:pt x="29" y="136"/>
                      <a:pt x="27" y="135"/>
                    </a:cubicBezTo>
                    <a:cubicBezTo>
                      <a:pt x="16" y="125"/>
                      <a:pt x="16" y="125"/>
                      <a:pt x="16" y="125"/>
                    </a:cubicBezTo>
                    <a:cubicBezTo>
                      <a:pt x="13" y="123"/>
                      <a:pt x="12" y="126"/>
                      <a:pt x="10" y="123"/>
                    </a:cubicBezTo>
                    <a:cubicBezTo>
                      <a:pt x="10" y="122"/>
                      <a:pt x="10" y="122"/>
                      <a:pt x="9" y="121"/>
                    </a:cubicBezTo>
                    <a:cubicBezTo>
                      <a:pt x="8" y="124"/>
                      <a:pt x="9" y="124"/>
                      <a:pt x="10" y="126"/>
                    </a:cubicBezTo>
                    <a:cubicBezTo>
                      <a:pt x="6" y="130"/>
                      <a:pt x="6" y="130"/>
                      <a:pt x="6" y="130"/>
                    </a:cubicBezTo>
                    <a:cubicBezTo>
                      <a:pt x="6" y="131"/>
                      <a:pt x="5" y="131"/>
                      <a:pt x="5" y="132"/>
                    </a:cubicBezTo>
                    <a:cubicBezTo>
                      <a:pt x="4" y="134"/>
                      <a:pt x="5" y="133"/>
                      <a:pt x="4" y="134"/>
                    </a:cubicBezTo>
                    <a:cubicBezTo>
                      <a:pt x="4" y="134"/>
                      <a:pt x="0" y="138"/>
                      <a:pt x="2" y="145"/>
                    </a:cubicBezTo>
                    <a:cubicBezTo>
                      <a:pt x="2" y="146"/>
                      <a:pt x="2" y="146"/>
                      <a:pt x="3" y="147"/>
                    </a:cubicBezTo>
                    <a:cubicBezTo>
                      <a:pt x="3" y="153"/>
                      <a:pt x="3" y="153"/>
                      <a:pt x="3" y="153"/>
                    </a:cubicBezTo>
                    <a:cubicBezTo>
                      <a:pt x="3" y="157"/>
                      <a:pt x="7" y="166"/>
                      <a:pt x="10" y="168"/>
                    </a:cubicBezTo>
                    <a:cubicBezTo>
                      <a:pt x="16" y="175"/>
                      <a:pt x="13" y="172"/>
                      <a:pt x="18" y="177"/>
                    </a:cubicBezTo>
                    <a:cubicBezTo>
                      <a:pt x="23" y="181"/>
                      <a:pt x="23" y="181"/>
                      <a:pt x="23" y="181"/>
                    </a:cubicBezTo>
                    <a:cubicBezTo>
                      <a:pt x="23" y="181"/>
                      <a:pt x="23" y="181"/>
                      <a:pt x="23" y="181"/>
                    </a:cubicBezTo>
                    <a:cubicBezTo>
                      <a:pt x="25" y="183"/>
                      <a:pt x="26" y="184"/>
                      <a:pt x="29" y="185"/>
                    </a:cubicBezTo>
                    <a:cubicBezTo>
                      <a:pt x="31" y="186"/>
                      <a:pt x="32" y="187"/>
                      <a:pt x="37" y="189"/>
                    </a:cubicBezTo>
                    <a:cubicBezTo>
                      <a:pt x="39" y="190"/>
                      <a:pt x="39" y="190"/>
                      <a:pt x="39" y="190"/>
                    </a:cubicBezTo>
                    <a:cubicBezTo>
                      <a:pt x="40" y="191"/>
                      <a:pt x="41" y="191"/>
                      <a:pt x="41" y="191"/>
                    </a:cubicBezTo>
                    <a:cubicBezTo>
                      <a:pt x="42" y="191"/>
                      <a:pt x="43" y="192"/>
                      <a:pt x="44" y="192"/>
                    </a:cubicBezTo>
                    <a:cubicBezTo>
                      <a:pt x="46" y="192"/>
                      <a:pt x="45" y="192"/>
                      <a:pt x="47" y="192"/>
                    </a:cubicBezTo>
                    <a:cubicBezTo>
                      <a:pt x="55" y="193"/>
                      <a:pt x="55" y="193"/>
                      <a:pt x="55" y="193"/>
                    </a:cubicBezTo>
                    <a:cubicBezTo>
                      <a:pt x="56" y="193"/>
                      <a:pt x="55" y="193"/>
                      <a:pt x="58" y="193"/>
                    </a:cubicBezTo>
                    <a:cubicBezTo>
                      <a:pt x="58" y="197"/>
                      <a:pt x="57" y="198"/>
                      <a:pt x="56" y="201"/>
                    </a:cubicBezTo>
                    <a:cubicBezTo>
                      <a:pt x="56" y="201"/>
                      <a:pt x="56" y="201"/>
                      <a:pt x="56" y="201"/>
                    </a:cubicBezTo>
                    <a:cubicBezTo>
                      <a:pt x="55" y="202"/>
                      <a:pt x="56" y="201"/>
                      <a:pt x="55" y="202"/>
                    </a:cubicBezTo>
                    <a:cubicBezTo>
                      <a:pt x="55" y="205"/>
                      <a:pt x="55" y="211"/>
                      <a:pt x="57" y="213"/>
                    </a:cubicBezTo>
                    <a:cubicBezTo>
                      <a:pt x="59" y="215"/>
                      <a:pt x="58" y="214"/>
                      <a:pt x="59" y="215"/>
                    </a:cubicBezTo>
                    <a:cubicBezTo>
                      <a:pt x="63" y="217"/>
                      <a:pt x="63" y="217"/>
                      <a:pt x="63" y="217"/>
                    </a:cubicBezTo>
                    <a:cubicBezTo>
                      <a:pt x="68" y="219"/>
                      <a:pt x="65" y="220"/>
                      <a:pt x="72" y="220"/>
                    </a:cubicBezTo>
                    <a:cubicBezTo>
                      <a:pt x="72" y="223"/>
                      <a:pt x="72" y="223"/>
                      <a:pt x="72" y="226"/>
                    </a:cubicBezTo>
                    <a:cubicBezTo>
                      <a:pt x="74" y="242"/>
                      <a:pt x="74" y="242"/>
                      <a:pt x="74" y="242"/>
                    </a:cubicBezTo>
                    <a:cubicBezTo>
                      <a:pt x="74" y="239"/>
                      <a:pt x="74" y="241"/>
                      <a:pt x="74" y="240"/>
                    </a:cubicBezTo>
                    <a:cubicBezTo>
                      <a:pt x="76" y="244"/>
                      <a:pt x="74" y="253"/>
                      <a:pt x="74" y="257"/>
                    </a:cubicBezTo>
                    <a:cubicBezTo>
                      <a:pt x="74" y="259"/>
                      <a:pt x="75" y="260"/>
                      <a:pt x="74" y="261"/>
                    </a:cubicBezTo>
                    <a:cubicBezTo>
                      <a:pt x="74" y="265"/>
                      <a:pt x="74" y="267"/>
                      <a:pt x="73" y="267"/>
                    </a:cubicBezTo>
                    <a:cubicBezTo>
                      <a:pt x="73" y="270"/>
                      <a:pt x="73" y="270"/>
                      <a:pt x="73" y="270"/>
                    </a:cubicBezTo>
                    <a:cubicBezTo>
                      <a:pt x="70" y="270"/>
                      <a:pt x="70" y="270"/>
                      <a:pt x="70" y="270"/>
                    </a:cubicBezTo>
                    <a:cubicBezTo>
                      <a:pt x="70" y="273"/>
                      <a:pt x="69" y="273"/>
                      <a:pt x="69" y="275"/>
                    </a:cubicBezTo>
                    <a:cubicBezTo>
                      <a:pt x="68" y="277"/>
                      <a:pt x="68" y="278"/>
                      <a:pt x="67" y="279"/>
                    </a:cubicBezTo>
                    <a:cubicBezTo>
                      <a:pt x="66" y="280"/>
                      <a:pt x="67" y="279"/>
                      <a:pt x="66" y="280"/>
                    </a:cubicBezTo>
                    <a:lnTo>
                      <a:pt x="66" y="28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sp>
          <p:nvSpPr>
            <p:cNvPr id="18" name="矩形 17"/>
            <p:cNvSpPr/>
            <p:nvPr/>
          </p:nvSpPr>
          <p:spPr>
            <a:xfrm>
              <a:off x="10633855" y="703992"/>
              <a:ext cx="1070151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600" b="1">
                  <a:solidFill>
                    <a:schemeClr val="bg2">
                      <a:lumMod val="50000"/>
                    </a:schemeClr>
                  </a:solidFill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CHINA UNIVERSITY OF GEOSCIENCES </a:t>
              </a:r>
              <a:endParaRPr lang="zh-CN" altLang="en-US" sz="600" b="1">
                <a:solidFill>
                  <a:schemeClr val="bg2">
                    <a:lumMod val="50000"/>
                  </a:schemeClr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endParaRPr>
            </a:p>
          </p:txBody>
        </p:sp>
      </p:grpSp>
      <p:sp>
        <p:nvSpPr>
          <p:cNvPr id="31" name="Freeform 6"/>
          <p:cNvSpPr>
            <a:spLocks noEditPoints="1"/>
          </p:cNvSpPr>
          <p:nvPr userDrawn="1"/>
        </p:nvSpPr>
        <p:spPr bwMode="auto">
          <a:xfrm>
            <a:off x="8763000" y="19050"/>
            <a:ext cx="6858000" cy="6858000"/>
          </a:xfrm>
          <a:custGeom>
            <a:avLst/>
            <a:gdLst>
              <a:gd name="T0" fmla="*/ 299 w 619"/>
              <a:gd name="T1" fmla="*/ 284 h 605"/>
              <a:gd name="T2" fmla="*/ 299 w 619"/>
              <a:gd name="T3" fmla="*/ 308 h 605"/>
              <a:gd name="T4" fmla="*/ 310 w 619"/>
              <a:gd name="T5" fmla="*/ 605 h 605"/>
              <a:gd name="T6" fmla="*/ 404 w 619"/>
              <a:gd name="T7" fmla="*/ 180 h 605"/>
              <a:gd name="T8" fmla="*/ 213 w 619"/>
              <a:gd name="T9" fmla="*/ 439 h 605"/>
              <a:gd name="T10" fmla="*/ 420 w 619"/>
              <a:gd name="T11" fmla="*/ 511 h 605"/>
              <a:gd name="T12" fmla="*/ 518 w 619"/>
              <a:gd name="T13" fmla="*/ 421 h 605"/>
              <a:gd name="T14" fmla="*/ 140 w 619"/>
              <a:gd name="T15" fmla="*/ 469 h 605"/>
              <a:gd name="T16" fmla="*/ 492 w 619"/>
              <a:gd name="T17" fmla="*/ 312 h 605"/>
              <a:gd name="T18" fmla="*/ 448 w 619"/>
              <a:gd name="T19" fmla="*/ 397 h 605"/>
              <a:gd name="T20" fmla="*/ 100 w 619"/>
              <a:gd name="T21" fmla="*/ 195 h 605"/>
              <a:gd name="T22" fmla="*/ 168 w 619"/>
              <a:gd name="T23" fmla="*/ 231 h 605"/>
              <a:gd name="T24" fmla="*/ 275 w 619"/>
              <a:gd name="T25" fmla="*/ 499 h 605"/>
              <a:gd name="T26" fmla="*/ 302 w 619"/>
              <a:gd name="T27" fmla="*/ 500 h 605"/>
              <a:gd name="T28" fmla="*/ 289 w 619"/>
              <a:gd name="T29" fmla="*/ 523 h 605"/>
              <a:gd name="T30" fmla="*/ 328 w 619"/>
              <a:gd name="T31" fmla="*/ 513 h 605"/>
              <a:gd name="T32" fmla="*/ 317 w 619"/>
              <a:gd name="T33" fmla="*/ 527 h 605"/>
              <a:gd name="T34" fmla="*/ 340 w 619"/>
              <a:gd name="T35" fmla="*/ 504 h 605"/>
              <a:gd name="T36" fmla="*/ 83 w 619"/>
              <a:gd name="T37" fmla="*/ 161 h 605"/>
              <a:gd name="T38" fmla="*/ 108 w 619"/>
              <a:gd name="T39" fmla="*/ 139 h 605"/>
              <a:gd name="T40" fmla="*/ 139 w 619"/>
              <a:gd name="T41" fmla="*/ 76 h 605"/>
              <a:gd name="T42" fmla="*/ 176 w 619"/>
              <a:gd name="T43" fmla="*/ 63 h 605"/>
              <a:gd name="T44" fmla="*/ 227 w 619"/>
              <a:gd name="T45" fmla="*/ 37 h 605"/>
              <a:gd name="T46" fmla="*/ 239 w 619"/>
              <a:gd name="T47" fmla="*/ 26 h 605"/>
              <a:gd name="T48" fmla="*/ 296 w 619"/>
              <a:gd name="T49" fmla="*/ 52 h 605"/>
              <a:gd name="T50" fmla="*/ 274 w 619"/>
              <a:gd name="T51" fmla="*/ 18 h 605"/>
              <a:gd name="T52" fmla="*/ 361 w 619"/>
              <a:gd name="T53" fmla="*/ 43 h 605"/>
              <a:gd name="T54" fmla="*/ 372 w 619"/>
              <a:gd name="T55" fmla="*/ 40 h 605"/>
              <a:gd name="T56" fmla="*/ 429 w 619"/>
              <a:gd name="T57" fmla="*/ 71 h 605"/>
              <a:gd name="T58" fmla="*/ 451 w 619"/>
              <a:gd name="T59" fmla="*/ 65 h 605"/>
              <a:gd name="T60" fmla="*/ 520 w 619"/>
              <a:gd name="T61" fmla="*/ 125 h 605"/>
              <a:gd name="T62" fmla="*/ 545 w 619"/>
              <a:gd name="T63" fmla="*/ 155 h 605"/>
              <a:gd name="T64" fmla="*/ 507 w 619"/>
              <a:gd name="T65" fmla="*/ 97 h 605"/>
              <a:gd name="T66" fmla="*/ 590 w 619"/>
              <a:gd name="T67" fmla="*/ 251 h 605"/>
              <a:gd name="T68" fmla="*/ 553 w 619"/>
              <a:gd name="T69" fmla="*/ 384 h 605"/>
              <a:gd name="T70" fmla="*/ 583 w 619"/>
              <a:gd name="T71" fmla="*/ 405 h 605"/>
              <a:gd name="T72" fmla="*/ 541 w 619"/>
              <a:gd name="T73" fmla="*/ 416 h 605"/>
              <a:gd name="T74" fmla="*/ 55 w 619"/>
              <a:gd name="T75" fmla="*/ 238 h 605"/>
              <a:gd name="T76" fmla="*/ 19 w 619"/>
              <a:gd name="T77" fmla="*/ 290 h 605"/>
              <a:gd name="T78" fmla="*/ 56 w 619"/>
              <a:gd name="T79" fmla="*/ 315 h 605"/>
              <a:gd name="T80" fmla="*/ 50 w 619"/>
              <a:gd name="T81" fmla="*/ 359 h 605"/>
              <a:gd name="T82" fmla="*/ 57 w 619"/>
              <a:gd name="T83" fmla="*/ 436 h 605"/>
              <a:gd name="T84" fmla="*/ 86 w 619"/>
              <a:gd name="T85" fmla="*/ 471 h 605"/>
              <a:gd name="T86" fmla="*/ 118 w 619"/>
              <a:gd name="T87" fmla="*/ 465 h 605"/>
              <a:gd name="T88" fmla="*/ 113 w 619"/>
              <a:gd name="T89" fmla="*/ 513 h 605"/>
              <a:gd name="T90" fmla="*/ 177 w 619"/>
              <a:gd name="T91" fmla="*/ 521 h 605"/>
              <a:gd name="T92" fmla="*/ 186 w 619"/>
              <a:gd name="T93" fmla="*/ 548 h 605"/>
              <a:gd name="T94" fmla="*/ 211 w 619"/>
              <a:gd name="T95" fmla="*/ 567 h 605"/>
              <a:gd name="T96" fmla="*/ 216 w 619"/>
              <a:gd name="T97" fmla="*/ 537 h 605"/>
              <a:gd name="T98" fmla="*/ 272 w 619"/>
              <a:gd name="T99" fmla="*/ 553 h 605"/>
              <a:gd name="T100" fmla="*/ 306 w 619"/>
              <a:gd name="T101" fmla="*/ 553 h 605"/>
              <a:gd name="T102" fmla="*/ 374 w 619"/>
              <a:gd name="T103" fmla="*/ 578 h 605"/>
              <a:gd name="T104" fmla="*/ 464 w 619"/>
              <a:gd name="T105" fmla="*/ 514 h 605"/>
              <a:gd name="T106" fmla="*/ 471 w 619"/>
              <a:gd name="T107" fmla="*/ 534 h 605"/>
              <a:gd name="T108" fmla="*/ 494 w 619"/>
              <a:gd name="T109" fmla="*/ 502 h 605"/>
              <a:gd name="T110" fmla="*/ 498 w 619"/>
              <a:gd name="T111" fmla="*/ 470 h 605"/>
              <a:gd name="T112" fmla="*/ 538 w 619"/>
              <a:gd name="T113" fmla="*/ 455 h 605"/>
              <a:gd name="T114" fmla="*/ 529 w 619"/>
              <a:gd name="T115" fmla="*/ 457 h 605"/>
              <a:gd name="T116" fmla="*/ 597 w 619"/>
              <a:gd name="T117" fmla="*/ 359 h 605"/>
              <a:gd name="T118" fmla="*/ 597 w 619"/>
              <a:gd name="T119" fmla="*/ 319 h 605"/>
              <a:gd name="T120" fmla="*/ 597 w 619"/>
              <a:gd name="T121" fmla="*/ 261 h 6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619" h="605">
                <a:moveTo>
                  <a:pt x="321" y="293"/>
                </a:moveTo>
                <a:cubicBezTo>
                  <a:pt x="321" y="308"/>
                  <a:pt x="321" y="308"/>
                  <a:pt x="321" y="308"/>
                </a:cubicBezTo>
                <a:cubicBezTo>
                  <a:pt x="440" y="308"/>
                  <a:pt x="440" y="308"/>
                  <a:pt x="440" y="308"/>
                </a:cubicBezTo>
                <a:cubicBezTo>
                  <a:pt x="321" y="293"/>
                  <a:pt x="321" y="293"/>
                  <a:pt x="321" y="293"/>
                </a:cubicBezTo>
                <a:close/>
                <a:moveTo>
                  <a:pt x="321" y="234"/>
                </a:moveTo>
                <a:cubicBezTo>
                  <a:pt x="320" y="216"/>
                  <a:pt x="354" y="219"/>
                  <a:pt x="365" y="219"/>
                </a:cubicBezTo>
                <a:cubicBezTo>
                  <a:pt x="391" y="219"/>
                  <a:pt x="424" y="220"/>
                  <a:pt x="424" y="220"/>
                </a:cubicBezTo>
                <a:cubicBezTo>
                  <a:pt x="422" y="217"/>
                  <a:pt x="417" y="214"/>
                  <a:pt x="411" y="210"/>
                </a:cubicBezTo>
                <a:cubicBezTo>
                  <a:pt x="385" y="195"/>
                  <a:pt x="322" y="188"/>
                  <a:pt x="307" y="188"/>
                </a:cubicBezTo>
                <a:cubicBezTo>
                  <a:pt x="265" y="188"/>
                  <a:pt x="216" y="198"/>
                  <a:pt x="216" y="198"/>
                </a:cubicBezTo>
                <a:cubicBezTo>
                  <a:pt x="216" y="218"/>
                  <a:pt x="216" y="218"/>
                  <a:pt x="216" y="218"/>
                </a:cubicBezTo>
                <a:cubicBezTo>
                  <a:pt x="216" y="218"/>
                  <a:pt x="279" y="218"/>
                  <a:pt x="284" y="219"/>
                </a:cubicBezTo>
                <a:cubicBezTo>
                  <a:pt x="286" y="220"/>
                  <a:pt x="290" y="220"/>
                  <a:pt x="293" y="222"/>
                </a:cubicBezTo>
                <a:cubicBezTo>
                  <a:pt x="297" y="224"/>
                  <a:pt x="299" y="231"/>
                  <a:pt x="299" y="234"/>
                </a:cubicBezTo>
                <a:cubicBezTo>
                  <a:pt x="299" y="243"/>
                  <a:pt x="299" y="251"/>
                  <a:pt x="299" y="284"/>
                </a:cubicBezTo>
                <a:cubicBezTo>
                  <a:pt x="154" y="304"/>
                  <a:pt x="154" y="304"/>
                  <a:pt x="154" y="304"/>
                </a:cubicBezTo>
                <a:cubicBezTo>
                  <a:pt x="155" y="266"/>
                  <a:pt x="172" y="230"/>
                  <a:pt x="199" y="204"/>
                </a:cubicBezTo>
                <a:cubicBezTo>
                  <a:pt x="202" y="201"/>
                  <a:pt x="205" y="199"/>
                  <a:pt x="207" y="197"/>
                </a:cubicBezTo>
                <a:cubicBezTo>
                  <a:pt x="208" y="197"/>
                  <a:pt x="208" y="197"/>
                  <a:pt x="208" y="197"/>
                </a:cubicBezTo>
                <a:cubicBezTo>
                  <a:pt x="208" y="196"/>
                  <a:pt x="208" y="196"/>
                  <a:pt x="208" y="196"/>
                </a:cubicBezTo>
                <a:cubicBezTo>
                  <a:pt x="235" y="173"/>
                  <a:pt x="271" y="159"/>
                  <a:pt x="310" y="159"/>
                </a:cubicBezTo>
                <a:cubicBezTo>
                  <a:pt x="353" y="159"/>
                  <a:pt x="392" y="176"/>
                  <a:pt x="420" y="204"/>
                </a:cubicBezTo>
                <a:cubicBezTo>
                  <a:pt x="447" y="229"/>
                  <a:pt x="464" y="264"/>
                  <a:pt x="466" y="303"/>
                </a:cubicBezTo>
                <a:cubicBezTo>
                  <a:pt x="461" y="303"/>
                  <a:pt x="461" y="303"/>
                  <a:pt x="461" y="303"/>
                </a:cubicBezTo>
                <a:cubicBezTo>
                  <a:pt x="321" y="284"/>
                  <a:pt x="321" y="284"/>
                  <a:pt x="321" y="284"/>
                </a:cubicBezTo>
                <a:cubicBezTo>
                  <a:pt x="321" y="234"/>
                  <a:pt x="321" y="234"/>
                  <a:pt x="321" y="234"/>
                </a:cubicBezTo>
                <a:close/>
                <a:moveTo>
                  <a:pt x="299" y="308"/>
                </a:moveTo>
                <a:cubicBezTo>
                  <a:pt x="176" y="308"/>
                  <a:pt x="176" y="308"/>
                  <a:pt x="176" y="308"/>
                </a:cubicBezTo>
                <a:cubicBezTo>
                  <a:pt x="299" y="324"/>
                  <a:pt x="299" y="324"/>
                  <a:pt x="299" y="324"/>
                </a:cubicBezTo>
                <a:cubicBezTo>
                  <a:pt x="299" y="318"/>
                  <a:pt x="299" y="314"/>
                  <a:pt x="299" y="308"/>
                </a:cubicBezTo>
                <a:close/>
                <a:moveTo>
                  <a:pt x="299" y="332"/>
                </a:moveTo>
                <a:cubicBezTo>
                  <a:pt x="299" y="452"/>
                  <a:pt x="299" y="452"/>
                  <a:pt x="299" y="452"/>
                </a:cubicBezTo>
                <a:cubicBezTo>
                  <a:pt x="321" y="452"/>
                  <a:pt x="321" y="452"/>
                  <a:pt x="321" y="452"/>
                </a:cubicBezTo>
                <a:cubicBezTo>
                  <a:pt x="321" y="332"/>
                  <a:pt x="321" y="332"/>
                  <a:pt x="321" y="332"/>
                </a:cubicBezTo>
                <a:cubicBezTo>
                  <a:pt x="466" y="313"/>
                  <a:pt x="466" y="313"/>
                  <a:pt x="466" y="313"/>
                </a:cubicBezTo>
                <a:cubicBezTo>
                  <a:pt x="465" y="354"/>
                  <a:pt x="448" y="390"/>
                  <a:pt x="420" y="417"/>
                </a:cubicBezTo>
                <a:cubicBezTo>
                  <a:pt x="392" y="444"/>
                  <a:pt x="353" y="461"/>
                  <a:pt x="310" y="461"/>
                </a:cubicBezTo>
                <a:cubicBezTo>
                  <a:pt x="267" y="461"/>
                  <a:pt x="228" y="444"/>
                  <a:pt x="199" y="417"/>
                </a:cubicBezTo>
                <a:cubicBezTo>
                  <a:pt x="172" y="390"/>
                  <a:pt x="155" y="354"/>
                  <a:pt x="154" y="314"/>
                </a:cubicBezTo>
                <a:cubicBezTo>
                  <a:pt x="299" y="332"/>
                  <a:pt x="299" y="332"/>
                  <a:pt x="299" y="332"/>
                </a:cubicBezTo>
                <a:close/>
                <a:moveTo>
                  <a:pt x="310" y="0"/>
                </a:moveTo>
                <a:cubicBezTo>
                  <a:pt x="395" y="0"/>
                  <a:pt x="473" y="34"/>
                  <a:pt x="529" y="89"/>
                </a:cubicBezTo>
                <a:cubicBezTo>
                  <a:pt x="585" y="144"/>
                  <a:pt x="619" y="219"/>
                  <a:pt x="619" y="303"/>
                </a:cubicBezTo>
                <a:cubicBezTo>
                  <a:pt x="619" y="386"/>
                  <a:pt x="585" y="462"/>
                  <a:pt x="529" y="517"/>
                </a:cubicBezTo>
                <a:cubicBezTo>
                  <a:pt x="473" y="571"/>
                  <a:pt x="395" y="605"/>
                  <a:pt x="310" y="605"/>
                </a:cubicBezTo>
                <a:cubicBezTo>
                  <a:pt x="224" y="605"/>
                  <a:pt x="147" y="571"/>
                  <a:pt x="91" y="517"/>
                </a:cubicBezTo>
                <a:cubicBezTo>
                  <a:pt x="35" y="462"/>
                  <a:pt x="0" y="386"/>
                  <a:pt x="0" y="303"/>
                </a:cubicBezTo>
                <a:cubicBezTo>
                  <a:pt x="0" y="219"/>
                  <a:pt x="35" y="144"/>
                  <a:pt x="91" y="89"/>
                </a:cubicBezTo>
                <a:cubicBezTo>
                  <a:pt x="147" y="34"/>
                  <a:pt x="224" y="0"/>
                  <a:pt x="310" y="0"/>
                </a:cubicBezTo>
                <a:close/>
                <a:moveTo>
                  <a:pt x="523" y="95"/>
                </a:moveTo>
                <a:cubicBezTo>
                  <a:pt x="577" y="148"/>
                  <a:pt x="611" y="222"/>
                  <a:pt x="611" y="303"/>
                </a:cubicBezTo>
                <a:cubicBezTo>
                  <a:pt x="611" y="384"/>
                  <a:pt x="577" y="458"/>
                  <a:pt x="523" y="511"/>
                </a:cubicBezTo>
                <a:cubicBezTo>
                  <a:pt x="468" y="564"/>
                  <a:pt x="393" y="597"/>
                  <a:pt x="310" y="597"/>
                </a:cubicBezTo>
                <a:cubicBezTo>
                  <a:pt x="227" y="597"/>
                  <a:pt x="151" y="564"/>
                  <a:pt x="97" y="511"/>
                </a:cubicBezTo>
                <a:cubicBezTo>
                  <a:pt x="42" y="458"/>
                  <a:pt x="9" y="384"/>
                  <a:pt x="9" y="303"/>
                </a:cubicBezTo>
                <a:cubicBezTo>
                  <a:pt x="9" y="222"/>
                  <a:pt x="42" y="148"/>
                  <a:pt x="97" y="95"/>
                </a:cubicBezTo>
                <a:cubicBezTo>
                  <a:pt x="151" y="42"/>
                  <a:pt x="227" y="9"/>
                  <a:pt x="310" y="9"/>
                </a:cubicBezTo>
                <a:cubicBezTo>
                  <a:pt x="393" y="9"/>
                  <a:pt x="468" y="42"/>
                  <a:pt x="523" y="95"/>
                </a:cubicBezTo>
                <a:close/>
                <a:moveTo>
                  <a:pt x="314" y="151"/>
                </a:moveTo>
                <a:cubicBezTo>
                  <a:pt x="348" y="152"/>
                  <a:pt x="379" y="163"/>
                  <a:pt x="404" y="180"/>
                </a:cubicBezTo>
                <a:cubicBezTo>
                  <a:pt x="387" y="147"/>
                  <a:pt x="367" y="127"/>
                  <a:pt x="360" y="120"/>
                </a:cubicBezTo>
                <a:cubicBezTo>
                  <a:pt x="347" y="123"/>
                  <a:pt x="332" y="125"/>
                  <a:pt x="314" y="125"/>
                </a:cubicBezTo>
                <a:cubicBezTo>
                  <a:pt x="314" y="151"/>
                  <a:pt x="314" y="151"/>
                  <a:pt x="314" y="151"/>
                </a:cubicBezTo>
                <a:close/>
                <a:moveTo>
                  <a:pt x="167" y="390"/>
                </a:moveTo>
                <a:cubicBezTo>
                  <a:pt x="154" y="367"/>
                  <a:pt x="146" y="341"/>
                  <a:pt x="145" y="313"/>
                </a:cubicBezTo>
                <a:cubicBezTo>
                  <a:pt x="126" y="313"/>
                  <a:pt x="126" y="313"/>
                  <a:pt x="126" y="313"/>
                </a:cubicBezTo>
                <a:cubicBezTo>
                  <a:pt x="127" y="344"/>
                  <a:pt x="135" y="373"/>
                  <a:pt x="147" y="398"/>
                </a:cubicBezTo>
                <a:cubicBezTo>
                  <a:pt x="153" y="395"/>
                  <a:pt x="160" y="392"/>
                  <a:pt x="167" y="390"/>
                </a:cubicBezTo>
                <a:close/>
                <a:moveTo>
                  <a:pt x="213" y="439"/>
                </a:moveTo>
                <a:cubicBezTo>
                  <a:pt x="206" y="434"/>
                  <a:pt x="200" y="429"/>
                  <a:pt x="194" y="423"/>
                </a:cubicBezTo>
                <a:cubicBezTo>
                  <a:pt x="185" y="415"/>
                  <a:pt x="178" y="406"/>
                  <a:pt x="172" y="397"/>
                </a:cubicBezTo>
                <a:cubicBezTo>
                  <a:pt x="164" y="400"/>
                  <a:pt x="157" y="402"/>
                  <a:pt x="151" y="405"/>
                </a:cubicBezTo>
                <a:cubicBezTo>
                  <a:pt x="178" y="457"/>
                  <a:pt x="217" y="491"/>
                  <a:pt x="227" y="499"/>
                </a:cubicBezTo>
                <a:cubicBezTo>
                  <a:pt x="234" y="496"/>
                  <a:pt x="242" y="493"/>
                  <a:pt x="252" y="491"/>
                </a:cubicBezTo>
                <a:cubicBezTo>
                  <a:pt x="243" y="483"/>
                  <a:pt x="228" y="466"/>
                  <a:pt x="213" y="439"/>
                </a:cubicBezTo>
                <a:close/>
                <a:moveTo>
                  <a:pt x="306" y="469"/>
                </a:moveTo>
                <a:cubicBezTo>
                  <a:pt x="278" y="469"/>
                  <a:pt x="252" y="461"/>
                  <a:pt x="229" y="449"/>
                </a:cubicBezTo>
                <a:cubicBezTo>
                  <a:pt x="243" y="472"/>
                  <a:pt x="257" y="485"/>
                  <a:pt x="261" y="489"/>
                </a:cubicBezTo>
                <a:cubicBezTo>
                  <a:pt x="274" y="486"/>
                  <a:pt x="289" y="485"/>
                  <a:pt x="306" y="484"/>
                </a:cubicBezTo>
                <a:cubicBezTo>
                  <a:pt x="306" y="469"/>
                  <a:pt x="306" y="469"/>
                  <a:pt x="306" y="469"/>
                </a:cubicBezTo>
                <a:close/>
                <a:moveTo>
                  <a:pt x="389" y="450"/>
                </a:moveTo>
                <a:cubicBezTo>
                  <a:pt x="367" y="462"/>
                  <a:pt x="341" y="469"/>
                  <a:pt x="314" y="469"/>
                </a:cubicBezTo>
                <a:cubicBezTo>
                  <a:pt x="314" y="484"/>
                  <a:pt x="314" y="484"/>
                  <a:pt x="314" y="484"/>
                </a:cubicBezTo>
                <a:cubicBezTo>
                  <a:pt x="331" y="485"/>
                  <a:pt x="346" y="487"/>
                  <a:pt x="359" y="489"/>
                </a:cubicBezTo>
                <a:cubicBezTo>
                  <a:pt x="363" y="485"/>
                  <a:pt x="376" y="472"/>
                  <a:pt x="389" y="450"/>
                </a:cubicBezTo>
                <a:close/>
                <a:moveTo>
                  <a:pt x="480" y="469"/>
                </a:moveTo>
                <a:cubicBezTo>
                  <a:pt x="493" y="457"/>
                  <a:pt x="504" y="443"/>
                  <a:pt x="514" y="428"/>
                </a:cubicBezTo>
                <a:cubicBezTo>
                  <a:pt x="508" y="425"/>
                  <a:pt x="495" y="417"/>
                  <a:pt x="477" y="409"/>
                </a:cubicBezTo>
                <a:cubicBezTo>
                  <a:pt x="453" y="458"/>
                  <a:pt x="417" y="492"/>
                  <a:pt x="404" y="503"/>
                </a:cubicBezTo>
                <a:cubicBezTo>
                  <a:pt x="412" y="507"/>
                  <a:pt x="417" y="510"/>
                  <a:pt x="420" y="511"/>
                </a:cubicBezTo>
                <a:cubicBezTo>
                  <a:pt x="442" y="500"/>
                  <a:pt x="462" y="486"/>
                  <a:pt x="480" y="469"/>
                </a:cubicBezTo>
                <a:close/>
                <a:moveTo>
                  <a:pt x="550" y="304"/>
                </a:moveTo>
                <a:cubicBezTo>
                  <a:pt x="550" y="265"/>
                  <a:pt x="539" y="228"/>
                  <a:pt x="521" y="196"/>
                </a:cubicBezTo>
                <a:cubicBezTo>
                  <a:pt x="515" y="200"/>
                  <a:pt x="501" y="209"/>
                  <a:pt x="481" y="218"/>
                </a:cubicBezTo>
                <a:cubicBezTo>
                  <a:pt x="492" y="244"/>
                  <a:pt x="500" y="273"/>
                  <a:pt x="501" y="304"/>
                </a:cubicBezTo>
                <a:cubicBezTo>
                  <a:pt x="550" y="304"/>
                  <a:pt x="550" y="304"/>
                  <a:pt x="550" y="304"/>
                </a:cubicBezTo>
                <a:close/>
                <a:moveTo>
                  <a:pt x="310" y="537"/>
                </a:moveTo>
                <a:cubicBezTo>
                  <a:pt x="346" y="537"/>
                  <a:pt x="380" y="529"/>
                  <a:pt x="411" y="516"/>
                </a:cubicBezTo>
                <a:cubicBezTo>
                  <a:pt x="407" y="514"/>
                  <a:pt x="402" y="511"/>
                  <a:pt x="395" y="508"/>
                </a:cubicBezTo>
                <a:cubicBezTo>
                  <a:pt x="395" y="508"/>
                  <a:pt x="395" y="508"/>
                  <a:pt x="395" y="508"/>
                </a:cubicBezTo>
                <a:cubicBezTo>
                  <a:pt x="395" y="508"/>
                  <a:pt x="394" y="508"/>
                  <a:pt x="394" y="508"/>
                </a:cubicBezTo>
                <a:cubicBezTo>
                  <a:pt x="377" y="501"/>
                  <a:pt x="349" y="493"/>
                  <a:pt x="311" y="493"/>
                </a:cubicBezTo>
                <a:cubicBezTo>
                  <a:pt x="255" y="492"/>
                  <a:pt x="223" y="509"/>
                  <a:pt x="211" y="516"/>
                </a:cubicBezTo>
                <a:cubicBezTo>
                  <a:pt x="241" y="530"/>
                  <a:pt x="275" y="537"/>
                  <a:pt x="310" y="537"/>
                </a:cubicBezTo>
                <a:close/>
                <a:moveTo>
                  <a:pt x="518" y="421"/>
                </a:moveTo>
                <a:cubicBezTo>
                  <a:pt x="537" y="389"/>
                  <a:pt x="549" y="352"/>
                  <a:pt x="550" y="312"/>
                </a:cubicBezTo>
                <a:cubicBezTo>
                  <a:pt x="501" y="312"/>
                  <a:pt x="501" y="312"/>
                  <a:pt x="501" y="312"/>
                </a:cubicBezTo>
                <a:cubicBezTo>
                  <a:pt x="500" y="345"/>
                  <a:pt x="492" y="375"/>
                  <a:pt x="480" y="401"/>
                </a:cubicBezTo>
                <a:cubicBezTo>
                  <a:pt x="499" y="410"/>
                  <a:pt x="512" y="418"/>
                  <a:pt x="518" y="421"/>
                </a:cubicBezTo>
                <a:close/>
                <a:moveTo>
                  <a:pt x="70" y="312"/>
                </a:moveTo>
                <a:cubicBezTo>
                  <a:pt x="71" y="352"/>
                  <a:pt x="83" y="390"/>
                  <a:pt x="103" y="422"/>
                </a:cubicBezTo>
                <a:cubicBezTo>
                  <a:pt x="109" y="418"/>
                  <a:pt x="121" y="410"/>
                  <a:pt x="140" y="401"/>
                </a:cubicBezTo>
                <a:cubicBezTo>
                  <a:pt x="128" y="375"/>
                  <a:pt x="119" y="346"/>
                  <a:pt x="118" y="313"/>
                </a:cubicBezTo>
                <a:cubicBezTo>
                  <a:pt x="70" y="312"/>
                  <a:pt x="70" y="312"/>
                  <a:pt x="70" y="312"/>
                </a:cubicBezTo>
                <a:close/>
                <a:moveTo>
                  <a:pt x="140" y="469"/>
                </a:moveTo>
                <a:cubicBezTo>
                  <a:pt x="158" y="487"/>
                  <a:pt x="179" y="501"/>
                  <a:pt x="202" y="512"/>
                </a:cubicBezTo>
                <a:cubicBezTo>
                  <a:pt x="205" y="510"/>
                  <a:pt x="210" y="507"/>
                  <a:pt x="218" y="503"/>
                </a:cubicBezTo>
                <a:cubicBezTo>
                  <a:pt x="205" y="491"/>
                  <a:pt x="169" y="457"/>
                  <a:pt x="144" y="409"/>
                </a:cubicBezTo>
                <a:cubicBezTo>
                  <a:pt x="125" y="418"/>
                  <a:pt x="113" y="426"/>
                  <a:pt x="107" y="429"/>
                </a:cubicBezTo>
                <a:cubicBezTo>
                  <a:pt x="117" y="444"/>
                  <a:pt x="128" y="457"/>
                  <a:pt x="140" y="469"/>
                </a:cubicBezTo>
                <a:close/>
                <a:moveTo>
                  <a:pt x="140" y="142"/>
                </a:moveTo>
                <a:cubicBezTo>
                  <a:pt x="126" y="156"/>
                  <a:pt x="114" y="171"/>
                  <a:pt x="104" y="188"/>
                </a:cubicBezTo>
                <a:cubicBezTo>
                  <a:pt x="109" y="192"/>
                  <a:pt x="122" y="200"/>
                  <a:pt x="141" y="210"/>
                </a:cubicBezTo>
                <a:cubicBezTo>
                  <a:pt x="167" y="157"/>
                  <a:pt x="204" y="120"/>
                  <a:pt x="218" y="107"/>
                </a:cubicBezTo>
                <a:cubicBezTo>
                  <a:pt x="210" y="104"/>
                  <a:pt x="204" y="101"/>
                  <a:pt x="201" y="99"/>
                </a:cubicBezTo>
                <a:cubicBezTo>
                  <a:pt x="179" y="111"/>
                  <a:pt x="158" y="125"/>
                  <a:pt x="140" y="142"/>
                </a:cubicBezTo>
                <a:close/>
                <a:moveTo>
                  <a:pt x="216" y="180"/>
                </a:moveTo>
                <a:cubicBezTo>
                  <a:pt x="241" y="162"/>
                  <a:pt x="272" y="152"/>
                  <a:pt x="306" y="151"/>
                </a:cubicBezTo>
                <a:cubicBezTo>
                  <a:pt x="306" y="125"/>
                  <a:pt x="306" y="125"/>
                  <a:pt x="306" y="125"/>
                </a:cubicBezTo>
                <a:cubicBezTo>
                  <a:pt x="289" y="125"/>
                  <a:pt x="273" y="123"/>
                  <a:pt x="259" y="120"/>
                </a:cubicBezTo>
                <a:cubicBezTo>
                  <a:pt x="252" y="127"/>
                  <a:pt x="233" y="147"/>
                  <a:pt x="216" y="180"/>
                </a:cubicBezTo>
                <a:close/>
                <a:moveTo>
                  <a:pt x="474" y="312"/>
                </a:moveTo>
                <a:cubicBezTo>
                  <a:pt x="474" y="341"/>
                  <a:pt x="466" y="367"/>
                  <a:pt x="452" y="390"/>
                </a:cubicBezTo>
                <a:cubicBezTo>
                  <a:pt x="459" y="393"/>
                  <a:pt x="466" y="395"/>
                  <a:pt x="473" y="398"/>
                </a:cubicBezTo>
                <a:cubicBezTo>
                  <a:pt x="484" y="373"/>
                  <a:pt x="492" y="344"/>
                  <a:pt x="492" y="312"/>
                </a:cubicBezTo>
                <a:cubicBezTo>
                  <a:pt x="474" y="312"/>
                  <a:pt x="474" y="312"/>
                  <a:pt x="474" y="312"/>
                </a:cubicBezTo>
                <a:close/>
                <a:moveTo>
                  <a:pt x="172" y="224"/>
                </a:moveTo>
                <a:cubicBezTo>
                  <a:pt x="178" y="214"/>
                  <a:pt x="186" y="206"/>
                  <a:pt x="194" y="198"/>
                </a:cubicBezTo>
                <a:cubicBezTo>
                  <a:pt x="196" y="195"/>
                  <a:pt x="199" y="193"/>
                  <a:pt x="201" y="191"/>
                </a:cubicBezTo>
                <a:cubicBezTo>
                  <a:pt x="218" y="154"/>
                  <a:pt x="239" y="129"/>
                  <a:pt x="250" y="118"/>
                </a:cubicBezTo>
                <a:cubicBezTo>
                  <a:pt x="241" y="116"/>
                  <a:pt x="233" y="113"/>
                  <a:pt x="226" y="111"/>
                </a:cubicBezTo>
                <a:cubicBezTo>
                  <a:pt x="217" y="119"/>
                  <a:pt x="176" y="158"/>
                  <a:pt x="149" y="214"/>
                </a:cubicBezTo>
                <a:cubicBezTo>
                  <a:pt x="156" y="217"/>
                  <a:pt x="164" y="220"/>
                  <a:pt x="172" y="224"/>
                </a:cubicBezTo>
                <a:close/>
                <a:moveTo>
                  <a:pt x="448" y="397"/>
                </a:moveTo>
                <a:cubicBezTo>
                  <a:pt x="441" y="406"/>
                  <a:pt x="434" y="415"/>
                  <a:pt x="426" y="423"/>
                </a:cubicBezTo>
                <a:cubicBezTo>
                  <a:pt x="419" y="429"/>
                  <a:pt x="412" y="435"/>
                  <a:pt x="404" y="441"/>
                </a:cubicBezTo>
                <a:cubicBezTo>
                  <a:pt x="390" y="466"/>
                  <a:pt x="376" y="483"/>
                  <a:pt x="368" y="491"/>
                </a:cubicBezTo>
                <a:cubicBezTo>
                  <a:pt x="379" y="494"/>
                  <a:pt x="388" y="497"/>
                  <a:pt x="396" y="500"/>
                </a:cubicBezTo>
                <a:cubicBezTo>
                  <a:pt x="405" y="492"/>
                  <a:pt x="443" y="458"/>
                  <a:pt x="469" y="405"/>
                </a:cubicBezTo>
                <a:cubicBezTo>
                  <a:pt x="463" y="403"/>
                  <a:pt x="455" y="400"/>
                  <a:pt x="448" y="397"/>
                </a:cubicBezTo>
                <a:close/>
                <a:moveTo>
                  <a:pt x="409" y="95"/>
                </a:moveTo>
                <a:cubicBezTo>
                  <a:pt x="379" y="82"/>
                  <a:pt x="345" y="74"/>
                  <a:pt x="310" y="74"/>
                </a:cubicBezTo>
                <a:cubicBezTo>
                  <a:pt x="275" y="74"/>
                  <a:pt x="241" y="82"/>
                  <a:pt x="211" y="95"/>
                </a:cubicBezTo>
                <a:cubicBezTo>
                  <a:pt x="225" y="102"/>
                  <a:pt x="262" y="118"/>
                  <a:pt x="310" y="117"/>
                </a:cubicBezTo>
                <a:cubicBezTo>
                  <a:pt x="367" y="116"/>
                  <a:pt x="397" y="102"/>
                  <a:pt x="409" y="95"/>
                </a:cubicBezTo>
                <a:close/>
                <a:moveTo>
                  <a:pt x="452" y="231"/>
                </a:moveTo>
                <a:cubicBezTo>
                  <a:pt x="465" y="253"/>
                  <a:pt x="473" y="278"/>
                  <a:pt x="474" y="304"/>
                </a:cubicBezTo>
                <a:cubicBezTo>
                  <a:pt x="492" y="304"/>
                  <a:pt x="492" y="304"/>
                  <a:pt x="492" y="304"/>
                </a:cubicBezTo>
                <a:cubicBezTo>
                  <a:pt x="492" y="274"/>
                  <a:pt x="484" y="246"/>
                  <a:pt x="474" y="222"/>
                </a:cubicBezTo>
                <a:cubicBezTo>
                  <a:pt x="467" y="225"/>
                  <a:pt x="460" y="228"/>
                  <a:pt x="452" y="231"/>
                </a:cubicBezTo>
                <a:close/>
                <a:moveTo>
                  <a:pt x="100" y="195"/>
                </a:moveTo>
                <a:cubicBezTo>
                  <a:pt x="81" y="227"/>
                  <a:pt x="70" y="264"/>
                  <a:pt x="70" y="304"/>
                </a:cubicBezTo>
                <a:cubicBezTo>
                  <a:pt x="118" y="305"/>
                  <a:pt x="118" y="305"/>
                  <a:pt x="118" y="305"/>
                </a:cubicBezTo>
                <a:cubicBezTo>
                  <a:pt x="118" y="273"/>
                  <a:pt x="127" y="243"/>
                  <a:pt x="138" y="217"/>
                </a:cubicBezTo>
                <a:cubicBezTo>
                  <a:pt x="119" y="208"/>
                  <a:pt x="106" y="199"/>
                  <a:pt x="100" y="195"/>
                </a:cubicBezTo>
                <a:close/>
                <a:moveTo>
                  <a:pt x="480" y="142"/>
                </a:moveTo>
                <a:cubicBezTo>
                  <a:pt x="462" y="125"/>
                  <a:pt x="441" y="110"/>
                  <a:pt x="418" y="99"/>
                </a:cubicBezTo>
                <a:cubicBezTo>
                  <a:pt x="415" y="101"/>
                  <a:pt x="410" y="104"/>
                  <a:pt x="402" y="107"/>
                </a:cubicBezTo>
                <a:cubicBezTo>
                  <a:pt x="416" y="120"/>
                  <a:pt x="453" y="157"/>
                  <a:pt x="478" y="211"/>
                </a:cubicBezTo>
                <a:cubicBezTo>
                  <a:pt x="498" y="201"/>
                  <a:pt x="511" y="192"/>
                  <a:pt x="517" y="189"/>
                </a:cubicBezTo>
                <a:cubicBezTo>
                  <a:pt x="507" y="172"/>
                  <a:pt x="494" y="156"/>
                  <a:pt x="480" y="142"/>
                </a:cubicBezTo>
                <a:close/>
                <a:moveTo>
                  <a:pt x="419" y="191"/>
                </a:moveTo>
                <a:cubicBezTo>
                  <a:pt x="421" y="193"/>
                  <a:pt x="424" y="195"/>
                  <a:pt x="426" y="198"/>
                </a:cubicBezTo>
                <a:cubicBezTo>
                  <a:pt x="434" y="206"/>
                  <a:pt x="441" y="214"/>
                  <a:pt x="448" y="224"/>
                </a:cubicBezTo>
                <a:cubicBezTo>
                  <a:pt x="456" y="221"/>
                  <a:pt x="464" y="218"/>
                  <a:pt x="470" y="214"/>
                </a:cubicBezTo>
                <a:cubicBezTo>
                  <a:pt x="444" y="158"/>
                  <a:pt x="403" y="119"/>
                  <a:pt x="394" y="111"/>
                </a:cubicBezTo>
                <a:cubicBezTo>
                  <a:pt x="387" y="114"/>
                  <a:pt x="379" y="116"/>
                  <a:pt x="370" y="118"/>
                </a:cubicBezTo>
                <a:cubicBezTo>
                  <a:pt x="381" y="129"/>
                  <a:pt x="402" y="154"/>
                  <a:pt x="419" y="191"/>
                </a:cubicBezTo>
                <a:close/>
                <a:moveTo>
                  <a:pt x="146" y="305"/>
                </a:moveTo>
                <a:cubicBezTo>
                  <a:pt x="147" y="278"/>
                  <a:pt x="154" y="253"/>
                  <a:pt x="168" y="231"/>
                </a:cubicBezTo>
                <a:cubicBezTo>
                  <a:pt x="160" y="228"/>
                  <a:pt x="152" y="224"/>
                  <a:pt x="145" y="221"/>
                </a:cubicBezTo>
                <a:cubicBezTo>
                  <a:pt x="134" y="246"/>
                  <a:pt x="127" y="274"/>
                  <a:pt x="126" y="305"/>
                </a:cubicBezTo>
                <a:cubicBezTo>
                  <a:pt x="146" y="305"/>
                  <a:pt x="146" y="305"/>
                  <a:pt x="146" y="305"/>
                </a:cubicBezTo>
                <a:close/>
                <a:moveTo>
                  <a:pt x="310" y="66"/>
                </a:moveTo>
                <a:cubicBezTo>
                  <a:pt x="379" y="66"/>
                  <a:pt x="441" y="93"/>
                  <a:pt x="486" y="136"/>
                </a:cubicBezTo>
                <a:cubicBezTo>
                  <a:pt x="531" y="180"/>
                  <a:pt x="558" y="239"/>
                  <a:pt x="558" y="306"/>
                </a:cubicBezTo>
                <a:cubicBezTo>
                  <a:pt x="558" y="372"/>
                  <a:pt x="531" y="432"/>
                  <a:pt x="486" y="475"/>
                </a:cubicBezTo>
                <a:cubicBezTo>
                  <a:pt x="441" y="518"/>
                  <a:pt x="379" y="545"/>
                  <a:pt x="310" y="545"/>
                </a:cubicBezTo>
                <a:cubicBezTo>
                  <a:pt x="242" y="545"/>
                  <a:pt x="180" y="518"/>
                  <a:pt x="135" y="475"/>
                </a:cubicBezTo>
                <a:cubicBezTo>
                  <a:pt x="90" y="432"/>
                  <a:pt x="62" y="372"/>
                  <a:pt x="62" y="306"/>
                </a:cubicBezTo>
                <a:cubicBezTo>
                  <a:pt x="62" y="239"/>
                  <a:pt x="90" y="180"/>
                  <a:pt x="135" y="136"/>
                </a:cubicBezTo>
                <a:cubicBezTo>
                  <a:pt x="180" y="93"/>
                  <a:pt x="242" y="66"/>
                  <a:pt x="310" y="66"/>
                </a:cubicBezTo>
                <a:close/>
                <a:moveTo>
                  <a:pt x="278" y="531"/>
                </a:moveTo>
                <a:cubicBezTo>
                  <a:pt x="278" y="499"/>
                  <a:pt x="278" y="499"/>
                  <a:pt x="278" y="499"/>
                </a:cubicBezTo>
                <a:cubicBezTo>
                  <a:pt x="275" y="499"/>
                  <a:pt x="275" y="499"/>
                  <a:pt x="275" y="499"/>
                </a:cubicBezTo>
                <a:cubicBezTo>
                  <a:pt x="275" y="500"/>
                  <a:pt x="274" y="502"/>
                  <a:pt x="272" y="503"/>
                </a:cubicBezTo>
                <a:cubicBezTo>
                  <a:pt x="271" y="505"/>
                  <a:pt x="269" y="506"/>
                  <a:pt x="267" y="507"/>
                </a:cubicBezTo>
                <a:cubicBezTo>
                  <a:pt x="267" y="511"/>
                  <a:pt x="267" y="511"/>
                  <a:pt x="267" y="511"/>
                </a:cubicBezTo>
                <a:cubicBezTo>
                  <a:pt x="269" y="510"/>
                  <a:pt x="270" y="509"/>
                  <a:pt x="271" y="509"/>
                </a:cubicBezTo>
                <a:cubicBezTo>
                  <a:pt x="272" y="508"/>
                  <a:pt x="273" y="507"/>
                  <a:pt x="274" y="506"/>
                </a:cubicBezTo>
                <a:cubicBezTo>
                  <a:pt x="274" y="531"/>
                  <a:pt x="274" y="531"/>
                  <a:pt x="274" y="531"/>
                </a:cubicBezTo>
                <a:cubicBezTo>
                  <a:pt x="278" y="531"/>
                  <a:pt x="278" y="531"/>
                  <a:pt x="278" y="531"/>
                </a:cubicBezTo>
                <a:close/>
                <a:moveTo>
                  <a:pt x="289" y="523"/>
                </a:moveTo>
                <a:cubicBezTo>
                  <a:pt x="289" y="526"/>
                  <a:pt x="290" y="528"/>
                  <a:pt x="291" y="529"/>
                </a:cubicBezTo>
                <a:cubicBezTo>
                  <a:pt x="293" y="531"/>
                  <a:pt x="294" y="531"/>
                  <a:pt x="297" y="531"/>
                </a:cubicBezTo>
                <a:cubicBezTo>
                  <a:pt x="299" y="531"/>
                  <a:pt x="300" y="531"/>
                  <a:pt x="302" y="529"/>
                </a:cubicBezTo>
                <a:cubicBezTo>
                  <a:pt x="303" y="528"/>
                  <a:pt x="304" y="526"/>
                  <a:pt x="305" y="524"/>
                </a:cubicBezTo>
                <a:cubicBezTo>
                  <a:pt x="306" y="521"/>
                  <a:pt x="306" y="518"/>
                  <a:pt x="306" y="514"/>
                </a:cubicBezTo>
                <a:cubicBezTo>
                  <a:pt x="306" y="510"/>
                  <a:pt x="306" y="507"/>
                  <a:pt x="305" y="505"/>
                </a:cubicBezTo>
                <a:cubicBezTo>
                  <a:pt x="304" y="503"/>
                  <a:pt x="303" y="502"/>
                  <a:pt x="302" y="500"/>
                </a:cubicBezTo>
                <a:cubicBezTo>
                  <a:pt x="300" y="499"/>
                  <a:pt x="299" y="499"/>
                  <a:pt x="297" y="499"/>
                </a:cubicBezTo>
                <a:cubicBezTo>
                  <a:pt x="295" y="499"/>
                  <a:pt x="292" y="500"/>
                  <a:pt x="291" y="502"/>
                </a:cubicBezTo>
                <a:cubicBezTo>
                  <a:pt x="289" y="504"/>
                  <a:pt x="288" y="506"/>
                  <a:pt x="288" y="510"/>
                </a:cubicBezTo>
                <a:cubicBezTo>
                  <a:pt x="288" y="513"/>
                  <a:pt x="289" y="515"/>
                  <a:pt x="291" y="517"/>
                </a:cubicBezTo>
                <a:cubicBezTo>
                  <a:pt x="292" y="519"/>
                  <a:pt x="294" y="520"/>
                  <a:pt x="296" y="520"/>
                </a:cubicBezTo>
                <a:cubicBezTo>
                  <a:pt x="298" y="520"/>
                  <a:pt x="299" y="520"/>
                  <a:pt x="300" y="519"/>
                </a:cubicBezTo>
                <a:cubicBezTo>
                  <a:pt x="301" y="518"/>
                  <a:pt x="302" y="517"/>
                  <a:pt x="303" y="516"/>
                </a:cubicBezTo>
                <a:cubicBezTo>
                  <a:pt x="303" y="516"/>
                  <a:pt x="303" y="516"/>
                  <a:pt x="303" y="517"/>
                </a:cubicBezTo>
                <a:cubicBezTo>
                  <a:pt x="303" y="518"/>
                  <a:pt x="303" y="520"/>
                  <a:pt x="303" y="521"/>
                </a:cubicBezTo>
                <a:cubicBezTo>
                  <a:pt x="302" y="523"/>
                  <a:pt x="302" y="524"/>
                  <a:pt x="301" y="525"/>
                </a:cubicBezTo>
                <a:cubicBezTo>
                  <a:pt x="301" y="526"/>
                  <a:pt x="300" y="527"/>
                  <a:pt x="299" y="527"/>
                </a:cubicBezTo>
                <a:cubicBezTo>
                  <a:pt x="299" y="528"/>
                  <a:pt x="298" y="528"/>
                  <a:pt x="297" y="528"/>
                </a:cubicBezTo>
                <a:cubicBezTo>
                  <a:pt x="295" y="528"/>
                  <a:pt x="294" y="528"/>
                  <a:pt x="294" y="527"/>
                </a:cubicBezTo>
                <a:cubicBezTo>
                  <a:pt x="293" y="526"/>
                  <a:pt x="292" y="525"/>
                  <a:pt x="292" y="523"/>
                </a:cubicBezTo>
                <a:cubicBezTo>
                  <a:pt x="289" y="523"/>
                  <a:pt x="289" y="523"/>
                  <a:pt x="289" y="523"/>
                </a:cubicBezTo>
                <a:close/>
                <a:moveTo>
                  <a:pt x="303" y="509"/>
                </a:moveTo>
                <a:cubicBezTo>
                  <a:pt x="303" y="507"/>
                  <a:pt x="302" y="505"/>
                  <a:pt x="301" y="504"/>
                </a:cubicBezTo>
                <a:cubicBezTo>
                  <a:pt x="300" y="503"/>
                  <a:pt x="299" y="502"/>
                  <a:pt x="297" y="502"/>
                </a:cubicBezTo>
                <a:cubicBezTo>
                  <a:pt x="296" y="502"/>
                  <a:pt x="295" y="503"/>
                  <a:pt x="293" y="504"/>
                </a:cubicBezTo>
                <a:cubicBezTo>
                  <a:pt x="292" y="506"/>
                  <a:pt x="292" y="507"/>
                  <a:pt x="292" y="510"/>
                </a:cubicBezTo>
                <a:cubicBezTo>
                  <a:pt x="292" y="512"/>
                  <a:pt x="292" y="513"/>
                  <a:pt x="293" y="515"/>
                </a:cubicBezTo>
                <a:cubicBezTo>
                  <a:pt x="294" y="516"/>
                  <a:pt x="296" y="516"/>
                  <a:pt x="297" y="516"/>
                </a:cubicBezTo>
                <a:cubicBezTo>
                  <a:pt x="299" y="516"/>
                  <a:pt x="300" y="516"/>
                  <a:pt x="301" y="515"/>
                </a:cubicBezTo>
                <a:cubicBezTo>
                  <a:pt x="302" y="513"/>
                  <a:pt x="303" y="512"/>
                  <a:pt x="303" y="509"/>
                </a:cubicBezTo>
                <a:close/>
                <a:moveTo>
                  <a:pt x="312" y="522"/>
                </a:moveTo>
                <a:cubicBezTo>
                  <a:pt x="312" y="525"/>
                  <a:pt x="313" y="527"/>
                  <a:pt x="315" y="529"/>
                </a:cubicBezTo>
                <a:cubicBezTo>
                  <a:pt x="316" y="530"/>
                  <a:pt x="318" y="531"/>
                  <a:pt x="321" y="531"/>
                </a:cubicBezTo>
                <a:cubicBezTo>
                  <a:pt x="324" y="531"/>
                  <a:pt x="326" y="530"/>
                  <a:pt x="328" y="527"/>
                </a:cubicBezTo>
                <a:cubicBezTo>
                  <a:pt x="329" y="525"/>
                  <a:pt x="330" y="523"/>
                  <a:pt x="330" y="520"/>
                </a:cubicBezTo>
                <a:cubicBezTo>
                  <a:pt x="330" y="517"/>
                  <a:pt x="329" y="514"/>
                  <a:pt x="328" y="513"/>
                </a:cubicBezTo>
                <a:cubicBezTo>
                  <a:pt x="326" y="511"/>
                  <a:pt x="324" y="510"/>
                  <a:pt x="321" y="510"/>
                </a:cubicBezTo>
                <a:cubicBezTo>
                  <a:pt x="320" y="510"/>
                  <a:pt x="318" y="510"/>
                  <a:pt x="316" y="512"/>
                </a:cubicBezTo>
                <a:cubicBezTo>
                  <a:pt x="318" y="503"/>
                  <a:pt x="318" y="503"/>
                  <a:pt x="318" y="503"/>
                </a:cubicBezTo>
                <a:cubicBezTo>
                  <a:pt x="329" y="503"/>
                  <a:pt x="329" y="503"/>
                  <a:pt x="329" y="503"/>
                </a:cubicBezTo>
                <a:cubicBezTo>
                  <a:pt x="329" y="499"/>
                  <a:pt x="329" y="499"/>
                  <a:pt x="329" y="499"/>
                </a:cubicBezTo>
                <a:cubicBezTo>
                  <a:pt x="315" y="499"/>
                  <a:pt x="315" y="499"/>
                  <a:pt x="315" y="499"/>
                </a:cubicBezTo>
                <a:cubicBezTo>
                  <a:pt x="312" y="516"/>
                  <a:pt x="312" y="516"/>
                  <a:pt x="312" y="516"/>
                </a:cubicBezTo>
                <a:cubicBezTo>
                  <a:pt x="316" y="516"/>
                  <a:pt x="316" y="516"/>
                  <a:pt x="316" y="516"/>
                </a:cubicBezTo>
                <a:cubicBezTo>
                  <a:pt x="316" y="515"/>
                  <a:pt x="317" y="515"/>
                  <a:pt x="318" y="514"/>
                </a:cubicBezTo>
                <a:cubicBezTo>
                  <a:pt x="319" y="513"/>
                  <a:pt x="319" y="513"/>
                  <a:pt x="321" y="513"/>
                </a:cubicBezTo>
                <a:cubicBezTo>
                  <a:pt x="322" y="513"/>
                  <a:pt x="324" y="514"/>
                  <a:pt x="325" y="515"/>
                </a:cubicBezTo>
                <a:cubicBezTo>
                  <a:pt x="326" y="516"/>
                  <a:pt x="326" y="518"/>
                  <a:pt x="326" y="520"/>
                </a:cubicBezTo>
                <a:cubicBezTo>
                  <a:pt x="326" y="523"/>
                  <a:pt x="326" y="524"/>
                  <a:pt x="325" y="526"/>
                </a:cubicBezTo>
                <a:cubicBezTo>
                  <a:pt x="324" y="527"/>
                  <a:pt x="322" y="528"/>
                  <a:pt x="321" y="528"/>
                </a:cubicBezTo>
                <a:cubicBezTo>
                  <a:pt x="319" y="528"/>
                  <a:pt x="318" y="528"/>
                  <a:pt x="317" y="527"/>
                </a:cubicBezTo>
                <a:cubicBezTo>
                  <a:pt x="316" y="526"/>
                  <a:pt x="316" y="524"/>
                  <a:pt x="315" y="522"/>
                </a:cubicBezTo>
                <a:cubicBezTo>
                  <a:pt x="312" y="522"/>
                  <a:pt x="312" y="522"/>
                  <a:pt x="312" y="522"/>
                </a:cubicBezTo>
                <a:close/>
                <a:moveTo>
                  <a:pt x="353" y="527"/>
                </a:moveTo>
                <a:cubicBezTo>
                  <a:pt x="339" y="527"/>
                  <a:pt x="339" y="527"/>
                  <a:pt x="339" y="527"/>
                </a:cubicBezTo>
                <a:cubicBezTo>
                  <a:pt x="340" y="526"/>
                  <a:pt x="340" y="526"/>
                  <a:pt x="341" y="525"/>
                </a:cubicBezTo>
                <a:cubicBezTo>
                  <a:pt x="341" y="524"/>
                  <a:pt x="343" y="523"/>
                  <a:pt x="345" y="521"/>
                </a:cubicBezTo>
                <a:cubicBezTo>
                  <a:pt x="347" y="518"/>
                  <a:pt x="349" y="517"/>
                  <a:pt x="350" y="515"/>
                </a:cubicBezTo>
                <a:cubicBezTo>
                  <a:pt x="351" y="514"/>
                  <a:pt x="352" y="513"/>
                  <a:pt x="352" y="511"/>
                </a:cubicBezTo>
                <a:cubicBezTo>
                  <a:pt x="353" y="510"/>
                  <a:pt x="353" y="509"/>
                  <a:pt x="353" y="508"/>
                </a:cubicBezTo>
                <a:cubicBezTo>
                  <a:pt x="353" y="505"/>
                  <a:pt x="352" y="503"/>
                  <a:pt x="351" y="501"/>
                </a:cubicBezTo>
                <a:cubicBezTo>
                  <a:pt x="349" y="500"/>
                  <a:pt x="347" y="499"/>
                  <a:pt x="344" y="499"/>
                </a:cubicBezTo>
                <a:cubicBezTo>
                  <a:pt x="342" y="499"/>
                  <a:pt x="340" y="500"/>
                  <a:pt x="338" y="501"/>
                </a:cubicBezTo>
                <a:cubicBezTo>
                  <a:pt x="337" y="503"/>
                  <a:pt x="336" y="505"/>
                  <a:pt x="335" y="508"/>
                </a:cubicBezTo>
                <a:cubicBezTo>
                  <a:pt x="339" y="508"/>
                  <a:pt x="339" y="508"/>
                  <a:pt x="339" y="508"/>
                </a:cubicBezTo>
                <a:cubicBezTo>
                  <a:pt x="339" y="506"/>
                  <a:pt x="339" y="505"/>
                  <a:pt x="340" y="504"/>
                </a:cubicBezTo>
                <a:cubicBezTo>
                  <a:pt x="341" y="503"/>
                  <a:pt x="343" y="502"/>
                  <a:pt x="344" y="502"/>
                </a:cubicBezTo>
                <a:cubicBezTo>
                  <a:pt x="346" y="502"/>
                  <a:pt x="347" y="503"/>
                  <a:pt x="348" y="504"/>
                </a:cubicBezTo>
                <a:cubicBezTo>
                  <a:pt x="349" y="505"/>
                  <a:pt x="349" y="506"/>
                  <a:pt x="349" y="508"/>
                </a:cubicBezTo>
                <a:cubicBezTo>
                  <a:pt x="349" y="509"/>
                  <a:pt x="349" y="511"/>
                  <a:pt x="348" y="512"/>
                </a:cubicBezTo>
                <a:cubicBezTo>
                  <a:pt x="347" y="514"/>
                  <a:pt x="345" y="516"/>
                  <a:pt x="342" y="519"/>
                </a:cubicBezTo>
                <a:cubicBezTo>
                  <a:pt x="340" y="521"/>
                  <a:pt x="338" y="522"/>
                  <a:pt x="337" y="524"/>
                </a:cubicBezTo>
                <a:cubicBezTo>
                  <a:pt x="336" y="525"/>
                  <a:pt x="336" y="527"/>
                  <a:pt x="335" y="528"/>
                </a:cubicBezTo>
                <a:cubicBezTo>
                  <a:pt x="335" y="529"/>
                  <a:pt x="335" y="530"/>
                  <a:pt x="335" y="531"/>
                </a:cubicBezTo>
                <a:cubicBezTo>
                  <a:pt x="353" y="531"/>
                  <a:pt x="353" y="531"/>
                  <a:pt x="353" y="531"/>
                </a:cubicBezTo>
                <a:cubicBezTo>
                  <a:pt x="353" y="527"/>
                  <a:pt x="353" y="527"/>
                  <a:pt x="353" y="527"/>
                </a:cubicBezTo>
                <a:close/>
                <a:moveTo>
                  <a:pt x="83" y="161"/>
                </a:moveTo>
                <a:cubicBezTo>
                  <a:pt x="95" y="145"/>
                  <a:pt x="95" y="145"/>
                  <a:pt x="95" y="145"/>
                </a:cubicBezTo>
                <a:cubicBezTo>
                  <a:pt x="85" y="138"/>
                  <a:pt x="85" y="138"/>
                  <a:pt x="85" y="138"/>
                </a:cubicBezTo>
                <a:cubicBezTo>
                  <a:pt x="74" y="153"/>
                  <a:pt x="74" y="153"/>
                  <a:pt x="74" y="153"/>
                </a:cubicBezTo>
                <a:cubicBezTo>
                  <a:pt x="83" y="161"/>
                  <a:pt x="83" y="161"/>
                  <a:pt x="83" y="161"/>
                </a:cubicBezTo>
                <a:close/>
                <a:moveTo>
                  <a:pt x="108" y="111"/>
                </a:moveTo>
                <a:cubicBezTo>
                  <a:pt x="93" y="128"/>
                  <a:pt x="93" y="128"/>
                  <a:pt x="93" y="128"/>
                </a:cubicBezTo>
                <a:cubicBezTo>
                  <a:pt x="103" y="136"/>
                  <a:pt x="103" y="136"/>
                  <a:pt x="103" y="136"/>
                </a:cubicBezTo>
                <a:cubicBezTo>
                  <a:pt x="117" y="118"/>
                  <a:pt x="117" y="118"/>
                  <a:pt x="117" y="118"/>
                </a:cubicBezTo>
                <a:cubicBezTo>
                  <a:pt x="108" y="111"/>
                  <a:pt x="108" y="111"/>
                  <a:pt x="108" y="111"/>
                </a:cubicBezTo>
                <a:close/>
                <a:moveTo>
                  <a:pt x="89" y="125"/>
                </a:moveTo>
                <a:cubicBezTo>
                  <a:pt x="83" y="121"/>
                  <a:pt x="83" y="121"/>
                  <a:pt x="83" y="121"/>
                </a:cubicBezTo>
                <a:cubicBezTo>
                  <a:pt x="75" y="130"/>
                  <a:pt x="75" y="130"/>
                  <a:pt x="75" y="130"/>
                </a:cubicBezTo>
                <a:cubicBezTo>
                  <a:pt x="81" y="135"/>
                  <a:pt x="81" y="135"/>
                  <a:pt x="81" y="135"/>
                </a:cubicBezTo>
                <a:cubicBezTo>
                  <a:pt x="60" y="160"/>
                  <a:pt x="60" y="160"/>
                  <a:pt x="60" y="160"/>
                </a:cubicBezTo>
                <a:cubicBezTo>
                  <a:pt x="80" y="175"/>
                  <a:pt x="80" y="175"/>
                  <a:pt x="80" y="175"/>
                </a:cubicBezTo>
                <a:cubicBezTo>
                  <a:pt x="100" y="149"/>
                  <a:pt x="100" y="149"/>
                  <a:pt x="100" y="149"/>
                </a:cubicBezTo>
                <a:cubicBezTo>
                  <a:pt x="107" y="155"/>
                  <a:pt x="107" y="155"/>
                  <a:pt x="107" y="155"/>
                </a:cubicBezTo>
                <a:cubicBezTo>
                  <a:pt x="115" y="145"/>
                  <a:pt x="115" y="145"/>
                  <a:pt x="115" y="145"/>
                </a:cubicBezTo>
                <a:cubicBezTo>
                  <a:pt x="108" y="139"/>
                  <a:pt x="108" y="139"/>
                  <a:pt x="108" y="139"/>
                </a:cubicBezTo>
                <a:cubicBezTo>
                  <a:pt x="131" y="113"/>
                  <a:pt x="131" y="113"/>
                  <a:pt x="131" y="113"/>
                </a:cubicBezTo>
                <a:cubicBezTo>
                  <a:pt x="113" y="98"/>
                  <a:pt x="113" y="98"/>
                  <a:pt x="113" y="98"/>
                </a:cubicBezTo>
                <a:cubicBezTo>
                  <a:pt x="89" y="125"/>
                  <a:pt x="89" y="125"/>
                  <a:pt x="89" y="125"/>
                </a:cubicBezTo>
                <a:close/>
                <a:moveTo>
                  <a:pt x="124" y="80"/>
                </a:moveTo>
                <a:cubicBezTo>
                  <a:pt x="150" y="111"/>
                  <a:pt x="150" y="111"/>
                  <a:pt x="150" y="111"/>
                </a:cubicBezTo>
                <a:cubicBezTo>
                  <a:pt x="214" y="70"/>
                  <a:pt x="214" y="70"/>
                  <a:pt x="214" y="70"/>
                </a:cubicBezTo>
                <a:cubicBezTo>
                  <a:pt x="196" y="36"/>
                  <a:pt x="196" y="36"/>
                  <a:pt x="196" y="36"/>
                </a:cubicBezTo>
                <a:cubicBezTo>
                  <a:pt x="182" y="43"/>
                  <a:pt x="171" y="50"/>
                  <a:pt x="159" y="57"/>
                </a:cubicBezTo>
                <a:cubicBezTo>
                  <a:pt x="147" y="65"/>
                  <a:pt x="136" y="72"/>
                  <a:pt x="124" y="80"/>
                </a:cubicBezTo>
                <a:close/>
                <a:moveTo>
                  <a:pt x="156" y="99"/>
                </a:moveTo>
                <a:cubicBezTo>
                  <a:pt x="178" y="84"/>
                  <a:pt x="178" y="84"/>
                  <a:pt x="178" y="84"/>
                </a:cubicBezTo>
                <a:cubicBezTo>
                  <a:pt x="202" y="70"/>
                  <a:pt x="202" y="70"/>
                  <a:pt x="202" y="70"/>
                </a:cubicBezTo>
                <a:cubicBezTo>
                  <a:pt x="187" y="47"/>
                  <a:pt x="187" y="47"/>
                  <a:pt x="187" y="47"/>
                </a:cubicBezTo>
                <a:cubicBezTo>
                  <a:pt x="163" y="61"/>
                  <a:pt x="163" y="61"/>
                  <a:pt x="163" y="61"/>
                </a:cubicBezTo>
                <a:cubicBezTo>
                  <a:pt x="139" y="76"/>
                  <a:pt x="139" y="76"/>
                  <a:pt x="139" y="76"/>
                </a:cubicBezTo>
                <a:cubicBezTo>
                  <a:pt x="156" y="99"/>
                  <a:pt x="156" y="99"/>
                  <a:pt x="156" y="99"/>
                </a:cubicBezTo>
                <a:close/>
                <a:moveTo>
                  <a:pt x="187" y="71"/>
                </a:moveTo>
                <a:cubicBezTo>
                  <a:pt x="184" y="68"/>
                  <a:pt x="184" y="68"/>
                  <a:pt x="184" y="68"/>
                </a:cubicBezTo>
                <a:cubicBezTo>
                  <a:pt x="180" y="70"/>
                  <a:pt x="180" y="70"/>
                  <a:pt x="180" y="70"/>
                </a:cubicBezTo>
                <a:cubicBezTo>
                  <a:pt x="183" y="74"/>
                  <a:pt x="183" y="74"/>
                  <a:pt x="183" y="74"/>
                </a:cubicBezTo>
                <a:cubicBezTo>
                  <a:pt x="187" y="71"/>
                  <a:pt x="187" y="71"/>
                  <a:pt x="187" y="71"/>
                </a:cubicBezTo>
                <a:close/>
                <a:moveTo>
                  <a:pt x="180" y="80"/>
                </a:moveTo>
                <a:cubicBezTo>
                  <a:pt x="197" y="70"/>
                  <a:pt x="197" y="70"/>
                  <a:pt x="197" y="70"/>
                </a:cubicBezTo>
                <a:cubicBezTo>
                  <a:pt x="194" y="66"/>
                  <a:pt x="194" y="66"/>
                  <a:pt x="194" y="66"/>
                </a:cubicBezTo>
                <a:cubicBezTo>
                  <a:pt x="189" y="69"/>
                  <a:pt x="189" y="69"/>
                  <a:pt x="189" y="69"/>
                </a:cubicBezTo>
                <a:cubicBezTo>
                  <a:pt x="187" y="66"/>
                  <a:pt x="187" y="66"/>
                  <a:pt x="187" y="66"/>
                </a:cubicBezTo>
                <a:cubicBezTo>
                  <a:pt x="192" y="63"/>
                  <a:pt x="192" y="63"/>
                  <a:pt x="192" y="63"/>
                </a:cubicBezTo>
                <a:cubicBezTo>
                  <a:pt x="190" y="59"/>
                  <a:pt x="190" y="59"/>
                  <a:pt x="190" y="59"/>
                </a:cubicBezTo>
                <a:cubicBezTo>
                  <a:pt x="178" y="66"/>
                  <a:pt x="178" y="66"/>
                  <a:pt x="178" y="66"/>
                </a:cubicBezTo>
                <a:cubicBezTo>
                  <a:pt x="176" y="63"/>
                  <a:pt x="176" y="63"/>
                  <a:pt x="176" y="63"/>
                </a:cubicBezTo>
                <a:cubicBezTo>
                  <a:pt x="188" y="56"/>
                  <a:pt x="188" y="56"/>
                  <a:pt x="188" y="56"/>
                </a:cubicBezTo>
                <a:cubicBezTo>
                  <a:pt x="186" y="52"/>
                  <a:pt x="186" y="52"/>
                  <a:pt x="186" y="52"/>
                </a:cubicBezTo>
                <a:cubicBezTo>
                  <a:pt x="172" y="61"/>
                  <a:pt x="158" y="69"/>
                  <a:pt x="145" y="78"/>
                </a:cubicBezTo>
                <a:cubicBezTo>
                  <a:pt x="147" y="81"/>
                  <a:pt x="147" y="81"/>
                  <a:pt x="147" y="81"/>
                </a:cubicBezTo>
                <a:cubicBezTo>
                  <a:pt x="160" y="73"/>
                  <a:pt x="160" y="73"/>
                  <a:pt x="160" y="73"/>
                </a:cubicBezTo>
                <a:cubicBezTo>
                  <a:pt x="162" y="76"/>
                  <a:pt x="162" y="76"/>
                  <a:pt x="162" y="76"/>
                </a:cubicBezTo>
                <a:cubicBezTo>
                  <a:pt x="149" y="84"/>
                  <a:pt x="149" y="84"/>
                  <a:pt x="149" y="84"/>
                </a:cubicBezTo>
                <a:cubicBezTo>
                  <a:pt x="152" y="87"/>
                  <a:pt x="152" y="87"/>
                  <a:pt x="152" y="87"/>
                </a:cubicBezTo>
                <a:cubicBezTo>
                  <a:pt x="165" y="80"/>
                  <a:pt x="165" y="80"/>
                  <a:pt x="165" y="80"/>
                </a:cubicBezTo>
                <a:cubicBezTo>
                  <a:pt x="167" y="83"/>
                  <a:pt x="167" y="83"/>
                  <a:pt x="167" y="83"/>
                </a:cubicBezTo>
                <a:cubicBezTo>
                  <a:pt x="155" y="91"/>
                  <a:pt x="155" y="91"/>
                  <a:pt x="155" y="91"/>
                </a:cubicBezTo>
                <a:cubicBezTo>
                  <a:pt x="157" y="94"/>
                  <a:pt x="157" y="94"/>
                  <a:pt x="157" y="94"/>
                </a:cubicBezTo>
                <a:cubicBezTo>
                  <a:pt x="180" y="80"/>
                  <a:pt x="180" y="80"/>
                  <a:pt x="180" y="80"/>
                </a:cubicBezTo>
                <a:close/>
                <a:moveTo>
                  <a:pt x="225" y="27"/>
                </a:moveTo>
                <a:cubicBezTo>
                  <a:pt x="227" y="37"/>
                  <a:pt x="227" y="37"/>
                  <a:pt x="227" y="37"/>
                </a:cubicBezTo>
                <a:cubicBezTo>
                  <a:pt x="219" y="39"/>
                  <a:pt x="219" y="39"/>
                  <a:pt x="219" y="39"/>
                </a:cubicBezTo>
                <a:cubicBezTo>
                  <a:pt x="219" y="43"/>
                  <a:pt x="219" y="43"/>
                  <a:pt x="219" y="43"/>
                </a:cubicBezTo>
                <a:cubicBezTo>
                  <a:pt x="227" y="42"/>
                  <a:pt x="227" y="42"/>
                  <a:pt x="227" y="42"/>
                </a:cubicBezTo>
                <a:cubicBezTo>
                  <a:pt x="230" y="60"/>
                  <a:pt x="230" y="60"/>
                  <a:pt x="230" y="60"/>
                </a:cubicBezTo>
                <a:cubicBezTo>
                  <a:pt x="225" y="61"/>
                  <a:pt x="225" y="61"/>
                  <a:pt x="225" y="61"/>
                </a:cubicBezTo>
                <a:cubicBezTo>
                  <a:pt x="226" y="65"/>
                  <a:pt x="226" y="65"/>
                  <a:pt x="226" y="65"/>
                </a:cubicBezTo>
                <a:cubicBezTo>
                  <a:pt x="251" y="61"/>
                  <a:pt x="251" y="61"/>
                  <a:pt x="251" y="61"/>
                </a:cubicBezTo>
                <a:cubicBezTo>
                  <a:pt x="250" y="56"/>
                  <a:pt x="250" y="56"/>
                  <a:pt x="250" y="56"/>
                </a:cubicBezTo>
                <a:cubicBezTo>
                  <a:pt x="243" y="58"/>
                  <a:pt x="243" y="58"/>
                  <a:pt x="243" y="58"/>
                </a:cubicBezTo>
                <a:cubicBezTo>
                  <a:pt x="242" y="49"/>
                  <a:pt x="242" y="49"/>
                  <a:pt x="242" y="49"/>
                </a:cubicBezTo>
                <a:cubicBezTo>
                  <a:pt x="241" y="40"/>
                  <a:pt x="241" y="40"/>
                  <a:pt x="241" y="40"/>
                </a:cubicBezTo>
                <a:cubicBezTo>
                  <a:pt x="246" y="39"/>
                  <a:pt x="246" y="39"/>
                  <a:pt x="246" y="39"/>
                </a:cubicBezTo>
                <a:cubicBezTo>
                  <a:pt x="246" y="35"/>
                  <a:pt x="246" y="35"/>
                  <a:pt x="246" y="35"/>
                </a:cubicBezTo>
                <a:cubicBezTo>
                  <a:pt x="240" y="35"/>
                  <a:pt x="240" y="35"/>
                  <a:pt x="240" y="35"/>
                </a:cubicBezTo>
                <a:cubicBezTo>
                  <a:pt x="239" y="26"/>
                  <a:pt x="239" y="26"/>
                  <a:pt x="239" y="26"/>
                </a:cubicBezTo>
                <a:cubicBezTo>
                  <a:pt x="225" y="27"/>
                  <a:pt x="225" y="27"/>
                  <a:pt x="225" y="27"/>
                </a:cubicBezTo>
                <a:close/>
                <a:moveTo>
                  <a:pt x="267" y="32"/>
                </a:moveTo>
                <a:cubicBezTo>
                  <a:pt x="267" y="27"/>
                  <a:pt x="267" y="27"/>
                  <a:pt x="267" y="27"/>
                </a:cubicBezTo>
                <a:cubicBezTo>
                  <a:pt x="254" y="27"/>
                  <a:pt x="254" y="27"/>
                  <a:pt x="254" y="27"/>
                </a:cubicBezTo>
                <a:cubicBezTo>
                  <a:pt x="254" y="34"/>
                  <a:pt x="254" y="34"/>
                  <a:pt x="254" y="34"/>
                </a:cubicBezTo>
                <a:cubicBezTo>
                  <a:pt x="251" y="34"/>
                  <a:pt x="251" y="34"/>
                  <a:pt x="251" y="34"/>
                </a:cubicBezTo>
                <a:cubicBezTo>
                  <a:pt x="252" y="38"/>
                  <a:pt x="252" y="38"/>
                  <a:pt x="252" y="38"/>
                </a:cubicBezTo>
                <a:cubicBezTo>
                  <a:pt x="254" y="38"/>
                  <a:pt x="254" y="38"/>
                  <a:pt x="254" y="38"/>
                </a:cubicBezTo>
                <a:cubicBezTo>
                  <a:pt x="256" y="58"/>
                  <a:pt x="256" y="58"/>
                  <a:pt x="256" y="58"/>
                </a:cubicBezTo>
                <a:cubicBezTo>
                  <a:pt x="268" y="57"/>
                  <a:pt x="268" y="57"/>
                  <a:pt x="268" y="57"/>
                </a:cubicBezTo>
                <a:cubicBezTo>
                  <a:pt x="281" y="56"/>
                  <a:pt x="281" y="56"/>
                  <a:pt x="281" y="56"/>
                </a:cubicBezTo>
                <a:cubicBezTo>
                  <a:pt x="290" y="56"/>
                  <a:pt x="300" y="56"/>
                  <a:pt x="310" y="56"/>
                </a:cubicBezTo>
                <a:cubicBezTo>
                  <a:pt x="310" y="46"/>
                  <a:pt x="310" y="46"/>
                  <a:pt x="310" y="46"/>
                </a:cubicBezTo>
                <a:cubicBezTo>
                  <a:pt x="296" y="46"/>
                  <a:pt x="296" y="46"/>
                  <a:pt x="296" y="46"/>
                </a:cubicBezTo>
                <a:cubicBezTo>
                  <a:pt x="296" y="52"/>
                  <a:pt x="296" y="52"/>
                  <a:pt x="296" y="52"/>
                </a:cubicBezTo>
                <a:cubicBezTo>
                  <a:pt x="268" y="52"/>
                  <a:pt x="268" y="52"/>
                  <a:pt x="268" y="52"/>
                </a:cubicBezTo>
                <a:cubicBezTo>
                  <a:pt x="267" y="36"/>
                  <a:pt x="267" y="36"/>
                  <a:pt x="267" y="36"/>
                </a:cubicBezTo>
                <a:cubicBezTo>
                  <a:pt x="275" y="35"/>
                  <a:pt x="275" y="35"/>
                  <a:pt x="275" y="35"/>
                </a:cubicBezTo>
                <a:cubicBezTo>
                  <a:pt x="275" y="45"/>
                  <a:pt x="275" y="45"/>
                  <a:pt x="275" y="45"/>
                </a:cubicBezTo>
                <a:cubicBezTo>
                  <a:pt x="287" y="44"/>
                  <a:pt x="287" y="44"/>
                  <a:pt x="287" y="44"/>
                </a:cubicBezTo>
                <a:cubicBezTo>
                  <a:pt x="287" y="33"/>
                  <a:pt x="287" y="33"/>
                  <a:pt x="287" y="33"/>
                </a:cubicBezTo>
                <a:cubicBezTo>
                  <a:pt x="295" y="32"/>
                  <a:pt x="295" y="32"/>
                  <a:pt x="295" y="32"/>
                </a:cubicBezTo>
                <a:cubicBezTo>
                  <a:pt x="295" y="37"/>
                  <a:pt x="295" y="37"/>
                  <a:pt x="295" y="37"/>
                </a:cubicBezTo>
                <a:cubicBezTo>
                  <a:pt x="293" y="37"/>
                  <a:pt x="293" y="37"/>
                  <a:pt x="293" y="37"/>
                </a:cubicBezTo>
                <a:cubicBezTo>
                  <a:pt x="293" y="42"/>
                  <a:pt x="293" y="42"/>
                  <a:pt x="293" y="42"/>
                </a:cubicBezTo>
                <a:cubicBezTo>
                  <a:pt x="308" y="42"/>
                  <a:pt x="308" y="42"/>
                  <a:pt x="308" y="42"/>
                </a:cubicBezTo>
                <a:cubicBezTo>
                  <a:pt x="308" y="26"/>
                  <a:pt x="308" y="26"/>
                  <a:pt x="308" y="26"/>
                </a:cubicBezTo>
                <a:cubicBezTo>
                  <a:pt x="287" y="29"/>
                  <a:pt x="287" y="29"/>
                  <a:pt x="287" y="29"/>
                </a:cubicBezTo>
                <a:cubicBezTo>
                  <a:pt x="287" y="18"/>
                  <a:pt x="287" y="18"/>
                  <a:pt x="287" y="18"/>
                </a:cubicBezTo>
                <a:cubicBezTo>
                  <a:pt x="274" y="18"/>
                  <a:pt x="274" y="18"/>
                  <a:pt x="274" y="18"/>
                </a:cubicBezTo>
                <a:cubicBezTo>
                  <a:pt x="274" y="31"/>
                  <a:pt x="274" y="31"/>
                  <a:pt x="274" y="31"/>
                </a:cubicBezTo>
                <a:cubicBezTo>
                  <a:pt x="267" y="32"/>
                  <a:pt x="267" y="32"/>
                  <a:pt x="267" y="32"/>
                </a:cubicBezTo>
                <a:close/>
                <a:moveTo>
                  <a:pt x="319" y="53"/>
                </a:moveTo>
                <a:cubicBezTo>
                  <a:pt x="339" y="51"/>
                  <a:pt x="336" y="45"/>
                  <a:pt x="338" y="24"/>
                </a:cubicBezTo>
                <a:cubicBezTo>
                  <a:pt x="362" y="27"/>
                  <a:pt x="362" y="27"/>
                  <a:pt x="362" y="27"/>
                </a:cubicBezTo>
                <a:cubicBezTo>
                  <a:pt x="362" y="31"/>
                  <a:pt x="362" y="31"/>
                  <a:pt x="362" y="31"/>
                </a:cubicBezTo>
                <a:cubicBezTo>
                  <a:pt x="341" y="29"/>
                  <a:pt x="341" y="29"/>
                  <a:pt x="341" y="29"/>
                </a:cubicBezTo>
                <a:cubicBezTo>
                  <a:pt x="341" y="33"/>
                  <a:pt x="341" y="33"/>
                  <a:pt x="341" y="33"/>
                </a:cubicBezTo>
                <a:cubicBezTo>
                  <a:pt x="362" y="35"/>
                  <a:pt x="362" y="35"/>
                  <a:pt x="362" y="35"/>
                </a:cubicBezTo>
                <a:cubicBezTo>
                  <a:pt x="361" y="38"/>
                  <a:pt x="361" y="38"/>
                  <a:pt x="361" y="38"/>
                </a:cubicBezTo>
                <a:cubicBezTo>
                  <a:pt x="341" y="37"/>
                  <a:pt x="341" y="37"/>
                  <a:pt x="341" y="37"/>
                </a:cubicBezTo>
                <a:cubicBezTo>
                  <a:pt x="341" y="47"/>
                  <a:pt x="341" y="47"/>
                  <a:pt x="341" y="47"/>
                </a:cubicBezTo>
                <a:cubicBezTo>
                  <a:pt x="352" y="47"/>
                  <a:pt x="352" y="47"/>
                  <a:pt x="352" y="47"/>
                </a:cubicBezTo>
                <a:cubicBezTo>
                  <a:pt x="351" y="42"/>
                  <a:pt x="351" y="42"/>
                  <a:pt x="351" y="42"/>
                </a:cubicBezTo>
                <a:cubicBezTo>
                  <a:pt x="361" y="43"/>
                  <a:pt x="361" y="43"/>
                  <a:pt x="361" y="43"/>
                </a:cubicBezTo>
                <a:cubicBezTo>
                  <a:pt x="359" y="49"/>
                  <a:pt x="352" y="51"/>
                  <a:pt x="345" y="52"/>
                </a:cubicBezTo>
                <a:cubicBezTo>
                  <a:pt x="333" y="55"/>
                  <a:pt x="333" y="55"/>
                  <a:pt x="333" y="55"/>
                </a:cubicBezTo>
                <a:cubicBezTo>
                  <a:pt x="333" y="57"/>
                  <a:pt x="333" y="57"/>
                  <a:pt x="333" y="57"/>
                </a:cubicBezTo>
                <a:cubicBezTo>
                  <a:pt x="341" y="58"/>
                  <a:pt x="347" y="57"/>
                  <a:pt x="349" y="57"/>
                </a:cubicBezTo>
                <a:cubicBezTo>
                  <a:pt x="353" y="57"/>
                  <a:pt x="360" y="55"/>
                  <a:pt x="365" y="53"/>
                </a:cubicBezTo>
                <a:cubicBezTo>
                  <a:pt x="368" y="58"/>
                  <a:pt x="375" y="62"/>
                  <a:pt x="381" y="64"/>
                </a:cubicBezTo>
                <a:cubicBezTo>
                  <a:pt x="386" y="66"/>
                  <a:pt x="391" y="67"/>
                  <a:pt x="395" y="68"/>
                </a:cubicBezTo>
                <a:cubicBezTo>
                  <a:pt x="396" y="65"/>
                  <a:pt x="396" y="65"/>
                  <a:pt x="396" y="65"/>
                </a:cubicBezTo>
                <a:cubicBezTo>
                  <a:pt x="381" y="59"/>
                  <a:pt x="381" y="59"/>
                  <a:pt x="381" y="59"/>
                </a:cubicBezTo>
                <a:cubicBezTo>
                  <a:pt x="374" y="55"/>
                  <a:pt x="374" y="53"/>
                  <a:pt x="372" y="45"/>
                </a:cubicBezTo>
                <a:cubicBezTo>
                  <a:pt x="383" y="47"/>
                  <a:pt x="383" y="47"/>
                  <a:pt x="383" y="47"/>
                </a:cubicBezTo>
                <a:cubicBezTo>
                  <a:pt x="383" y="54"/>
                  <a:pt x="383" y="54"/>
                  <a:pt x="383" y="54"/>
                </a:cubicBezTo>
                <a:cubicBezTo>
                  <a:pt x="394" y="56"/>
                  <a:pt x="394" y="56"/>
                  <a:pt x="394" y="56"/>
                </a:cubicBezTo>
                <a:cubicBezTo>
                  <a:pt x="396" y="46"/>
                  <a:pt x="396" y="46"/>
                  <a:pt x="396" y="46"/>
                </a:cubicBezTo>
                <a:cubicBezTo>
                  <a:pt x="372" y="40"/>
                  <a:pt x="372" y="40"/>
                  <a:pt x="372" y="40"/>
                </a:cubicBezTo>
                <a:cubicBezTo>
                  <a:pt x="372" y="37"/>
                  <a:pt x="372" y="37"/>
                  <a:pt x="372" y="37"/>
                </a:cubicBezTo>
                <a:cubicBezTo>
                  <a:pt x="400" y="43"/>
                  <a:pt x="400" y="43"/>
                  <a:pt x="400" y="43"/>
                </a:cubicBezTo>
                <a:cubicBezTo>
                  <a:pt x="401" y="39"/>
                  <a:pt x="401" y="39"/>
                  <a:pt x="401" y="39"/>
                </a:cubicBezTo>
                <a:cubicBezTo>
                  <a:pt x="373" y="34"/>
                  <a:pt x="373" y="34"/>
                  <a:pt x="373" y="34"/>
                </a:cubicBezTo>
                <a:cubicBezTo>
                  <a:pt x="373" y="30"/>
                  <a:pt x="373" y="30"/>
                  <a:pt x="373" y="30"/>
                </a:cubicBezTo>
                <a:cubicBezTo>
                  <a:pt x="380" y="31"/>
                  <a:pt x="384" y="32"/>
                  <a:pt x="390" y="34"/>
                </a:cubicBezTo>
                <a:cubicBezTo>
                  <a:pt x="403" y="37"/>
                  <a:pt x="403" y="37"/>
                  <a:pt x="403" y="37"/>
                </a:cubicBezTo>
                <a:cubicBezTo>
                  <a:pt x="404" y="33"/>
                  <a:pt x="404" y="33"/>
                  <a:pt x="404" y="33"/>
                </a:cubicBezTo>
                <a:cubicBezTo>
                  <a:pt x="393" y="30"/>
                  <a:pt x="377" y="25"/>
                  <a:pt x="366" y="23"/>
                </a:cubicBezTo>
                <a:cubicBezTo>
                  <a:pt x="351" y="21"/>
                  <a:pt x="342" y="20"/>
                  <a:pt x="328" y="19"/>
                </a:cubicBezTo>
                <a:cubicBezTo>
                  <a:pt x="327" y="31"/>
                  <a:pt x="329" y="39"/>
                  <a:pt x="326" y="47"/>
                </a:cubicBezTo>
                <a:cubicBezTo>
                  <a:pt x="325" y="50"/>
                  <a:pt x="322" y="50"/>
                  <a:pt x="319" y="53"/>
                </a:cubicBezTo>
                <a:close/>
                <a:moveTo>
                  <a:pt x="418" y="53"/>
                </a:moveTo>
                <a:cubicBezTo>
                  <a:pt x="448" y="69"/>
                  <a:pt x="448" y="69"/>
                  <a:pt x="448" y="69"/>
                </a:cubicBezTo>
                <a:cubicBezTo>
                  <a:pt x="442" y="70"/>
                  <a:pt x="435" y="71"/>
                  <a:pt x="429" y="71"/>
                </a:cubicBezTo>
                <a:cubicBezTo>
                  <a:pt x="422" y="71"/>
                  <a:pt x="414" y="70"/>
                  <a:pt x="408" y="69"/>
                </a:cubicBezTo>
                <a:cubicBezTo>
                  <a:pt x="407" y="75"/>
                  <a:pt x="426" y="77"/>
                  <a:pt x="430" y="78"/>
                </a:cubicBezTo>
                <a:cubicBezTo>
                  <a:pt x="435" y="79"/>
                  <a:pt x="446" y="78"/>
                  <a:pt x="451" y="78"/>
                </a:cubicBezTo>
                <a:cubicBezTo>
                  <a:pt x="455" y="89"/>
                  <a:pt x="460" y="96"/>
                  <a:pt x="464" y="100"/>
                </a:cubicBezTo>
                <a:cubicBezTo>
                  <a:pt x="477" y="113"/>
                  <a:pt x="477" y="113"/>
                  <a:pt x="477" y="113"/>
                </a:cubicBezTo>
                <a:cubicBezTo>
                  <a:pt x="481" y="110"/>
                  <a:pt x="481" y="110"/>
                  <a:pt x="481" y="110"/>
                </a:cubicBezTo>
                <a:cubicBezTo>
                  <a:pt x="475" y="102"/>
                  <a:pt x="475" y="102"/>
                  <a:pt x="475" y="102"/>
                </a:cubicBezTo>
                <a:cubicBezTo>
                  <a:pt x="471" y="97"/>
                  <a:pt x="468" y="93"/>
                  <a:pt x="466" y="91"/>
                </a:cubicBezTo>
                <a:cubicBezTo>
                  <a:pt x="463" y="86"/>
                  <a:pt x="461" y="81"/>
                  <a:pt x="460" y="77"/>
                </a:cubicBezTo>
                <a:cubicBezTo>
                  <a:pt x="486" y="94"/>
                  <a:pt x="486" y="94"/>
                  <a:pt x="486" y="94"/>
                </a:cubicBezTo>
                <a:cubicBezTo>
                  <a:pt x="489" y="90"/>
                  <a:pt x="489" y="90"/>
                  <a:pt x="489" y="90"/>
                </a:cubicBezTo>
                <a:cubicBezTo>
                  <a:pt x="463" y="72"/>
                  <a:pt x="463" y="72"/>
                  <a:pt x="463" y="72"/>
                </a:cubicBezTo>
                <a:cubicBezTo>
                  <a:pt x="468" y="63"/>
                  <a:pt x="468" y="63"/>
                  <a:pt x="468" y="63"/>
                </a:cubicBezTo>
                <a:cubicBezTo>
                  <a:pt x="457" y="55"/>
                  <a:pt x="457" y="55"/>
                  <a:pt x="457" y="55"/>
                </a:cubicBezTo>
                <a:cubicBezTo>
                  <a:pt x="451" y="65"/>
                  <a:pt x="451" y="65"/>
                  <a:pt x="451" y="65"/>
                </a:cubicBezTo>
                <a:cubicBezTo>
                  <a:pt x="441" y="60"/>
                  <a:pt x="431" y="54"/>
                  <a:pt x="421" y="48"/>
                </a:cubicBezTo>
                <a:cubicBezTo>
                  <a:pt x="418" y="53"/>
                  <a:pt x="418" y="53"/>
                  <a:pt x="418" y="53"/>
                </a:cubicBezTo>
                <a:close/>
                <a:moveTo>
                  <a:pt x="510" y="141"/>
                </a:moveTo>
                <a:cubicBezTo>
                  <a:pt x="498" y="128"/>
                  <a:pt x="498" y="128"/>
                  <a:pt x="498" y="128"/>
                </a:cubicBezTo>
                <a:cubicBezTo>
                  <a:pt x="494" y="131"/>
                  <a:pt x="494" y="131"/>
                  <a:pt x="494" y="131"/>
                </a:cubicBezTo>
                <a:cubicBezTo>
                  <a:pt x="507" y="145"/>
                  <a:pt x="507" y="145"/>
                  <a:pt x="507" y="145"/>
                </a:cubicBezTo>
                <a:cubicBezTo>
                  <a:pt x="516" y="157"/>
                  <a:pt x="516" y="157"/>
                  <a:pt x="516" y="157"/>
                </a:cubicBezTo>
                <a:cubicBezTo>
                  <a:pt x="523" y="152"/>
                  <a:pt x="523" y="152"/>
                  <a:pt x="523" y="152"/>
                </a:cubicBezTo>
                <a:cubicBezTo>
                  <a:pt x="541" y="175"/>
                  <a:pt x="541" y="175"/>
                  <a:pt x="541" y="175"/>
                </a:cubicBezTo>
                <a:cubicBezTo>
                  <a:pt x="545" y="172"/>
                  <a:pt x="545" y="172"/>
                  <a:pt x="545" y="172"/>
                </a:cubicBezTo>
                <a:cubicBezTo>
                  <a:pt x="527" y="149"/>
                  <a:pt x="527" y="149"/>
                  <a:pt x="527" y="149"/>
                </a:cubicBezTo>
                <a:cubicBezTo>
                  <a:pt x="541" y="150"/>
                  <a:pt x="541" y="150"/>
                  <a:pt x="541" y="150"/>
                </a:cubicBezTo>
                <a:cubicBezTo>
                  <a:pt x="534" y="142"/>
                  <a:pt x="534" y="142"/>
                  <a:pt x="534" y="142"/>
                </a:cubicBezTo>
                <a:cubicBezTo>
                  <a:pt x="528" y="134"/>
                  <a:pt x="528" y="134"/>
                  <a:pt x="528" y="134"/>
                </a:cubicBezTo>
                <a:cubicBezTo>
                  <a:pt x="520" y="125"/>
                  <a:pt x="520" y="125"/>
                  <a:pt x="520" y="125"/>
                </a:cubicBezTo>
                <a:cubicBezTo>
                  <a:pt x="513" y="117"/>
                  <a:pt x="513" y="117"/>
                  <a:pt x="513" y="117"/>
                </a:cubicBezTo>
                <a:cubicBezTo>
                  <a:pt x="509" y="120"/>
                  <a:pt x="509" y="120"/>
                  <a:pt x="509" y="120"/>
                </a:cubicBezTo>
                <a:cubicBezTo>
                  <a:pt x="524" y="136"/>
                  <a:pt x="524" y="136"/>
                  <a:pt x="524" y="136"/>
                </a:cubicBezTo>
                <a:cubicBezTo>
                  <a:pt x="516" y="136"/>
                  <a:pt x="516" y="136"/>
                  <a:pt x="516" y="136"/>
                </a:cubicBezTo>
                <a:cubicBezTo>
                  <a:pt x="494" y="112"/>
                  <a:pt x="494" y="112"/>
                  <a:pt x="494" y="112"/>
                </a:cubicBezTo>
                <a:cubicBezTo>
                  <a:pt x="491" y="115"/>
                  <a:pt x="491" y="115"/>
                  <a:pt x="491" y="115"/>
                </a:cubicBezTo>
                <a:cubicBezTo>
                  <a:pt x="513" y="139"/>
                  <a:pt x="513" y="139"/>
                  <a:pt x="513" y="139"/>
                </a:cubicBezTo>
                <a:cubicBezTo>
                  <a:pt x="510" y="141"/>
                  <a:pt x="510" y="141"/>
                  <a:pt x="510" y="141"/>
                </a:cubicBezTo>
                <a:close/>
                <a:moveTo>
                  <a:pt x="500" y="103"/>
                </a:moveTo>
                <a:cubicBezTo>
                  <a:pt x="509" y="113"/>
                  <a:pt x="509" y="113"/>
                  <a:pt x="509" y="113"/>
                </a:cubicBezTo>
                <a:cubicBezTo>
                  <a:pt x="512" y="110"/>
                  <a:pt x="512" y="110"/>
                  <a:pt x="512" y="110"/>
                </a:cubicBezTo>
                <a:cubicBezTo>
                  <a:pt x="526" y="126"/>
                  <a:pt x="526" y="126"/>
                  <a:pt x="526" y="126"/>
                </a:cubicBezTo>
                <a:cubicBezTo>
                  <a:pt x="539" y="141"/>
                  <a:pt x="539" y="141"/>
                  <a:pt x="539" y="141"/>
                </a:cubicBezTo>
                <a:cubicBezTo>
                  <a:pt x="548" y="152"/>
                  <a:pt x="548" y="152"/>
                  <a:pt x="548" y="152"/>
                </a:cubicBezTo>
                <a:cubicBezTo>
                  <a:pt x="545" y="155"/>
                  <a:pt x="545" y="155"/>
                  <a:pt x="545" y="155"/>
                </a:cubicBezTo>
                <a:cubicBezTo>
                  <a:pt x="553" y="166"/>
                  <a:pt x="553" y="166"/>
                  <a:pt x="553" y="166"/>
                </a:cubicBezTo>
                <a:cubicBezTo>
                  <a:pt x="560" y="161"/>
                  <a:pt x="560" y="161"/>
                  <a:pt x="560" y="161"/>
                </a:cubicBezTo>
                <a:cubicBezTo>
                  <a:pt x="555" y="154"/>
                  <a:pt x="555" y="154"/>
                  <a:pt x="555" y="154"/>
                </a:cubicBezTo>
                <a:cubicBezTo>
                  <a:pt x="559" y="151"/>
                  <a:pt x="559" y="151"/>
                  <a:pt x="559" y="151"/>
                </a:cubicBezTo>
                <a:cubicBezTo>
                  <a:pt x="550" y="139"/>
                  <a:pt x="550" y="139"/>
                  <a:pt x="550" y="139"/>
                </a:cubicBezTo>
                <a:cubicBezTo>
                  <a:pt x="546" y="142"/>
                  <a:pt x="546" y="142"/>
                  <a:pt x="546" y="142"/>
                </a:cubicBezTo>
                <a:cubicBezTo>
                  <a:pt x="540" y="135"/>
                  <a:pt x="540" y="135"/>
                  <a:pt x="540" y="135"/>
                </a:cubicBezTo>
                <a:cubicBezTo>
                  <a:pt x="541" y="128"/>
                  <a:pt x="541" y="128"/>
                  <a:pt x="541" y="128"/>
                </a:cubicBezTo>
                <a:cubicBezTo>
                  <a:pt x="530" y="115"/>
                  <a:pt x="530" y="115"/>
                  <a:pt x="530" y="115"/>
                </a:cubicBezTo>
                <a:cubicBezTo>
                  <a:pt x="529" y="122"/>
                  <a:pt x="529" y="122"/>
                  <a:pt x="529" y="122"/>
                </a:cubicBezTo>
                <a:cubicBezTo>
                  <a:pt x="524" y="116"/>
                  <a:pt x="524" y="116"/>
                  <a:pt x="524" y="116"/>
                </a:cubicBezTo>
                <a:cubicBezTo>
                  <a:pt x="525" y="110"/>
                  <a:pt x="525" y="110"/>
                  <a:pt x="525" y="110"/>
                </a:cubicBezTo>
                <a:cubicBezTo>
                  <a:pt x="515" y="100"/>
                  <a:pt x="515" y="100"/>
                  <a:pt x="515" y="100"/>
                </a:cubicBezTo>
                <a:cubicBezTo>
                  <a:pt x="514" y="105"/>
                  <a:pt x="514" y="105"/>
                  <a:pt x="514" y="105"/>
                </a:cubicBezTo>
                <a:cubicBezTo>
                  <a:pt x="507" y="97"/>
                  <a:pt x="507" y="97"/>
                  <a:pt x="507" y="97"/>
                </a:cubicBezTo>
                <a:cubicBezTo>
                  <a:pt x="500" y="103"/>
                  <a:pt x="500" y="103"/>
                  <a:pt x="500" y="103"/>
                </a:cubicBezTo>
                <a:close/>
                <a:moveTo>
                  <a:pt x="565" y="231"/>
                </a:moveTo>
                <a:cubicBezTo>
                  <a:pt x="559" y="234"/>
                  <a:pt x="557" y="239"/>
                  <a:pt x="559" y="245"/>
                </a:cubicBezTo>
                <a:cubicBezTo>
                  <a:pt x="560" y="248"/>
                  <a:pt x="561" y="251"/>
                  <a:pt x="563" y="253"/>
                </a:cubicBezTo>
                <a:cubicBezTo>
                  <a:pt x="566" y="254"/>
                  <a:pt x="568" y="255"/>
                  <a:pt x="571" y="254"/>
                </a:cubicBezTo>
                <a:cubicBezTo>
                  <a:pt x="574" y="254"/>
                  <a:pt x="575" y="253"/>
                  <a:pt x="577" y="251"/>
                </a:cubicBezTo>
                <a:cubicBezTo>
                  <a:pt x="578" y="249"/>
                  <a:pt x="579" y="246"/>
                  <a:pt x="579" y="242"/>
                </a:cubicBezTo>
                <a:cubicBezTo>
                  <a:pt x="579" y="240"/>
                  <a:pt x="579" y="240"/>
                  <a:pt x="579" y="240"/>
                </a:cubicBezTo>
                <a:cubicBezTo>
                  <a:pt x="579" y="237"/>
                  <a:pt x="580" y="235"/>
                  <a:pt x="580" y="233"/>
                </a:cubicBezTo>
                <a:cubicBezTo>
                  <a:pt x="581" y="232"/>
                  <a:pt x="583" y="231"/>
                  <a:pt x="585" y="230"/>
                </a:cubicBezTo>
                <a:cubicBezTo>
                  <a:pt x="586" y="230"/>
                  <a:pt x="588" y="230"/>
                  <a:pt x="589" y="231"/>
                </a:cubicBezTo>
                <a:cubicBezTo>
                  <a:pt x="591" y="232"/>
                  <a:pt x="592" y="234"/>
                  <a:pt x="593" y="237"/>
                </a:cubicBezTo>
                <a:cubicBezTo>
                  <a:pt x="593" y="239"/>
                  <a:pt x="593" y="241"/>
                  <a:pt x="593" y="243"/>
                </a:cubicBezTo>
                <a:cubicBezTo>
                  <a:pt x="592" y="245"/>
                  <a:pt x="590" y="246"/>
                  <a:pt x="588" y="247"/>
                </a:cubicBezTo>
                <a:cubicBezTo>
                  <a:pt x="590" y="251"/>
                  <a:pt x="590" y="251"/>
                  <a:pt x="590" y="251"/>
                </a:cubicBezTo>
                <a:cubicBezTo>
                  <a:pt x="593" y="250"/>
                  <a:pt x="595" y="248"/>
                  <a:pt x="596" y="246"/>
                </a:cubicBezTo>
                <a:cubicBezTo>
                  <a:pt x="597" y="243"/>
                  <a:pt x="597" y="240"/>
                  <a:pt x="596" y="236"/>
                </a:cubicBezTo>
                <a:cubicBezTo>
                  <a:pt x="595" y="232"/>
                  <a:pt x="594" y="230"/>
                  <a:pt x="592" y="228"/>
                </a:cubicBezTo>
                <a:cubicBezTo>
                  <a:pt x="589" y="226"/>
                  <a:pt x="586" y="225"/>
                  <a:pt x="583" y="226"/>
                </a:cubicBezTo>
                <a:cubicBezTo>
                  <a:pt x="581" y="227"/>
                  <a:pt x="579" y="228"/>
                  <a:pt x="577" y="229"/>
                </a:cubicBezTo>
                <a:cubicBezTo>
                  <a:pt x="576" y="231"/>
                  <a:pt x="575" y="235"/>
                  <a:pt x="575" y="239"/>
                </a:cubicBezTo>
                <a:cubicBezTo>
                  <a:pt x="575" y="241"/>
                  <a:pt x="575" y="241"/>
                  <a:pt x="575" y="241"/>
                </a:cubicBezTo>
                <a:cubicBezTo>
                  <a:pt x="575" y="244"/>
                  <a:pt x="575" y="246"/>
                  <a:pt x="574" y="247"/>
                </a:cubicBezTo>
                <a:cubicBezTo>
                  <a:pt x="573" y="249"/>
                  <a:pt x="572" y="250"/>
                  <a:pt x="570" y="250"/>
                </a:cubicBezTo>
                <a:cubicBezTo>
                  <a:pt x="568" y="251"/>
                  <a:pt x="567" y="250"/>
                  <a:pt x="565" y="249"/>
                </a:cubicBezTo>
                <a:cubicBezTo>
                  <a:pt x="564" y="248"/>
                  <a:pt x="563" y="247"/>
                  <a:pt x="562" y="244"/>
                </a:cubicBezTo>
                <a:cubicBezTo>
                  <a:pt x="561" y="240"/>
                  <a:pt x="563" y="237"/>
                  <a:pt x="567" y="235"/>
                </a:cubicBezTo>
                <a:cubicBezTo>
                  <a:pt x="565" y="231"/>
                  <a:pt x="565" y="231"/>
                  <a:pt x="565" y="231"/>
                </a:cubicBezTo>
                <a:close/>
                <a:moveTo>
                  <a:pt x="558" y="361"/>
                </a:moveTo>
                <a:cubicBezTo>
                  <a:pt x="553" y="384"/>
                  <a:pt x="553" y="384"/>
                  <a:pt x="553" y="384"/>
                </a:cubicBezTo>
                <a:cubicBezTo>
                  <a:pt x="589" y="393"/>
                  <a:pt x="589" y="393"/>
                  <a:pt x="589" y="393"/>
                </a:cubicBezTo>
                <a:cubicBezTo>
                  <a:pt x="595" y="369"/>
                  <a:pt x="595" y="369"/>
                  <a:pt x="595" y="369"/>
                </a:cubicBezTo>
                <a:cubicBezTo>
                  <a:pt x="591" y="369"/>
                  <a:pt x="591" y="369"/>
                  <a:pt x="591" y="369"/>
                </a:cubicBezTo>
                <a:cubicBezTo>
                  <a:pt x="587" y="388"/>
                  <a:pt x="587" y="388"/>
                  <a:pt x="587" y="388"/>
                </a:cubicBezTo>
                <a:cubicBezTo>
                  <a:pt x="573" y="384"/>
                  <a:pt x="573" y="384"/>
                  <a:pt x="573" y="384"/>
                </a:cubicBezTo>
                <a:cubicBezTo>
                  <a:pt x="576" y="370"/>
                  <a:pt x="576" y="370"/>
                  <a:pt x="576" y="370"/>
                </a:cubicBezTo>
                <a:cubicBezTo>
                  <a:pt x="572" y="369"/>
                  <a:pt x="572" y="369"/>
                  <a:pt x="572" y="369"/>
                </a:cubicBezTo>
                <a:cubicBezTo>
                  <a:pt x="569" y="383"/>
                  <a:pt x="569" y="383"/>
                  <a:pt x="569" y="383"/>
                </a:cubicBezTo>
                <a:cubicBezTo>
                  <a:pt x="557" y="381"/>
                  <a:pt x="557" y="381"/>
                  <a:pt x="557" y="381"/>
                </a:cubicBezTo>
                <a:cubicBezTo>
                  <a:pt x="562" y="362"/>
                  <a:pt x="562" y="362"/>
                  <a:pt x="562" y="362"/>
                </a:cubicBezTo>
                <a:cubicBezTo>
                  <a:pt x="558" y="361"/>
                  <a:pt x="558" y="361"/>
                  <a:pt x="558" y="361"/>
                </a:cubicBezTo>
                <a:close/>
                <a:moveTo>
                  <a:pt x="549" y="392"/>
                </a:moveTo>
                <a:cubicBezTo>
                  <a:pt x="547" y="396"/>
                  <a:pt x="547" y="396"/>
                  <a:pt x="547" y="396"/>
                </a:cubicBezTo>
                <a:cubicBezTo>
                  <a:pt x="581" y="410"/>
                  <a:pt x="581" y="410"/>
                  <a:pt x="581" y="410"/>
                </a:cubicBezTo>
                <a:cubicBezTo>
                  <a:pt x="583" y="405"/>
                  <a:pt x="583" y="405"/>
                  <a:pt x="583" y="405"/>
                </a:cubicBezTo>
                <a:cubicBezTo>
                  <a:pt x="549" y="392"/>
                  <a:pt x="549" y="392"/>
                  <a:pt x="549" y="392"/>
                </a:cubicBezTo>
                <a:close/>
                <a:moveTo>
                  <a:pt x="554" y="407"/>
                </a:moveTo>
                <a:cubicBezTo>
                  <a:pt x="551" y="407"/>
                  <a:pt x="548" y="407"/>
                  <a:pt x="545" y="408"/>
                </a:cubicBezTo>
                <a:cubicBezTo>
                  <a:pt x="542" y="409"/>
                  <a:pt x="540" y="411"/>
                  <a:pt x="538" y="414"/>
                </a:cubicBezTo>
                <a:cubicBezTo>
                  <a:pt x="536" y="418"/>
                  <a:pt x="536" y="422"/>
                  <a:pt x="537" y="426"/>
                </a:cubicBezTo>
                <a:cubicBezTo>
                  <a:pt x="539" y="430"/>
                  <a:pt x="542" y="434"/>
                  <a:pt x="548" y="437"/>
                </a:cubicBezTo>
                <a:cubicBezTo>
                  <a:pt x="553" y="440"/>
                  <a:pt x="558" y="441"/>
                  <a:pt x="562" y="440"/>
                </a:cubicBezTo>
                <a:cubicBezTo>
                  <a:pt x="567" y="439"/>
                  <a:pt x="570" y="437"/>
                  <a:pt x="572" y="432"/>
                </a:cubicBezTo>
                <a:cubicBezTo>
                  <a:pt x="576" y="426"/>
                  <a:pt x="575" y="420"/>
                  <a:pt x="569" y="415"/>
                </a:cubicBezTo>
                <a:cubicBezTo>
                  <a:pt x="566" y="418"/>
                  <a:pt x="566" y="418"/>
                  <a:pt x="566" y="418"/>
                </a:cubicBezTo>
                <a:cubicBezTo>
                  <a:pt x="570" y="422"/>
                  <a:pt x="572" y="426"/>
                  <a:pt x="569" y="431"/>
                </a:cubicBezTo>
                <a:cubicBezTo>
                  <a:pt x="568" y="433"/>
                  <a:pt x="566" y="435"/>
                  <a:pt x="563" y="436"/>
                </a:cubicBezTo>
                <a:cubicBezTo>
                  <a:pt x="559" y="436"/>
                  <a:pt x="555" y="435"/>
                  <a:pt x="550" y="433"/>
                </a:cubicBezTo>
                <a:cubicBezTo>
                  <a:pt x="546" y="431"/>
                  <a:pt x="543" y="428"/>
                  <a:pt x="542" y="425"/>
                </a:cubicBezTo>
                <a:cubicBezTo>
                  <a:pt x="540" y="422"/>
                  <a:pt x="540" y="419"/>
                  <a:pt x="541" y="416"/>
                </a:cubicBezTo>
                <a:cubicBezTo>
                  <a:pt x="544" y="412"/>
                  <a:pt x="547" y="410"/>
                  <a:pt x="553" y="412"/>
                </a:cubicBezTo>
                <a:cubicBezTo>
                  <a:pt x="554" y="407"/>
                  <a:pt x="554" y="407"/>
                  <a:pt x="554" y="407"/>
                </a:cubicBezTo>
                <a:close/>
                <a:moveTo>
                  <a:pt x="48" y="258"/>
                </a:moveTo>
                <a:cubicBezTo>
                  <a:pt x="51" y="258"/>
                  <a:pt x="54" y="257"/>
                  <a:pt x="56" y="256"/>
                </a:cubicBezTo>
                <a:cubicBezTo>
                  <a:pt x="59" y="254"/>
                  <a:pt x="60" y="251"/>
                  <a:pt x="61" y="248"/>
                </a:cubicBezTo>
                <a:cubicBezTo>
                  <a:pt x="62" y="243"/>
                  <a:pt x="62" y="240"/>
                  <a:pt x="59" y="236"/>
                </a:cubicBezTo>
                <a:cubicBezTo>
                  <a:pt x="57" y="232"/>
                  <a:pt x="53" y="230"/>
                  <a:pt x="47" y="228"/>
                </a:cubicBezTo>
                <a:cubicBezTo>
                  <a:pt x="41" y="227"/>
                  <a:pt x="37" y="227"/>
                  <a:pt x="33" y="229"/>
                </a:cubicBezTo>
                <a:cubicBezTo>
                  <a:pt x="29" y="231"/>
                  <a:pt x="26" y="234"/>
                  <a:pt x="25" y="239"/>
                </a:cubicBezTo>
                <a:cubicBezTo>
                  <a:pt x="24" y="246"/>
                  <a:pt x="26" y="251"/>
                  <a:pt x="32" y="255"/>
                </a:cubicBezTo>
                <a:cubicBezTo>
                  <a:pt x="34" y="251"/>
                  <a:pt x="34" y="251"/>
                  <a:pt x="34" y="251"/>
                </a:cubicBezTo>
                <a:cubicBezTo>
                  <a:pt x="29" y="248"/>
                  <a:pt x="27" y="245"/>
                  <a:pt x="29" y="240"/>
                </a:cubicBezTo>
                <a:cubicBezTo>
                  <a:pt x="29" y="237"/>
                  <a:pt x="31" y="235"/>
                  <a:pt x="33" y="233"/>
                </a:cubicBezTo>
                <a:cubicBezTo>
                  <a:pt x="37" y="232"/>
                  <a:pt x="41" y="231"/>
                  <a:pt x="46" y="233"/>
                </a:cubicBezTo>
                <a:cubicBezTo>
                  <a:pt x="50" y="234"/>
                  <a:pt x="53" y="235"/>
                  <a:pt x="55" y="238"/>
                </a:cubicBezTo>
                <a:cubicBezTo>
                  <a:pt x="58" y="240"/>
                  <a:pt x="59" y="243"/>
                  <a:pt x="58" y="247"/>
                </a:cubicBezTo>
                <a:cubicBezTo>
                  <a:pt x="57" y="251"/>
                  <a:pt x="54" y="254"/>
                  <a:pt x="48" y="254"/>
                </a:cubicBezTo>
                <a:cubicBezTo>
                  <a:pt x="48" y="258"/>
                  <a:pt x="48" y="258"/>
                  <a:pt x="48" y="258"/>
                </a:cubicBezTo>
                <a:close/>
                <a:moveTo>
                  <a:pt x="56" y="292"/>
                </a:moveTo>
                <a:cubicBezTo>
                  <a:pt x="56" y="288"/>
                  <a:pt x="56" y="288"/>
                  <a:pt x="56" y="288"/>
                </a:cubicBezTo>
                <a:cubicBezTo>
                  <a:pt x="40" y="287"/>
                  <a:pt x="40" y="287"/>
                  <a:pt x="40" y="287"/>
                </a:cubicBezTo>
                <a:cubicBezTo>
                  <a:pt x="41" y="269"/>
                  <a:pt x="41" y="269"/>
                  <a:pt x="41" y="269"/>
                </a:cubicBezTo>
                <a:cubicBezTo>
                  <a:pt x="57" y="269"/>
                  <a:pt x="57" y="269"/>
                  <a:pt x="57" y="269"/>
                </a:cubicBezTo>
                <a:cubicBezTo>
                  <a:pt x="57" y="265"/>
                  <a:pt x="57" y="265"/>
                  <a:pt x="57" y="265"/>
                </a:cubicBezTo>
                <a:cubicBezTo>
                  <a:pt x="20" y="263"/>
                  <a:pt x="20" y="263"/>
                  <a:pt x="20" y="263"/>
                </a:cubicBezTo>
                <a:cubicBezTo>
                  <a:pt x="20" y="268"/>
                  <a:pt x="20" y="268"/>
                  <a:pt x="20" y="268"/>
                </a:cubicBezTo>
                <a:cubicBezTo>
                  <a:pt x="37" y="268"/>
                  <a:pt x="37" y="268"/>
                  <a:pt x="37" y="268"/>
                </a:cubicBezTo>
                <a:cubicBezTo>
                  <a:pt x="37" y="287"/>
                  <a:pt x="37" y="287"/>
                  <a:pt x="37" y="287"/>
                </a:cubicBezTo>
                <a:cubicBezTo>
                  <a:pt x="19" y="286"/>
                  <a:pt x="19" y="286"/>
                  <a:pt x="19" y="286"/>
                </a:cubicBezTo>
                <a:cubicBezTo>
                  <a:pt x="19" y="290"/>
                  <a:pt x="19" y="290"/>
                  <a:pt x="19" y="290"/>
                </a:cubicBezTo>
                <a:cubicBezTo>
                  <a:pt x="56" y="292"/>
                  <a:pt x="56" y="292"/>
                  <a:pt x="56" y="292"/>
                </a:cubicBezTo>
                <a:close/>
                <a:moveTo>
                  <a:pt x="56" y="306"/>
                </a:moveTo>
                <a:cubicBezTo>
                  <a:pt x="56" y="301"/>
                  <a:pt x="56" y="301"/>
                  <a:pt x="56" y="301"/>
                </a:cubicBezTo>
                <a:cubicBezTo>
                  <a:pt x="19" y="302"/>
                  <a:pt x="19" y="302"/>
                  <a:pt x="19" y="302"/>
                </a:cubicBezTo>
                <a:cubicBezTo>
                  <a:pt x="19" y="307"/>
                  <a:pt x="19" y="307"/>
                  <a:pt x="19" y="307"/>
                </a:cubicBezTo>
                <a:cubicBezTo>
                  <a:pt x="56" y="306"/>
                  <a:pt x="56" y="306"/>
                  <a:pt x="56" y="306"/>
                </a:cubicBezTo>
                <a:close/>
                <a:moveTo>
                  <a:pt x="58" y="342"/>
                </a:moveTo>
                <a:cubicBezTo>
                  <a:pt x="58" y="338"/>
                  <a:pt x="58" y="338"/>
                  <a:pt x="58" y="338"/>
                </a:cubicBezTo>
                <a:cubicBezTo>
                  <a:pt x="38" y="340"/>
                  <a:pt x="38" y="340"/>
                  <a:pt x="38" y="340"/>
                </a:cubicBezTo>
                <a:cubicBezTo>
                  <a:pt x="37" y="340"/>
                  <a:pt x="33" y="340"/>
                  <a:pt x="26" y="341"/>
                </a:cubicBezTo>
                <a:cubicBezTo>
                  <a:pt x="26" y="340"/>
                  <a:pt x="26" y="340"/>
                  <a:pt x="26" y="340"/>
                </a:cubicBezTo>
                <a:cubicBezTo>
                  <a:pt x="27" y="340"/>
                  <a:pt x="28" y="339"/>
                  <a:pt x="31" y="338"/>
                </a:cubicBezTo>
                <a:cubicBezTo>
                  <a:pt x="33" y="336"/>
                  <a:pt x="35" y="335"/>
                  <a:pt x="37" y="334"/>
                </a:cubicBezTo>
                <a:cubicBezTo>
                  <a:pt x="57" y="322"/>
                  <a:pt x="57" y="322"/>
                  <a:pt x="57" y="322"/>
                </a:cubicBezTo>
                <a:cubicBezTo>
                  <a:pt x="56" y="315"/>
                  <a:pt x="56" y="315"/>
                  <a:pt x="56" y="315"/>
                </a:cubicBezTo>
                <a:cubicBezTo>
                  <a:pt x="19" y="318"/>
                  <a:pt x="19" y="318"/>
                  <a:pt x="19" y="318"/>
                </a:cubicBezTo>
                <a:cubicBezTo>
                  <a:pt x="19" y="322"/>
                  <a:pt x="19" y="322"/>
                  <a:pt x="19" y="322"/>
                </a:cubicBezTo>
                <a:cubicBezTo>
                  <a:pt x="41" y="320"/>
                  <a:pt x="41" y="320"/>
                  <a:pt x="41" y="320"/>
                </a:cubicBezTo>
                <a:cubicBezTo>
                  <a:pt x="42" y="320"/>
                  <a:pt x="44" y="320"/>
                  <a:pt x="46" y="320"/>
                </a:cubicBezTo>
                <a:cubicBezTo>
                  <a:pt x="50" y="320"/>
                  <a:pt x="52" y="319"/>
                  <a:pt x="53" y="319"/>
                </a:cubicBezTo>
                <a:cubicBezTo>
                  <a:pt x="53" y="320"/>
                  <a:pt x="53" y="320"/>
                  <a:pt x="53" y="320"/>
                </a:cubicBezTo>
                <a:cubicBezTo>
                  <a:pt x="46" y="324"/>
                  <a:pt x="43" y="326"/>
                  <a:pt x="42" y="326"/>
                </a:cubicBezTo>
                <a:cubicBezTo>
                  <a:pt x="21" y="339"/>
                  <a:pt x="21" y="339"/>
                  <a:pt x="21" y="339"/>
                </a:cubicBezTo>
                <a:cubicBezTo>
                  <a:pt x="21" y="345"/>
                  <a:pt x="21" y="345"/>
                  <a:pt x="21" y="345"/>
                </a:cubicBezTo>
                <a:cubicBezTo>
                  <a:pt x="58" y="342"/>
                  <a:pt x="58" y="342"/>
                  <a:pt x="58" y="342"/>
                </a:cubicBezTo>
                <a:close/>
                <a:moveTo>
                  <a:pt x="43" y="370"/>
                </a:moveTo>
                <a:cubicBezTo>
                  <a:pt x="51" y="365"/>
                  <a:pt x="51" y="365"/>
                  <a:pt x="51" y="365"/>
                </a:cubicBezTo>
                <a:cubicBezTo>
                  <a:pt x="53" y="364"/>
                  <a:pt x="56" y="363"/>
                  <a:pt x="60" y="361"/>
                </a:cubicBezTo>
                <a:cubicBezTo>
                  <a:pt x="59" y="360"/>
                  <a:pt x="59" y="360"/>
                  <a:pt x="59" y="360"/>
                </a:cubicBezTo>
                <a:cubicBezTo>
                  <a:pt x="56" y="360"/>
                  <a:pt x="52" y="360"/>
                  <a:pt x="50" y="359"/>
                </a:cubicBezTo>
                <a:cubicBezTo>
                  <a:pt x="40" y="359"/>
                  <a:pt x="40" y="359"/>
                  <a:pt x="40" y="359"/>
                </a:cubicBezTo>
                <a:cubicBezTo>
                  <a:pt x="43" y="370"/>
                  <a:pt x="43" y="370"/>
                  <a:pt x="43" y="370"/>
                </a:cubicBezTo>
                <a:close/>
                <a:moveTo>
                  <a:pt x="63" y="362"/>
                </a:moveTo>
                <a:cubicBezTo>
                  <a:pt x="62" y="357"/>
                  <a:pt x="62" y="357"/>
                  <a:pt x="62" y="357"/>
                </a:cubicBezTo>
                <a:cubicBezTo>
                  <a:pt x="23" y="354"/>
                  <a:pt x="23" y="354"/>
                  <a:pt x="23" y="354"/>
                </a:cubicBezTo>
                <a:cubicBezTo>
                  <a:pt x="24" y="358"/>
                  <a:pt x="24" y="358"/>
                  <a:pt x="24" y="358"/>
                </a:cubicBezTo>
                <a:cubicBezTo>
                  <a:pt x="37" y="359"/>
                  <a:pt x="37" y="359"/>
                  <a:pt x="37" y="359"/>
                </a:cubicBezTo>
                <a:cubicBezTo>
                  <a:pt x="40" y="372"/>
                  <a:pt x="40" y="372"/>
                  <a:pt x="40" y="372"/>
                </a:cubicBezTo>
                <a:cubicBezTo>
                  <a:pt x="29" y="378"/>
                  <a:pt x="29" y="378"/>
                  <a:pt x="29" y="378"/>
                </a:cubicBezTo>
                <a:cubicBezTo>
                  <a:pt x="30" y="382"/>
                  <a:pt x="30" y="382"/>
                  <a:pt x="30" y="382"/>
                </a:cubicBezTo>
                <a:cubicBezTo>
                  <a:pt x="63" y="362"/>
                  <a:pt x="63" y="362"/>
                  <a:pt x="63" y="362"/>
                </a:cubicBezTo>
                <a:close/>
                <a:moveTo>
                  <a:pt x="93" y="431"/>
                </a:moveTo>
                <a:cubicBezTo>
                  <a:pt x="91" y="427"/>
                  <a:pt x="91" y="427"/>
                  <a:pt x="91" y="427"/>
                </a:cubicBezTo>
                <a:cubicBezTo>
                  <a:pt x="70" y="439"/>
                  <a:pt x="70" y="439"/>
                  <a:pt x="70" y="439"/>
                </a:cubicBezTo>
                <a:cubicBezTo>
                  <a:pt x="64" y="443"/>
                  <a:pt x="60" y="442"/>
                  <a:pt x="57" y="436"/>
                </a:cubicBezTo>
                <a:cubicBezTo>
                  <a:pt x="54" y="431"/>
                  <a:pt x="55" y="427"/>
                  <a:pt x="60" y="424"/>
                </a:cubicBezTo>
                <a:cubicBezTo>
                  <a:pt x="82" y="411"/>
                  <a:pt x="82" y="411"/>
                  <a:pt x="82" y="411"/>
                </a:cubicBezTo>
                <a:cubicBezTo>
                  <a:pt x="80" y="407"/>
                  <a:pt x="80" y="407"/>
                  <a:pt x="80" y="407"/>
                </a:cubicBezTo>
                <a:cubicBezTo>
                  <a:pt x="58" y="420"/>
                  <a:pt x="58" y="420"/>
                  <a:pt x="58" y="420"/>
                </a:cubicBezTo>
                <a:cubicBezTo>
                  <a:pt x="55" y="422"/>
                  <a:pt x="52" y="424"/>
                  <a:pt x="52" y="427"/>
                </a:cubicBezTo>
                <a:cubicBezTo>
                  <a:pt x="51" y="431"/>
                  <a:pt x="51" y="434"/>
                  <a:pt x="54" y="438"/>
                </a:cubicBezTo>
                <a:cubicBezTo>
                  <a:pt x="55" y="441"/>
                  <a:pt x="58" y="443"/>
                  <a:pt x="61" y="445"/>
                </a:cubicBezTo>
                <a:cubicBezTo>
                  <a:pt x="64" y="446"/>
                  <a:pt x="68" y="445"/>
                  <a:pt x="72" y="443"/>
                </a:cubicBezTo>
                <a:cubicBezTo>
                  <a:pt x="93" y="431"/>
                  <a:pt x="93" y="431"/>
                  <a:pt x="93" y="431"/>
                </a:cubicBezTo>
                <a:close/>
                <a:moveTo>
                  <a:pt x="111" y="459"/>
                </a:moveTo>
                <a:cubicBezTo>
                  <a:pt x="108" y="456"/>
                  <a:pt x="108" y="456"/>
                  <a:pt x="108" y="456"/>
                </a:cubicBezTo>
                <a:cubicBezTo>
                  <a:pt x="93" y="468"/>
                  <a:pt x="93" y="468"/>
                  <a:pt x="93" y="468"/>
                </a:cubicBezTo>
                <a:cubicBezTo>
                  <a:pt x="92" y="469"/>
                  <a:pt x="89" y="472"/>
                  <a:pt x="84" y="476"/>
                </a:cubicBezTo>
                <a:cubicBezTo>
                  <a:pt x="83" y="476"/>
                  <a:pt x="83" y="476"/>
                  <a:pt x="83" y="476"/>
                </a:cubicBezTo>
                <a:cubicBezTo>
                  <a:pt x="83" y="475"/>
                  <a:pt x="84" y="473"/>
                  <a:pt x="86" y="471"/>
                </a:cubicBezTo>
                <a:cubicBezTo>
                  <a:pt x="87" y="468"/>
                  <a:pt x="88" y="466"/>
                  <a:pt x="89" y="464"/>
                </a:cubicBezTo>
                <a:cubicBezTo>
                  <a:pt x="98" y="443"/>
                  <a:pt x="98" y="443"/>
                  <a:pt x="98" y="443"/>
                </a:cubicBezTo>
                <a:cubicBezTo>
                  <a:pt x="94" y="438"/>
                  <a:pt x="94" y="438"/>
                  <a:pt x="94" y="438"/>
                </a:cubicBezTo>
                <a:cubicBezTo>
                  <a:pt x="65" y="461"/>
                  <a:pt x="65" y="461"/>
                  <a:pt x="65" y="461"/>
                </a:cubicBezTo>
                <a:cubicBezTo>
                  <a:pt x="67" y="464"/>
                  <a:pt x="67" y="464"/>
                  <a:pt x="67" y="464"/>
                </a:cubicBezTo>
                <a:cubicBezTo>
                  <a:pt x="84" y="451"/>
                  <a:pt x="84" y="451"/>
                  <a:pt x="84" y="451"/>
                </a:cubicBezTo>
                <a:cubicBezTo>
                  <a:pt x="85" y="450"/>
                  <a:pt x="87" y="449"/>
                  <a:pt x="89" y="447"/>
                </a:cubicBezTo>
                <a:cubicBezTo>
                  <a:pt x="91" y="445"/>
                  <a:pt x="93" y="444"/>
                  <a:pt x="94" y="443"/>
                </a:cubicBezTo>
                <a:cubicBezTo>
                  <a:pt x="94" y="444"/>
                  <a:pt x="94" y="444"/>
                  <a:pt x="94" y="444"/>
                </a:cubicBezTo>
                <a:cubicBezTo>
                  <a:pt x="91" y="451"/>
                  <a:pt x="89" y="454"/>
                  <a:pt x="89" y="455"/>
                </a:cubicBezTo>
                <a:cubicBezTo>
                  <a:pt x="78" y="478"/>
                  <a:pt x="78" y="478"/>
                  <a:pt x="78" y="478"/>
                </a:cubicBezTo>
                <a:cubicBezTo>
                  <a:pt x="82" y="482"/>
                  <a:pt x="82" y="482"/>
                  <a:pt x="82" y="482"/>
                </a:cubicBezTo>
                <a:cubicBezTo>
                  <a:pt x="111" y="459"/>
                  <a:pt x="111" y="459"/>
                  <a:pt x="111" y="459"/>
                </a:cubicBezTo>
                <a:close/>
                <a:moveTo>
                  <a:pt x="121" y="469"/>
                </a:moveTo>
                <a:cubicBezTo>
                  <a:pt x="118" y="465"/>
                  <a:pt x="118" y="465"/>
                  <a:pt x="118" y="465"/>
                </a:cubicBezTo>
                <a:cubicBezTo>
                  <a:pt x="90" y="491"/>
                  <a:pt x="90" y="491"/>
                  <a:pt x="90" y="491"/>
                </a:cubicBezTo>
                <a:cubicBezTo>
                  <a:pt x="93" y="494"/>
                  <a:pt x="93" y="494"/>
                  <a:pt x="93" y="494"/>
                </a:cubicBezTo>
                <a:cubicBezTo>
                  <a:pt x="121" y="469"/>
                  <a:pt x="121" y="469"/>
                  <a:pt x="121" y="469"/>
                </a:cubicBezTo>
                <a:close/>
                <a:moveTo>
                  <a:pt x="147" y="493"/>
                </a:moveTo>
                <a:cubicBezTo>
                  <a:pt x="143" y="490"/>
                  <a:pt x="143" y="490"/>
                  <a:pt x="143" y="490"/>
                </a:cubicBezTo>
                <a:cubicBezTo>
                  <a:pt x="124" y="502"/>
                  <a:pt x="124" y="502"/>
                  <a:pt x="124" y="502"/>
                </a:cubicBezTo>
                <a:cubicBezTo>
                  <a:pt x="123" y="503"/>
                  <a:pt x="122" y="504"/>
                  <a:pt x="120" y="505"/>
                </a:cubicBezTo>
                <a:cubicBezTo>
                  <a:pt x="117" y="507"/>
                  <a:pt x="115" y="508"/>
                  <a:pt x="114" y="509"/>
                </a:cubicBezTo>
                <a:cubicBezTo>
                  <a:pt x="114" y="508"/>
                  <a:pt x="114" y="508"/>
                  <a:pt x="114" y="508"/>
                </a:cubicBezTo>
                <a:cubicBezTo>
                  <a:pt x="114" y="507"/>
                  <a:pt x="115" y="505"/>
                  <a:pt x="116" y="503"/>
                </a:cubicBezTo>
                <a:cubicBezTo>
                  <a:pt x="117" y="500"/>
                  <a:pt x="118" y="498"/>
                  <a:pt x="119" y="497"/>
                </a:cubicBezTo>
                <a:cubicBezTo>
                  <a:pt x="128" y="477"/>
                  <a:pt x="128" y="477"/>
                  <a:pt x="128" y="477"/>
                </a:cubicBezTo>
                <a:cubicBezTo>
                  <a:pt x="125" y="474"/>
                  <a:pt x="125" y="474"/>
                  <a:pt x="125" y="474"/>
                </a:cubicBezTo>
                <a:cubicBezTo>
                  <a:pt x="109" y="510"/>
                  <a:pt x="109" y="510"/>
                  <a:pt x="109" y="510"/>
                </a:cubicBezTo>
                <a:cubicBezTo>
                  <a:pt x="113" y="513"/>
                  <a:pt x="113" y="513"/>
                  <a:pt x="113" y="513"/>
                </a:cubicBezTo>
                <a:cubicBezTo>
                  <a:pt x="147" y="493"/>
                  <a:pt x="147" y="493"/>
                  <a:pt x="147" y="493"/>
                </a:cubicBezTo>
                <a:close/>
                <a:moveTo>
                  <a:pt x="169" y="511"/>
                </a:moveTo>
                <a:cubicBezTo>
                  <a:pt x="151" y="497"/>
                  <a:pt x="151" y="497"/>
                  <a:pt x="151" y="497"/>
                </a:cubicBezTo>
                <a:cubicBezTo>
                  <a:pt x="129" y="527"/>
                  <a:pt x="129" y="527"/>
                  <a:pt x="129" y="527"/>
                </a:cubicBezTo>
                <a:cubicBezTo>
                  <a:pt x="148" y="541"/>
                  <a:pt x="148" y="541"/>
                  <a:pt x="148" y="541"/>
                </a:cubicBezTo>
                <a:cubicBezTo>
                  <a:pt x="150" y="538"/>
                  <a:pt x="150" y="538"/>
                  <a:pt x="150" y="538"/>
                </a:cubicBezTo>
                <a:cubicBezTo>
                  <a:pt x="134" y="527"/>
                  <a:pt x="134" y="527"/>
                  <a:pt x="134" y="527"/>
                </a:cubicBezTo>
                <a:cubicBezTo>
                  <a:pt x="143" y="515"/>
                  <a:pt x="143" y="515"/>
                  <a:pt x="143" y="515"/>
                </a:cubicBezTo>
                <a:cubicBezTo>
                  <a:pt x="154" y="524"/>
                  <a:pt x="154" y="524"/>
                  <a:pt x="154" y="524"/>
                </a:cubicBezTo>
                <a:cubicBezTo>
                  <a:pt x="157" y="521"/>
                  <a:pt x="157" y="521"/>
                  <a:pt x="157" y="521"/>
                </a:cubicBezTo>
                <a:cubicBezTo>
                  <a:pt x="145" y="512"/>
                  <a:pt x="145" y="512"/>
                  <a:pt x="145" y="512"/>
                </a:cubicBezTo>
                <a:cubicBezTo>
                  <a:pt x="152" y="503"/>
                  <a:pt x="152" y="503"/>
                  <a:pt x="152" y="503"/>
                </a:cubicBezTo>
                <a:cubicBezTo>
                  <a:pt x="167" y="514"/>
                  <a:pt x="167" y="514"/>
                  <a:pt x="167" y="514"/>
                </a:cubicBezTo>
                <a:cubicBezTo>
                  <a:pt x="169" y="511"/>
                  <a:pt x="169" y="511"/>
                  <a:pt x="169" y="511"/>
                </a:cubicBezTo>
                <a:close/>
                <a:moveTo>
                  <a:pt x="177" y="521"/>
                </a:moveTo>
                <a:cubicBezTo>
                  <a:pt x="171" y="533"/>
                  <a:pt x="171" y="533"/>
                  <a:pt x="171" y="533"/>
                </a:cubicBezTo>
                <a:cubicBezTo>
                  <a:pt x="178" y="536"/>
                  <a:pt x="178" y="536"/>
                  <a:pt x="178" y="536"/>
                </a:cubicBezTo>
                <a:cubicBezTo>
                  <a:pt x="183" y="539"/>
                  <a:pt x="187" y="538"/>
                  <a:pt x="189" y="534"/>
                </a:cubicBezTo>
                <a:cubicBezTo>
                  <a:pt x="190" y="532"/>
                  <a:pt x="190" y="531"/>
                  <a:pt x="189" y="529"/>
                </a:cubicBezTo>
                <a:cubicBezTo>
                  <a:pt x="188" y="528"/>
                  <a:pt x="187" y="526"/>
                  <a:pt x="184" y="525"/>
                </a:cubicBezTo>
                <a:cubicBezTo>
                  <a:pt x="177" y="521"/>
                  <a:pt x="177" y="521"/>
                  <a:pt x="177" y="521"/>
                </a:cubicBezTo>
                <a:close/>
                <a:moveTo>
                  <a:pt x="175" y="516"/>
                </a:moveTo>
                <a:cubicBezTo>
                  <a:pt x="158" y="549"/>
                  <a:pt x="158" y="549"/>
                  <a:pt x="158" y="549"/>
                </a:cubicBezTo>
                <a:cubicBezTo>
                  <a:pt x="162" y="551"/>
                  <a:pt x="162" y="551"/>
                  <a:pt x="162" y="551"/>
                </a:cubicBezTo>
                <a:cubicBezTo>
                  <a:pt x="169" y="536"/>
                  <a:pt x="169" y="536"/>
                  <a:pt x="169" y="536"/>
                </a:cubicBezTo>
                <a:cubicBezTo>
                  <a:pt x="182" y="541"/>
                  <a:pt x="182" y="541"/>
                  <a:pt x="182" y="541"/>
                </a:cubicBezTo>
                <a:cubicBezTo>
                  <a:pt x="182" y="541"/>
                  <a:pt x="182" y="543"/>
                  <a:pt x="182" y="544"/>
                </a:cubicBezTo>
                <a:cubicBezTo>
                  <a:pt x="181" y="550"/>
                  <a:pt x="179" y="553"/>
                  <a:pt x="177" y="559"/>
                </a:cubicBezTo>
                <a:cubicBezTo>
                  <a:pt x="181" y="561"/>
                  <a:pt x="181" y="561"/>
                  <a:pt x="181" y="561"/>
                </a:cubicBezTo>
                <a:cubicBezTo>
                  <a:pt x="182" y="560"/>
                  <a:pt x="185" y="553"/>
                  <a:pt x="186" y="548"/>
                </a:cubicBezTo>
                <a:cubicBezTo>
                  <a:pt x="187" y="545"/>
                  <a:pt x="186" y="541"/>
                  <a:pt x="187" y="541"/>
                </a:cubicBezTo>
                <a:cubicBezTo>
                  <a:pt x="187" y="541"/>
                  <a:pt x="188" y="541"/>
                  <a:pt x="188" y="541"/>
                </a:cubicBezTo>
                <a:cubicBezTo>
                  <a:pt x="190" y="540"/>
                  <a:pt x="192" y="539"/>
                  <a:pt x="193" y="536"/>
                </a:cubicBezTo>
                <a:cubicBezTo>
                  <a:pt x="196" y="530"/>
                  <a:pt x="193" y="526"/>
                  <a:pt x="186" y="522"/>
                </a:cubicBezTo>
                <a:cubicBezTo>
                  <a:pt x="175" y="516"/>
                  <a:pt x="175" y="516"/>
                  <a:pt x="175" y="516"/>
                </a:cubicBezTo>
                <a:close/>
                <a:moveTo>
                  <a:pt x="225" y="547"/>
                </a:moveTo>
                <a:cubicBezTo>
                  <a:pt x="226" y="541"/>
                  <a:pt x="223" y="536"/>
                  <a:pt x="217" y="534"/>
                </a:cubicBezTo>
                <a:cubicBezTo>
                  <a:pt x="214" y="533"/>
                  <a:pt x="211" y="533"/>
                  <a:pt x="208" y="533"/>
                </a:cubicBezTo>
                <a:cubicBezTo>
                  <a:pt x="205" y="534"/>
                  <a:pt x="204" y="536"/>
                  <a:pt x="202" y="539"/>
                </a:cubicBezTo>
                <a:cubicBezTo>
                  <a:pt x="202" y="541"/>
                  <a:pt x="201" y="544"/>
                  <a:pt x="202" y="546"/>
                </a:cubicBezTo>
                <a:cubicBezTo>
                  <a:pt x="203" y="548"/>
                  <a:pt x="205" y="550"/>
                  <a:pt x="208" y="553"/>
                </a:cubicBezTo>
                <a:cubicBezTo>
                  <a:pt x="210" y="554"/>
                  <a:pt x="210" y="554"/>
                  <a:pt x="210" y="554"/>
                </a:cubicBezTo>
                <a:cubicBezTo>
                  <a:pt x="212" y="556"/>
                  <a:pt x="214" y="557"/>
                  <a:pt x="215" y="559"/>
                </a:cubicBezTo>
                <a:cubicBezTo>
                  <a:pt x="215" y="560"/>
                  <a:pt x="215" y="562"/>
                  <a:pt x="215" y="564"/>
                </a:cubicBezTo>
                <a:cubicBezTo>
                  <a:pt x="214" y="565"/>
                  <a:pt x="213" y="567"/>
                  <a:pt x="211" y="567"/>
                </a:cubicBezTo>
                <a:cubicBezTo>
                  <a:pt x="210" y="568"/>
                  <a:pt x="207" y="568"/>
                  <a:pt x="204" y="567"/>
                </a:cubicBezTo>
                <a:cubicBezTo>
                  <a:pt x="203" y="566"/>
                  <a:pt x="201" y="565"/>
                  <a:pt x="200" y="563"/>
                </a:cubicBezTo>
                <a:cubicBezTo>
                  <a:pt x="199" y="562"/>
                  <a:pt x="198" y="559"/>
                  <a:pt x="199" y="557"/>
                </a:cubicBezTo>
                <a:cubicBezTo>
                  <a:pt x="194" y="557"/>
                  <a:pt x="194" y="557"/>
                  <a:pt x="194" y="557"/>
                </a:cubicBezTo>
                <a:cubicBezTo>
                  <a:pt x="194" y="560"/>
                  <a:pt x="194" y="562"/>
                  <a:pt x="196" y="564"/>
                </a:cubicBezTo>
                <a:cubicBezTo>
                  <a:pt x="197" y="567"/>
                  <a:pt x="200" y="569"/>
                  <a:pt x="203" y="570"/>
                </a:cubicBezTo>
                <a:cubicBezTo>
                  <a:pt x="207" y="572"/>
                  <a:pt x="210" y="572"/>
                  <a:pt x="213" y="571"/>
                </a:cubicBezTo>
                <a:cubicBezTo>
                  <a:pt x="216" y="570"/>
                  <a:pt x="218" y="568"/>
                  <a:pt x="219" y="565"/>
                </a:cubicBezTo>
                <a:cubicBezTo>
                  <a:pt x="220" y="562"/>
                  <a:pt x="220" y="560"/>
                  <a:pt x="220" y="558"/>
                </a:cubicBezTo>
                <a:cubicBezTo>
                  <a:pt x="219" y="556"/>
                  <a:pt x="216" y="554"/>
                  <a:pt x="213" y="551"/>
                </a:cubicBezTo>
                <a:cubicBezTo>
                  <a:pt x="211" y="550"/>
                  <a:pt x="211" y="550"/>
                  <a:pt x="211" y="550"/>
                </a:cubicBezTo>
                <a:cubicBezTo>
                  <a:pt x="209" y="548"/>
                  <a:pt x="207" y="547"/>
                  <a:pt x="207" y="545"/>
                </a:cubicBezTo>
                <a:cubicBezTo>
                  <a:pt x="206" y="544"/>
                  <a:pt x="206" y="542"/>
                  <a:pt x="207" y="540"/>
                </a:cubicBezTo>
                <a:cubicBezTo>
                  <a:pt x="207" y="539"/>
                  <a:pt x="208" y="538"/>
                  <a:pt x="210" y="537"/>
                </a:cubicBezTo>
                <a:cubicBezTo>
                  <a:pt x="211" y="536"/>
                  <a:pt x="213" y="537"/>
                  <a:pt x="216" y="537"/>
                </a:cubicBezTo>
                <a:cubicBezTo>
                  <a:pt x="219" y="539"/>
                  <a:pt x="221" y="542"/>
                  <a:pt x="221" y="546"/>
                </a:cubicBezTo>
                <a:cubicBezTo>
                  <a:pt x="225" y="547"/>
                  <a:pt x="225" y="547"/>
                  <a:pt x="225" y="547"/>
                </a:cubicBezTo>
                <a:close/>
                <a:moveTo>
                  <a:pt x="240" y="544"/>
                </a:moveTo>
                <a:cubicBezTo>
                  <a:pt x="236" y="543"/>
                  <a:pt x="236" y="543"/>
                  <a:pt x="236" y="543"/>
                </a:cubicBezTo>
                <a:cubicBezTo>
                  <a:pt x="227" y="579"/>
                  <a:pt x="227" y="579"/>
                  <a:pt x="227" y="579"/>
                </a:cubicBezTo>
                <a:cubicBezTo>
                  <a:pt x="231" y="580"/>
                  <a:pt x="231" y="580"/>
                  <a:pt x="231" y="580"/>
                </a:cubicBezTo>
                <a:cubicBezTo>
                  <a:pt x="240" y="544"/>
                  <a:pt x="240" y="544"/>
                  <a:pt x="240" y="544"/>
                </a:cubicBezTo>
                <a:close/>
                <a:moveTo>
                  <a:pt x="273" y="549"/>
                </a:moveTo>
                <a:cubicBezTo>
                  <a:pt x="245" y="546"/>
                  <a:pt x="245" y="546"/>
                  <a:pt x="245" y="546"/>
                </a:cubicBezTo>
                <a:cubicBezTo>
                  <a:pt x="245" y="549"/>
                  <a:pt x="245" y="549"/>
                  <a:pt x="245" y="549"/>
                </a:cubicBezTo>
                <a:cubicBezTo>
                  <a:pt x="256" y="551"/>
                  <a:pt x="256" y="551"/>
                  <a:pt x="256" y="551"/>
                </a:cubicBezTo>
                <a:cubicBezTo>
                  <a:pt x="252" y="584"/>
                  <a:pt x="252" y="584"/>
                  <a:pt x="252" y="584"/>
                </a:cubicBezTo>
                <a:cubicBezTo>
                  <a:pt x="256" y="585"/>
                  <a:pt x="256" y="585"/>
                  <a:pt x="256" y="585"/>
                </a:cubicBezTo>
                <a:cubicBezTo>
                  <a:pt x="261" y="551"/>
                  <a:pt x="261" y="551"/>
                  <a:pt x="261" y="551"/>
                </a:cubicBezTo>
                <a:cubicBezTo>
                  <a:pt x="272" y="553"/>
                  <a:pt x="272" y="553"/>
                  <a:pt x="272" y="553"/>
                </a:cubicBezTo>
                <a:cubicBezTo>
                  <a:pt x="273" y="549"/>
                  <a:pt x="273" y="549"/>
                  <a:pt x="273" y="549"/>
                </a:cubicBezTo>
                <a:close/>
                <a:moveTo>
                  <a:pt x="306" y="553"/>
                </a:moveTo>
                <a:cubicBezTo>
                  <a:pt x="301" y="553"/>
                  <a:pt x="301" y="553"/>
                  <a:pt x="301" y="553"/>
                </a:cubicBezTo>
                <a:cubicBezTo>
                  <a:pt x="292" y="567"/>
                  <a:pt x="292" y="567"/>
                  <a:pt x="292" y="567"/>
                </a:cubicBezTo>
                <a:cubicBezTo>
                  <a:pt x="292" y="567"/>
                  <a:pt x="291" y="568"/>
                  <a:pt x="291" y="568"/>
                </a:cubicBezTo>
                <a:cubicBezTo>
                  <a:pt x="291" y="569"/>
                  <a:pt x="290" y="569"/>
                  <a:pt x="290" y="570"/>
                </a:cubicBezTo>
                <a:cubicBezTo>
                  <a:pt x="290" y="569"/>
                  <a:pt x="290" y="569"/>
                  <a:pt x="289" y="568"/>
                </a:cubicBezTo>
                <a:cubicBezTo>
                  <a:pt x="289" y="568"/>
                  <a:pt x="289" y="567"/>
                  <a:pt x="289" y="567"/>
                </a:cubicBezTo>
                <a:cubicBezTo>
                  <a:pt x="281" y="551"/>
                  <a:pt x="281" y="551"/>
                  <a:pt x="281" y="551"/>
                </a:cubicBezTo>
                <a:cubicBezTo>
                  <a:pt x="276" y="551"/>
                  <a:pt x="276" y="551"/>
                  <a:pt x="276" y="551"/>
                </a:cubicBezTo>
                <a:cubicBezTo>
                  <a:pt x="287" y="573"/>
                  <a:pt x="287" y="573"/>
                  <a:pt x="287" y="573"/>
                </a:cubicBezTo>
                <a:cubicBezTo>
                  <a:pt x="286" y="589"/>
                  <a:pt x="286" y="589"/>
                  <a:pt x="286" y="589"/>
                </a:cubicBezTo>
                <a:cubicBezTo>
                  <a:pt x="290" y="589"/>
                  <a:pt x="290" y="589"/>
                  <a:pt x="290" y="589"/>
                </a:cubicBezTo>
                <a:cubicBezTo>
                  <a:pt x="292" y="574"/>
                  <a:pt x="292" y="574"/>
                  <a:pt x="292" y="574"/>
                </a:cubicBezTo>
                <a:cubicBezTo>
                  <a:pt x="306" y="553"/>
                  <a:pt x="306" y="553"/>
                  <a:pt x="306" y="553"/>
                </a:cubicBezTo>
                <a:close/>
                <a:moveTo>
                  <a:pt x="357" y="551"/>
                </a:moveTo>
                <a:cubicBezTo>
                  <a:pt x="354" y="551"/>
                  <a:pt x="352" y="554"/>
                  <a:pt x="351" y="557"/>
                </a:cubicBezTo>
                <a:cubicBezTo>
                  <a:pt x="349" y="560"/>
                  <a:pt x="349" y="564"/>
                  <a:pt x="350" y="568"/>
                </a:cubicBezTo>
                <a:cubicBezTo>
                  <a:pt x="352" y="574"/>
                  <a:pt x="354" y="577"/>
                  <a:pt x="356" y="579"/>
                </a:cubicBezTo>
                <a:cubicBezTo>
                  <a:pt x="359" y="581"/>
                  <a:pt x="361" y="582"/>
                  <a:pt x="364" y="581"/>
                </a:cubicBezTo>
                <a:cubicBezTo>
                  <a:pt x="368" y="580"/>
                  <a:pt x="370" y="578"/>
                  <a:pt x="371" y="575"/>
                </a:cubicBezTo>
                <a:cubicBezTo>
                  <a:pt x="372" y="572"/>
                  <a:pt x="372" y="568"/>
                  <a:pt x="371" y="564"/>
                </a:cubicBezTo>
                <a:cubicBezTo>
                  <a:pt x="370" y="558"/>
                  <a:pt x="368" y="555"/>
                  <a:pt x="365" y="552"/>
                </a:cubicBezTo>
                <a:cubicBezTo>
                  <a:pt x="363" y="551"/>
                  <a:pt x="360" y="550"/>
                  <a:pt x="357" y="551"/>
                </a:cubicBezTo>
                <a:close/>
                <a:moveTo>
                  <a:pt x="357" y="547"/>
                </a:moveTo>
                <a:cubicBezTo>
                  <a:pt x="353" y="548"/>
                  <a:pt x="349" y="550"/>
                  <a:pt x="347" y="554"/>
                </a:cubicBezTo>
                <a:cubicBezTo>
                  <a:pt x="345" y="558"/>
                  <a:pt x="345" y="563"/>
                  <a:pt x="346" y="569"/>
                </a:cubicBezTo>
                <a:cubicBezTo>
                  <a:pt x="347" y="575"/>
                  <a:pt x="349" y="579"/>
                  <a:pt x="353" y="582"/>
                </a:cubicBezTo>
                <a:cubicBezTo>
                  <a:pt x="356" y="585"/>
                  <a:pt x="360" y="586"/>
                  <a:pt x="365" y="585"/>
                </a:cubicBezTo>
                <a:cubicBezTo>
                  <a:pt x="369" y="584"/>
                  <a:pt x="372" y="582"/>
                  <a:pt x="374" y="578"/>
                </a:cubicBezTo>
                <a:cubicBezTo>
                  <a:pt x="377" y="574"/>
                  <a:pt x="377" y="569"/>
                  <a:pt x="376" y="562"/>
                </a:cubicBezTo>
                <a:cubicBezTo>
                  <a:pt x="375" y="557"/>
                  <a:pt x="372" y="553"/>
                  <a:pt x="369" y="550"/>
                </a:cubicBezTo>
                <a:cubicBezTo>
                  <a:pt x="366" y="547"/>
                  <a:pt x="361" y="546"/>
                  <a:pt x="357" y="547"/>
                </a:cubicBezTo>
                <a:close/>
                <a:moveTo>
                  <a:pt x="401" y="537"/>
                </a:moveTo>
                <a:cubicBezTo>
                  <a:pt x="379" y="544"/>
                  <a:pt x="379" y="544"/>
                  <a:pt x="379" y="544"/>
                </a:cubicBezTo>
                <a:cubicBezTo>
                  <a:pt x="391" y="580"/>
                  <a:pt x="391" y="580"/>
                  <a:pt x="391" y="580"/>
                </a:cubicBezTo>
                <a:cubicBezTo>
                  <a:pt x="395" y="578"/>
                  <a:pt x="395" y="578"/>
                  <a:pt x="395" y="578"/>
                </a:cubicBezTo>
                <a:cubicBezTo>
                  <a:pt x="389" y="561"/>
                  <a:pt x="389" y="561"/>
                  <a:pt x="389" y="561"/>
                </a:cubicBezTo>
                <a:cubicBezTo>
                  <a:pt x="403" y="557"/>
                  <a:pt x="403" y="557"/>
                  <a:pt x="403" y="557"/>
                </a:cubicBezTo>
                <a:cubicBezTo>
                  <a:pt x="402" y="553"/>
                  <a:pt x="402" y="553"/>
                  <a:pt x="402" y="553"/>
                </a:cubicBezTo>
                <a:cubicBezTo>
                  <a:pt x="388" y="558"/>
                  <a:pt x="388" y="558"/>
                  <a:pt x="388" y="558"/>
                </a:cubicBezTo>
                <a:cubicBezTo>
                  <a:pt x="384" y="546"/>
                  <a:pt x="384" y="546"/>
                  <a:pt x="384" y="546"/>
                </a:cubicBezTo>
                <a:cubicBezTo>
                  <a:pt x="402" y="540"/>
                  <a:pt x="402" y="540"/>
                  <a:pt x="402" y="540"/>
                </a:cubicBezTo>
                <a:cubicBezTo>
                  <a:pt x="401" y="537"/>
                  <a:pt x="401" y="537"/>
                  <a:pt x="401" y="537"/>
                </a:cubicBezTo>
                <a:close/>
                <a:moveTo>
                  <a:pt x="464" y="514"/>
                </a:moveTo>
                <a:cubicBezTo>
                  <a:pt x="462" y="512"/>
                  <a:pt x="460" y="511"/>
                  <a:pt x="457" y="510"/>
                </a:cubicBezTo>
                <a:cubicBezTo>
                  <a:pt x="454" y="510"/>
                  <a:pt x="451" y="511"/>
                  <a:pt x="448" y="513"/>
                </a:cubicBezTo>
                <a:cubicBezTo>
                  <a:pt x="444" y="515"/>
                  <a:pt x="442" y="519"/>
                  <a:pt x="441" y="523"/>
                </a:cubicBezTo>
                <a:cubicBezTo>
                  <a:pt x="441" y="527"/>
                  <a:pt x="442" y="532"/>
                  <a:pt x="446" y="538"/>
                </a:cubicBezTo>
                <a:cubicBezTo>
                  <a:pt x="449" y="542"/>
                  <a:pt x="453" y="545"/>
                  <a:pt x="457" y="547"/>
                </a:cubicBezTo>
                <a:cubicBezTo>
                  <a:pt x="461" y="548"/>
                  <a:pt x="465" y="548"/>
                  <a:pt x="469" y="545"/>
                </a:cubicBezTo>
                <a:cubicBezTo>
                  <a:pt x="471" y="543"/>
                  <a:pt x="473" y="542"/>
                  <a:pt x="473" y="540"/>
                </a:cubicBezTo>
                <a:cubicBezTo>
                  <a:pt x="474" y="538"/>
                  <a:pt x="475" y="536"/>
                  <a:pt x="474" y="533"/>
                </a:cubicBezTo>
                <a:cubicBezTo>
                  <a:pt x="478" y="538"/>
                  <a:pt x="478" y="538"/>
                  <a:pt x="478" y="538"/>
                </a:cubicBezTo>
                <a:cubicBezTo>
                  <a:pt x="481" y="536"/>
                  <a:pt x="481" y="536"/>
                  <a:pt x="481" y="536"/>
                </a:cubicBezTo>
                <a:cubicBezTo>
                  <a:pt x="470" y="521"/>
                  <a:pt x="470" y="521"/>
                  <a:pt x="470" y="521"/>
                </a:cubicBezTo>
                <a:cubicBezTo>
                  <a:pt x="458" y="529"/>
                  <a:pt x="458" y="529"/>
                  <a:pt x="458" y="529"/>
                </a:cubicBezTo>
                <a:cubicBezTo>
                  <a:pt x="460" y="532"/>
                  <a:pt x="460" y="532"/>
                  <a:pt x="460" y="532"/>
                </a:cubicBezTo>
                <a:cubicBezTo>
                  <a:pt x="468" y="526"/>
                  <a:pt x="468" y="526"/>
                  <a:pt x="468" y="526"/>
                </a:cubicBezTo>
                <a:cubicBezTo>
                  <a:pt x="470" y="529"/>
                  <a:pt x="471" y="532"/>
                  <a:pt x="471" y="534"/>
                </a:cubicBezTo>
                <a:cubicBezTo>
                  <a:pt x="471" y="537"/>
                  <a:pt x="470" y="540"/>
                  <a:pt x="468" y="542"/>
                </a:cubicBezTo>
                <a:cubicBezTo>
                  <a:pt x="465" y="543"/>
                  <a:pt x="462" y="544"/>
                  <a:pt x="459" y="543"/>
                </a:cubicBezTo>
                <a:cubicBezTo>
                  <a:pt x="456" y="542"/>
                  <a:pt x="453" y="539"/>
                  <a:pt x="450" y="535"/>
                </a:cubicBezTo>
                <a:cubicBezTo>
                  <a:pt x="447" y="531"/>
                  <a:pt x="446" y="528"/>
                  <a:pt x="446" y="524"/>
                </a:cubicBezTo>
                <a:cubicBezTo>
                  <a:pt x="445" y="521"/>
                  <a:pt x="447" y="518"/>
                  <a:pt x="450" y="516"/>
                </a:cubicBezTo>
                <a:cubicBezTo>
                  <a:pt x="454" y="513"/>
                  <a:pt x="458" y="514"/>
                  <a:pt x="462" y="517"/>
                </a:cubicBezTo>
                <a:cubicBezTo>
                  <a:pt x="464" y="514"/>
                  <a:pt x="464" y="514"/>
                  <a:pt x="464" y="514"/>
                </a:cubicBezTo>
                <a:close/>
                <a:moveTo>
                  <a:pt x="485" y="485"/>
                </a:moveTo>
                <a:cubicBezTo>
                  <a:pt x="467" y="500"/>
                  <a:pt x="467" y="500"/>
                  <a:pt x="467" y="500"/>
                </a:cubicBezTo>
                <a:cubicBezTo>
                  <a:pt x="491" y="528"/>
                  <a:pt x="491" y="528"/>
                  <a:pt x="491" y="528"/>
                </a:cubicBezTo>
                <a:cubicBezTo>
                  <a:pt x="509" y="513"/>
                  <a:pt x="509" y="513"/>
                  <a:pt x="509" y="513"/>
                </a:cubicBezTo>
                <a:cubicBezTo>
                  <a:pt x="507" y="510"/>
                  <a:pt x="507" y="510"/>
                  <a:pt x="507" y="510"/>
                </a:cubicBezTo>
                <a:cubicBezTo>
                  <a:pt x="492" y="523"/>
                  <a:pt x="492" y="523"/>
                  <a:pt x="492" y="523"/>
                </a:cubicBezTo>
                <a:cubicBezTo>
                  <a:pt x="483" y="512"/>
                  <a:pt x="483" y="512"/>
                  <a:pt x="483" y="512"/>
                </a:cubicBezTo>
                <a:cubicBezTo>
                  <a:pt x="494" y="502"/>
                  <a:pt x="494" y="502"/>
                  <a:pt x="494" y="502"/>
                </a:cubicBezTo>
                <a:cubicBezTo>
                  <a:pt x="491" y="500"/>
                  <a:pt x="491" y="500"/>
                  <a:pt x="491" y="500"/>
                </a:cubicBezTo>
                <a:cubicBezTo>
                  <a:pt x="480" y="509"/>
                  <a:pt x="480" y="509"/>
                  <a:pt x="480" y="509"/>
                </a:cubicBezTo>
                <a:cubicBezTo>
                  <a:pt x="473" y="500"/>
                  <a:pt x="473" y="500"/>
                  <a:pt x="473" y="500"/>
                </a:cubicBezTo>
                <a:cubicBezTo>
                  <a:pt x="487" y="488"/>
                  <a:pt x="487" y="488"/>
                  <a:pt x="487" y="488"/>
                </a:cubicBezTo>
                <a:cubicBezTo>
                  <a:pt x="485" y="485"/>
                  <a:pt x="485" y="485"/>
                  <a:pt x="485" y="485"/>
                </a:cubicBezTo>
                <a:close/>
                <a:moveTo>
                  <a:pt x="501" y="472"/>
                </a:moveTo>
                <a:cubicBezTo>
                  <a:pt x="499" y="475"/>
                  <a:pt x="498" y="478"/>
                  <a:pt x="499" y="481"/>
                </a:cubicBezTo>
                <a:cubicBezTo>
                  <a:pt x="500" y="484"/>
                  <a:pt x="502" y="487"/>
                  <a:pt x="506" y="490"/>
                </a:cubicBezTo>
                <a:cubicBezTo>
                  <a:pt x="510" y="494"/>
                  <a:pt x="514" y="496"/>
                  <a:pt x="517" y="496"/>
                </a:cubicBezTo>
                <a:cubicBezTo>
                  <a:pt x="520" y="496"/>
                  <a:pt x="523" y="495"/>
                  <a:pt x="525" y="493"/>
                </a:cubicBezTo>
                <a:cubicBezTo>
                  <a:pt x="527" y="490"/>
                  <a:pt x="528" y="487"/>
                  <a:pt x="526" y="484"/>
                </a:cubicBezTo>
                <a:cubicBezTo>
                  <a:pt x="526" y="480"/>
                  <a:pt x="523" y="477"/>
                  <a:pt x="520" y="474"/>
                </a:cubicBezTo>
                <a:cubicBezTo>
                  <a:pt x="516" y="471"/>
                  <a:pt x="512" y="469"/>
                  <a:pt x="508" y="469"/>
                </a:cubicBezTo>
                <a:cubicBezTo>
                  <a:pt x="506" y="469"/>
                  <a:pt x="503" y="470"/>
                  <a:pt x="501" y="472"/>
                </a:cubicBezTo>
                <a:close/>
                <a:moveTo>
                  <a:pt x="498" y="470"/>
                </a:moveTo>
                <a:cubicBezTo>
                  <a:pt x="496" y="473"/>
                  <a:pt x="494" y="476"/>
                  <a:pt x="495" y="480"/>
                </a:cubicBezTo>
                <a:cubicBezTo>
                  <a:pt x="495" y="485"/>
                  <a:pt x="498" y="490"/>
                  <a:pt x="503" y="494"/>
                </a:cubicBezTo>
                <a:cubicBezTo>
                  <a:pt x="507" y="498"/>
                  <a:pt x="511" y="500"/>
                  <a:pt x="515" y="500"/>
                </a:cubicBezTo>
                <a:cubicBezTo>
                  <a:pt x="520" y="500"/>
                  <a:pt x="524" y="499"/>
                  <a:pt x="527" y="495"/>
                </a:cubicBezTo>
                <a:cubicBezTo>
                  <a:pt x="530" y="492"/>
                  <a:pt x="531" y="488"/>
                  <a:pt x="531" y="484"/>
                </a:cubicBezTo>
                <a:cubicBezTo>
                  <a:pt x="530" y="479"/>
                  <a:pt x="528" y="475"/>
                  <a:pt x="523" y="471"/>
                </a:cubicBezTo>
                <a:cubicBezTo>
                  <a:pt x="519" y="467"/>
                  <a:pt x="514" y="465"/>
                  <a:pt x="510" y="465"/>
                </a:cubicBezTo>
                <a:cubicBezTo>
                  <a:pt x="505" y="464"/>
                  <a:pt x="502" y="466"/>
                  <a:pt x="498" y="470"/>
                </a:cubicBezTo>
                <a:close/>
                <a:moveTo>
                  <a:pt x="534" y="439"/>
                </a:moveTo>
                <a:cubicBezTo>
                  <a:pt x="528" y="437"/>
                  <a:pt x="523" y="439"/>
                  <a:pt x="520" y="444"/>
                </a:cubicBezTo>
                <a:cubicBezTo>
                  <a:pt x="518" y="447"/>
                  <a:pt x="517" y="450"/>
                  <a:pt x="517" y="453"/>
                </a:cubicBezTo>
                <a:cubicBezTo>
                  <a:pt x="518" y="456"/>
                  <a:pt x="519" y="458"/>
                  <a:pt x="522" y="459"/>
                </a:cubicBezTo>
                <a:cubicBezTo>
                  <a:pt x="524" y="461"/>
                  <a:pt x="526" y="462"/>
                  <a:pt x="528" y="461"/>
                </a:cubicBezTo>
                <a:cubicBezTo>
                  <a:pt x="530" y="461"/>
                  <a:pt x="533" y="459"/>
                  <a:pt x="536" y="456"/>
                </a:cubicBezTo>
                <a:cubicBezTo>
                  <a:pt x="538" y="455"/>
                  <a:pt x="538" y="455"/>
                  <a:pt x="538" y="455"/>
                </a:cubicBezTo>
                <a:cubicBezTo>
                  <a:pt x="540" y="453"/>
                  <a:pt x="542" y="452"/>
                  <a:pt x="543" y="452"/>
                </a:cubicBezTo>
                <a:cubicBezTo>
                  <a:pt x="545" y="451"/>
                  <a:pt x="547" y="451"/>
                  <a:pt x="548" y="453"/>
                </a:cubicBezTo>
                <a:cubicBezTo>
                  <a:pt x="550" y="454"/>
                  <a:pt x="551" y="455"/>
                  <a:pt x="551" y="456"/>
                </a:cubicBezTo>
                <a:cubicBezTo>
                  <a:pt x="552" y="458"/>
                  <a:pt x="551" y="461"/>
                  <a:pt x="549" y="463"/>
                </a:cubicBezTo>
                <a:cubicBezTo>
                  <a:pt x="548" y="465"/>
                  <a:pt x="547" y="466"/>
                  <a:pt x="545" y="467"/>
                </a:cubicBezTo>
                <a:cubicBezTo>
                  <a:pt x="543" y="468"/>
                  <a:pt x="541" y="468"/>
                  <a:pt x="538" y="467"/>
                </a:cubicBezTo>
                <a:cubicBezTo>
                  <a:pt x="537" y="471"/>
                  <a:pt x="537" y="471"/>
                  <a:pt x="537" y="471"/>
                </a:cubicBezTo>
                <a:cubicBezTo>
                  <a:pt x="540" y="472"/>
                  <a:pt x="543" y="472"/>
                  <a:pt x="545" y="471"/>
                </a:cubicBezTo>
                <a:cubicBezTo>
                  <a:pt x="548" y="470"/>
                  <a:pt x="550" y="468"/>
                  <a:pt x="552" y="465"/>
                </a:cubicBezTo>
                <a:cubicBezTo>
                  <a:pt x="554" y="462"/>
                  <a:pt x="555" y="459"/>
                  <a:pt x="555" y="456"/>
                </a:cubicBezTo>
                <a:cubicBezTo>
                  <a:pt x="555" y="453"/>
                  <a:pt x="553" y="450"/>
                  <a:pt x="550" y="449"/>
                </a:cubicBezTo>
                <a:cubicBezTo>
                  <a:pt x="548" y="447"/>
                  <a:pt x="546" y="446"/>
                  <a:pt x="544" y="447"/>
                </a:cubicBezTo>
                <a:cubicBezTo>
                  <a:pt x="542" y="447"/>
                  <a:pt x="539" y="449"/>
                  <a:pt x="535" y="452"/>
                </a:cubicBezTo>
                <a:cubicBezTo>
                  <a:pt x="534" y="453"/>
                  <a:pt x="534" y="453"/>
                  <a:pt x="534" y="453"/>
                </a:cubicBezTo>
                <a:cubicBezTo>
                  <a:pt x="532" y="455"/>
                  <a:pt x="530" y="456"/>
                  <a:pt x="529" y="457"/>
                </a:cubicBezTo>
                <a:cubicBezTo>
                  <a:pt x="527" y="457"/>
                  <a:pt x="526" y="457"/>
                  <a:pt x="524" y="456"/>
                </a:cubicBezTo>
                <a:cubicBezTo>
                  <a:pt x="522" y="455"/>
                  <a:pt x="522" y="454"/>
                  <a:pt x="521" y="452"/>
                </a:cubicBezTo>
                <a:cubicBezTo>
                  <a:pt x="521" y="450"/>
                  <a:pt x="522" y="448"/>
                  <a:pt x="523" y="446"/>
                </a:cubicBezTo>
                <a:cubicBezTo>
                  <a:pt x="525" y="443"/>
                  <a:pt x="528" y="442"/>
                  <a:pt x="533" y="443"/>
                </a:cubicBezTo>
                <a:cubicBezTo>
                  <a:pt x="534" y="439"/>
                  <a:pt x="534" y="439"/>
                  <a:pt x="534" y="439"/>
                </a:cubicBezTo>
                <a:close/>
                <a:moveTo>
                  <a:pt x="563" y="328"/>
                </a:moveTo>
                <a:cubicBezTo>
                  <a:pt x="563" y="332"/>
                  <a:pt x="563" y="332"/>
                  <a:pt x="563" y="332"/>
                </a:cubicBezTo>
                <a:cubicBezTo>
                  <a:pt x="582" y="334"/>
                  <a:pt x="582" y="334"/>
                  <a:pt x="582" y="334"/>
                </a:cubicBezTo>
                <a:cubicBezTo>
                  <a:pt x="583" y="334"/>
                  <a:pt x="587" y="335"/>
                  <a:pt x="595" y="335"/>
                </a:cubicBezTo>
                <a:cubicBezTo>
                  <a:pt x="594" y="336"/>
                  <a:pt x="594" y="336"/>
                  <a:pt x="594" y="336"/>
                </a:cubicBezTo>
                <a:cubicBezTo>
                  <a:pt x="594" y="336"/>
                  <a:pt x="592" y="337"/>
                  <a:pt x="589" y="338"/>
                </a:cubicBezTo>
                <a:cubicBezTo>
                  <a:pt x="587" y="339"/>
                  <a:pt x="585" y="339"/>
                  <a:pt x="583" y="340"/>
                </a:cubicBezTo>
                <a:cubicBezTo>
                  <a:pt x="561" y="348"/>
                  <a:pt x="561" y="348"/>
                  <a:pt x="561" y="348"/>
                </a:cubicBezTo>
                <a:cubicBezTo>
                  <a:pt x="560" y="355"/>
                  <a:pt x="560" y="355"/>
                  <a:pt x="560" y="355"/>
                </a:cubicBezTo>
                <a:cubicBezTo>
                  <a:pt x="597" y="359"/>
                  <a:pt x="597" y="359"/>
                  <a:pt x="597" y="359"/>
                </a:cubicBezTo>
                <a:cubicBezTo>
                  <a:pt x="598" y="355"/>
                  <a:pt x="598" y="355"/>
                  <a:pt x="598" y="355"/>
                </a:cubicBezTo>
                <a:cubicBezTo>
                  <a:pt x="576" y="353"/>
                  <a:pt x="576" y="353"/>
                  <a:pt x="576" y="353"/>
                </a:cubicBezTo>
                <a:cubicBezTo>
                  <a:pt x="575" y="353"/>
                  <a:pt x="573" y="352"/>
                  <a:pt x="571" y="352"/>
                </a:cubicBezTo>
                <a:cubicBezTo>
                  <a:pt x="567" y="352"/>
                  <a:pt x="565" y="352"/>
                  <a:pt x="564" y="352"/>
                </a:cubicBezTo>
                <a:cubicBezTo>
                  <a:pt x="564" y="351"/>
                  <a:pt x="564" y="351"/>
                  <a:pt x="564" y="351"/>
                </a:cubicBezTo>
                <a:cubicBezTo>
                  <a:pt x="572" y="348"/>
                  <a:pt x="575" y="347"/>
                  <a:pt x="576" y="347"/>
                </a:cubicBezTo>
                <a:cubicBezTo>
                  <a:pt x="600" y="338"/>
                  <a:pt x="600" y="338"/>
                  <a:pt x="600" y="338"/>
                </a:cubicBezTo>
                <a:cubicBezTo>
                  <a:pt x="600" y="332"/>
                  <a:pt x="600" y="332"/>
                  <a:pt x="600" y="332"/>
                </a:cubicBezTo>
                <a:cubicBezTo>
                  <a:pt x="563" y="328"/>
                  <a:pt x="563" y="328"/>
                  <a:pt x="563" y="328"/>
                </a:cubicBezTo>
                <a:close/>
                <a:moveTo>
                  <a:pt x="575" y="293"/>
                </a:moveTo>
                <a:cubicBezTo>
                  <a:pt x="572" y="294"/>
                  <a:pt x="570" y="295"/>
                  <a:pt x="568" y="297"/>
                </a:cubicBezTo>
                <a:cubicBezTo>
                  <a:pt x="566" y="300"/>
                  <a:pt x="564" y="303"/>
                  <a:pt x="564" y="307"/>
                </a:cubicBezTo>
                <a:cubicBezTo>
                  <a:pt x="564" y="311"/>
                  <a:pt x="566" y="314"/>
                  <a:pt x="569" y="317"/>
                </a:cubicBezTo>
                <a:cubicBezTo>
                  <a:pt x="572" y="321"/>
                  <a:pt x="577" y="322"/>
                  <a:pt x="583" y="323"/>
                </a:cubicBezTo>
                <a:cubicBezTo>
                  <a:pt x="589" y="323"/>
                  <a:pt x="593" y="322"/>
                  <a:pt x="597" y="319"/>
                </a:cubicBezTo>
                <a:cubicBezTo>
                  <a:pt x="601" y="316"/>
                  <a:pt x="603" y="312"/>
                  <a:pt x="603" y="307"/>
                </a:cubicBezTo>
                <a:cubicBezTo>
                  <a:pt x="603" y="300"/>
                  <a:pt x="600" y="296"/>
                  <a:pt x="593" y="294"/>
                </a:cubicBezTo>
                <a:cubicBezTo>
                  <a:pt x="591" y="298"/>
                  <a:pt x="591" y="298"/>
                  <a:pt x="591" y="298"/>
                </a:cubicBezTo>
                <a:cubicBezTo>
                  <a:pt x="597" y="299"/>
                  <a:pt x="599" y="302"/>
                  <a:pt x="599" y="307"/>
                </a:cubicBezTo>
                <a:cubicBezTo>
                  <a:pt x="599" y="310"/>
                  <a:pt x="598" y="313"/>
                  <a:pt x="596" y="315"/>
                </a:cubicBezTo>
                <a:cubicBezTo>
                  <a:pt x="593" y="317"/>
                  <a:pt x="589" y="318"/>
                  <a:pt x="583" y="318"/>
                </a:cubicBezTo>
                <a:cubicBezTo>
                  <a:pt x="579" y="318"/>
                  <a:pt x="575" y="317"/>
                  <a:pt x="572" y="315"/>
                </a:cubicBezTo>
                <a:cubicBezTo>
                  <a:pt x="569" y="313"/>
                  <a:pt x="568" y="310"/>
                  <a:pt x="568" y="307"/>
                </a:cubicBezTo>
                <a:cubicBezTo>
                  <a:pt x="568" y="302"/>
                  <a:pt x="571" y="299"/>
                  <a:pt x="576" y="298"/>
                </a:cubicBezTo>
                <a:cubicBezTo>
                  <a:pt x="575" y="293"/>
                  <a:pt x="575" y="293"/>
                  <a:pt x="575" y="293"/>
                </a:cubicBezTo>
                <a:close/>
                <a:moveTo>
                  <a:pt x="564" y="263"/>
                </a:moveTo>
                <a:cubicBezTo>
                  <a:pt x="565" y="287"/>
                  <a:pt x="565" y="287"/>
                  <a:pt x="565" y="287"/>
                </a:cubicBezTo>
                <a:cubicBezTo>
                  <a:pt x="602" y="284"/>
                  <a:pt x="602" y="284"/>
                  <a:pt x="602" y="284"/>
                </a:cubicBezTo>
                <a:cubicBezTo>
                  <a:pt x="601" y="261"/>
                  <a:pt x="601" y="261"/>
                  <a:pt x="601" y="261"/>
                </a:cubicBezTo>
                <a:cubicBezTo>
                  <a:pt x="597" y="261"/>
                  <a:pt x="597" y="261"/>
                  <a:pt x="597" y="261"/>
                </a:cubicBezTo>
                <a:cubicBezTo>
                  <a:pt x="598" y="280"/>
                  <a:pt x="598" y="280"/>
                  <a:pt x="598" y="280"/>
                </a:cubicBezTo>
                <a:cubicBezTo>
                  <a:pt x="584" y="281"/>
                  <a:pt x="584" y="281"/>
                  <a:pt x="584" y="281"/>
                </a:cubicBezTo>
                <a:cubicBezTo>
                  <a:pt x="583" y="267"/>
                  <a:pt x="583" y="267"/>
                  <a:pt x="583" y="267"/>
                </a:cubicBezTo>
                <a:cubicBezTo>
                  <a:pt x="579" y="267"/>
                  <a:pt x="579" y="267"/>
                  <a:pt x="579" y="267"/>
                </a:cubicBezTo>
                <a:cubicBezTo>
                  <a:pt x="580" y="281"/>
                  <a:pt x="580" y="281"/>
                  <a:pt x="580" y="281"/>
                </a:cubicBezTo>
                <a:cubicBezTo>
                  <a:pt x="568" y="282"/>
                  <a:pt x="568" y="282"/>
                  <a:pt x="568" y="282"/>
                </a:cubicBezTo>
                <a:cubicBezTo>
                  <a:pt x="567" y="263"/>
                  <a:pt x="567" y="263"/>
                  <a:pt x="567" y="263"/>
                </a:cubicBezTo>
                <a:lnTo>
                  <a:pt x="564" y="263"/>
                </a:lnTo>
                <a:close/>
              </a:path>
            </a:pathLst>
          </a:custGeom>
          <a:solidFill>
            <a:srgbClr val="C1C1C3">
              <a:alpha val="5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cxnSp>
        <p:nvCxnSpPr>
          <p:cNvPr id="32" name="直接连接符 31"/>
          <p:cNvCxnSpPr/>
          <p:nvPr userDrawn="1"/>
        </p:nvCxnSpPr>
        <p:spPr>
          <a:xfrm>
            <a:off x="1987550" y="1268413"/>
            <a:ext cx="7556500" cy="0"/>
          </a:xfrm>
          <a:prstGeom prst="line">
            <a:avLst/>
          </a:prstGeom>
          <a:ln w="1905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 userDrawn="1"/>
        </p:nvSpPr>
        <p:spPr>
          <a:xfrm>
            <a:off x="1959372" y="623889"/>
            <a:ext cx="33218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solidFill>
                  <a:srgbClr val="20386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选题背景及意义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5"/>
                    </a14:imgEffect>
                    <a14:imgEffect>
                      <a14:colorTemperature colorTemp="6300"/>
                    </a14:imgEffect>
                    <a14:imgEffect>
                      <a14:sharpenSoften amount="-4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74" t="4359" r="1774" b="424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19051"/>
            <a:ext cx="12192000" cy="6857999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84000">
                <a:schemeClr val="bg1">
                  <a:alpha val="90000"/>
                  <a:lumMod val="95000"/>
                </a:schemeClr>
              </a:gs>
            </a:gsLst>
            <a:lin ang="16200000" scaled="1"/>
            <a:tileRect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1692274" y="9524"/>
            <a:ext cx="10499725" cy="68675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0" y="0"/>
            <a:ext cx="1692275" cy="6858000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graphicFrame>
        <p:nvGraphicFramePr>
          <p:cNvPr id="12" name="表格 11"/>
          <p:cNvGraphicFramePr>
            <a:graphicFrameLocks noGrp="1"/>
          </p:cNvGraphicFramePr>
          <p:nvPr userDrawn="1"/>
        </p:nvGraphicFramePr>
        <p:xfrm>
          <a:off x="0" y="1268413"/>
          <a:ext cx="1692275" cy="396081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92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9216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绪论</a:t>
                      </a:r>
                    </a:p>
                  </a:txBody>
                  <a:tcPr marL="91472" marR="91472" marT="45729" marB="4572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2162">
                <a:tc>
                  <a:txBody>
                    <a:bodyPr/>
                    <a:lstStyle/>
                    <a:p>
                      <a:pPr algn="ctr"/>
                      <a:endParaRPr lang="zh-CN" altLang="en-US" sz="1600" b="0">
                        <a:solidFill>
                          <a:schemeClr val="accent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72" marR="91472" marT="45729" marB="4572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16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关键技术与难点</a:t>
                      </a:r>
                    </a:p>
                  </a:txBody>
                  <a:tcPr marL="91472" marR="91472" marT="45729" marB="4572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16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研究成果与应用</a:t>
                      </a:r>
                    </a:p>
                  </a:txBody>
                  <a:tcPr marL="91472" marR="91472" marT="45729" marB="4572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216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论文总结</a:t>
                      </a:r>
                      <a:endParaRPr lang="en-US" altLang="zh-CN" sz="1600">
                        <a:solidFill>
                          <a:schemeClr val="accent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72" marR="91472" marT="45729" marB="4572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3" name="组合 12"/>
          <p:cNvGrpSpPr/>
          <p:nvPr userDrawn="1"/>
        </p:nvGrpSpPr>
        <p:grpSpPr>
          <a:xfrm>
            <a:off x="47625" y="337367"/>
            <a:ext cx="1693999" cy="608785"/>
            <a:chOff x="10010007" y="372206"/>
            <a:chExt cx="1693999" cy="608785"/>
          </a:xfrm>
        </p:grpSpPr>
        <p:grpSp>
          <p:nvGrpSpPr>
            <p:cNvPr id="14" name="组合 13"/>
            <p:cNvGrpSpPr/>
            <p:nvPr/>
          </p:nvGrpSpPr>
          <p:grpSpPr>
            <a:xfrm>
              <a:off x="10010007" y="372206"/>
              <a:ext cx="623848" cy="608316"/>
              <a:chOff x="4391057" y="3538897"/>
              <a:chExt cx="1530350" cy="1492250"/>
            </a:xfrm>
          </p:grpSpPr>
          <p:sp>
            <p:nvSpPr>
              <p:cNvPr id="23" name="Freeform 6"/>
              <p:cNvSpPr/>
              <p:nvPr/>
            </p:nvSpPr>
            <p:spPr bwMode="auto">
              <a:xfrm>
                <a:off x="4545045" y="3700822"/>
                <a:ext cx="1225550" cy="1182688"/>
              </a:xfrm>
              <a:custGeom>
                <a:avLst/>
                <a:gdLst>
                  <a:gd name="T0" fmla="*/ 248 w 496"/>
                  <a:gd name="T1" fmla="*/ 0 h 479"/>
                  <a:gd name="T2" fmla="*/ 423 w 496"/>
                  <a:gd name="T3" fmla="*/ 70 h 479"/>
                  <a:gd name="T4" fmla="*/ 496 w 496"/>
                  <a:gd name="T5" fmla="*/ 240 h 479"/>
                  <a:gd name="T6" fmla="*/ 423 w 496"/>
                  <a:gd name="T7" fmla="*/ 409 h 479"/>
                  <a:gd name="T8" fmla="*/ 248 w 496"/>
                  <a:gd name="T9" fmla="*/ 479 h 479"/>
                  <a:gd name="T10" fmla="*/ 72 w 496"/>
                  <a:gd name="T11" fmla="*/ 409 h 479"/>
                  <a:gd name="T12" fmla="*/ 0 w 496"/>
                  <a:gd name="T13" fmla="*/ 240 h 479"/>
                  <a:gd name="T14" fmla="*/ 72 w 496"/>
                  <a:gd name="T15" fmla="*/ 70 h 479"/>
                  <a:gd name="T16" fmla="*/ 248 w 496"/>
                  <a:gd name="T17" fmla="*/ 0 h 4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96" h="479">
                    <a:moveTo>
                      <a:pt x="248" y="0"/>
                    </a:moveTo>
                    <a:cubicBezTo>
                      <a:pt x="316" y="0"/>
                      <a:pt x="378" y="27"/>
                      <a:pt x="423" y="70"/>
                    </a:cubicBezTo>
                    <a:cubicBezTo>
                      <a:pt x="468" y="114"/>
                      <a:pt x="496" y="173"/>
                      <a:pt x="496" y="240"/>
                    </a:cubicBezTo>
                    <a:cubicBezTo>
                      <a:pt x="496" y="306"/>
                      <a:pt x="468" y="366"/>
                      <a:pt x="423" y="409"/>
                    </a:cubicBezTo>
                    <a:cubicBezTo>
                      <a:pt x="378" y="452"/>
                      <a:pt x="316" y="479"/>
                      <a:pt x="248" y="479"/>
                    </a:cubicBezTo>
                    <a:cubicBezTo>
                      <a:pt x="179" y="479"/>
                      <a:pt x="117" y="452"/>
                      <a:pt x="72" y="409"/>
                    </a:cubicBezTo>
                    <a:cubicBezTo>
                      <a:pt x="27" y="366"/>
                      <a:pt x="0" y="306"/>
                      <a:pt x="0" y="240"/>
                    </a:cubicBezTo>
                    <a:cubicBezTo>
                      <a:pt x="0" y="173"/>
                      <a:pt x="27" y="114"/>
                      <a:pt x="72" y="70"/>
                    </a:cubicBezTo>
                    <a:cubicBezTo>
                      <a:pt x="117" y="27"/>
                      <a:pt x="179" y="0"/>
                      <a:pt x="248" y="0"/>
                    </a:cubicBezTo>
                    <a:close/>
                  </a:path>
                </a:pathLst>
              </a:custGeom>
              <a:solidFill>
                <a:srgbClr val="0062A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" name="Freeform 7"/>
              <p:cNvSpPr>
                <a:spLocks noEditPoints="1"/>
              </p:cNvSpPr>
              <p:nvPr/>
            </p:nvSpPr>
            <p:spPr bwMode="auto">
              <a:xfrm>
                <a:off x="4435507" y="4092935"/>
                <a:ext cx="1446213" cy="898525"/>
              </a:xfrm>
              <a:custGeom>
                <a:avLst/>
                <a:gdLst>
                  <a:gd name="T0" fmla="*/ 557 w 585"/>
                  <a:gd name="T1" fmla="*/ 16 h 364"/>
                  <a:gd name="T2" fmla="*/ 572 w 585"/>
                  <a:gd name="T3" fmla="*/ 26 h 364"/>
                  <a:gd name="T4" fmla="*/ 561 w 585"/>
                  <a:gd name="T5" fmla="*/ 15 h 364"/>
                  <a:gd name="T6" fmla="*/ 540 w 585"/>
                  <a:gd name="T7" fmla="*/ 136 h 364"/>
                  <a:gd name="T8" fmla="*/ 568 w 585"/>
                  <a:gd name="T9" fmla="*/ 163 h 364"/>
                  <a:gd name="T10" fmla="*/ 529 w 585"/>
                  <a:gd name="T11" fmla="*/ 171 h 364"/>
                  <a:gd name="T12" fmla="*/ 523 w 585"/>
                  <a:gd name="T13" fmla="*/ 200 h 364"/>
                  <a:gd name="T14" fmla="*/ 543 w 585"/>
                  <a:gd name="T15" fmla="*/ 215 h 364"/>
                  <a:gd name="T16" fmla="*/ 30 w 585"/>
                  <a:gd name="T17" fmla="*/ 29 h 364"/>
                  <a:gd name="T18" fmla="*/ 14 w 585"/>
                  <a:gd name="T19" fmla="*/ 30 h 364"/>
                  <a:gd name="T20" fmla="*/ 30 w 585"/>
                  <a:gd name="T21" fmla="*/ 33 h 364"/>
                  <a:gd name="T22" fmla="*/ 2 w 585"/>
                  <a:gd name="T23" fmla="*/ 38 h 364"/>
                  <a:gd name="T24" fmla="*/ 38 w 585"/>
                  <a:gd name="T25" fmla="*/ 81 h 364"/>
                  <a:gd name="T26" fmla="*/ 2 w 585"/>
                  <a:gd name="T27" fmla="*/ 114 h 364"/>
                  <a:gd name="T28" fmla="*/ 1 w 585"/>
                  <a:gd name="T29" fmla="*/ 93 h 364"/>
                  <a:gd name="T30" fmla="*/ 20 w 585"/>
                  <a:gd name="T31" fmla="*/ 115 h 364"/>
                  <a:gd name="T32" fmla="*/ 31 w 585"/>
                  <a:gd name="T33" fmla="*/ 134 h 364"/>
                  <a:gd name="T34" fmla="*/ 18 w 585"/>
                  <a:gd name="T35" fmla="*/ 134 h 364"/>
                  <a:gd name="T36" fmla="*/ 42 w 585"/>
                  <a:gd name="T37" fmla="*/ 220 h 364"/>
                  <a:gd name="T38" fmla="*/ 38 w 585"/>
                  <a:gd name="T39" fmla="*/ 211 h 364"/>
                  <a:gd name="T40" fmla="*/ 65 w 585"/>
                  <a:gd name="T41" fmla="*/ 251 h 364"/>
                  <a:gd name="T42" fmla="*/ 49 w 585"/>
                  <a:gd name="T43" fmla="*/ 239 h 364"/>
                  <a:gd name="T44" fmla="*/ 63 w 585"/>
                  <a:gd name="T45" fmla="*/ 257 h 364"/>
                  <a:gd name="T46" fmla="*/ 128 w 585"/>
                  <a:gd name="T47" fmla="*/ 268 h 364"/>
                  <a:gd name="T48" fmla="*/ 95 w 585"/>
                  <a:gd name="T49" fmla="*/ 283 h 364"/>
                  <a:gd name="T50" fmla="*/ 132 w 585"/>
                  <a:gd name="T51" fmla="*/ 272 h 364"/>
                  <a:gd name="T52" fmla="*/ 138 w 585"/>
                  <a:gd name="T53" fmla="*/ 296 h 364"/>
                  <a:gd name="T54" fmla="*/ 159 w 585"/>
                  <a:gd name="T55" fmla="*/ 311 h 364"/>
                  <a:gd name="T56" fmla="*/ 174 w 585"/>
                  <a:gd name="T57" fmla="*/ 311 h 364"/>
                  <a:gd name="T58" fmla="*/ 163 w 585"/>
                  <a:gd name="T59" fmla="*/ 316 h 364"/>
                  <a:gd name="T60" fmla="*/ 190 w 585"/>
                  <a:gd name="T61" fmla="*/ 308 h 364"/>
                  <a:gd name="T62" fmla="*/ 193 w 585"/>
                  <a:gd name="T63" fmla="*/ 342 h 364"/>
                  <a:gd name="T64" fmla="*/ 194 w 585"/>
                  <a:gd name="T65" fmla="*/ 346 h 364"/>
                  <a:gd name="T66" fmla="*/ 191 w 585"/>
                  <a:gd name="T67" fmla="*/ 312 h 364"/>
                  <a:gd name="T68" fmla="*/ 218 w 585"/>
                  <a:gd name="T69" fmla="*/ 318 h 364"/>
                  <a:gd name="T70" fmla="*/ 238 w 585"/>
                  <a:gd name="T71" fmla="*/ 326 h 364"/>
                  <a:gd name="T72" fmla="*/ 268 w 585"/>
                  <a:gd name="T73" fmla="*/ 364 h 364"/>
                  <a:gd name="T74" fmla="*/ 273 w 585"/>
                  <a:gd name="T75" fmla="*/ 343 h 364"/>
                  <a:gd name="T76" fmla="*/ 338 w 585"/>
                  <a:gd name="T77" fmla="*/ 354 h 364"/>
                  <a:gd name="T78" fmla="*/ 351 w 585"/>
                  <a:gd name="T79" fmla="*/ 325 h 364"/>
                  <a:gd name="T80" fmla="*/ 338 w 585"/>
                  <a:gd name="T81" fmla="*/ 322 h 364"/>
                  <a:gd name="T82" fmla="*/ 371 w 585"/>
                  <a:gd name="T83" fmla="*/ 336 h 364"/>
                  <a:gd name="T84" fmla="*/ 431 w 585"/>
                  <a:gd name="T85" fmla="*/ 291 h 364"/>
                  <a:gd name="T86" fmla="*/ 442 w 585"/>
                  <a:gd name="T87" fmla="*/ 307 h 364"/>
                  <a:gd name="T88" fmla="*/ 451 w 585"/>
                  <a:gd name="T89" fmla="*/ 320 h 364"/>
                  <a:gd name="T90" fmla="*/ 466 w 585"/>
                  <a:gd name="T91" fmla="*/ 260 h 364"/>
                  <a:gd name="T92" fmla="*/ 475 w 585"/>
                  <a:gd name="T93" fmla="*/ 277 h 364"/>
                  <a:gd name="T94" fmla="*/ 490 w 585"/>
                  <a:gd name="T95" fmla="*/ 244 h 364"/>
                  <a:gd name="T96" fmla="*/ 483 w 585"/>
                  <a:gd name="T97" fmla="*/ 247 h 364"/>
                  <a:gd name="T98" fmla="*/ 484 w 585"/>
                  <a:gd name="T99" fmla="*/ 269 h 364"/>
                  <a:gd name="T100" fmla="*/ 510 w 585"/>
                  <a:gd name="T101" fmla="*/ 236 h 364"/>
                  <a:gd name="T102" fmla="*/ 527 w 585"/>
                  <a:gd name="T103" fmla="*/ 242 h 364"/>
                  <a:gd name="T104" fmla="*/ 526 w 585"/>
                  <a:gd name="T105" fmla="*/ 222 h 364"/>
                  <a:gd name="T106" fmla="*/ 514 w 585"/>
                  <a:gd name="T107" fmla="*/ 218 h 364"/>
                  <a:gd name="T108" fmla="*/ 546 w 585"/>
                  <a:gd name="T109" fmla="*/ 127 h 364"/>
                  <a:gd name="T110" fmla="*/ 564 w 585"/>
                  <a:gd name="T111" fmla="*/ 115 h 364"/>
                  <a:gd name="T112" fmla="*/ 557 w 585"/>
                  <a:gd name="T113" fmla="*/ 68 h 364"/>
                  <a:gd name="T114" fmla="*/ 573 w 585"/>
                  <a:gd name="T115" fmla="*/ 73 h 364"/>
                  <a:gd name="T116" fmla="*/ 549 w 585"/>
                  <a:gd name="T117" fmla="*/ 72 h 364"/>
                  <a:gd name="T118" fmla="*/ 565 w 585"/>
                  <a:gd name="T119" fmla="*/ 42 h 364"/>
                  <a:gd name="T120" fmla="*/ 545 w 585"/>
                  <a:gd name="T121" fmla="*/ 38 h 3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585" h="364">
                    <a:moveTo>
                      <a:pt x="546" y="6"/>
                    </a:moveTo>
                    <a:cubicBezTo>
                      <a:pt x="548" y="10"/>
                      <a:pt x="548" y="10"/>
                      <a:pt x="548" y="10"/>
                    </a:cubicBezTo>
                    <a:cubicBezTo>
                      <a:pt x="544" y="12"/>
                      <a:pt x="543" y="15"/>
                      <a:pt x="544" y="19"/>
                    </a:cubicBezTo>
                    <a:cubicBezTo>
                      <a:pt x="544" y="22"/>
                      <a:pt x="545" y="23"/>
                      <a:pt x="547" y="24"/>
                    </a:cubicBezTo>
                    <a:cubicBezTo>
                      <a:pt x="548" y="25"/>
                      <a:pt x="550" y="25"/>
                      <a:pt x="551" y="25"/>
                    </a:cubicBezTo>
                    <a:cubicBezTo>
                      <a:pt x="553" y="25"/>
                      <a:pt x="555" y="24"/>
                      <a:pt x="556" y="22"/>
                    </a:cubicBezTo>
                    <a:cubicBezTo>
                      <a:pt x="556" y="21"/>
                      <a:pt x="557" y="19"/>
                      <a:pt x="557" y="16"/>
                    </a:cubicBezTo>
                    <a:cubicBezTo>
                      <a:pt x="557" y="14"/>
                      <a:pt x="557" y="14"/>
                      <a:pt x="557" y="14"/>
                    </a:cubicBezTo>
                    <a:cubicBezTo>
                      <a:pt x="557" y="10"/>
                      <a:pt x="558" y="6"/>
                      <a:pt x="559" y="4"/>
                    </a:cubicBezTo>
                    <a:cubicBezTo>
                      <a:pt x="560" y="3"/>
                      <a:pt x="562" y="2"/>
                      <a:pt x="565" y="1"/>
                    </a:cubicBezTo>
                    <a:cubicBezTo>
                      <a:pt x="568" y="0"/>
                      <a:pt x="571" y="1"/>
                      <a:pt x="573" y="3"/>
                    </a:cubicBezTo>
                    <a:cubicBezTo>
                      <a:pt x="576" y="5"/>
                      <a:pt x="577" y="7"/>
                      <a:pt x="578" y="11"/>
                    </a:cubicBezTo>
                    <a:cubicBezTo>
                      <a:pt x="579" y="15"/>
                      <a:pt x="579" y="18"/>
                      <a:pt x="577" y="21"/>
                    </a:cubicBezTo>
                    <a:cubicBezTo>
                      <a:pt x="576" y="23"/>
                      <a:pt x="574" y="25"/>
                      <a:pt x="572" y="26"/>
                    </a:cubicBezTo>
                    <a:cubicBezTo>
                      <a:pt x="569" y="22"/>
                      <a:pt x="569" y="22"/>
                      <a:pt x="569" y="22"/>
                    </a:cubicBezTo>
                    <a:cubicBezTo>
                      <a:pt x="572" y="21"/>
                      <a:pt x="573" y="20"/>
                      <a:pt x="574" y="18"/>
                    </a:cubicBezTo>
                    <a:cubicBezTo>
                      <a:pt x="575" y="16"/>
                      <a:pt x="575" y="14"/>
                      <a:pt x="574" y="12"/>
                    </a:cubicBezTo>
                    <a:cubicBezTo>
                      <a:pt x="574" y="9"/>
                      <a:pt x="573" y="7"/>
                      <a:pt x="571" y="6"/>
                    </a:cubicBezTo>
                    <a:cubicBezTo>
                      <a:pt x="570" y="5"/>
                      <a:pt x="568" y="5"/>
                      <a:pt x="566" y="5"/>
                    </a:cubicBezTo>
                    <a:cubicBezTo>
                      <a:pt x="564" y="6"/>
                      <a:pt x="563" y="7"/>
                      <a:pt x="562" y="8"/>
                    </a:cubicBezTo>
                    <a:cubicBezTo>
                      <a:pt x="561" y="10"/>
                      <a:pt x="561" y="12"/>
                      <a:pt x="561" y="15"/>
                    </a:cubicBezTo>
                    <a:cubicBezTo>
                      <a:pt x="561" y="17"/>
                      <a:pt x="561" y="17"/>
                      <a:pt x="561" y="17"/>
                    </a:cubicBezTo>
                    <a:cubicBezTo>
                      <a:pt x="561" y="21"/>
                      <a:pt x="560" y="24"/>
                      <a:pt x="558" y="26"/>
                    </a:cubicBezTo>
                    <a:cubicBezTo>
                      <a:pt x="557" y="28"/>
                      <a:pt x="555" y="29"/>
                      <a:pt x="553" y="29"/>
                    </a:cubicBezTo>
                    <a:cubicBezTo>
                      <a:pt x="550" y="30"/>
                      <a:pt x="547" y="29"/>
                      <a:pt x="545" y="28"/>
                    </a:cubicBezTo>
                    <a:cubicBezTo>
                      <a:pt x="543" y="26"/>
                      <a:pt x="541" y="23"/>
                      <a:pt x="540" y="20"/>
                    </a:cubicBezTo>
                    <a:cubicBezTo>
                      <a:pt x="539" y="14"/>
                      <a:pt x="541" y="9"/>
                      <a:pt x="546" y="6"/>
                    </a:cubicBezTo>
                    <a:close/>
                    <a:moveTo>
                      <a:pt x="540" y="136"/>
                    </a:moveTo>
                    <a:cubicBezTo>
                      <a:pt x="543" y="137"/>
                      <a:pt x="543" y="137"/>
                      <a:pt x="543" y="137"/>
                    </a:cubicBezTo>
                    <a:cubicBezTo>
                      <a:pt x="539" y="156"/>
                      <a:pt x="539" y="156"/>
                      <a:pt x="539" y="156"/>
                    </a:cubicBezTo>
                    <a:cubicBezTo>
                      <a:pt x="551" y="158"/>
                      <a:pt x="551" y="158"/>
                      <a:pt x="551" y="158"/>
                    </a:cubicBezTo>
                    <a:cubicBezTo>
                      <a:pt x="554" y="144"/>
                      <a:pt x="554" y="144"/>
                      <a:pt x="554" y="144"/>
                    </a:cubicBezTo>
                    <a:cubicBezTo>
                      <a:pt x="558" y="145"/>
                      <a:pt x="558" y="145"/>
                      <a:pt x="558" y="145"/>
                    </a:cubicBezTo>
                    <a:cubicBezTo>
                      <a:pt x="554" y="159"/>
                      <a:pt x="554" y="159"/>
                      <a:pt x="554" y="159"/>
                    </a:cubicBezTo>
                    <a:cubicBezTo>
                      <a:pt x="568" y="163"/>
                      <a:pt x="568" y="163"/>
                      <a:pt x="568" y="163"/>
                    </a:cubicBezTo>
                    <a:cubicBezTo>
                      <a:pt x="573" y="144"/>
                      <a:pt x="573" y="144"/>
                      <a:pt x="573" y="144"/>
                    </a:cubicBezTo>
                    <a:cubicBezTo>
                      <a:pt x="576" y="144"/>
                      <a:pt x="576" y="144"/>
                      <a:pt x="576" y="144"/>
                    </a:cubicBezTo>
                    <a:cubicBezTo>
                      <a:pt x="571" y="168"/>
                      <a:pt x="571" y="168"/>
                      <a:pt x="571" y="168"/>
                    </a:cubicBezTo>
                    <a:cubicBezTo>
                      <a:pt x="535" y="159"/>
                      <a:pt x="535" y="159"/>
                      <a:pt x="535" y="159"/>
                    </a:cubicBezTo>
                    <a:cubicBezTo>
                      <a:pt x="540" y="136"/>
                      <a:pt x="540" y="136"/>
                      <a:pt x="540" y="136"/>
                    </a:cubicBezTo>
                    <a:close/>
                    <a:moveTo>
                      <a:pt x="530" y="167"/>
                    </a:moveTo>
                    <a:cubicBezTo>
                      <a:pt x="529" y="171"/>
                      <a:pt x="529" y="171"/>
                      <a:pt x="529" y="171"/>
                    </a:cubicBezTo>
                    <a:cubicBezTo>
                      <a:pt x="563" y="185"/>
                      <a:pt x="563" y="185"/>
                      <a:pt x="563" y="185"/>
                    </a:cubicBezTo>
                    <a:cubicBezTo>
                      <a:pt x="565" y="180"/>
                      <a:pt x="565" y="180"/>
                      <a:pt x="565" y="180"/>
                    </a:cubicBezTo>
                    <a:cubicBezTo>
                      <a:pt x="530" y="167"/>
                      <a:pt x="530" y="167"/>
                      <a:pt x="530" y="167"/>
                    </a:cubicBezTo>
                    <a:close/>
                    <a:moveTo>
                      <a:pt x="535" y="182"/>
                    </a:moveTo>
                    <a:cubicBezTo>
                      <a:pt x="534" y="187"/>
                      <a:pt x="534" y="187"/>
                      <a:pt x="534" y="187"/>
                    </a:cubicBezTo>
                    <a:cubicBezTo>
                      <a:pt x="529" y="185"/>
                      <a:pt x="525" y="187"/>
                      <a:pt x="523" y="191"/>
                    </a:cubicBezTo>
                    <a:cubicBezTo>
                      <a:pt x="521" y="194"/>
                      <a:pt x="521" y="197"/>
                      <a:pt x="523" y="200"/>
                    </a:cubicBezTo>
                    <a:cubicBezTo>
                      <a:pt x="525" y="203"/>
                      <a:pt x="528" y="206"/>
                      <a:pt x="532" y="208"/>
                    </a:cubicBezTo>
                    <a:cubicBezTo>
                      <a:pt x="537" y="210"/>
                      <a:pt x="541" y="211"/>
                      <a:pt x="544" y="211"/>
                    </a:cubicBezTo>
                    <a:cubicBezTo>
                      <a:pt x="547" y="210"/>
                      <a:pt x="549" y="208"/>
                      <a:pt x="551" y="206"/>
                    </a:cubicBezTo>
                    <a:cubicBezTo>
                      <a:pt x="553" y="201"/>
                      <a:pt x="552" y="197"/>
                      <a:pt x="548" y="193"/>
                    </a:cubicBezTo>
                    <a:cubicBezTo>
                      <a:pt x="551" y="190"/>
                      <a:pt x="551" y="190"/>
                      <a:pt x="551" y="190"/>
                    </a:cubicBezTo>
                    <a:cubicBezTo>
                      <a:pt x="556" y="195"/>
                      <a:pt x="557" y="201"/>
                      <a:pt x="554" y="207"/>
                    </a:cubicBezTo>
                    <a:cubicBezTo>
                      <a:pt x="552" y="212"/>
                      <a:pt x="548" y="214"/>
                      <a:pt x="543" y="215"/>
                    </a:cubicBezTo>
                    <a:cubicBezTo>
                      <a:pt x="539" y="216"/>
                      <a:pt x="535" y="215"/>
                      <a:pt x="530" y="212"/>
                    </a:cubicBezTo>
                    <a:cubicBezTo>
                      <a:pt x="524" y="209"/>
                      <a:pt x="520" y="205"/>
                      <a:pt x="519" y="201"/>
                    </a:cubicBezTo>
                    <a:cubicBezTo>
                      <a:pt x="517" y="197"/>
                      <a:pt x="518" y="193"/>
                      <a:pt x="520" y="189"/>
                    </a:cubicBezTo>
                    <a:cubicBezTo>
                      <a:pt x="521" y="186"/>
                      <a:pt x="524" y="184"/>
                      <a:pt x="527" y="183"/>
                    </a:cubicBezTo>
                    <a:cubicBezTo>
                      <a:pt x="529" y="182"/>
                      <a:pt x="532" y="182"/>
                      <a:pt x="535" y="182"/>
                    </a:cubicBezTo>
                    <a:close/>
                    <a:moveTo>
                      <a:pt x="30" y="33"/>
                    </a:moveTo>
                    <a:cubicBezTo>
                      <a:pt x="30" y="29"/>
                      <a:pt x="30" y="29"/>
                      <a:pt x="30" y="29"/>
                    </a:cubicBezTo>
                    <a:cubicBezTo>
                      <a:pt x="35" y="29"/>
                      <a:pt x="38" y="26"/>
                      <a:pt x="39" y="22"/>
                    </a:cubicBezTo>
                    <a:cubicBezTo>
                      <a:pt x="40" y="18"/>
                      <a:pt x="39" y="15"/>
                      <a:pt x="37" y="13"/>
                    </a:cubicBezTo>
                    <a:cubicBezTo>
                      <a:pt x="35" y="10"/>
                      <a:pt x="32" y="9"/>
                      <a:pt x="27" y="8"/>
                    </a:cubicBezTo>
                    <a:cubicBezTo>
                      <a:pt x="22" y="6"/>
                      <a:pt x="18" y="7"/>
                      <a:pt x="15" y="8"/>
                    </a:cubicBezTo>
                    <a:cubicBezTo>
                      <a:pt x="12" y="10"/>
                      <a:pt x="11" y="12"/>
                      <a:pt x="10" y="15"/>
                    </a:cubicBezTo>
                    <a:cubicBezTo>
                      <a:pt x="9" y="20"/>
                      <a:pt x="11" y="23"/>
                      <a:pt x="16" y="26"/>
                    </a:cubicBezTo>
                    <a:cubicBezTo>
                      <a:pt x="14" y="30"/>
                      <a:pt x="14" y="30"/>
                      <a:pt x="14" y="30"/>
                    </a:cubicBezTo>
                    <a:cubicBezTo>
                      <a:pt x="7" y="26"/>
                      <a:pt x="5" y="21"/>
                      <a:pt x="7" y="14"/>
                    </a:cubicBezTo>
                    <a:cubicBezTo>
                      <a:pt x="8" y="9"/>
                      <a:pt x="10" y="6"/>
                      <a:pt x="15" y="4"/>
                    </a:cubicBezTo>
                    <a:cubicBezTo>
                      <a:pt x="18" y="2"/>
                      <a:pt x="23" y="2"/>
                      <a:pt x="28" y="3"/>
                    </a:cubicBezTo>
                    <a:cubicBezTo>
                      <a:pt x="34" y="4"/>
                      <a:pt x="38" y="7"/>
                      <a:pt x="41" y="11"/>
                    </a:cubicBezTo>
                    <a:cubicBezTo>
                      <a:pt x="43" y="15"/>
                      <a:pt x="44" y="18"/>
                      <a:pt x="43" y="23"/>
                    </a:cubicBezTo>
                    <a:cubicBezTo>
                      <a:pt x="42" y="26"/>
                      <a:pt x="40" y="29"/>
                      <a:pt x="38" y="31"/>
                    </a:cubicBezTo>
                    <a:cubicBezTo>
                      <a:pt x="36" y="32"/>
                      <a:pt x="33" y="33"/>
                      <a:pt x="30" y="33"/>
                    </a:cubicBezTo>
                    <a:close/>
                    <a:moveTo>
                      <a:pt x="38" y="67"/>
                    </a:moveTo>
                    <a:cubicBezTo>
                      <a:pt x="0" y="65"/>
                      <a:pt x="0" y="65"/>
                      <a:pt x="0" y="65"/>
                    </a:cubicBezTo>
                    <a:cubicBezTo>
                      <a:pt x="1" y="61"/>
                      <a:pt x="1" y="61"/>
                      <a:pt x="1" y="61"/>
                    </a:cubicBezTo>
                    <a:cubicBezTo>
                      <a:pt x="18" y="62"/>
                      <a:pt x="18" y="62"/>
                      <a:pt x="18" y="62"/>
                    </a:cubicBezTo>
                    <a:cubicBezTo>
                      <a:pt x="19" y="43"/>
                      <a:pt x="19" y="43"/>
                      <a:pt x="19" y="43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2" y="38"/>
                      <a:pt x="2" y="38"/>
                      <a:pt x="2" y="38"/>
                    </a:cubicBezTo>
                    <a:cubicBezTo>
                      <a:pt x="39" y="40"/>
                      <a:pt x="39" y="40"/>
                      <a:pt x="39" y="40"/>
                    </a:cubicBezTo>
                    <a:cubicBezTo>
                      <a:pt x="39" y="44"/>
                      <a:pt x="39" y="44"/>
                      <a:pt x="39" y="44"/>
                    </a:cubicBezTo>
                    <a:cubicBezTo>
                      <a:pt x="23" y="44"/>
                      <a:pt x="23" y="44"/>
                      <a:pt x="23" y="44"/>
                    </a:cubicBezTo>
                    <a:cubicBezTo>
                      <a:pt x="22" y="62"/>
                      <a:pt x="22" y="62"/>
                      <a:pt x="22" y="62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7"/>
                      <a:pt x="38" y="67"/>
                      <a:pt x="38" y="67"/>
                    </a:cubicBezTo>
                    <a:close/>
                    <a:moveTo>
                      <a:pt x="38" y="81"/>
                    </a:moveTo>
                    <a:cubicBezTo>
                      <a:pt x="0" y="82"/>
                      <a:pt x="0" y="82"/>
                      <a:pt x="0" y="82"/>
                    </a:cubicBezTo>
                    <a:cubicBezTo>
                      <a:pt x="0" y="77"/>
                      <a:pt x="0" y="77"/>
                      <a:pt x="0" y="77"/>
                    </a:cubicBezTo>
                    <a:cubicBezTo>
                      <a:pt x="38" y="76"/>
                      <a:pt x="38" y="76"/>
                      <a:pt x="38" y="76"/>
                    </a:cubicBezTo>
                    <a:cubicBezTo>
                      <a:pt x="38" y="81"/>
                      <a:pt x="38" y="81"/>
                      <a:pt x="38" y="81"/>
                    </a:cubicBezTo>
                    <a:close/>
                    <a:moveTo>
                      <a:pt x="40" y="117"/>
                    </a:moveTo>
                    <a:cubicBezTo>
                      <a:pt x="3" y="120"/>
                      <a:pt x="3" y="120"/>
                      <a:pt x="3" y="120"/>
                    </a:cubicBezTo>
                    <a:cubicBezTo>
                      <a:pt x="2" y="114"/>
                      <a:pt x="2" y="114"/>
                      <a:pt x="2" y="114"/>
                    </a:cubicBezTo>
                    <a:cubicBezTo>
                      <a:pt x="24" y="101"/>
                      <a:pt x="24" y="101"/>
                      <a:pt x="24" y="101"/>
                    </a:cubicBezTo>
                    <a:cubicBezTo>
                      <a:pt x="24" y="101"/>
                      <a:pt x="28" y="99"/>
                      <a:pt x="34" y="95"/>
                    </a:cubicBezTo>
                    <a:cubicBezTo>
                      <a:pt x="34" y="94"/>
                      <a:pt x="34" y="94"/>
                      <a:pt x="34" y="94"/>
                    </a:cubicBezTo>
                    <a:cubicBezTo>
                      <a:pt x="34" y="94"/>
                      <a:pt x="31" y="95"/>
                      <a:pt x="28" y="95"/>
                    </a:cubicBezTo>
                    <a:cubicBezTo>
                      <a:pt x="26" y="95"/>
                      <a:pt x="24" y="95"/>
                      <a:pt x="22" y="95"/>
                    </a:cubicBezTo>
                    <a:cubicBezTo>
                      <a:pt x="1" y="97"/>
                      <a:pt x="1" y="97"/>
                      <a:pt x="1" y="97"/>
                    </a:cubicBezTo>
                    <a:cubicBezTo>
                      <a:pt x="1" y="93"/>
                      <a:pt x="1" y="93"/>
                      <a:pt x="1" y="93"/>
                    </a:cubicBezTo>
                    <a:cubicBezTo>
                      <a:pt x="38" y="90"/>
                      <a:pt x="38" y="90"/>
                      <a:pt x="38" y="90"/>
                    </a:cubicBezTo>
                    <a:cubicBezTo>
                      <a:pt x="38" y="97"/>
                      <a:pt x="38" y="97"/>
                      <a:pt x="38" y="97"/>
                    </a:cubicBezTo>
                    <a:cubicBezTo>
                      <a:pt x="18" y="109"/>
                      <a:pt x="18" y="109"/>
                      <a:pt x="18" y="109"/>
                    </a:cubicBezTo>
                    <a:cubicBezTo>
                      <a:pt x="17" y="110"/>
                      <a:pt x="15" y="111"/>
                      <a:pt x="13" y="112"/>
                    </a:cubicBezTo>
                    <a:cubicBezTo>
                      <a:pt x="10" y="114"/>
                      <a:pt x="8" y="115"/>
                      <a:pt x="8" y="115"/>
                    </a:cubicBezTo>
                    <a:cubicBezTo>
                      <a:pt x="8" y="116"/>
                      <a:pt x="8" y="116"/>
                      <a:pt x="8" y="116"/>
                    </a:cubicBezTo>
                    <a:cubicBezTo>
                      <a:pt x="15" y="115"/>
                      <a:pt x="19" y="115"/>
                      <a:pt x="20" y="115"/>
                    </a:cubicBezTo>
                    <a:cubicBezTo>
                      <a:pt x="40" y="113"/>
                      <a:pt x="40" y="113"/>
                      <a:pt x="40" y="113"/>
                    </a:cubicBezTo>
                    <a:cubicBezTo>
                      <a:pt x="40" y="117"/>
                      <a:pt x="40" y="117"/>
                      <a:pt x="40" y="117"/>
                    </a:cubicBezTo>
                    <a:close/>
                    <a:moveTo>
                      <a:pt x="24" y="145"/>
                    </a:moveTo>
                    <a:cubicBezTo>
                      <a:pt x="32" y="140"/>
                      <a:pt x="32" y="140"/>
                      <a:pt x="32" y="140"/>
                    </a:cubicBezTo>
                    <a:cubicBezTo>
                      <a:pt x="35" y="139"/>
                      <a:pt x="37" y="137"/>
                      <a:pt x="41" y="136"/>
                    </a:cubicBezTo>
                    <a:cubicBezTo>
                      <a:pt x="41" y="135"/>
                      <a:pt x="41" y="135"/>
                      <a:pt x="41" y="135"/>
                    </a:cubicBezTo>
                    <a:cubicBezTo>
                      <a:pt x="37" y="135"/>
                      <a:pt x="34" y="135"/>
                      <a:pt x="31" y="134"/>
                    </a:cubicBezTo>
                    <a:cubicBezTo>
                      <a:pt x="22" y="134"/>
                      <a:pt x="22" y="134"/>
                      <a:pt x="22" y="134"/>
                    </a:cubicBezTo>
                    <a:cubicBezTo>
                      <a:pt x="24" y="145"/>
                      <a:pt x="24" y="145"/>
                      <a:pt x="24" y="145"/>
                    </a:cubicBezTo>
                    <a:close/>
                    <a:moveTo>
                      <a:pt x="45" y="137"/>
                    </a:moveTo>
                    <a:cubicBezTo>
                      <a:pt x="11" y="157"/>
                      <a:pt x="11" y="157"/>
                      <a:pt x="11" y="157"/>
                    </a:cubicBezTo>
                    <a:cubicBezTo>
                      <a:pt x="10" y="153"/>
                      <a:pt x="10" y="153"/>
                      <a:pt x="10" y="153"/>
                    </a:cubicBezTo>
                    <a:cubicBezTo>
                      <a:pt x="21" y="147"/>
                      <a:pt x="21" y="147"/>
                      <a:pt x="21" y="147"/>
                    </a:cubicBezTo>
                    <a:cubicBezTo>
                      <a:pt x="18" y="134"/>
                      <a:pt x="18" y="134"/>
                      <a:pt x="18" y="134"/>
                    </a:cubicBezTo>
                    <a:cubicBezTo>
                      <a:pt x="6" y="133"/>
                      <a:pt x="6" y="133"/>
                      <a:pt x="6" y="133"/>
                    </a:cubicBezTo>
                    <a:cubicBezTo>
                      <a:pt x="5" y="129"/>
                      <a:pt x="5" y="129"/>
                      <a:pt x="5" y="129"/>
                    </a:cubicBezTo>
                    <a:cubicBezTo>
                      <a:pt x="44" y="132"/>
                      <a:pt x="44" y="132"/>
                      <a:pt x="44" y="132"/>
                    </a:cubicBezTo>
                    <a:cubicBezTo>
                      <a:pt x="45" y="137"/>
                      <a:pt x="45" y="137"/>
                      <a:pt x="45" y="137"/>
                    </a:cubicBezTo>
                    <a:close/>
                    <a:moveTo>
                      <a:pt x="75" y="206"/>
                    </a:moveTo>
                    <a:cubicBezTo>
                      <a:pt x="53" y="218"/>
                      <a:pt x="53" y="218"/>
                      <a:pt x="53" y="218"/>
                    </a:cubicBezTo>
                    <a:cubicBezTo>
                      <a:pt x="49" y="220"/>
                      <a:pt x="46" y="221"/>
                      <a:pt x="42" y="220"/>
                    </a:cubicBezTo>
                    <a:cubicBezTo>
                      <a:pt x="39" y="218"/>
                      <a:pt x="37" y="216"/>
                      <a:pt x="35" y="213"/>
                    </a:cubicBezTo>
                    <a:cubicBezTo>
                      <a:pt x="33" y="209"/>
                      <a:pt x="32" y="206"/>
                      <a:pt x="33" y="202"/>
                    </a:cubicBezTo>
                    <a:cubicBezTo>
                      <a:pt x="34" y="199"/>
                      <a:pt x="36" y="197"/>
                      <a:pt x="40" y="195"/>
                    </a:cubicBezTo>
                    <a:cubicBezTo>
                      <a:pt x="61" y="182"/>
                      <a:pt x="61" y="182"/>
                      <a:pt x="61" y="182"/>
                    </a:cubicBezTo>
                    <a:cubicBezTo>
                      <a:pt x="63" y="186"/>
                      <a:pt x="63" y="186"/>
                      <a:pt x="63" y="186"/>
                    </a:cubicBezTo>
                    <a:cubicBezTo>
                      <a:pt x="42" y="198"/>
                      <a:pt x="42" y="198"/>
                      <a:pt x="42" y="198"/>
                    </a:cubicBezTo>
                    <a:cubicBezTo>
                      <a:pt x="37" y="202"/>
                      <a:pt x="35" y="206"/>
                      <a:pt x="38" y="211"/>
                    </a:cubicBezTo>
                    <a:cubicBezTo>
                      <a:pt x="41" y="217"/>
                      <a:pt x="46" y="218"/>
                      <a:pt x="51" y="214"/>
                    </a:cubicBezTo>
                    <a:cubicBezTo>
                      <a:pt x="73" y="202"/>
                      <a:pt x="73" y="202"/>
                      <a:pt x="73" y="202"/>
                    </a:cubicBezTo>
                    <a:cubicBezTo>
                      <a:pt x="75" y="206"/>
                      <a:pt x="75" y="206"/>
                      <a:pt x="75" y="206"/>
                    </a:cubicBezTo>
                    <a:close/>
                    <a:moveTo>
                      <a:pt x="93" y="234"/>
                    </a:moveTo>
                    <a:cubicBezTo>
                      <a:pt x="90" y="231"/>
                      <a:pt x="90" y="231"/>
                      <a:pt x="90" y="231"/>
                    </a:cubicBezTo>
                    <a:cubicBezTo>
                      <a:pt x="75" y="243"/>
                      <a:pt x="75" y="243"/>
                      <a:pt x="75" y="243"/>
                    </a:cubicBezTo>
                    <a:cubicBezTo>
                      <a:pt x="74" y="244"/>
                      <a:pt x="71" y="247"/>
                      <a:pt x="65" y="251"/>
                    </a:cubicBezTo>
                    <a:cubicBezTo>
                      <a:pt x="65" y="251"/>
                      <a:pt x="65" y="251"/>
                      <a:pt x="65" y="251"/>
                    </a:cubicBezTo>
                    <a:cubicBezTo>
                      <a:pt x="65" y="250"/>
                      <a:pt x="66" y="248"/>
                      <a:pt x="67" y="246"/>
                    </a:cubicBezTo>
                    <a:cubicBezTo>
                      <a:pt x="68" y="243"/>
                      <a:pt x="69" y="241"/>
                      <a:pt x="70" y="239"/>
                    </a:cubicBezTo>
                    <a:cubicBezTo>
                      <a:pt x="80" y="218"/>
                      <a:pt x="80" y="218"/>
                      <a:pt x="80" y="218"/>
                    </a:cubicBezTo>
                    <a:cubicBezTo>
                      <a:pt x="76" y="213"/>
                      <a:pt x="76" y="213"/>
                      <a:pt x="76" y="213"/>
                    </a:cubicBezTo>
                    <a:cubicBezTo>
                      <a:pt x="47" y="236"/>
                      <a:pt x="47" y="236"/>
                      <a:pt x="47" y="236"/>
                    </a:cubicBezTo>
                    <a:cubicBezTo>
                      <a:pt x="49" y="239"/>
                      <a:pt x="49" y="239"/>
                      <a:pt x="49" y="239"/>
                    </a:cubicBezTo>
                    <a:cubicBezTo>
                      <a:pt x="66" y="226"/>
                      <a:pt x="66" y="226"/>
                      <a:pt x="66" y="226"/>
                    </a:cubicBezTo>
                    <a:cubicBezTo>
                      <a:pt x="67" y="225"/>
                      <a:pt x="68" y="224"/>
                      <a:pt x="70" y="222"/>
                    </a:cubicBezTo>
                    <a:cubicBezTo>
                      <a:pt x="73" y="220"/>
                      <a:pt x="74" y="219"/>
                      <a:pt x="75" y="218"/>
                    </a:cubicBezTo>
                    <a:cubicBezTo>
                      <a:pt x="76" y="219"/>
                      <a:pt x="76" y="219"/>
                      <a:pt x="76" y="219"/>
                    </a:cubicBezTo>
                    <a:cubicBezTo>
                      <a:pt x="72" y="226"/>
                      <a:pt x="71" y="229"/>
                      <a:pt x="70" y="230"/>
                    </a:cubicBezTo>
                    <a:cubicBezTo>
                      <a:pt x="60" y="253"/>
                      <a:pt x="60" y="253"/>
                      <a:pt x="60" y="253"/>
                    </a:cubicBezTo>
                    <a:cubicBezTo>
                      <a:pt x="63" y="257"/>
                      <a:pt x="63" y="257"/>
                      <a:pt x="63" y="257"/>
                    </a:cubicBezTo>
                    <a:cubicBezTo>
                      <a:pt x="93" y="234"/>
                      <a:pt x="93" y="234"/>
                      <a:pt x="93" y="234"/>
                    </a:cubicBezTo>
                    <a:close/>
                    <a:moveTo>
                      <a:pt x="102" y="244"/>
                    </a:moveTo>
                    <a:cubicBezTo>
                      <a:pt x="75" y="269"/>
                      <a:pt x="75" y="269"/>
                      <a:pt x="75" y="269"/>
                    </a:cubicBezTo>
                    <a:cubicBezTo>
                      <a:pt x="72" y="266"/>
                      <a:pt x="72" y="266"/>
                      <a:pt x="72" y="266"/>
                    </a:cubicBezTo>
                    <a:cubicBezTo>
                      <a:pt x="99" y="240"/>
                      <a:pt x="99" y="240"/>
                      <a:pt x="99" y="240"/>
                    </a:cubicBezTo>
                    <a:cubicBezTo>
                      <a:pt x="102" y="244"/>
                      <a:pt x="102" y="244"/>
                      <a:pt x="102" y="244"/>
                    </a:cubicBezTo>
                    <a:close/>
                    <a:moveTo>
                      <a:pt x="128" y="268"/>
                    </a:moveTo>
                    <a:cubicBezTo>
                      <a:pt x="95" y="288"/>
                      <a:pt x="95" y="288"/>
                      <a:pt x="95" y="288"/>
                    </a:cubicBezTo>
                    <a:cubicBezTo>
                      <a:pt x="91" y="285"/>
                      <a:pt x="91" y="285"/>
                      <a:pt x="91" y="285"/>
                    </a:cubicBezTo>
                    <a:cubicBezTo>
                      <a:pt x="106" y="249"/>
                      <a:pt x="106" y="249"/>
                      <a:pt x="106" y="249"/>
                    </a:cubicBezTo>
                    <a:cubicBezTo>
                      <a:pt x="110" y="252"/>
                      <a:pt x="110" y="252"/>
                      <a:pt x="110" y="252"/>
                    </a:cubicBezTo>
                    <a:cubicBezTo>
                      <a:pt x="101" y="272"/>
                      <a:pt x="101" y="272"/>
                      <a:pt x="101" y="272"/>
                    </a:cubicBezTo>
                    <a:cubicBezTo>
                      <a:pt x="100" y="273"/>
                      <a:pt x="99" y="275"/>
                      <a:pt x="98" y="278"/>
                    </a:cubicBezTo>
                    <a:cubicBezTo>
                      <a:pt x="97" y="280"/>
                      <a:pt x="96" y="282"/>
                      <a:pt x="95" y="283"/>
                    </a:cubicBezTo>
                    <a:cubicBezTo>
                      <a:pt x="96" y="284"/>
                      <a:pt x="96" y="284"/>
                      <a:pt x="96" y="284"/>
                    </a:cubicBezTo>
                    <a:cubicBezTo>
                      <a:pt x="97" y="283"/>
                      <a:pt x="98" y="282"/>
                      <a:pt x="101" y="280"/>
                    </a:cubicBezTo>
                    <a:cubicBezTo>
                      <a:pt x="103" y="279"/>
                      <a:pt x="105" y="278"/>
                      <a:pt x="106" y="277"/>
                    </a:cubicBezTo>
                    <a:cubicBezTo>
                      <a:pt x="125" y="265"/>
                      <a:pt x="125" y="265"/>
                      <a:pt x="125" y="265"/>
                    </a:cubicBezTo>
                    <a:cubicBezTo>
                      <a:pt x="128" y="268"/>
                      <a:pt x="128" y="268"/>
                      <a:pt x="128" y="268"/>
                    </a:cubicBezTo>
                    <a:close/>
                    <a:moveTo>
                      <a:pt x="151" y="286"/>
                    </a:moveTo>
                    <a:cubicBezTo>
                      <a:pt x="132" y="272"/>
                      <a:pt x="132" y="272"/>
                      <a:pt x="132" y="272"/>
                    </a:cubicBezTo>
                    <a:cubicBezTo>
                      <a:pt x="110" y="302"/>
                      <a:pt x="110" y="302"/>
                      <a:pt x="110" y="302"/>
                    </a:cubicBezTo>
                    <a:cubicBezTo>
                      <a:pt x="130" y="316"/>
                      <a:pt x="130" y="316"/>
                      <a:pt x="130" y="316"/>
                    </a:cubicBezTo>
                    <a:cubicBezTo>
                      <a:pt x="132" y="313"/>
                      <a:pt x="132" y="313"/>
                      <a:pt x="132" y="313"/>
                    </a:cubicBezTo>
                    <a:cubicBezTo>
                      <a:pt x="116" y="302"/>
                      <a:pt x="116" y="302"/>
                      <a:pt x="116" y="302"/>
                    </a:cubicBezTo>
                    <a:cubicBezTo>
                      <a:pt x="124" y="290"/>
                      <a:pt x="124" y="290"/>
                      <a:pt x="124" y="290"/>
                    </a:cubicBezTo>
                    <a:cubicBezTo>
                      <a:pt x="136" y="299"/>
                      <a:pt x="136" y="299"/>
                      <a:pt x="136" y="299"/>
                    </a:cubicBezTo>
                    <a:cubicBezTo>
                      <a:pt x="138" y="296"/>
                      <a:pt x="138" y="296"/>
                      <a:pt x="138" y="296"/>
                    </a:cubicBezTo>
                    <a:cubicBezTo>
                      <a:pt x="127" y="287"/>
                      <a:pt x="127" y="287"/>
                      <a:pt x="127" y="287"/>
                    </a:cubicBezTo>
                    <a:cubicBezTo>
                      <a:pt x="134" y="278"/>
                      <a:pt x="134" y="278"/>
                      <a:pt x="134" y="278"/>
                    </a:cubicBezTo>
                    <a:cubicBezTo>
                      <a:pt x="149" y="289"/>
                      <a:pt x="149" y="289"/>
                      <a:pt x="149" y="289"/>
                    </a:cubicBezTo>
                    <a:cubicBezTo>
                      <a:pt x="151" y="286"/>
                      <a:pt x="151" y="286"/>
                      <a:pt x="151" y="286"/>
                    </a:cubicBezTo>
                    <a:close/>
                    <a:moveTo>
                      <a:pt x="158" y="296"/>
                    </a:moveTo>
                    <a:cubicBezTo>
                      <a:pt x="153" y="308"/>
                      <a:pt x="153" y="308"/>
                      <a:pt x="153" y="308"/>
                    </a:cubicBezTo>
                    <a:cubicBezTo>
                      <a:pt x="159" y="311"/>
                      <a:pt x="159" y="311"/>
                      <a:pt x="159" y="311"/>
                    </a:cubicBezTo>
                    <a:cubicBezTo>
                      <a:pt x="165" y="314"/>
                      <a:pt x="168" y="313"/>
                      <a:pt x="170" y="309"/>
                    </a:cubicBezTo>
                    <a:cubicBezTo>
                      <a:pt x="171" y="307"/>
                      <a:pt x="171" y="306"/>
                      <a:pt x="171" y="304"/>
                    </a:cubicBezTo>
                    <a:cubicBezTo>
                      <a:pt x="170" y="302"/>
                      <a:pt x="168" y="301"/>
                      <a:pt x="166" y="300"/>
                    </a:cubicBezTo>
                    <a:cubicBezTo>
                      <a:pt x="158" y="296"/>
                      <a:pt x="158" y="296"/>
                      <a:pt x="158" y="296"/>
                    </a:cubicBezTo>
                    <a:close/>
                    <a:moveTo>
                      <a:pt x="156" y="291"/>
                    </a:moveTo>
                    <a:cubicBezTo>
                      <a:pt x="167" y="297"/>
                      <a:pt x="167" y="297"/>
                      <a:pt x="167" y="297"/>
                    </a:cubicBezTo>
                    <a:cubicBezTo>
                      <a:pt x="175" y="301"/>
                      <a:pt x="177" y="305"/>
                      <a:pt x="174" y="311"/>
                    </a:cubicBezTo>
                    <a:cubicBezTo>
                      <a:pt x="173" y="314"/>
                      <a:pt x="172" y="315"/>
                      <a:pt x="170" y="316"/>
                    </a:cubicBezTo>
                    <a:cubicBezTo>
                      <a:pt x="169" y="316"/>
                      <a:pt x="169" y="316"/>
                      <a:pt x="168" y="316"/>
                    </a:cubicBezTo>
                    <a:cubicBezTo>
                      <a:pt x="168" y="316"/>
                      <a:pt x="169" y="320"/>
                      <a:pt x="168" y="323"/>
                    </a:cubicBezTo>
                    <a:cubicBezTo>
                      <a:pt x="167" y="328"/>
                      <a:pt x="163" y="335"/>
                      <a:pt x="163" y="336"/>
                    </a:cubicBezTo>
                    <a:cubicBezTo>
                      <a:pt x="159" y="334"/>
                      <a:pt x="159" y="334"/>
                      <a:pt x="159" y="334"/>
                    </a:cubicBezTo>
                    <a:cubicBezTo>
                      <a:pt x="161" y="328"/>
                      <a:pt x="163" y="325"/>
                      <a:pt x="164" y="319"/>
                    </a:cubicBezTo>
                    <a:cubicBezTo>
                      <a:pt x="164" y="318"/>
                      <a:pt x="163" y="316"/>
                      <a:pt x="163" y="316"/>
                    </a:cubicBezTo>
                    <a:cubicBezTo>
                      <a:pt x="151" y="311"/>
                      <a:pt x="151" y="311"/>
                      <a:pt x="151" y="311"/>
                    </a:cubicBezTo>
                    <a:cubicBezTo>
                      <a:pt x="143" y="326"/>
                      <a:pt x="143" y="326"/>
                      <a:pt x="143" y="326"/>
                    </a:cubicBezTo>
                    <a:cubicBezTo>
                      <a:pt x="139" y="324"/>
                      <a:pt x="139" y="324"/>
                      <a:pt x="139" y="324"/>
                    </a:cubicBezTo>
                    <a:cubicBezTo>
                      <a:pt x="156" y="291"/>
                      <a:pt x="156" y="291"/>
                      <a:pt x="156" y="291"/>
                    </a:cubicBezTo>
                    <a:close/>
                    <a:moveTo>
                      <a:pt x="207" y="322"/>
                    </a:moveTo>
                    <a:cubicBezTo>
                      <a:pt x="207" y="316"/>
                      <a:pt x="204" y="311"/>
                      <a:pt x="199" y="309"/>
                    </a:cubicBezTo>
                    <a:cubicBezTo>
                      <a:pt x="195" y="308"/>
                      <a:pt x="192" y="308"/>
                      <a:pt x="190" y="308"/>
                    </a:cubicBezTo>
                    <a:cubicBezTo>
                      <a:pt x="187" y="309"/>
                      <a:pt x="185" y="311"/>
                      <a:pt x="184" y="314"/>
                    </a:cubicBezTo>
                    <a:cubicBezTo>
                      <a:pt x="183" y="316"/>
                      <a:pt x="183" y="319"/>
                      <a:pt x="184" y="320"/>
                    </a:cubicBezTo>
                    <a:cubicBezTo>
                      <a:pt x="184" y="323"/>
                      <a:pt x="187" y="325"/>
                      <a:pt x="190" y="328"/>
                    </a:cubicBezTo>
                    <a:cubicBezTo>
                      <a:pt x="191" y="329"/>
                      <a:pt x="191" y="329"/>
                      <a:pt x="191" y="329"/>
                    </a:cubicBezTo>
                    <a:cubicBezTo>
                      <a:pt x="194" y="331"/>
                      <a:pt x="196" y="332"/>
                      <a:pt x="196" y="334"/>
                    </a:cubicBezTo>
                    <a:cubicBezTo>
                      <a:pt x="197" y="335"/>
                      <a:pt x="197" y="337"/>
                      <a:pt x="196" y="339"/>
                    </a:cubicBezTo>
                    <a:cubicBezTo>
                      <a:pt x="196" y="340"/>
                      <a:pt x="195" y="342"/>
                      <a:pt x="193" y="342"/>
                    </a:cubicBezTo>
                    <a:cubicBezTo>
                      <a:pt x="191" y="343"/>
                      <a:pt x="189" y="343"/>
                      <a:pt x="186" y="342"/>
                    </a:cubicBezTo>
                    <a:cubicBezTo>
                      <a:pt x="184" y="341"/>
                      <a:pt x="183" y="340"/>
                      <a:pt x="182" y="338"/>
                    </a:cubicBezTo>
                    <a:cubicBezTo>
                      <a:pt x="180" y="337"/>
                      <a:pt x="180" y="334"/>
                      <a:pt x="180" y="332"/>
                    </a:cubicBezTo>
                    <a:cubicBezTo>
                      <a:pt x="176" y="332"/>
                      <a:pt x="176" y="332"/>
                      <a:pt x="176" y="332"/>
                    </a:cubicBezTo>
                    <a:cubicBezTo>
                      <a:pt x="175" y="335"/>
                      <a:pt x="176" y="337"/>
                      <a:pt x="177" y="339"/>
                    </a:cubicBezTo>
                    <a:cubicBezTo>
                      <a:pt x="179" y="342"/>
                      <a:pt x="181" y="344"/>
                      <a:pt x="185" y="345"/>
                    </a:cubicBezTo>
                    <a:cubicBezTo>
                      <a:pt x="188" y="347"/>
                      <a:pt x="192" y="347"/>
                      <a:pt x="194" y="346"/>
                    </a:cubicBezTo>
                    <a:cubicBezTo>
                      <a:pt x="197" y="345"/>
                      <a:pt x="199" y="343"/>
                      <a:pt x="201" y="340"/>
                    </a:cubicBezTo>
                    <a:cubicBezTo>
                      <a:pt x="202" y="337"/>
                      <a:pt x="202" y="335"/>
                      <a:pt x="201" y="333"/>
                    </a:cubicBezTo>
                    <a:cubicBezTo>
                      <a:pt x="200" y="331"/>
                      <a:pt x="198" y="329"/>
                      <a:pt x="194" y="326"/>
                    </a:cubicBezTo>
                    <a:cubicBezTo>
                      <a:pt x="193" y="325"/>
                      <a:pt x="193" y="325"/>
                      <a:pt x="193" y="325"/>
                    </a:cubicBezTo>
                    <a:cubicBezTo>
                      <a:pt x="191" y="323"/>
                      <a:pt x="189" y="322"/>
                      <a:pt x="188" y="320"/>
                    </a:cubicBezTo>
                    <a:cubicBezTo>
                      <a:pt x="188" y="319"/>
                      <a:pt x="187" y="317"/>
                      <a:pt x="188" y="315"/>
                    </a:cubicBezTo>
                    <a:cubicBezTo>
                      <a:pt x="189" y="314"/>
                      <a:pt x="190" y="313"/>
                      <a:pt x="191" y="312"/>
                    </a:cubicBezTo>
                    <a:cubicBezTo>
                      <a:pt x="193" y="311"/>
                      <a:pt x="195" y="312"/>
                      <a:pt x="197" y="312"/>
                    </a:cubicBezTo>
                    <a:cubicBezTo>
                      <a:pt x="201" y="314"/>
                      <a:pt x="203" y="317"/>
                      <a:pt x="202" y="321"/>
                    </a:cubicBezTo>
                    <a:cubicBezTo>
                      <a:pt x="207" y="322"/>
                      <a:pt x="207" y="322"/>
                      <a:pt x="207" y="322"/>
                    </a:cubicBezTo>
                    <a:close/>
                    <a:moveTo>
                      <a:pt x="222" y="319"/>
                    </a:moveTo>
                    <a:cubicBezTo>
                      <a:pt x="212" y="355"/>
                      <a:pt x="212" y="355"/>
                      <a:pt x="212" y="355"/>
                    </a:cubicBezTo>
                    <a:cubicBezTo>
                      <a:pt x="208" y="354"/>
                      <a:pt x="208" y="354"/>
                      <a:pt x="208" y="354"/>
                    </a:cubicBezTo>
                    <a:cubicBezTo>
                      <a:pt x="218" y="318"/>
                      <a:pt x="218" y="318"/>
                      <a:pt x="218" y="318"/>
                    </a:cubicBezTo>
                    <a:cubicBezTo>
                      <a:pt x="222" y="319"/>
                      <a:pt x="222" y="319"/>
                      <a:pt x="222" y="319"/>
                    </a:cubicBezTo>
                    <a:close/>
                    <a:moveTo>
                      <a:pt x="255" y="324"/>
                    </a:moveTo>
                    <a:cubicBezTo>
                      <a:pt x="254" y="328"/>
                      <a:pt x="254" y="328"/>
                      <a:pt x="254" y="328"/>
                    </a:cubicBezTo>
                    <a:cubicBezTo>
                      <a:pt x="242" y="326"/>
                      <a:pt x="242" y="326"/>
                      <a:pt x="242" y="326"/>
                    </a:cubicBezTo>
                    <a:cubicBezTo>
                      <a:pt x="238" y="360"/>
                      <a:pt x="238" y="360"/>
                      <a:pt x="238" y="360"/>
                    </a:cubicBezTo>
                    <a:cubicBezTo>
                      <a:pt x="233" y="359"/>
                      <a:pt x="233" y="359"/>
                      <a:pt x="233" y="359"/>
                    </a:cubicBezTo>
                    <a:cubicBezTo>
                      <a:pt x="238" y="326"/>
                      <a:pt x="238" y="326"/>
                      <a:pt x="238" y="326"/>
                    </a:cubicBezTo>
                    <a:cubicBezTo>
                      <a:pt x="227" y="324"/>
                      <a:pt x="227" y="324"/>
                      <a:pt x="227" y="324"/>
                    </a:cubicBezTo>
                    <a:cubicBezTo>
                      <a:pt x="227" y="321"/>
                      <a:pt x="227" y="321"/>
                      <a:pt x="227" y="321"/>
                    </a:cubicBezTo>
                    <a:cubicBezTo>
                      <a:pt x="255" y="324"/>
                      <a:pt x="255" y="324"/>
                      <a:pt x="255" y="324"/>
                    </a:cubicBezTo>
                    <a:close/>
                    <a:moveTo>
                      <a:pt x="287" y="328"/>
                    </a:moveTo>
                    <a:cubicBezTo>
                      <a:pt x="273" y="349"/>
                      <a:pt x="273" y="349"/>
                      <a:pt x="273" y="349"/>
                    </a:cubicBezTo>
                    <a:cubicBezTo>
                      <a:pt x="272" y="364"/>
                      <a:pt x="272" y="364"/>
                      <a:pt x="272" y="364"/>
                    </a:cubicBezTo>
                    <a:cubicBezTo>
                      <a:pt x="268" y="364"/>
                      <a:pt x="268" y="364"/>
                      <a:pt x="268" y="364"/>
                    </a:cubicBezTo>
                    <a:cubicBezTo>
                      <a:pt x="269" y="348"/>
                      <a:pt x="269" y="348"/>
                      <a:pt x="269" y="348"/>
                    </a:cubicBezTo>
                    <a:cubicBezTo>
                      <a:pt x="258" y="326"/>
                      <a:pt x="258" y="326"/>
                      <a:pt x="258" y="326"/>
                    </a:cubicBezTo>
                    <a:cubicBezTo>
                      <a:pt x="263" y="326"/>
                      <a:pt x="263" y="326"/>
                      <a:pt x="263" y="326"/>
                    </a:cubicBezTo>
                    <a:cubicBezTo>
                      <a:pt x="270" y="342"/>
                      <a:pt x="270" y="342"/>
                      <a:pt x="270" y="342"/>
                    </a:cubicBezTo>
                    <a:cubicBezTo>
                      <a:pt x="270" y="342"/>
                      <a:pt x="271" y="343"/>
                      <a:pt x="271" y="343"/>
                    </a:cubicBezTo>
                    <a:cubicBezTo>
                      <a:pt x="271" y="344"/>
                      <a:pt x="271" y="344"/>
                      <a:pt x="272" y="345"/>
                    </a:cubicBezTo>
                    <a:cubicBezTo>
                      <a:pt x="272" y="344"/>
                      <a:pt x="272" y="344"/>
                      <a:pt x="273" y="343"/>
                    </a:cubicBezTo>
                    <a:cubicBezTo>
                      <a:pt x="273" y="343"/>
                      <a:pt x="273" y="342"/>
                      <a:pt x="273" y="342"/>
                    </a:cubicBezTo>
                    <a:cubicBezTo>
                      <a:pt x="283" y="328"/>
                      <a:pt x="283" y="328"/>
                      <a:pt x="283" y="328"/>
                    </a:cubicBezTo>
                    <a:cubicBezTo>
                      <a:pt x="287" y="328"/>
                      <a:pt x="287" y="328"/>
                      <a:pt x="287" y="328"/>
                    </a:cubicBezTo>
                    <a:close/>
                    <a:moveTo>
                      <a:pt x="339" y="326"/>
                    </a:moveTo>
                    <a:cubicBezTo>
                      <a:pt x="336" y="326"/>
                      <a:pt x="333" y="329"/>
                      <a:pt x="332" y="332"/>
                    </a:cubicBezTo>
                    <a:cubicBezTo>
                      <a:pt x="331" y="335"/>
                      <a:pt x="331" y="339"/>
                      <a:pt x="332" y="343"/>
                    </a:cubicBezTo>
                    <a:cubicBezTo>
                      <a:pt x="333" y="349"/>
                      <a:pt x="335" y="352"/>
                      <a:pt x="338" y="354"/>
                    </a:cubicBezTo>
                    <a:cubicBezTo>
                      <a:pt x="340" y="356"/>
                      <a:pt x="343" y="357"/>
                      <a:pt x="346" y="356"/>
                    </a:cubicBezTo>
                    <a:cubicBezTo>
                      <a:pt x="349" y="355"/>
                      <a:pt x="352" y="353"/>
                      <a:pt x="353" y="350"/>
                    </a:cubicBezTo>
                    <a:cubicBezTo>
                      <a:pt x="354" y="347"/>
                      <a:pt x="354" y="343"/>
                      <a:pt x="353" y="339"/>
                    </a:cubicBezTo>
                    <a:cubicBezTo>
                      <a:pt x="352" y="333"/>
                      <a:pt x="350" y="330"/>
                      <a:pt x="347" y="327"/>
                    </a:cubicBezTo>
                    <a:cubicBezTo>
                      <a:pt x="345" y="326"/>
                      <a:pt x="342" y="325"/>
                      <a:pt x="339" y="326"/>
                    </a:cubicBezTo>
                    <a:close/>
                    <a:moveTo>
                      <a:pt x="338" y="322"/>
                    </a:moveTo>
                    <a:cubicBezTo>
                      <a:pt x="343" y="321"/>
                      <a:pt x="347" y="322"/>
                      <a:pt x="351" y="325"/>
                    </a:cubicBezTo>
                    <a:cubicBezTo>
                      <a:pt x="354" y="328"/>
                      <a:pt x="356" y="332"/>
                      <a:pt x="357" y="337"/>
                    </a:cubicBezTo>
                    <a:cubicBezTo>
                      <a:pt x="359" y="344"/>
                      <a:pt x="358" y="349"/>
                      <a:pt x="356" y="353"/>
                    </a:cubicBezTo>
                    <a:cubicBezTo>
                      <a:pt x="354" y="357"/>
                      <a:pt x="351" y="359"/>
                      <a:pt x="347" y="360"/>
                    </a:cubicBezTo>
                    <a:cubicBezTo>
                      <a:pt x="342" y="361"/>
                      <a:pt x="338" y="360"/>
                      <a:pt x="334" y="357"/>
                    </a:cubicBezTo>
                    <a:cubicBezTo>
                      <a:pt x="331" y="354"/>
                      <a:pt x="329" y="350"/>
                      <a:pt x="328" y="344"/>
                    </a:cubicBezTo>
                    <a:cubicBezTo>
                      <a:pt x="326" y="338"/>
                      <a:pt x="327" y="333"/>
                      <a:pt x="329" y="329"/>
                    </a:cubicBezTo>
                    <a:cubicBezTo>
                      <a:pt x="331" y="325"/>
                      <a:pt x="334" y="323"/>
                      <a:pt x="338" y="322"/>
                    </a:cubicBezTo>
                    <a:close/>
                    <a:moveTo>
                      <a:pt x="383" y="312"/>
                    </a:moveTo>
                    <a:cubicBezTo>
                      <a:pt x="384" y="315"/>
                      <a:pt x="384" y="315"/>
                      <a:pt x="384" y="315"/>
                    </a:cubicBezTo>
                    <a:cubicBezTo>
                      <a:pt x="366" y="321"/>
                      <a:pt x="366" y="321"/>
                      <a:pt x="366" y="321"/>
                    </a:cubicBezTo>
                    <a:cubicBezTo>
                      <a:pt x="370" y="333"/>
                      <a:pt x="370" y="333"/>
                      <a:pt x="370" y="333"/>
                    </a:cubicBezTo>
                    <a:cubicBezTo>
                      <a:pt x="383" y="328"/>
                      <a:pt x="383" y="328"/>
                      <a:pt x="383" y="328"/>
                    </a:cubicBezTo>
                    <a:cubicBezTo>
                      <a:pt x="385" y="332"/>
                      <a:pt x="385" y="332"/>
                      <a:pt x="385" y="332"/>
                    </a:cubicBezTo>
                    <a:cubicBezTo>
                      <a:pt x="371" y="336"/>
                      <a:pt x="371" y="336"/>
                      <a:pt x="371" y="336"/>
                    </a:cubicBezTo>
                    <a:cubicBezTo>
                      <a:pt x="377" y="353"/>
                      <a:pt x="377" y="353"/>
                      <a:pt x="377" y="353"/>
                    </a:cubicBezTo>
                    <a:cubicBezTo>
                      <a:pt x="372" y="355"/>
                      <a:pt x="372" y="355"/>
                      <a:pt x="372" y="355"/>
                    </a:cubicBezTo>
                    <a:cubicBezTo>
                      <a:pt x="361" y="319"/>
                      <a:pt x="361" y="319"/>
                      <a:pt x="361" y="319"/>
                    </a:cubicBezTo>
                    <a:cubicBezTo>
                      <a:pt x="383" y="312"/>
                      <a:pt x="383" y="312"/>
                      <a:pt x="383" y="312"/>
                    </a:cubicBezTo>
                    <a:close/>
                    <a:moveTo>
                      <a:pt x="446" y="289"/>
                    </a:moveTo>
                    <a:cubicBezTo>
                      <a:pt x="443" y="292"/>
                      <a:pt x="443" y="292"/>
                      <a:pt x="443" y="292"/>
                    </a:cubicBezTo>
                    <a:cubicBezTo>
                      <a:pt x="439" y="289"/>
                      <a:pt x="435" y="288"/>
                      <a:pt x="431" y="291"/>
                    </a:cubicBezTo>
                    <a:cubicBezTo>
                      <a:pt x="428" y="293"/>
                      <a:pt x="427" y="296"/>
                      <a:pt x="427" y="299"/>
                    </a:cubicBezTo>
                    <a:cubicBezTo>
                      <a:pt x="427" y="303"/>
                      <a:pt x="429" y="306"/>
                      <a:pt x="431" y="310"/>
                    </a:cubicBezTo>
                    <a:cubicBezTo>
                      <a:pt x="434" y="314"/>
                      <a:pt x="438" y="317"/>
                      <a:pt x="441" y="318"/>
                    </a:cubicBezTo>
                    <a:cubicBezTo>
                      <a:pt x="444" y="319"/>
                      <a:pt x="447" y="318"/>
                      <a:pt x="449" y="317"/>
                    </a:cubicBezTo>
                    <a:cubicBezTo>
                      <a:pt x="452" y="315"/>
                      <a:pt x="453" y="312"/>
                      <a:pt x="453" y="309"/>
                    </a:cubicBezTo>
                    <a:cubicBezTo>
                      <a:pt x="453" y="307"/>
                      <a:pt x="452" y="304"/>
                      <a:pt x="450" y="301"/>
                    </a:cubicBezTo>
                    <a:cubicBezTo>
                      <a:pt x="442" y="307"/>
                      <a:pt x="442" y="307"/>
                      <a:pt x="442" y="307"/>
                    </a:cubicBezTo>
                    <a:cubicBezTo>
                      <a:pt x="440" y="304"/>
                      <a:pt x="440" y="304"/>
                      <a:pt x="440" y="304"/>
                    </a:cubicBezTo>
                    <a:cubicBezTo>
                      <a:pt x="451" y="296"/>
                      <a:pt x="451" y="296"/>
                      <a:pt x="451" y="296"/>
                    </a:cubicBezTo>
                    <a:cubicBezTo>
                      <a:pt x="462" y="311"/>
                      <a:pt x="462" y="311"/>
                      <a:pt x="462" y="311"/>
                    </a:cubicBezTo>
                    <a:cubicBezTo>
                      <a:pt x="460" y="313"/>
                      <a:pt x="460" y="313"/>
                      <a:pt x="460" y="313"/>
                    </a:cubicBezTo>
                    <a:cubicBezTo>
                      <a:pt x="456" y="308"/>
                      <a:pt x="456" y="308"/>
                      <a:pt x="456" y="308"/>
                    </a:cubicBezTo>
                    <a:cubicBezTo>
                      <a:pt x="456" y="311"/>
                      <a:pt x="456" y="313"/>
                      <a:pt x="455" y="315"/>
                    </a:cubicBezTo>
                    <a:cubicBezTo>
                      <a:pt x="454" y="317"/>
                      <a:pt x="453" y="318"/>
                      <a:pt x="451" y="320"/>
                    </a:cubicBezTo>
                    <a:cubicBezTo>
                      <a:pt x="447" y="323"/>
                      <a:pt x="443" y="323"/>
                      <a:pt x="438" y="322"/>
                    </a:cubicBezTo>
                    <a:cubicBezTo>
                      <a:pt x="434" y="320"/>
                      <a:pt x="431" y="317"/>
                      <a:pt x="428" y="313"/>
                    </a:cubicBezTo>
                    <a:cubicBezTo>
                      <a:pt x="424" y="307"/>
                      <a:pt x="422" y="302"/>
                      <a:pt x="423" y="298"/>
                    </a:cubicBezTo>
                    <a:cubicBezTo>
                      <a:pt x="424" y="294"/>
                      <a:pt x="426" y="290"/>
                      <a:pt x="429" y="288"/>
                    </a:cubicBezTo>
                    <a:cubicBezTo>
                      <a:pt x="432" y="286"/>
                      <a:pt x="435" y="285"/>
                      <a:pt x="438" y="285"/>
                    </a:cubicBezTo>
                    <a:cubicBezTo>
                      <a:pt x="441" y="286"/>
                      <a:pt x="444" y="287"/>
                      <a:pt x="446" y="289"/>
                    </a:cubicBezTo>
                    <a:close/>
                    <a:moveTo>
                      <a:pt x="466" y="260"/>
                    </a:moveTo>
                    <a:cubicBezTo>
                      <a:pt x="449" y="275"/>
                      <a:pt x="449" y="275"/>
                      <a:pt x="449" y="275"/>
                    </a:cubicBezTo>
                    <a:cubicBezTo>
                      <a:pt x="473" y="303"/>
                      <a:pt x="473" y="303"/>
                      <a:pt x="473" y="303"/>
                    </a:cubicBezTo>
                    <a:cubicBezTo>
                      <a:pt x="491" y="288"/>
                      <a:pt x="491" y="288"/>
                      <a:pt x="491" y="288"/>
                    </a:cubicBezTo>
                    <a:cubicBezTo>
                      <a:pt x="488" y="285"/>
                      <a:pt x="488" y="285"/>
                      <a:pt x="488" y="285"/>
                    </a:cubicBezTo>
                    <a:cubicBezTo>
                      <a:pt x="474" y="298"/>
                      <a:pt x="474" y="298"/>
                      <a:pt x="474" y="298"/>
                    </a:cubicBezTo>
                    <a:cubicBezTo>
                      <a:pt x="464" y="287"/>
                      <a:pt x="464" y="287"/>
                      <a:pt x="464" y="287"/>
                    </a:cubicBezTo>
                    <a:cubicBezTo>
                      <a:pt x="475" y="277"/>
                      <a:pt x="475" y="277"/>
                      <a:pt x="475" y="277"/>
                    </a:cubicBezTo>
                    <a:cubicBezTo>
                      <a:pt x="473" y="275"/>
                      <a:pt x="473" y="275"/>
                      <a:pt x="473" y="275"/>
                    </a:cubicBezTo>
                    <a:cubicBezTo>
                      <a:pt x="462" y="284"/>
                      <a:pt x="462" y="284"/>
                      <a:pt x="462" y="284"/>
                    </a:cubicBezTo>
                    <a:cubicBezTo>
                      <a:pt x="454" y="275"/>
                      <a:pt x="454" y="275"/>
                      <a:pt x="454" y="275"/>
                    </a:cubicBezTo>
                    <a:cubicBezTo>
                      <a:pt x="469" y="263"/>
                      <a:pt x="469" y="263"/>
                      <a:pt x="469" y="263"/>
                    </a:cubicBezTo>
                    <a:cubicBezTo>
                      <a:pt x="466" y="260"/>
                      <a:pt x="466" y="260"/>
                      <a:pt x="466" y="260"/>
                    </a:cubicBezTo>
                    <a:close/>
                    <a:moveTo>
                      <a:pt x="483" y="247"/>
                    </a:moveTo>
                    <a:cubicBezTo>
                      <a:pt x="485" y="245"/>
                      <a:pt x="487" y="244"/>
                      <a:pt x="490" y="244"/>
                    </a:cubicBezTo>
                    <a:cubicBezTo>
                      <a:pt x="494" y="244"/>
                      <a:pt x="497" y="246"/>
                      <a:pt x="501" y="249"/>
                    </a:cubicBezTo>
                    <a:cubicBezTo>
                      <a:pt x="505" y="252"/>
                      <a:pt x="507" y="255"/>
                      <a:pt x="508" y="258"/>
                    </a:cubicBezTo>
                    <a:cubicBezTo>
                      <a:pt x="509" y="262"/>
                      <a:pt x="508" y="265"/>
                      <a:pt x="506" y="268"/>
                    </a:cubicBezTo>
                    <a:cubicBezTo>
                      <a:pt x="504" y="270"/>
                      <a:pt x="502" y="271"/>
                      <a:pt x="499" y="271"/>
                    </a:cubicBezTo>
                    <a:cubicBezTo>
                      <a:pt x="495" y="271"/>
                      <a:pt x="491" y="269"/>
                      <a:pt x="487" y="265"/>
                    </a:cubicBezTo>
                    <a:cubicBezTo>
                      <a:pt x="484" y="262"/>
                      <a:pt x="482" y="259"/>
                      <a:pt x="481" y="256"/>
                    </a:cubicBezTo>
                    <a:cubicBezTo>
                      <a:pt x="480" y="253"/>
                      <a:pt x="480" y="250"/>
                      <a:pt x="483" y="247"/>
                    </a:cubicBezTo>
                    <a:close/>
                    <a:moveTo>
                      <a:pt x="480" y="245"/>
                    </a:moveTo>
                    <a:cubicBezTo>
                      <a:pt x="483" y="241"/>
                      <a:pt x="487" y="239"/>
                      <a:pt x="492" y="240"/>
                    </a:cubicBezTo>
                    <a:cubicBezTo>
                      <a:pt x="496" y="240"/>
                      <a:pt x="500" y="242"/>
                      <a:pt x="504" y="246"/>
                    </a:cubicBezTo>
                    <a:cubicBezTo>
                      <a:pt x="509" y="250"/>
                      <a:pt x="512" y="254"/>
                      <a:pt x="512" y="259"/>
                    </a:cubicBezTo>
                    <a:cubicBezTo>
                      <a:pt x="513" y="263"/>
                      <a:pt x="512" y="267"/>
                      <a:pt x="509" y="270"/>
                    </a:cubicBezTo>
                    <a:cubicBezTo>
                      <a:pt x="506" y="274"/>
                      <a:pt x="502" y="275"/>
                      <a:pt x="497" y="275"/>
                    </a:cubicBezTo>
                    <a:cubicBezTo>
                      <a:pt x="493" y="275"/>
                      <a:pt x="488" y="273"/>
                      <a:pt x="484" y="269"/>
                    </a:cubicBezTo>
                    <a:cubicBezTo>
                      <a:pt x="479" y="265"/>
                      <a:pt x="477" y="260"/>
                      <a:pt x="476" y="255"/>
                    </a:cubicBezTo>
                    <a:cubicBezTo>
                      <a:pt x="476" y="251"/>
                      <a:pt x="477" y="248"/>
                      <a:pt x="480" y="245"/>
                    </a:cubicBezTo>
                    <a:close/>
                    <a:moveTo>
                      <a:pt x="516" y="214"/>
                    </a:moveTo>
                    <a:cubicBezTo>
                      <a:pt x="510" y="212"/>
                      <a:pt x="505" y="214"/>
                      <a:pt x="501" y="219"/>
                    </a:cubicBezTo>
                    <a:cubicBezTo>
                      <a:pt x="500" y="222"/>
                      <a:pt x="499" y="225"/>
                      <a:pt x="499" y="228"/>
                    </a:cubicBezTo>
                    <a:cubicBezTo>
                      <a:pt x="499" y="231"/>
                      <a:pt x="501" y="233"/>
                      <a:pt x="503" y="234"/>
                    </a:cubicBezTo>
                    <a:cubicBezTo>
                      <a:pt x="505" y="236"/>
                      <a:pt x="508" y="237"/>
                      <a:pt x="510" y="236"/>
                    </a:cubicBezTo>
                    <a:cubicBezTo>
                      <a:pt x="512" y="236"/>
                      <a:pt x="515" y="234"/>
                      <a:pt x="518" y="231"/>
                    </a:cubicBezTo>
                    <a:cubicBezTo>
                      <a:pt x="519" y="230"/>
                      <a:pt x="519" y="230"/>
                      <a:pt x="519" y="230"/>
                    </a:cubicBezTo>
                    <a:cubicBezTo>
                      <a:pt x="522" y="228"/>
                      <a:pt x="524" y="227"/>
                      <a:pt x="525" y="227"/>
                    </a:cubicBezTo>
                    <a:cubicBezTo>
                      <a:pt x="527" y="226"/>
                      <a:pt x="528" y="226"/>
                      <a:pt x="530" y="228"/>
                    </a:cubicBezTo>
                    <a:cubicBezTo>
                      <a:pt x="532" y="229"/>
                      <a:pt x="533" y="230"/>
                      <a:pt x="533" y="231"/>
                    </a:cubicBezTo>
                    <a:cubicBezTo>
                      <a:pt x="533" y="233"/>
                      <a:pt x="533" y="236"/>
                      <a:pt x="531" y="238"/>
                    </a:cubicBezTo>
                    <a:cubicBezTo>
                      <a:pt x="530" y="240"/>
                      <a:pt x="528" y="241"/>
                      <a:pt x="527" y="242"/>
                    </a:cubicBezTo>
                    <a:cubicBezTo>
                      <a:pt x="525" y="243"/>
                      <a:pt x="522" y="243"/>
                      <a:pt x="520" y="242"/>
                    </a:cubicBezTo>
                    <a:cubicBezTo>
                      <a:pt x="519" y="246"/>
                      <a:pt x="519" y="246"/>
                      <a:pt x="519" y="246"/>
                    </a:cubicBezTo>
                    <a:cubicBezTo>
                      <a:pt x="522" y="247"/>
                      <a:pt x="524" y="247"/>
                      <a:pt x="527" y="246"/>
                    </a:cubicBezTo>
                    <a:cubicBezTo>
                      <a:pt x="530" y="245"/>
                      <a:pt x="532" y="243"/>
                      <a:pt x="534" y="240"/>
                    </a:cubicBezTo>
                    <a:cubicBezTo>
                      <a:pt x="536" y="237"/>
                      <a:pt x="537" y="234"/>
                      <a:pt x="537" y="231"/>
                    </a:cubicBezTo>
                    <a:cubicBezTo>
                      <a:pt x="537" y="228"/>
                      <a:pt x="535" y="225"/>
                      <a:pt x="532" y="224"/>
                    </a:cubicBezTo>
                    <a:cubicBezTo>
                      <a:pt x="530" y="222"/>
                      <a:pt x="528" y="221"/>
                      <a:pt x="526" y="222"/>
                    </a:cubicBezTo>
                    <a:cubicBezTo>
                      <a:pt x="523" y="222"/>
                      <a:pt x="520" y="224"/>
                      <a:pt x="517" y="227"/>
                    </a:cubicBezTo>
                    <a:cubicBezTo>
                      <a:pt x="516" y="228"/>
                      <a:pt x="516" y="228"/>
                      <a:pt x="516" y="228"/>
                    </a:cubicBezTo>
                    <a:cubicBezTo>
                      <a:pt x="514" y="230"/>
                      <a:pt x="512" y="231"/>
                      <a:pt x="510" y="232"/>
                    </a:cubicBezTo>
                    <a:cubicBezTo>
                      <a:pt x="509" y="232"/>
                      <a:pt x="507" y="232"/>
                      <a:pt x="505" y="231"/>
                    </a:cubicBezTo>
                    <a:cubicBezTo>
                      <a:pt x="504" y="230"/>
                      <a:pt x="503" y="228"/>
                      <a:pt x="503" y="227"/>
                    </a:cubicBezTo>
                    <a:cubicBezTo>
                      <a:pt x="503" y="225"/>
                      <a:pt x="503" y="223"/>
                      <a:pt x="505" y="221"/>
                    </a:cubicBezTo>
                    <a:cubicBezTo>
                      <a:pt x="507" y="218"/>
                      <a:pt x="510" y="217"/>
                      <a:pt x="514" y="218"/>
                    </a:cubicBezTo>
                    <a:cubicBezTo>
                      <a:pt x="516" y="214"/>
                      <a:pt x="516" y="214"/>
                      <a:pt x="516" y="214"/>
                    </a:cubicBezTo>
                    <a:close/>
                    <a:moveTo>
                      <a:pt x="545" y="103"/>
                    </a:moveTo>
                    <a:cubicBezTo>
                      <a:pt x="582" y="107"/>
                      <a:pt x="582" y="107"/>
                      <a:pt x="582" y="107"/>
                    </a:cubicBezTo>
                    <a:cubicBezTo>
                      <a:pt x="581" y="113"/>
                      <a:pt x="581" y="113"/>
                      <a:pt x="581" y="113"/>
                    </a:cubicBezTo>
                    <a:cubicBezTo>
                      <a:pt x="557" y="122"/>
                      <a:pt x="557" y="122"/>
                      <a:pt x="557" y="122"/>
                    </a:cubicBezTo>
                    <a:cubicBezTo>
                      <a:pt x="557" y="122"/>
                      <a:pt x="553" y="123"/>
                      <a:pt x="546" y="126"/>
                    </a:cubicBezTo>
                    <a:cubicBezTo>
                      <a:pt x="546" y="127"/>
                      <a:pt x="546" y="127"/>
                      <a:pt x="546" y="127"/>
                    </a:cubicBezTo>
                    <a:cubicBezTo>
                      <a:pt x="547" y="127"/>
                      <a:pt x="549" y="127"/>
                      <a:pt x="552" y="127"/>
                    </a:cubicBezTo>
                    <a:cubicBezTo>
                      <a:pt x="555" y="127"/>
                      <a:pt x="556" y="128"/>
                      <a:pt x="558" y="128"/>
                    </a:cubicBezTo>
                    <a:cubicBezTo>
                      <a:pt x="579" y="130"/>
                      <a:pt x="579" y="130"/>
                      <a:pt x="579" y="130"/>
                    </a:cubicBezTo>
                    <a:cubicBezTo>
                      <a:pt x="579" y="134"/>
                      <a:pt x="579" y="134"/>
                      <a:pt x="579" y="134"/>
                    </a:cubicBezTo>
                    <a:cubicBezTo>
                      <a:pt x="542" y="130"/>
                      <a:pt x="542" y="130"/>
                      <a:pt x="542" y="130"/>
                    </a:cubicBezTo>
                    <a:cubicBezTo>
                      <a:pt x="542" y="123"/>
                      <a:pt x="542" y="123"/>
                      <a:pt x="542" y="123"/>
                    </a:cubicBezTo>
                    <a:cubicBezTo>
                      <a:pt x="564" y="115"/>
                      <a:pt x="564" y="115"/>
                      <a:pt x="564" y="115"/>
                    </a:cubicBezTo>
                    <a:cubicBezTo>
                      <a:pt x="566" y="114"/>
                      <a:pt x="568" y="114"/>
                      <a:pt x="571" y="113"/>
                    </a:cubicBezTo>
                    <a:cubicBezTo>
                      <a:pt x="574" y="112"/>
                      <a:pt x="575" y="111"/>
                      <a:pt x="576" y="111"/>
                    </a:cubicBezTo>
                    <a:cubicBezTo>
                      <a:pt x="576" y="110"/>
                      <a:pt x="576" y="110"/>
                      <a:pt x="576" y="110"/>
                    </a:cubicBezTo>
                    <a:cubicBezTo>
                      <a:pt x="569" y="110"/>
                      <a:pt x="565" y="109"/>
                      <a:pt x="564" y="109"/>
                    </a:cubicBezTo>
                    <a:cubicBezTo>
                      <a:pt x="544" y="107"/>
                      <a:pt x="544" y="107"/>
                      <a:pt x="544" y="107"/>
                    </a:cubicBezTo>
                    <a:cubicBezTo>
                      <a:pt x="545" y="103"/>
                      <a:pt x="545" y="103"/>
                      <a:pt x="545" y="103"/>
                    </a:cubicBezTo>
                    <a:close/>
                    <a:moveTo>
                      <a:pt x="557" y="68"/>
                    </a:moveTo>
                    <a:cubicBezTo>
                      <a:pt x="558" y="73"/>
                      <a:pt x="558" y="73"/>
                      <a:pt x="558" y="73"/>
                    </a:cubicBezTo>
                    <a:cubicBezTo>
                      <a:pt x="553" y="74"/>
                      <a:pt x="550" y="77"/>
                      <a:pt x="550" y="82"/>
                    </a:cubicBezTo>
                    <a:cubicBezTo>
                      <a:pt x="550" y="85"/>
                      <a:pt x="551" y="88"/>
                      <a:pt x="554" y="90"/>
                    </a:cubicBezTo>
                    <a:cubicBezTo>
                      <a:pt x="557" y="92"/>
                      <a:pt x="560" y="93"/>
                      <a:pt x="565" y="93"/>
                    </a:cubicBezTo>
                    <a:cubicBezTo>
                      <a:pt x="570" y="93"/>
                      <a:pt x="574" y="92"/>
                      <a:pt x="577" y="90"/>
                    </a:cubicBezTo>
                    <a:cubicBezTo>
                      <a:pt x="580" y="88"/>
                      <a:pt x="581" y="85"/>
                      <a:pt x="581" y="82"/>
                    </a:cubicBezTo>
                    <a:cubicBezTo>
                      <a:pt x="581" y="77"/>
                      <a:pt x="578" y="74"/>
                      <a:pt x="573" y="73"/>
                    </a:cubicBezTo>
                    <a:cubicBezTo>
                      <a:pt x="574" y="68"/>
                      <a:pt x="574" y="68"/>
                      <a:pt x="574" y="68"/>
                    </a:cubicBezTo>
                    <a:cubicBezTo>
                      <a:pt x="581" y="71"/>
                      <a:pt x="585" y="75"/>
                      <a:pt x="585" y="82"/>
                    </a:cubicBezTo>
                    <a:cubicBezTo>
                      <a:pt x="584" y="87"/>
                      <a:pt x="582" y="91"/>
                      <a:pt x="579" y="94"/>
                    </a:cubicBezTo>
                    <a:cubicBezTo>
                      <a:pt x="575" y="96"/>
                      <a:pt x="571" y="98"/>
                      <a:pt x="565" y="98"/>
                    </a:cubicBezTo>
                    <a:cubicBezTo>
                      <a:pt x="559" y="97"/>
                      <a:pt x="554" y="96"/>
                      <a:pt x="550" y="92"/>
                    </a:cubicBezTo>
                    <a:cubicBezTo>
                      <a:pt x="547" y="89"/>
                      <a:pt x="546" y="86"/>
                      <a:pt x="546" y="82"/>
                    </a:cubicBezTo>
                    <a:cubicBezTo>
                      <a:pt x="546" y="78"/>
                      <a:pt x="547" y="75"/>
                      <a:pt x="549" y="72"/>
                    </a:cubicBezTo>
                    <a:cubicBezTo>
                      <a:pt x="551" y="70"/>
                      <a:pt x="554" y="69"/>
                      <a:pt x="557" y="68"/>
                    </a:cubicBezTo>
                    <a:close/>
                    <a:moveTo>
                      <a:pt x="545" y="38"/>
                    </a:moveTo>
                    <a:cubicBezTo>
                      <a:pt x="549" y="38"/>
                      <a:pt x="549" y="38"/>
                      <a:pt x="549" y="38"/>
                    </a:cubicBezTo>
                    <a:cubicBezTo>
                      <a:pt x="550" y="57"/>
                      <a:pt x="550" y="57"/>
                      <a:pt x="550" y="57"/>
                    </a:cubicBezTo>
                    <a:cubicBezTo>
                      <a:pt x="562" y="56"/>
                      <a:pt x="562" y="56"/>
                      <a:pt x="562" y="56"/>
                    </a:cubicBezTo>
                    <a:cubicBezTo>
                      <a:pt x="561" y="42"/>
                      <a:pt x="561" y="42"/>
                      <a:pt x="561" y="42"/>
                    </a:cubicBezTo>
                    <a:cubicBezTo>
                      <a:pt x="565" y="42"/>
                      <a:pt x="565" y="42"/>
                      <a:pt x="565" y="42"/>
                    </a:cubicBezTo>
                    <a:cubicBezTo>
                      <a:pt x="566" y="56"/>
                      <a:pt x="566" y="56"/>
                      <a:pt x="566" y="56"/>
                    </a:cubicBezTo>
                    <a:cubicBezTo>
                      <a:pt x="580" y="55"/>
                      <a:pt x="580" y="55"/>
                      <a:pt x="580" y="55"/>
                    </a:cubicBezTo>
                    <a:cubicBezTo>
                      <a:pt x="579" y="36"/>
                      <a:pt x="579" y="36"/>
                      <a:pt x="579" y="36"/>
                    </a:cubicBezTo>
                    <a:cubicBezTo>
                      <a:pt x="582" y="36"/>
                      <a:pt x="582" y="36"/>
                      <a:pt x="582" y="36"/>
                    </a:cubicBezTo>
                    <a:cubicBezTo>
                      <a:pt x="584" y="59"/>
                      <a:pt x="584" y="59"/>
                      <a:pt x="584" y="59"/>
                    </a:cubicBezTo>
                    <a:cubicBezTo>
                      <a:pt x="547" y="62"/>
                      <a:pt x="547" y="62"/>
                      <a:pt x="547" y="62"/>
                    </a:cubicBezTo>
                    <a:lnTo>
                      <a:pt x="545" y="38"/>
                    </a:lnTo>
                    <a:close/>
                  </a:path>
                </a:pathLst>
              </a:custGeom>
              <a:solidFill>
                <a:srgbClr val="0062A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" name="Freeform 8"/>
              <p:cNvSpPr>
                <a:spLocks noEditPoints="1"/>
              </p:cNvSpPr>
              <p:nvPr/>
            </p:nvSpPr>
            <p:spPr bwMode="auto">
              <a:xfrm>
                <a:off x="4537107" y="3583347"/>
                <a:ext cx="1238250" cy="387350"/>
              </a:xfrm>
              <a:custGeom>
                <a:avLst/>
                <a:gdLst>
                  <a:gd name="T0" fmla="*/ 36 w 501"/>
                  <a:gd name="T1" fmla="*/ 127 h 157"/>
                  <a:gd name="T2" fmla="*/ 43 w 501"/>
                  <a:gd name="T3" fmla="*/ 118 h 157"/>
                  <a:gd name="T4" fmla="*/ 23 w 501"/>
                  <a:gd name="T5" fmla="*/ 103 h 157"/>
                  <a:gd name="T6" fmla="*/ 20 w 501"/>
                  <a:gd name="T7" fmla="*/ 157 h 157"/>
                  <a:gd name="T8" fmla="*/ 48 w 501"/>
                  <a:gd name="T9" fmla="*/ 121 h 157"/>
                  <a:gd name="T10" fmla="*/ 65 w 501"/>
                  <a:gd name="T11" fmla="*/ 62 h 157"/>
                  <a:gd name="T12" fmla="*/ 90 w 501"/>
                  <a:gd name="T13" fmla="*/ 93 h 157"/>
                  <a:gd name="T14" fmla="*/ 142 w 501"/>
                  <a:gd name="T15" fmla="*/ 52 h 157"/>
                  <a:gd name="T16" fmla="*/ 127 w 501"/>
                  <a:gd name="T17" fmla="*/ 53 h 157"/>
                  <a:gd name="T18" fmla="*/ 127 w 501"/>
                  <a:gd name="T19" fmla="*/ 53 h 157"/>
                  <a:gd name="T20" fmla="*/ 130 w 501"/>
                  <a:gd name="T21" fmla="*/ 51 h 157"/>
                  <a:gd name="T22" fmla="*/ 119 w 501"/>
                  <a:gd name="T23" fmla="*/ 48 h 157"/>
                  <a:gd name="T24" fmla="*/ 85 w 501"/>
                  <a:gd name="T25" fmla="*/ 60 h 157"/>
                  <a:gd name="T26" fmla="*/ 90 w 501"/>
                  <a:gd name="T27" fmla="*/ 66 h 157"/>
                  <a:gd name="T28" fmla="*/ 95 w 501"/>
                  <a:gd name="T29" fmla="*/ 73 h 157"/>
                  <a:gd name="T30" fmla="*/ 167 w 501"/>
                  <a:gd name="T31" fmla="*/ 19 h 157"/>
                  <a:gd name="T32" fmla="*/ 171 w 501"/>
                  <a:gd name="T33" fmla="*/ 42 h 157"/>
                  <a:gd name="T34" fmla="*/ 191 w 501"/>
                  <a:gd name="T35" fmla="*/ 38 h 157"/>
                  <a:gd name="T36" fmla="*/ 187 w 501"/>
                  <a:gd name="T37" fmla="*/ 21 h 157"/>
                  <a:gd name="T38" fmla="*/ 165 w 501"/>
                  <a:gd name="T39" fmla="*/ 9 h 157"/>
                  <a:gd name="T40" fmla="*/ 195 w 501"/>
                  <a:gd name="T41" fmla="*/ 16 h 157"/>
                  <a:gd name="T42" fmla="*/ 197 w 501"/>
                  <a:gd name="T43" fmla="*/ 40 h 157"/>
                  <a:gd name="T44" fmla="*/ 250 w 501"/>
                  <a:gd name="T45" fmla="*/ 28 h 157"/>
                  <a:gd name="T46" fmla="*/ 208 w 501"/>
                  <a:gd name="T47" fmla="*/ 18 h 157"/>
                  <a:gd name="T48" fmla="*/ 228 w 501"/>
                  <a:gd name="T49" fmla="*/ 15 h 157"/>
                  <a:gd name="T50" fmla="*/ 234 w 501"/>
                  <a:gd name="T51" fmla="*/ 24 h 157"/>
                  <a:gd name="T52" fmla="*/ 228 w 501"/>
                  <a:gd name="T53" fmla="*/ 0 h 157"/>
                  <a:gd name="T54" fmla="*/ 260 w 501"/>
                  <a:gd name="T55" fmla="*/ 35 h 157"/>
                  <a:gd name="T56" fmla="*/ 282 w 501"/>
                  <a:gd name="T57" fmla="*/ 11 h 157"/>
                  <a:gd name="T58" fmla="*/ 282 w 501"/>
                  <a:gd name="T59" fmla="*/ 19 h 157"/>
                  <a:gd name="T60" fmla="*/ 301 w 501"/>
                  <a:gd name="T61" fmla="*/ 25 h 157"/>
                  <a:gd name="T62" fmla="*/ 290 w 501"/>
                  <a:gd name="T63" fmla="*/ 39 h 157"/>
                  <a:gd name="T64" fmla="*/ 336 w 501"/>
                  <a:gd name="T65" fmla="*/ 47 h 157"/>
                  <a:gd name="T66" fmla="*/ 323 w 501"/>
                  <a:gd name="T67" fmla="*/ 36 h 157"/>
                  <a:gd name="T68" fmla="*/ 313 w 501"/>
                  <a:gd name="T69" fmla="*/ 19 h 157"/>
                  <a:gd name="T70" fmla="*/ 314 w 501"/>
                  <a:gd name="T71" fmla="*/ 12 h 157"/>
                  <a:gd name="T72" fmla="*/ 306 w 501"/>
                  <a:gd name="T73" fmla="*/ 5 h 157"/>
                  <a:gd name="T74" fmla="*/ 359 w 501"/>
                  <a:gd name="T75" fmla="*/ 35 h 157"/>
                  <a:gd name="T76" fmla="*/ 370 w 501"/>
                  <a:gd name="T77" fmla="*/ 60 h 157"/>
                  <a:gd name="T78" fmla="*/ 422 w 501"/>
                  <a:gd name="T79" fmla="*/ 92 h 157"/>
                  <a:gd name="T80" fmla="*/ 427 w 501"/>
                  <a:gd name="T81" fmla="*/ 76 h 157"/>
                  <a:gd name="T82" fmla="*/ 397 w 501"/>
                  <a:gd name="T83" fmla="*/ 37 h 157"/>
                  <a:gd name="T84" fmla="*/ 451 w 501"/>
                  <a:gd name="T85" fmla="*/ 123 h 157"/>
                  <a:gd name="T86" fmla="*/ 457 w 501"/>
                  <a:gd name="T87" fmla="*/ 139 h 157"/>
                  <a:gd name="T88" fmla="*/ 468 w 501"/>
                  <a:gd name="T89" fmla="*/ 131 h 157"/>
                  <a:gd name="T90" fmla="*/ 461 w 501"/>
                  <a:gd name="T91" fmla="*/ 107 h 157"/>
                  <a:gd name="T92" fmla="*/ 457 w 501"/>
                  <a:gd name="T93" fmla="*/ 118 h 157"/>
                  <a:gd name="T94" fmla="*/ 451 w 501"/>
                  <a:gd name="T95" fmla="*/ 123 h 157"/>
                  <a:gd name="T96" fmla="*/ 456 w 501"/>
                  <a:gd name="T97" fmla="*/ 82 h 157"/>
                  <a:gd name="T98" fmla="*/ 470 w 501"/>
                  <a:gd name="T99" fmla="*/ 97 h 157"/>
                  <a:gd name="T100" fmla="*/ 490 w 501"/>
                  <a:gd name="T101" fmla="*/ 121 h 157"/>
                  <a:gd name="T102" fmla="*/ 493 w 501"/>
                  <a:gd name="T103" fmla="*/ 148 h 157"/>
                  <a:gd name="T104" fmla="*/ 466 w 501"/>
                  <a:gd name="T105" fmla="*/ 108 h 1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501" h="157">
                    <a:moveTo>
                      <a:pt x="24" y="143"/>
                    </a:moveTo>
                    <a:cubicBezTo>
                      <a:pt x="14" y="135"/>
                      <a:pt x="14" y="135"/>
                      <a:pt x="14" y="135"/>
                    </a:cubicBezTo>
                    <a:cubicBezTo>
                      <a:pt x="26" y="120"/>
                      <a:pt x="26" y="120"/>
                      <a:pt x="26" y="120"/>
                    </a:cubicBezTo>
                    <a:cubicBezTo>
                      <a:pt x="36" y="127"/>
                      <a:pt x="36" y="127"/>
                      <a:pt x="36" y="127"/>
                    </a:cubicBezTo>
                    <a:cubicBezTo>
                      <a:pt x="24" y="143"/>
                      <a:pt x="24" y="143"/>
                      <a:pt x="24" y="143"/>
                    </a:cubicBezTo>
                    <a:close/>
                    <a:moveTo>
                      <a:pt x="49" y="93"/>
                    </a:moveTo>
                    <a:cubicBezTo>
                      <a:pt x="58" y="100"/>
                      <a:pt x="58" y="100"/>
                      <a:pt x="58" y="100"/>
                    </a:cubicBezTo>
                    <a:cubicBezTo>
                      <a:pt x="43" y="118"/>
                      <a:pt x="43" y="118"/>
                      <a:pt x="43" y="118"/>
                    </a:cubicBezTo>
                    <a:cubicBezTo>
                      <a:pt x="34" y="110"/>
                      <a:pt x="34" y="110"/>
                      <a:pt x="34" y="110"/>
                    </a:cubicBezTo>
                    <a:cubicBezTo>
                      <a:pt x="49" y="93"/>
                      <a:pt x="49" y="93"/>
                      <a:pt x="49" y="93"/>
                    </a:cubicBezTo>
                    <a:close/>
                    <a:moveTo>
                      <a:pt x="30" y="107"/>
                    </a:moveTo>
                    <a:cubicBezTo>
                      <a:pt x="23" y="103"/>
                      <a:pt x="23" y="103"/>
                      <a:pt x="23" y="103"/>
                    </a:cubicBezTo>
                    <a:cubicBezTo>
                      <a:pt x="15" y="112"/>
                      <a:pt x="15" y="112"/>
                      <a:pt x="15" y="112"/>
                    </a:cubicBezTo>
                    <a:cubicBezTo>
                      <a:pt x="22" y="117"/>
                      <a:pt x="22" y="117"/>
                      <a:pt x="22" y="117"/>
                    </a:cubicBezTo>
                    <a:cubicBezTo>
                      <a:pt x="0" y="142"/>
                      <a:pt x="0" y="142"/>
                      <a:pt x="0" y="142"/>
                    </a:cubicBezTo>
                    <a:cubicBezTo>
                      <a:pt x="20" y="157"/>
                      <a:pt x="20" y="157"/>
                      <a:pt x="20" y="157"/>
                    </a:cubicBezTo>
                    <a:cubicBezTo>
                      <a:pt x="40" y="131"/>
                      <a:pt x="40" y="131"/>
                      <a:pt x="40" y="131"/>
                    </a:cubicBezTo>
                    <a:cubicBezTo>
                      <a:pt x="48" y="137"/>
                      <a:pt x="48" y="137"/>
                      <a:pt x="48" y="137"/>
                    </a:cubicBezTo>
                    <a:cubicBezTo>
                      <a:pt x="55" y="127"/>
                      <a:pt x="55" y="127"/>
                      <a:pt x="55" y="127"/>
                    </a:cubicBezTo>
                    <a:cubicBezTo>
                      <a:pt x="48" y="121"/>
                      <a:pt x="48" y="121"/>
                      <a:pt x="48" y="121"/>
                    </a:cubicBezTo>
                    <a:cubicBezTo>
                      <a:pt x="71" y="95"/>
                      <a:pt x="71" y="95"/>
                      <a:pt x="71" y="95"/>
                    </a:cubicBezTo>
                    <a:cubicBezTo>
                      <a:pt x="53" y="80"/>
                      <a:pt x="53" y="80"/>
                      <a:pt x="53" y="80"/>
                    </a:cubicBezTo>
                    <a:cubicBezTo>
                      <a:pt x="30" y="107"/>
                      <a:pt x="30" y="107"/>
                      <a:pt x="30" y="107"/>
                    </a:cubicBezTo>
                    <a:close/>
                    <a:moveTo>
                      <a:pt x="65" y="62"/>
                    </a:moveTo>
                    <a:cubicBezTo>
                      <a:pt x="77" y="54"/>
                      <a:pt x="87" y="47"/>
                      <a:pt x="99" y="40"/>
                    </a:cubicBezTo>
                    <a:cubicBezTo>
                      <a:pt x="111" y="32"/>
                      <a:pt x="123" y="25"/>
                      <a:pt x="136" y="18"/>
                    </a:cubicBezTo>
                    <a:cubicBezTo>
                      <a:pt x="155" y="52"/>
                      <a:pt x="155" y="52"/>
                      <a:pt x="155" y="52"/>
                    </a:cubicBezTo>
                    <a:cubicBezTo>
                      <a:pt x="90" y="93"/>
                      <a:pt x="90" y="93"/>
                      <a:pt x="90" y="93"/>
                    </a:cubicBezTo>
                    <a:cubicBezTo>
                      <a:pt x="65" y="62"/>
                      <a:pt x="65" y="62"/>
                      <a:pt x="65" y="62"/>
                    </a:cubicBezTo>
                    <a:close/>
                    <a:moveTo>
                      <a:pt x="96" y="81"/>
                    </a:moveTo>
                    <a:cubicBezTo>
                      <a:pt x="119" y="66"/>
                      <a:pt x="119" y="66"/>
                      <a:pt x="119" y="66"/>
                    </a:cubicBezTo>
                    <a:cubicBezTo>
                      <a:pt x="142" y="52"/>
                      <a:pt x="142" y="52"/>
                      <a:pt x="142" y="52"/>
                    </a:cubicBezTo>
                    <a:cubicBezTo>
                      <a:pt x="128" y="29"/>
                      <a:pt x="128" y="29"/>
                      <a:pt x="128" y="29"/>
                    </a:cubicBezTo>
                    <a:cubicBezTo>
                      <a:pt x="79" y="58"/>
                      <a:pt x="79" y="58"/>
                      <a:pt x="79" y="58"/>
                    </a:cubicBezTo>
                    <a:cubicBezTo>
                      <a:pt x="96" y="81"/>
                      <a:pt x="96" y="81"/>
                      <a:pt x="96" y="81"/>
                    </a:cubicBezTo>
                    <a:close/>
                    <a:moveTo>
                      <a:pt x="127" y="53"/>
                    </a:moveTo>
                    <a:cubicBezTo>
                      <a:pt x="125" y="50"/>
                      <a:pt x="125" y="50"/>
                      <a:pt x="125" y="50"/>
                    </a:cubicBezTo>
                    <a:cubicBezTo>
                      <a:pt x="121" y="52"/>
                      <a:pt x="121" y="52"/>
                      <a:pt x="121" y="52"/>
                    </a:cubicBezTo>
                    <a:cubicBezTo>
                      <a:pt x="123" y="56"/>
                      <a:pt x="123" y="56"/>
                      <a:pt x="123" y="56"/>
                    </a:cubicBezTo>
                    <a:cubicBezTo>
                      <a:pt x="127" y="53"/>
                      <a:pt x="127" y="53"/>
                      <a:pt x="127" y="53"/>
                    </a:cubicBezTo>
                    <a:close/>
                    <a:moveTo>
                      <a:pt x="120" y="62"/>
                    </a:moveTo>
                    <a:cubicBezTo>
                      <a:pt x="137" y="52"/>
                      <a:pt x="137" y="52"/>
                      <a:pt x="137" y="52"/>
                    </a:cubicBezTo>
                    <a:cubicBezTo>
                      <a:pt x="135" y="48"/>
                      <a:pt x="135" y="48"/>
                      <a:pt x="135" y="48"/>
                    </a:cubicBezTo>
                    <a:cubicBezTo>
                      <a:pt x="130" y="51"/>
                      <a:pt x="130" y="51"/>
                      <a:pt x="130" y="51"/>
                    </a:cubicBezTo>
                    <a:cubicBezTo>
                      <a:pt x="128" y="48"/>
                      <a:pt x="128" y="48"/>
                      <a:pt x="128" y="48"/>
                    </a:cubicBezTo>
                    <a:cubicBezTo>
                      <a:pt x="133" y="45"/>
                      <a:pt x="133" y="45"/>
                      <a:pt x="133" y="45"/>
                    </a:cubicBezTo>
                    <a:cubicBezTo>
                      <a:pt x="130" y="41"/>
                      <a:pt x="130" y="41"/>
                      <a:pt x="130" y="41"/>
                    </a:cubicBezTo>
                    <a:cubicBezTo>
                      <a:pt x="119" y="48"/>
                      <a:pt x="119" y="48"/>
                      <a:pt x="119" y="48"/>
                    </a:cubicBezTo>
                    <a:cubicBezTo>
                      <a:pt x="117" y="45"/>
                      <a:pt x="117" y="45"/>
                      <a:pt x="117" y="45"/>
                    </a:cubicBezTo>
                    <a:cubicBezTo>
                      <a:pt x="128" y="38"/>
                      <a:pt x="128" y="38"/>
                      <a:pt x="128" y="38"/>
                    </a:cubicBezTo>
                    <a:cubicBezTo>
                      <a:pt x="126" y="34"/>
                      <a:pt x="126" y="34"/>
                      <a:pt x="126" y="34"/>
                    </a:cubicBezTo>
                    <a:cubicBezTo>
                      <a:pt x="112" y="43"/>
                      <a:pt x="99" y="51"/>
                      <a:pt x="85" y="60"/>
                    </a:cubicBezTo>
                    <a:cubicBezTo>
                      <a:pt x="88" y="63"/>
                      <a:pt x="88" y="63"/>
                      <a:pt x="88" y="63"/>
                    </a:cubicBezTo>
                    <a:cubicBezTo>
                      <a:pt x="101" y="55"/>
                      <a:pt x="101" y="55"/>
                      <a:pt x="101" y="55"/>
                    </a:cubicBezTo>
                    <a:cubicBezTo>
                      <a:pt x="103" y="58"/>
                      <a:pt x="103" y="58"/>
                      <a:pt x="103" y="58"/>
                    </a:cubicBezTo>
                    <a:cubicBezTo>
                      <a:pt x="90" y="66"/>
                      <a:pt x="90" y="66"/>
                      <a:pt x="90" y="66"/>
                    </a:cubicBezTo>
                    <a:cubicBezTo>
                      <a:pt x="93" y="69"/>
                      <a:pt x="93" y="69"/>
                      <a:pt x="93" y="69"/>
                    </a:cubicBezTo>
                    <a:cubicBezTo>
                      <a:pt x="106" y="62"/>
                      <a:pt x="106" y="62"/>
                      <a:pt x="106" y="62"/>
                    </a:cubicBezTo>
                    <a:cubicBezTo>
                      <a:pt x="108" y="65"/>
                      <a:pt x="108" y="65"/>
                      <a:pt x="108" y="65"/>
                    </a:cubicBezTo>
                    <a:cubicBezTo>
                      <a:pt x="95" y="73"/>
                      <a:pt x="95" y="73"/>
                      <a:pt x="95" y="73"/>
                    </a:cubicBezTo>
                    <a:cubicBezTo>
                      <a:pt x="98" y="76"/>
                      <a:pt x="98" y="76"/>
                      <a:pt x="98" y="76"/>
                    </a:cubicBezTo>
                    <a:cubicBezTo>
                      <a:pt x="120" y="62"/>
                      <a:pt x="120" y="62"/>
                      <a:pt x="120" y="62"/>
                    </a:cubicBezTo>
                    <a:close/>
                    <a:moveTo>
                      <a:pt x="165" y="9"/>
                    </a:moveTo>
                    <a:cubicBezTo>
                      <a:pt x="167" y="19"/>
                      <a:pt x="167" y="19"/>
                      <a:pt x="167" y="19"/>
                    </a:cubicBezTo>
                    <a:cubicBezTo>
                      <a:pt x="159" y="20"/>
                      <a:pt x="159" y="20"/>
                      <a:pt x="159" y="20"/>
                    </a:cubicBezTo>
                    <a:cubicBezTo>
                      <a:pt x="160" y="25"/>
                      <a:pt x="160" y="25"/>
                      <a:pt x="160" y="25"/>
                    </a:cubicBezTo>
                    <a:cubicBezTo>
                      <a:pt x="168" y="24"/>
                      <a:pt x="168" y="24"/>
                      <a:pt x="168" y="24"/>
                    </a:cubicBezTo>
                    <a:cubicBezTo>
                      <a:pt x="171" y="42"/>
                      <a:pt x="171" y="42"/>
                      <a:pt x="171" y="42"/>
                    </a:cubicBezTo>
                    <a:cubicBezTo>
                      <a:pt x="166" y="43"/>
                      <a:pt x="166" y="43"/>
                      <a:pt x="166" y="43"/>
                    </a:cubicBezTo>
                    <a:cubicBezTo>
                      <a:pt x="166" y="47"/>
                      <a:pt x="166" y="47"/>
                      <a:pt x="166" y="47"/>
                    </a:cubicBezTo>
                    <a:cubicBezTo>
                      <a:pt x="191" y="43"/>
                      <a:pt x="191" y="43"/>
                      <a:pt x="191" y="43"/>
                    </a:cubicBezTo>
                    <a:cubicBezTo>
                      <a:pt x="191" y="38"/>
                      <a:pt x="191" y="38"/>
                      <a:pt x="191" y="38"/>
                    </a:cubicBezTo>
                    <a:cubicBezTo>
                      <a:pt x="184" y="40"/>
                      <a:pt x="184" y="40"/>
                      <a:pt x="184" y="40"/>
                    </a:cubicBezTo>
                    <a:cubicBezTo>
                      <a:pt x="183" y="31"/>
                      <a:pt x="183" y="31"/>
                      <a:pt x="183" y="31"/>
                    </a:cubicBezTo>
                    <a:cubicBezTo>
                      <a:pt x="181" y="22"/>
                      <a:pt x="181" y="22"/>
                      <a:pt x="181" y="22"/>
                    </a:cubicBezTo>
                    <a:cubicBezTo>
                      <a:pt x="187" y="21"/>
                      <a:pt x="187" y="21"/>
                      <a:pt x="187" y="21"/>
                    </a:cubicBezTo>
                    <a:cubicBezTo>
                      <a:pt x="186" y="17"/>
                      <a:pt x="186" y="17"/>
                      <a:pt x="186" y="17"/>
                    </a:cubicBezTo>
                    <a:cubicBezTo>
                      <a:pt x="181" y="17"/>
                      <a:pt x="181" y="17"/>
                      <a:pt x="181" y="17"/>
                    </a:cubicBezTo>
                    <a:cubicBezTo>
                      <a:pt x="180" y="7"/>
                      <a:pt x="180" y="7"/>
                      <a:pt x="180" y="7"/>
                    </a:cubicBezTo>
                    <a:cubicBezTo>
                      <a:pt x="165" y="9"/>
                      <a:pt x="165" y="9"/>
                      <a:pt x="165" y="9"/>
                    </a:cubicBezTo>
                    <a:close/>
                    <a:moveTo>
                      <a:pt x="208" y="14"/>
                    </a:moveTo>
                    <a:cubicBezTo>
                      <a:pt x="208" y="9"/>
                      <a:pt x="208" y="9"/>
                      <a:pt x="208" y="9"/>
                    </a:cubicBezTo>
                    <a:cubicBezTo>
                      <a:pt x="194" y="9"/>
                      <a:pt x="194" y="9"/>
                      <a:pt x="194" y="9"/>
                    </a:cubicBezTo>
                    <a:cubicBezTo>
                      <a:pt x="195" y="16"/>
                      <a:pt x="195" y="16"/>
                      <a:pt x="195" y="16"/>
                    </a:cubicBezTo>
                    <a:cubicBezTo>
                      <a:pt x="192" y="16"/>
                      <a:pt x="192" y="16"/>
                      <a:pt x="192" y="16"/>
                    </a:cubicBezTo>
                    <a:cubicBezTo>
                      <a:pt x="192" y="20"/>
                      <a:pt x="192" y="20"/>
                      <a:pt x="192" y="20"/>
                    </a:cubicBezTo>
                    <a:cubicBezTo>
                      <a:pt x="195" y="20"/>
                      <a:pt x="195" y="20"/>
                      <a:pt x="195" y="20"/>
                    </a:cubicBezTo>
                    <a:cubicBezTo>
                      <a:pt x="197" y="40"/>
                      <a:pt x="197" y="40"/>
                      <a:pt x="197" y="40"/>
                    </a:cubicBezTo>
                    <a:cubicBezTo>
                      <a:pt x="209" y="39"/>
                      <a:pt x="209" y="39"/>
                      <a:pt x="209" y="39"/>
                    </a:cubicBezTo>
                    <a:cubicBezTo>
                      <a:pt x="222" y="38"/>
                      <a:pt x="222" y="38"/>
                      <a:pt x="222" y="38"/>
                    </a:cubicBezTo>
                    <a:cubicBezTo>
                      <a:pt x="231" y="38"/>
                      <a:pt x="241" y="38"/>
                      <a:pt x="250" y="38"/>
                    </a:cubicBezTo>
                    <a:cubicBezTo>
                      <a:pt x="250" y="28"/>
                      <a:pt x="250" y="28"/>
                      <a:pt x="250" y="28"/>
                    </a:cubicBezTo>
                    <a:cubicBezTo>
                      <a:pt x="236" y="28"/>
                      <a:pt x="236" y="28"/>
                      <a:pt x="236" y="28"/>
                    </a:cubicBezTo>
                    <a:cubicBezTo>
                      <a:pt x="236" y="34"/>
                      <a:pt x="236" y="34"/>
                      <a:pt x="236" y="34"/>
                    </a:cubicBezTo>
                    <a:cubicBezTo>
                      <a:pt x="209" y="34"/>
                      <a:pt x="209" y="34"/>
                      <a:pt x="209" y="34"/>
                    </a:cubicBezTo>
                    <a:cubicBezTo>
                      <a:pt x="208" y="18"/>
                      <a:pt x="208" y="18"/>
                      <a:pt x="208" y="18"/>
                    </a:cubicBezTo>
                    <a:cubicBezTo>
                      <a:pt x="215" y="17"/>
                      <a:pt x="215" y="17"/>
                      <a:pt x="215" y="17"/>
                    </a:cubicBezTo>
                    <a:cubicBezTo>
                      <a:pt x="216" y="27"/>
                      <a:pt x="216" y="27"/>
                      <a:pt x="216" y="27"/>
                    </a:cubicBezTo>
                    <a:cubicBezTo>
                      <a:pt x="228" y="26"/>
                      <a:pt x="228" y="26"/>
                      <a:pt x="228" y="26"/>
                    </a:cubicBezTo>
                    <a:cubicBezTo>
                      <a:pt x="228" y="15"/>
                      <a:pt x="228" y="15"/>
                      <a:pt x="228" y="15"/>
                    </a:cubicBezTo>
                    <a:cubicBezTo>
                      <a:pt x="236" y="14"/>
                      <a:pt x="236" y="14"/>
                      <a:pt x="236" y="14"/>
                    </a:cubicBezTo>
                    <a:cubicBezTo>
                      <a:pt x="236" y="19"/>
                      <a:pt x="236" y="19"/>
                      <a:pt x="236" y="19"/>
                    </a:cubicBezTo>
                    <a:cubicBezTo>
                      <a:pt x="234" y="19"/>
                      <a:pt x="234" y="19"/>
                      <a:pt x="234" y="19"/>
                    </a:cubicBezTo>
                    <a:cubicBezTo>
                      <a:pt x="234" y="24"/>
                      <a:pt x="234" y="24"/>
                      <a:pt x="234" y="24"/>
                    </a:cubicBezTo>
                    <a:cubicBezTo>
                      <a:pt x="248" y="24"/>
                      <a:pt x="248" y="24"/>
                      <a:pt x="248" y="24"/>
                    </a:cubicBezTo>
                    <a:cubicBezTo>
                      <a:pt x="248" y="8"/>
                      <a:pt x="248" y="8"/>
                      <a:pt x="248" y="8"/>
                    </a:cubicBezTo>
                    <a:cubicBezTo>
                      <a:pt x="228" y="11"/>
                      <a:pt x="228" y="11"/>
                      <a:pt x="228" y="11"/>
                    </a:cubicBezTo>
                    <a:cubicBezTo>
                      <a:pt x="228" y="0"/>
                      <a:pt x="228" y="0"/>
                      <a:pt x="228" y="0"/>
                    </a:cubicBezTo>
                    <a:cubicBezTo>
                      <a:pt x="214" y="0"/>
                      <a:pt x="214" y="0"/>
                      <a:pt x="214" y="0"/>
                    </a:cubicBezTo>
                    <a:cubicBezTo>
                      <a:pt x="215" y="13"/>
                      <a:pt x="215" y="13"/>
                      <a:pt x="215" y="13"/>
                    </a:cubicBezTo>
                    <a:cubicBezTo>
                      <a:pt x="208" y="14"/>
                      <a:pt x="208" y="14"/>
                      <a:pt x="208" y="14"/>
                    </a:cubicBezTo>
                    <a:close/>
                    <a:moveTo>
                      <a:pt x="260" y="35"/>
                    </a:moveTo>
                    <a:cubicBezTo>
                      <a:pt x="280" y="33"/>
                      <a:pt x="277" y="27"/>
                      <a:pt x="278" y="6"/>
                    </a:cubicBezTo>
                    <a:cubicBezTo>
                      <a:pt x="303" y="9"/>
                      <a:pt x="303" y="9"/>
                      <a:pt x="303" y="9"/>
                    </a:cubicBezTo>
                    <a:cubicBezTo>
                      <a:pt x="303" y="13"/>
                      <a:pt x="303" y="13"/>
                      <a:pt x="303" y="13"/>
                    </a:cubicBezTo>
                    <a:cubicBezTo>
                      <a:pt x="282" y="11"/>
                      <a:pt x="282" y="11"/>
                      <a:pt x="282" y="11"/>
                    </a:cubicBezTo>
                    <a:cubicBezTo>
                      <a:pt x="282" y="15"/>
                      <a:pt x="282" y="15"/>
                      <a:pt x="282" y="15"/>
                    </a:cubicBezTo>
                    <a:cubicBezTo>
                      <a:pt x="302" y="17"/>
                      <a:pt x="302" y="17"/>
                      <a:pt x="302" y="17"/>
                    </a:cubicBezTo>
                    <a:cubicBezTo>
                      <a:pt x="302" y="20"/>
                      <a:pt x="302" y="20"/>
                      <a:pt x="302" y="20"/>
                    </a:cubicBezTo>
                    <a:cubicBezTo>
                      <a:pt x="282" y="19"/>
                      <a:pt x="282" y="19"/>
                      <a:pt x="282" y="19"/>
                    </a:cubicBezTo>
                    <a:cubicBezTo>
                      <a:pt x="281" y="29"/>
                      <a:pt x="281" y="29"/>
                      <a:pt x="281" y="29"/>
                    </a:cubicBezTo>
                    <a:cubicBezTo>
                      <a:pt x="292" y="29"/>
                      <a:pt x="292" y="29"/>
                      <a:pt x="292" y="29"/>
                    </a:cubicBezTo>
                    <a:cubicBezTo>
                      <a:pt x="292" y="24"/>
                      <a:pt x="292" y="24"/>
                      <a:pt x="292" y="24"/>
                    </a:cubicBezTo>
                    <a:cubicBezTo>
                      <a:pt x="301" y="25"/>
                      <a:pt x="301" y="25"/>
                      <a:pt x="301" y="25"/>
                    </a:cubicBezTo>
                    <a:cubicBezTo>
                      <a:pt x="299" y="31"/>
                      <a:pt x="292" y="33"/>
                      <a:pt x="285" y="34"/>
                    </a:cubicBezTo>
                    <a:cubicBezTo>
                      <a:pt x="273" y="37"/>
                      <a:pt x="273" y="37"/>
                      <a:pt x="273" y="37"/>
                    </a:cubicBezTo>
                    <a:cubicBezTo>
                      <a:pt x="273" y="39"/>
                      <a:pt x="273" y="39"/>
                      <a:pt x="273" y="39"/>
                    </a:cubicBezTo>
                    <a:cubicBezTo>
                      <a:pt x="282" y="40"/>
                      <a:pt x="287" y="39"/>
                      <a:pt x="290" y="39"/>
                    </a:cubicBezTo>
                    <a:cubicBezTo>
                      <a:pt x="294" y="39"/>
                      <a:pt x="300" y="37"/>
                      <a:pt x="306" y="35"/>
                    </a:cubicBezTo>
                    <a:cubicBezTo>
                      <a:pt x="308" y="40"/>
                      <a:pt x="315" y="44"/>
                      <a:pt x="322" y="46"/>
                    </a:cubicBezTo>
                    <a:cubicBezTo>
                      <a:pt x="327" y="48"/>
                      <a:pt x="331" y="49"/>
                      <a:pt x="335" y="50"/>
                    </a:cubicBezTo>
                    <a:cubicBezTo>
                      <a:pt x="336" y="47"/>
                      <a:pt x="336" y="47"/>
                      <a:pt x="336" y="47"/>
                    </a:cubicBezTo>
                    <a:cubicBezTo>
                      <a:pt x="322" y="41"/>
                      <a:pt x="322" y="41"/>
                      <a:pt x="322" y="41"/>
                    </a:cubicBezTo>
                    <a:cubicBezTo>
                      <a:pt x="315" y="37"/>
                      <a:pt x="314" y="35"/>
                      <a:pt x="312" y="27"/>
                    </a:cubicBezTo>
                    <a:cubicBezTo>
                      <a:pt x="324" y="29"/>
                      <a:pt x="324" y="29"/>
                      <a:pt x="324" y="29"/>
                    </a:cubicBezTo>
                    <a:cubicBezTo>
                      <a:pt x="323" y="36"/>
                      <a:pt x="323" y="36"/>
                      <a:pt x="323" y="36"/>
                    </a:cubicBezTo>
                    <a:cubicBezTo>
                      <a:pt x="335" y="38"/>
                      <a:pt x="335" y="38"/>
                      <a:pt x="335" y="38"/>
                    </a:cubicBezTo>
                    <a:cubicBezTo>
                      <a:pt x="337" y="28"/>
                      <a:pt x="337" y="28"/>
                      <a:pt x="337" y="28"/>
                    </a:cubicBezTo>
                    <a:cubicBezTo>
                      <a:pt x="313" y="22"/>
                      <a:pt x="313" y="22"/>
                      <a:pt x="313" y="22"/>
                    </a:cubicBezTo>
                    <a:cubicBezTo>
                      <a:pt x="313" y="19"/>
                      <a:pt x="313" y="19"/>
                      <a:pt x="313" y="19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2" y="21"/>
                      <a:pt x="342" y="21"/>
                      <a:pt x="342" y="21"/>
                    </a:cubicBezTo>
                    <a:cubicBezTo>
                      <a:pt x="313" y="16"/>
                      <a:pt x="313" y="16"/>
                      <a:pt x="313" y="16"/>
                    </a:cubicBezTo>
                    <a:cubicBezTo>
                      <a:pt x="314" y="12"/>
                      <a:pt x="314" y="12"/>
                      <a:pt x="314" y="12"/>
                    </a:cubicBezTo>
                    <a:cubicBezTo>
                      <a:pt x="320" y="13"/>
                      <a:pt x="325" y="14"/>
                      <a:pt x="330" y="16"/>
                    </a:cubicBezTo>
                    <a:cubicBezTo>
                      <a:pt x="344" y="19"/>
                      <a:pt x="344" y="19"/>
                      <a:pt x="344" y="19"/>
                    </a:cubicBezTo>
                    <a:cubicBezTo>
                      <a:pt x="345" y="15"/>
                      <a:pt x="345" y="15"/>
                      <a:pt x="345" y="15"/>
                    </a:cubicBezTo>
                    <a:cubicBezTo>
                      <a:pt x="333" y="12"/>
                      <a:pt x="317" y="7"/>
                      <a:pt x="306" y="5"/>
                    </a:cubicBezTo>
                    <a:cubicBezTo>
                      <a:pt x="292" y="3"/>
                      <a:pt x="283" y="2"/>
                      <a:pt x="269" y="1"/>
                    </a:cubicBezTo>
                    <a:cubicBezTo>
                      <a:pt x="268" y="13"/>
                      <a:pt x="270" y="21"/>
                      <a:pt x="266" y="29"/>
                    </a:cubicBezTo>
                    <a:cubicBezTo>
                      <a:pt x="265" y="32"/>
                      <a:pt x="263" y="32"/>
                      <a:pt x="260" y="35"/>
                    </a:cubicBezTo>
                    <a:close/>
                    <a:moveTo>
                      <a:pt x="359" y="35"/>
                    </a:moveTo>
                    <a:cubicBezTo>
                      <a:pt x="388" y="51"/>
                      <a:pt x="388" y="51"/>
                      <a:pt x="388" y="51"/>
                    </a:cubicBezTo>
                    <a:cubicBezTo>
                      <a:pt x="382" y="52"/>
                      <a:pt x="375" y="53"/>
                      <a:pt x="370" y="53"/>
                    </a:cubicBezTo>
                    <a:cubicBezTo>
                      <a:pt x="362" y="53"/>
                      <a:pt x="355" y="52"/>
                      <a:pt x="348" y="51"/>
                    </a:cubicBezTo>
                    <a:cubicBezTo>
                      <a:pt x="347" y="57"/>
                      <a:pt x="366" y="59"/>
                      <a:pt x="370" y="60"/>
                    </a:cubicBezTo>
                    <a:cubicBezTo>
                      <a:pt x="376" y="61"/>
                      <a:pt x="386" y="60"/>
                      <a:pt x="392" y="60"/>
                    </a:cubicBezTo>
                    <a:cubicBezTo>
                      <a:pt x="396" y="71"/>
                      <a:pt x="401" y="78"/>
                      <a:pt x="405" y="82"/>
                    </a:cubicBezTo>
                    <a:cubicBezTo>
                      <a:pt x="418" y="95"/>
                      <a:pt x="418" y="95"/>
                      <a:pt x="418" y="95"/>
                    </a:cubicBezTo>
                    <a:cubicBezTo>
                      <a:pt x="422" y="92"/>
                      <a:pt x="422" y="92"/>
                      <a:pt x="422" y="92"/>
                    </a:cubicBezTo>
                    <a:cubicBezTo>
                      <a:pt x="416" y="84"/>
                      <a:pt x="416" y="84"/>
                      <a:pt x="416" y="84"/>
                    </a:cubicBezTo>
                    <a:cubicBezTo>
                      <a:pt x="412" y="79"/>
                      <a:pt x="408" y="75"/>
                      <a:pt x="407" y="73"/>
                    </a:cubicBezTo>
                    <a:cubicBezTo>
                      <a:pt x="404" y="68"/>
                      <a:pt x="402" y="63"/>
                      <a:pt x="401" y="59"/>
                    </a:cubicBezTo>
                    <a:cubicBezTo>
                      <a:pt x="427" y="76"/>
                      <a:pt x="427" y="76"/>
                      <a:pt x="427" y="76"/>
                    </a:cubicBezTo>
                    <a:cubicBezTo>
                      <a:pt x="430" y="72"/>
                      <a:pt x="430" y="72"/>
                      <a:pt x="430" y="72"/>
                    </a:cubicBezTo>
                    <a:cubicBezTo>
                      <a:pt x="403" y="54"/>
                      <a:pt x="403" y="54"/>
                      <a:pt x="403" y="54"/>
                    </a:cubicBezTo>
                    <a:cubicBezTo>
                      <a:pt x="409" y="45"/>
                      <a:pt x="409" y="45"/>
                      <a:pt x="409" y="45"/>
                    </a:cubicBezTo>
                    <a:cubicBezTo>
                      <a:pt x="397" y="37"/>
                      <a:pt x="397" y="37"/>
                      <a:pt x="397" y="37"/>
                    </a:cubicBezTo>
                    <a:cubicBezTo>
                      <a:pt x="391" y="47"/>
                      <a:pt x="391" y="47"/>
                      <a:pt x="391" y="47"/>
                    </a:cubicBezTo>
                    <a:cubicBezTo>
                      <a:pt x="381" y="42"/>
                      <a:pt x="371" y="36"/>
                      <a:pt x="361" y="30"/>
                    </a:cubicBezTo>
                    <a:cubicBezTo>
                      <a:pt x="359" y="35"/>
                      <a:pt x="359" y="35"/>
                      <a:pt x="359" y="35"/>
                    </a:cubicBezTo>
                    <a:close/>
                    <a:moveTo>
                      <a:pt x="451" y="123"/>
                    </a:moveTo>
                    <a:cubicBezTo>
                      <a:pt x="439" y="110"/>
                      <a:pt x="439" y="110"/>
                      <a:pt x="439" y="110"/>
                    </a:cubicBezTo>
                    <a:cubicBezTo>
                      <a:pt x="435" y="113"/>
                      <a:pt x="435" y="113"/>
                      <a:pt x="435" y="113"/>
                    </a:cubicBezTo>
                    <a:cubicBezTo>
                      <a:pt x="447" y="127"/>
                      <a:pt x="447" y="127"/>
                      <a:pt x="447" y="127"/>
                    </a:cubicBezTo>
                    <a:cubicBezTo>
                      <a:pt x="457" y="139"/>
                      <a:pt x="457" y="139"/>
                      <a:pt x="457" y="139"/>
                    </a:cubicBezTo>
                    <a:cubicBezTo>
                      <a:pt x="464" y="134"/>
                      <a:pt x="464" y="134"/>
                      <a:pt x="464" y="134"/>
                    </a:cubicBezTo>
                    <a:cubicBezTo>
                      <a:pt x="482" y="157"/>
                      <a:pt x="482" y="157"/>
                      <a:pt x="482" y="157"/>
                    </a:cubicBezTo>
                    <a:cubicBezTo>
                      <a:pt x="485" y="154"/>
                      <a:pt x="485" y="154"/>
                      <a:pt x="485" y="154"/>
                    </a:cubicBezTo>
                    <a:cubicBezTo>
                      <a:pt x="468" y="131"/>
                      <a:pt x="468" y="131"/>
                      <a:pt x="468" y="131"/>
                    </a:cubicBezTo>
                    <a:cubicBezTo>
                      <a:pt x="481" y="132"/>
                      <a:pt x="481" y="132"/>
                      <a:pt x="481" y="132"/>
                    </a:cubicBezTo>
                    <a:cubicBezTo>
                      <a:pt x="475" y="124"/>
                      <a:pt x="475" y="124"/>
                      <a:pt x="475" y="124"/>
                    </a:cubicBezTo>
                    <a:cubicBezTo>
                      <a:pt x="468" y="116"/>
                      <a:pt x="468" y="116"/>
                      <a:pt x="468" y="116"/>
                    </a:cubicBezTo>
                    <a:cubicBezTo>
                      <a:pt x="461" y="107"/>
                      <a:pt x="461" y="107"/>
                      <a:pt x="461" y="107"/>
                    </a:cubicBezTo>
                    <a:cubicBezTo>
                      <a:pt x="453" y="99"/>
                      <a:pt x="453" y="99"/>
                      <a:pt x="453" y="99"/>
                    </a:cubicBezTo>
                    <a:cubicBezTo>
                      <a:pt x="450" y="102"/>
                      <a:pt x="450" y="102"/>
                      <a:pt x="450" y="102"/>
                    </a:cubicBezTo>
                    <a:cubicBezTo>
                      <a:pt x="464" y="118"/>
                      <a:pt x="464" y="118"/>
                      <a:pt x="464" y="118"/>
                    </a:cubicBezTo>
                    <a:cubicBezTo>
                      <a:pt x="457" y="118"/>
                      <a:pt x="457" y="118"/>
                      <a:pt x="457" y="118"/>
                    </a:cubicBezTo>
                    <a:cubicBezTo>
                      <a:pt x="435" y="94"/>
                      <a:pt x="435" y="94"/>
                      <a:pt x="435" y="94"/>
                    </a:cubicBezTo>
                    <a:cubicBezTo>
                      <a:pt x="431" y="97"/>
                      <a:pt x="431" y="97"/>
                      <a:pt x="431" y="97"/>
                    </a:cubicBezTo>
                    <a:cubicBezTo>
                      <a:pt x="453" y="121"/>
                      <a:pt x="453" y="121"/>
                      <a:pt x="453" y="121"/>
                    </a:cubicBezTo>
                    <a:cubicBezTo>
                      <a:pt x="451" y="123"/>
                      <a:pt x="451" y="123"/>
                      <a:pt x="451" y="123"/>
                    </a:cubicBezTo>
                    <a:close/>
                    <a:moveTo>
                      <a:pt x="441" y="85"/>
                    </a:moveTo>
                    <a:cubicBezTo>
                      <a:pt x="447" y="79"/>
                      <a:pt x="447" y="79"/>
                      <a:pt x="447" y="79"/>
                    </a:cubicBezTo>
                    <a:cubicBezTo>
                      <a:pt x="455" y="87"/>
                      <a:pt x="455" y="87"/>
                      <a:pt x="455" y="87"/>
                    </a:cubicBezTo>
                    <a:cubicBezTo>
                      <a:pt x="456" y="82"/>
                      <a:pt x="456" y="82"/>
                      <a:pt x="456" y="82"/>
                    </a:cubicBezTo>
                    <a:cubicBezTo>
                      <a:pt x="465" y="92"/>
                      <a:pt x="465" y="92"/>
                      <a:pt x="465" y="92"/>
                    </a:cubicBezTo>
                    <a:cubicBezTo>
                      <a:pt x="465" y="98"/>
                      <a:pt x="465" y="98"/>
                      <a:pt x="465" y="98"/>
                    </a:cubicBezTo>
                    <a:cubicBezTo>
                      <a:pt x="470" y="104"/>
                      <a:pt x="470" y="104"/>
                      <a:pt x="470" y="104"/>
                    </a:cubicBezTo>
                    <a:cubicBezTo>
                      <a:pt x="470" y="97"/>
                      <a:pt x="470" y="97"/>
                      <a:pt x="470" y="97"/>
                    </a:cubicBezTo>
                    <a:cubicBezTo>
                      <a:pt x="482" y="110"/>
                      <a:pt x="482" y="110"/>
                      <a:pt x="482" y="110"/>
                    </a:cubicBezTo>
                    <a:cubicBezTo>
                      <a:pt x="481" y="117"/>
                      <a:pt x="481" y="117"/>
                      <a:pt x="481" y="117"/>
                    </a:cubicBezTo>
                    <a:cubicBezTo>
                      <a:pt x="486" y="124"/>
                      <a:pt x="486" y="124"/>
                      <a:pt x="486" y="124"/>
                    </a:cubicBezTo>
                    <a:cubicBezTo>
                      <a:pt x="490" y="121"/>
                      <a:pt x="490" y="121"/>
                      <a:pt x="490" y="121"/>
                    </a:cubicBezTo>
                    <a:cubicBezTo>
                      <a:pt x="500" y="133"/>
                      <a:pt x="500" y="133"/>
                      <a:pt x="500" y="133"/>
                    </a:cubicBezTo>
                    <a:cubicBezTo>
                      <a:pt x="496" y="136"/>
                      <a:pt x="496" y="136"/>
                      <a:pt x="496" y="136"/>
                    </a:cubicBezTo>
                    <a:cubicBezTo>
                      <a:pt x="501" y="143"/>
                      <a:pt x="501" y="143"/>
                      <a:pt x="501" y="143"/>
                    </a:cubicBezTo>
                    <a:cubicBezTo>
                      <a:pt x="493" y="148"/>
                      <a:pt x="493" y="148"/>
                      <a:pt x="493" y="148"/>
                    </a:cubicBezTo>
                    <a:cubicBezTo>
                      <a:pt x="485" y="137"/>
                      <a:pt x="485" y="137"/>
                      <a:pt x="485" y="137"/>
                    </a:cubicBezTo>
                    <a:cubicBezTo>
                      <a:pt x="488" y="134"/>
                      <a:pt x="488" y="134"/>
                      <a:pt x="488" y="134"/>
                    </a:cubicBezTo>
                    <a:cubicBezTo>
                      <a:pt x="479" y="123"/>
                      <a:pt x="479" y="123"/>
                      <a:pt x="479" y="123"/>
                    </a:cubicBezTo>
                    <a:cubicBezTo>
                      <a:pt x="466" y="108"/>
                      <a:pt x="466" y="108"/>
                      <a:pt x="466" y="108"/>
                    </a:cubicBezTo>
                    <a:cubicBezTo>
                      <a:pt x="453" y="92"/>
                      <a:pt x="453" y="92"/>
                      <a:pt x="453" y="92"/>
                    </a:cubicBezTo>
                    <a:cubicBezTo>
                      <a:pt x="450" y="95"/>
                      <a:pt x="450" y="95"/>
                      <a:pt x="450" y="95"/>
                    </a:cubicBezTo>
                    <a:lnTo>
                      <a:pt x="441" y="85"/>
                    </a:lnTo>
                    <a:close/>
                  </a:path>
                </a:pathLst>
              </a:custGeom>
              <a:solidFill>
                <a:srgbClr val="0062A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" name="Freeform 9"/>
              <p:cNvSpPr>
                <a:spLocks noEditPoints="1"/>
              </p:cNvSpPr>
              <p:nvPr/>
            </p:nvSpPr>
            <p:spPr bwMode="auto">
              <a:xfrm>
                <a:off x="5051457" y="4769210"/>
                <a:ext cx="212725" cy="79375"/>
              </a:xfrm>
              <a:custGeom>
                <a:avLst/>
                <a:gdLst>
                  <a:gd name="T0" fmla="*/ 7 w 86"/>
                  <a:gd name="T1" fmla="*/ 32 h 32"/>
                  <a:gd name="T2" fmla="*/ 4 w 86"/>
                  <a:gd name="T3" fmla="*/ 10 h 32"/>
                  <a:gd name="T4" fmla="*/ 0 w 86"/>
                  <a:gd name="T5" fmla="*/ 8 h 32"/>
                  <a:gd name="T6" fmla="*/ 8 w 86"/>
                  <a:gd name="T7" fmla="*/ 0 h 32"/>
                  <a:gd name="T8" fmla="*/ 10 w 86"/>
                  <a:gd name="T9" fmla="*/ 32 h 32"/>
                  <a:gd name="T10" fmla="*/ 25 w 86"/>
                  <a:gd name="T11" fmla="*/ 24 h 32"/>
                  <a:gd name="T12" fmla="*/ 29 w 86"/>
                  <a:gd name="T13" fmla="*/ 29 h 32"/>
                  <a:gd name="T14" fmla="*/ 34 w 86"/>
                  <a:gd name="T15" fmla="*/ 26 h 32"/>
                  <a:gd name="T16" fmla="*/ 36 w 86"/>
                  <a:gd name="T17" fmla="*/ 17 h 32"/>
                  <a:gd name="T18" fmla="*/ 33 w 86"/>
                  <a:gd name="T19" fmla="*/ 20 h 32"/>
                  <a:gd name="T20" fmla="*/ 23 w 86"/>
                  <a:gd name="T21" fmla="*/ 18 h 32"/>
                  <a:gd name="T22" fmla="*/ 23 w 86"/>
                  <a:gd name="T23" fmla="*/ 3 h 32"/>
                  <a:gd name="T24" fmla="*/ 34 w 86"/>
                  <a:gd name="T25" fmla="*/ 1 h 32"/>
                  <a:gd name="T26" fmla="*/ 39 w 86"/>
                  <a:gd name="T27" fmla="*/ 15 h 32"/>
                  <a:gd name="T28" fmla="*/ 34 w 86"/>
                  <a:gd name="T29" fmla="*/ 30 h 32"/>
                  <a:gd name="T30" fmla="*/ 24 w 86"/>
                  <a:gd name="T31" fmla="*/ 30 h 32"/>
                  <a:gd name="T32" fmla="*/ 35 w 86"/>
                  <a:gd name="T33" fmla="*/ 10 h 32"/>
                  <a:gd name="T34" fmla="*/ 30 w 86"/>
                  <a:gd name="T35" fmla="*/ 3 h 32"/>
                  <a:gd name="T36" fmla="*/ 24 w 86"/>
                  <a:gd name="T37" fmla="*/ 11 h 32"/>
                  <a:gd name="T38" fmla="*/ 30 w 86"/>
                  <a:gd name="T39" fmla="*/ 17 h 32"/>
                  <a:gd name="T40" fmla="*/ 35 w 86"/>
                  <a:gd name="T41" fmla="*/ 10 h 32"/>
                  <a:gd name="T42" fmla="*/ 48 w 86"/>
                  <a:gd name="T43" fmla="*/ 23 h 32"/>
                  <a:gd name="T44" fmla="*/ 53 w 86"/>
                  <a:gd name="T45" fmla="*/ 29 h 32"/>
                  <a:gd name="T46" fmla="*/ 59 w 86"/>
                  <a:gd name="T47" fmla="*/ 21 h 32"/>
                  <a:gd name="T48" fmla="*/ 53 w 86"/>
                  <a:gd name="T49" fmla="*/ 14 h 32"/>
                  <a:gd name="T50" fmla="*/ 48 w 86"/>
                  <a:gd name="T51" fmla="*/ 17 h 32"/>
                  <a:gd name="T52" fmla="*/ 48 w 86"/>
                  <a:gd name="T53" fmla="*/ 0 h 32"/>
                  <a:gd name="T54" fmla="*/ 61 w 86"/>
                  <a:gd name="T55" fmla="*/ 4 h 32"/>
                  <a:gd name="T56" fmla="*/ 49 w 86"/>
                  <a:gd name="T57" fmla="*/ 13 h 32"/>
                  <a:gd name="T58" fmla="*/ 60 w 86"/>
                  <a:gd name="T59" fmla="*/ 13 h 32"/>
                  <a:gd name="T60" fmla="*/ 60 w 86"/>
                  <a:gd name="T61" fmla="*/ 28 h 32"/>
                  <a:gd name="T62" fmla="*/ 47 w 86"/>
                  <a:gd name="T63" fmla="*/ 30 h 32"/>
                  <a:gd name="T64" fmla="*/ 86 w 86"/>
                  <a:gd name="T65" fmla="*/ 28 h 32"/>
                  <a:gd name="T66" fmla="*/ 67 w 86"/>
                  <a:gd name="T67" fmla="*/ 32 h 32"/>
                  <a:gd name="T68" fmla="*/ 70 w 86"/>
                  <a:gd name="T69" fmla="*/ 25 h 32"/>
                  <a:gd name="T70" fmla="*/ 80 w 86"/>
                  <a:gd name="T71" fmla="*/ 13 h 32"/>
                  <a:gd name="T72" fmla="*/ 81 w 86"/>
                  <a:gd name="T73" fmla="*/ 5 h 32"/>
                  <a:gd name="T74" fmla="*/ 73 w 86"/>
                  <a:gd name="T75" fmla="*/ 5 h 32"/>
                  <a:gd name="T76" fmla="*/ 68 w 86"/>
                  <a:gd name="T77" fmla="*/ 9 h 32"/>
                  <a:gd name="T78" fmla="*/ 77 w 86"/>
                  <a:gd name="T79" fmla="*/ 0 h 32"/>
                  <a:gd name="T80" fmla="*/ 85 w 86"/>
                  <a:gd name="T81" fmla="*/ 9 h 32"/>
                  <a:gd name="T82" fmla="*/ 83 w 86"/>
                  <a:gd name="T83" fmla="*/ 16 h 32"/>
                  <a:gd name="T84" fmla="*/ 73 w 86"/>
                  <a:gd name="T85" fmla="*/ 26 h 32"/>
                  <a:gd name="T86" fmla="*/ 86 w 86"/>
                  <a:gd name="T87" fmla="*/ 28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86" h="32">
                    <a:moveTo>
                      <a:pt x="10" y="32"/>
                    </a:moveTo>
                    <a:cubicBezTo>
                      <a:pt x="7" y="32"/>
                      <a:pt x="7" y="32"/>
                      <a:pt x="7" y="32"/>
                    </a:cubicBezTo>
                    <a:cubicBezTo>
                      <a:pt x="7" y="7"/>
                      <a:pt x="7" y="7"/>
                      <a:pt x="7" y="7"/>
                    </a:cubicBezTo>
                    <a:cubicBezTo>
                      <a:pt x="6" y="8"/>
                      <a:pt x="5" y="9"/>
                      <a:pt x="4" y="10"/>
                    </a:cubicBezTo>
                    <a:cubicBezTo>
                      <a:pt x="2" y="10"/>
                      <a:pt x="1" y="11"/>
                      <a:pt x="0" y="12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2" y="7"/>
                      <a:pt x="4" y="5"/>
                      <a:pt x="5" y="4"/>
                    </a:cubicBezTo>
                    <a:cubicBezTo>
                      <a:pt x="6" y="3"/>
                      <a:pt x="7" y="1"/>
                      <a:pt x="8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0" y="32"/>
                      <a:pt x="10" y="32"/>
                      <a:pt x="10" y="32"/>
                    </a:cubicBezTo>
                    <a:close/>
                    <a:moveTo>
                      <a:pt x="21" y="24"/>
                    </a:move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6"/>
                      <a:pt x="26" y="27"/>
                      <a:pt x="26" y="28"/>
                    </a:cubicBezTo>
                    <a:cubicBezTo>
                      <a:pt x="27" y="29"/>
                      <a:pt x="28" y="29"/>
                      <a:pt x="29" y="29"/>
                    </a:cubicBezTo>
                    <a:cubicBezTo>
                      <a:pt x="30" y="29"/>
                      <a:pt x="31" y="29"/>
                      <a:pt x="32" y="28"/>
                    </a:cubicBezTo>
                    <a:cubicBezTo>
                      <a:pt x="33" y="28"/>
                      <a:pt x="33" y="27"/>
                      <a:pt x="34" y="26"/>
                    </a:cubicBezTo>
                    <a:cubicBezTo>
                      <a:pt x="34" y="25"/>
                      <a:pt x="35" y="24"/>
                      <a:pt x="35" y="22"/>
                    </a:cubicBezTo>
                    <a:cubicBezTo>
                      <a:pt x="35" y="21"/>
                      <a:pt x="36" y="19"/>
                      <a:pt x="36" y="17"/>
                    </a:cubicBezTo>
                    <a:cubicBezTo>
                      <a:pt x="36" y="17"/>
                      <a:pt x="36" y="17"/>
                      <a:pt x="36" y="17"/>
                    </a:cubicBezTo>
                    <a:cubicBezTo>
                      <a:pt x="35" y="18"/>
                      <a:pt x="34" y="19"/>
                      <a:pt x="33" y="20"/>
                    </a:cubicBezTo>
                    <a:cubicBezTo>
                      <a:pt x="32" y="21"/>
                      <a:pt x="30" y="21"/>
                      <a:pt x="29" y="21"/>
                    </a:cubicBezTo>
                    <a:cubicBezTo>
                      <a:pt x="27" y="21"/>
                      <a:pt x="25" y="20"/>
                      <a:pt x="23" y="18"/>
                    </a:cubicBezTo>
                    <a:cubicBezTo>
                      <a:pt x="22" y="16"/>
                      <a:pt x="21" y="14"/>
                      <a:pt x="21" y="11"/>
                    </a:cubicBezTo>
                    <a:cubicBezTo>
                      <a:pt x="21" y="7"/>
                      <a:pt x="22" y="5"/>
                      <a:pt x="23" y="3"/>
                    </a:cubicBezTo>
                    <a:cubicBezTo>
                      <a:pt x="25" y="1"/>
                      <a:pt x="27" y="0"/>
                      <a:pt x="30" y="0"/>
                    </a:cubicBezTo>
                    <a:cubicBezTo>
                      <a:pt x="31" y="0"/>
                      <a:pt x="33" y="0"/>
                      <a:pt x="34" y="1"/>
                    </a:cubicBezTo>
                    <a:cubicBezTo>
                      <a:pt x="36" y="3"/>
                      <a:pt x="37" y="4"/>
                      <a:pt x="38" y="6"/>
                    </a:cubicBezTo>
                    <a:cubicBezTo>
                      <a:pt x="39" y="8"/>
                      <a:pt x="39" y="11"/>
                      <a:pt x="39" y="15"/>
                    </a:cubicBezTo>
                    <a:cubicBezTo>
                      <a:pt x="39" y="19"/>
                      <a:pt x="39" y="22"/>
                      <a:pt x="38" y="25"/>
                    </a:cubicBezTo>
                    <a:cubicBezTo>
                      <a:pt x="37" y="27"/>
                      <a:pt x="36" y="29"/>
                      <a:pt x="34" y="30"/>
                    </a:cubicBezTo>
                    <a:cubicBezTo>
                      <a:pt x="33" y="32"/>
                      <a:pt x="31" y="32"/>
                      <a:pt x="29" y="32"/>
                    </a:cubicBezTo>
                    <a:cubicBezTo>
                      <a:pt x="27" y="32"/>
                      <a:pt x="25" y="32"/>
                      <a:pt x="24" y="30"/>
                    </a:cubicBezTo>
                    <a:cubicBezTo>
                      <a:pt x="23" y="29"/>
                      <a:pt x="22" y="27"/>
                      <a:pt x="21" y="24"/>
                    </a:cubicBezTo>
                    <a:close/>
                    <a:moveTo>
                      <a:pt x="35" y="10"/>
                    </a:moveTo>
                    <a:cubicBezTo>
                      <a:pt x="35" y="8"/>
                      <a:pt x="35" y="6"/>
                      <a:pt x="34" y="5"/>
                    </a:cubicBezTo>
                    <a:cubicBezTo>
                      <a:pt x="33" y="4"/>
                      <a:pt x="31" y="3"/>
                      <a:pt x="30" y="3"/>
                    </a:cubicBezTo>
                    <a:cubicBezTo>
                      <a:pt x="28" y="3"/>
                      <a:pt x="27" y="4"/>
                      <a:pt x="26" y="5"/>
                    </a:cubicBezTo>
                    <a:cubicBezTo>
                      <a:pt x="25" y="7"/>
                      <a:pt x="24" y="8"/>
                      <a:pt x="24" y="11"/>
                    </a:cubicBezTo>
                    <a:cubicBezTo>
                      <a:pt x="24" y="13"/>
                      <a:pt x="25" y="14"/>
                      <a:pt x="26" y="16"/>
                    </a:cubicBezTo>
                    <a:cubicBezTo>
                      <a:pt x="27" y="17"/>
                      <a:pt x="28" y="17"/>
                      <a:pt x="30" y="17"/>
                    </a:cubicBezTo>
                    <a:cubicBezTo>
                      <a:pt x="31" y="17"/>
                      <a:pt x="33" y="17"/>
                      <a:pt x="34" y="16"/>
                    </a:cubicBezTo>
                    <a:cubicBezTo>
                      <a:pt x="35" y="14"/>
                      <a:pt x="35" y="13"/>
                      <a:pt x="35" y="10"/>
                    </a:cubicBezTo>
                    <a:close/>
                    <a:moveTo>
                      <a:pt x="44" y="23"/>
                    </a:moveTo>
                    <a:cubicBezTo>
                      <a:pt x="48" y="23"/>
                      <a:pt x="48" y="23"/>
                      <a:pt x="48" y="23"/>
                    </a:cubicBezTo>
                    <a:cubicBezTo>
                      <a:pt x="48" y="25"/>
                      <a:pt x="49" y="27"/>
                      <a:pt x="50" y="28"/>
                    </a:cubicBezTo>
                    <a:cubicBezTo>
                      <a:pt x="51" y="29"/>
                      <a:pt x="52" y="29"/>
                      <a:pt x="53" y="29"/>
                    </a:cubicBezTo>
                    <a:cubicBezTo>
                      <a:pt x="55" y="29"/>
                      <a:pt x="56" y="28"/>
                      <a:pt x="57" y="27"/>
                    </a:cubicBezTo>
                    <a:cubicBezTo>
                      <a:pt x="58" y="25"/>
                      <a:pt x="59" y="24"/>
                      <a:pt x="59" y="21"/>
                    </a:cubicBezTo>
                    <a:cubicBezTo>
                      <a:pt x="59" y="19"/>
                      <a:pt x="58" y="17"/>
                      <a:pt x="57" y="16"/>
                    </a:cubicBezTo>
                    <a:cubicBezTo>
                      <a:pt x="56" y="15"/>
                      <a:pt x="55" y="14"/>
                      <a:pt x="53" y="14"/>
                    </a:cubicBezTo>
                    <a:cubicBezTo>
                      <a:pt x="52" y="14"/>
                      <a:pt x="51" y="14"/>
                      <a:pt x="50" y="15"/>
                    </a:cubicBezTo>
                    <a:cubicBezTo>
                      <a:pt x="49" y="16"/>
                      <a:pt x="49" y="16"/>
                      <a:pt x="48" y="17"/>
                    </a:cubicBezTo>
                    <a:cubicBezTo>
                      <a:pt x="45" y="17"/>
                      <a:pt x="45" y="17"/>
                      <a:pt x="45" y="17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50" y="4"/>
                      <a:pt x="50" y="4"/>
                      <a:pt x="50" y="4"/>
                    </a:cubicBezTo>
                    <a:cubicBezTo>
                      <a:pt x="49" y="13"/>
                      <a:pt x="49" y="13"/>
                      <a:pt x="49" y="13"/>
                    </a:cubicBezTo>
                    <a:cubicBezTo>
                      <a:pt x="51" y="11"/>
                      <a:pt x="52" y="11"/>
                      <a:pt x="54" y="11"/>
                    </a:cubicBezTo>
                    <a:cubicBezTo>
                      <a:pt x="56" y="11"/>
                      <a:pt x="58" y="12"/>
                      <a:pt x="60" y="13"/>
                    </a:cubicBezTo>
                    <a:cubicBezTo>
                      <a:pt x="62" y="15"/>
                      <a:pt x="63" y="18"/>
                      <a:pt x="63" y="21"/>
                    </a:cubicBezTo>
                    <a:cubicBezTo>
                      <a:pt x="63" y="24"/>
                      <a:pt x="62" y="26"/>
                      <a:pt x="60" y="28"/>
                    </a:cubicBezTo>
                    <a:cubicBezTo>
                      <a:pt x="59" y="31"/>
                      <a:pt x="56" y="32"/>
                      <a:pt x="53" y="32"/>
                    </a:cubicBezTo>
                    <a:cubicBezTo>
                      <a:pt x="51" y="32"/>
                      <a:pt x="49" y="31"/>
                      <a:pt x="47" y="30"/>
                    </a:cubicBezTo>
                    <a:cubicBezTo>
                      <a:pt x="46" y="28"/>
                      <a:pt x="45" y="26"/>
                      <a:pt x="44" y="23"/>
                    </a:cubicBezTo>
                    <a:close/>
                    <a:moveTo>
                      <a:pt x="86" y="28"/>
                    </a:moveTo>
                    <a:cubicBezTo>
                      <a:pt x="86" y="32"/>
                      <a:pt x="86" y="32"/>
                      <a:pt x="86" y="32"/>
                    </a:cubicBezTo>
                    <a:cubicBezTo>
                      <a:pt x="67" y="32"/>
                      <a:pt x="67" y="32"/>
                      <a:pt x="67" y="32"/>
                    </a:cubicBezTo>
                    <a:cubicBezTo>
                      <a:pt x="67" y="31"/>
                      <a:pt x="67" y="30"/>
                      <a:pt x="68" y="29"/>
                    </a:cubicBezTo>
                    <a:cubicBezTo>
                      <a:pt x="68" y="28"/>
                      <a:pt x="69" y="26"/>
                      <a:pt x="70" y="25"/>
                    </a:cubicBezTo>
                    <a:cubicBezTo>
                      <a:pt x="71" y="23"/>
                      <a:pt x="72" y="22"/>
                      <a:pt x="74" y="20"/>
                    </a:cubicBezTo>
                    <a:cubicBezTo>
                      <a:pt x="77" y="17"/>
                      <a:pt x="79" y="15"/>
                      <a:pt x="80" y="13"/>
                    </a:cubicBezTo>
                    <a:cubicBezTo>
                      <a:pt x="81" y="12"/>
                      <a:pt x="82" y="10"/>
                      <a:pt x="82" y="9"/>
                    </a:cubicBezTo>
                    <a:cubicBezTo>
                      <a:pt x="82" y="7"/>
                      <a:pt x="82" y="6"/>
                      <a:pt x="81" y="5"/>
                    </a:cubicBezTo>
                    <a:cubicBezTo>
                      <a:pt x="80" y="4"/>
                      <a:pt x="78" y="3"/>
                      <a:pt x="77" y="3"/>
                    </a:cubicBezTo>
                    <a:cubicBezTo>
                      <a:pt x="75" y="3"/>
                      <a:pt x="74" y="4"/>
                      <a:pt x="73" y="5"/>
                    </a:cubicBezTo>
                    <a:cubicBezTo>
                      <a:pt x="72" y="6"/>
                      <a:pt x="71" y="7"/>
                      <a:pt x="71" y="9"/>
                    </a:cubicBezTo>
                    <a:cubicBezTo>
                      <a:pt x="68" y="9"/>
                      <a:pt x="68" y="9"/>
                      <a:pt x="68" y="9"/>
                    </a:cubicBezTo>
                    <a:cubicBezTo>
                      <a:pt x="68" y="6"/>
                      <a:pt x="69" y="4"/>
                      <a:pt x="71" y="2"/>
                    </a:cubicBezTo>
                    <a:cubicBezTo>
                      <a:pt x="72" y="1"/>
                      <a:pt x="74" y="0"/>
                      <a:pt x="77" y="0"/>
                    </a:cubicBezTo>
                    <a:cubicBezTo>
                      <a:pt x="80" y="0"/>
                      <a:pt x="82" y="1"/>
                      <a:pt x="83" y="2"/>
                    </a:cubicBezTo>
                    <a:cubicBezTo>
                      <a:pt x="85" y="4"/>
                      <a:pt x="85" y="6"/>
                      <a:pt x="85" y="9"/>
                    </a:cubicBezTo>
                    <a:cubicBezTo>
                      <a:pt x="85" y="10"/>
                      <a:pt x="85" y="11"/>
                      <a:pt x="85" y="12"/>
                    </a:cubicBezTo>
                    <a:cubicBezTo>
                      <a:pt x="84" y="14"/>
                      <a:pt x="84" y="15"/>
                      <a:pt x="83" y="16"/>
                    </a:cubicBezTo>
                    <a:cubicBezTo>
                      <a:pt x="82" y="18"/>
                      <a:pt x="80" y="19"/>
                      <a:pt x="77" y="22"/>
                    </a:cubicBezTo>
                    <a:cubicBezTo>
                      <a:pt x="75" y="24"/>
                      <a:pt x="74" y="25"/>
                      <a:pt x="73" y="26"/>
                    </a:cubicBezTo>
                    <a:cubicBezTo>
                      <a:pt x="73" y="27"/>
                      <a:pt x="72" y="27"/>
                      <a:pt x="72" y="28"/>
                    </a:cubicBezTo>
                    <a:lnTo>
                      <a:pt x="86" y="28"/>
                    </a:lnTo>
                    <a:close/>
                  </a:path>
                </a:pathLst>
              </a:custGeom>
              <a:solidFill>
                <a:srgbClr val="E1E8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" name="Freeform 10"/>
              <p:cNvSpPr>
                <a:spLocks noEditPoints="1"/>
              </p:cNvSpPr>
              <p:nvPr/>
            </p:nvSpPr>
            <p:spPr bwMode="auto">
              <a:xfrm>
                <a:off x="4545044" y="3700823"/>
                <a:ext cx="1225550" cy="1182688"/>
              </a:xfrm>
              <a:custGeom>
                <a:avLst/>
                <a:gdLst>
                  <a:gd name="T0" fmla="*/ 376 w 496"/>
                  <a:gd name="T1" fmla="*/ 242 h 479"/>
                  <a:gd name="T2" fmla="*/ 302 w 496"/>
                  <a:gd name="T3" fmla="*/ 153 h 479"/>
                  <a:gd name="T4" fmla="*/ 245 w 496"/>
                  <a:gd name="T5" fmla="*/ 122 h 479"/>
                  <a:gd name="T6" fmla="*/ 221 w 496"/>
                  <a:gd name="T7" fmla="*/ 153 h 479"/>
                  <a:gd name="T8" fmla="*/ 237 w 496"/>
                  <a:gd name="T9" fmla="*/ 218 h 479"/>
                  <a:gd name="T10" fmla="*/ 145 w 496"/>
                  <a:gd name="T11" fmla="*/ 131 h 479"/>
                  <a:gd name="T12" fmla="*/ 248 w 496"/>
                  <a:gd name="T13" fmla="*/ 93 h 479"/>
                  <a:gd name="T14" fmla="*/ 398 w 496"/>
                  <a:gd name="T15" fmla="*/ 237 h 479"/>
                  <a:gd name="T16" fmla="*/ 237 w 496"/>
                  <a:gd name="T17" fmla="*/ 242 h 479"/>
                  <a:gd name="T18" fmla="*/ 237 w 496"/>
                  <a:gd name="T19" fmla="*/ 242 h 479"/>
                  <a:gd name="T20" fmla="*/ 259 w 496"/>
                  <a:gd name="T21" fmla="*/ 386 h 479"/>
                  <a:gd name="T22" fmla="*/ 358 w 496"/>
                  <a:gd name="T23" fmla="*/ 351 h 479"/>
                  <a:gd name="T24" fmla="*/ 91 w 496"/>
                  <a:gd name="T25" fmla="*/ 248 h 479"/>
                  <a:gd name="T26" fmla="*/ 342 w 496"/>
                  <a:gd name="T27" fmla="*/ 114 h 479"/>
                  <a:gd name="T28" fmla="*/ 252 w 496"/>
                  <a:gd name="T29" fmla="*/ 85 h 479"/>
                  <a:gd name="T30" fmla="*/ 64 w 496"/>
                  <a:gd name="T31" fmla="*/ 247 h 479"/>
                  <a:gd name="T32" fmla="*/ 151 w 496"/>
                  <a:gd name="T33" fmla="*/ 373 h 479"/>
                  <a:gd name="T34" fmla="*/ 89 w 496"/>
                  <a:gd name="T35" fmla="*/ 339 h 479"/>
                  <a:gd name="T36" fmla="*/ 151 w 496"/>
                  <a:gd name="T37" fmla="*/ 373 h 479"/>
                  <a:gd name="T38" fmla="*/ 199 w 496"/>
                  <a:gd name="T39" fmla="*/ 423 h 479"/>
                  <a:gd name="T40" fmla="*/ 327 w 496"/>
                  <a:gd name="T41" fmla="*/ 384 h 479"/>
                  <a:gd name="T42" fmla="*/ 296 w 496"/>
                  <a:gd name="T43" fmla="*/ 423 h 479"/>
                  <a:gd name="T44" fmla="*/ 451 w 496"/>
                  <a:gd name="T45" fmla="*/ 362 h 479"/>
                  <a:gd name="T46" fmla="*/ 357 w 496"/>
                  <a:gd name="T47" fmla="*/ 445 h 479"/>
                  <a:gd name="T48" fmla="*/ 459 w 496"/>
                  <a:gd name="T49" fmla="*/ 130 h 479"/>
                  <a:gd name="T50" fmla="*/ 488 w 496"/>
                  <a:gd name="T51" fmla="*/ 238 h 479"/>
                  <a:gd name="T52" fmla="*/ 248 w 496"/>
                  <a:gd name="T53" fmla="*/ 427 h 479"/>
                  <a:gd name="T54" fmla="*/ 333 w 496"/>
                  <a:gd name="T55" fmla="*/ 442 h 479"/>
                  <a:gd name="T56" fmla="*/ 456 w 496"/>
                  <a:gd name="T57" fmla="*/ 355 h 479"/>
                  <a:gd name="T58" fmla="*/ 488 w 496"/>
                  <a:gd name="T59" fmla="*/ 246 h 479"/>
                  <a:gd name="T60" fmla="*/ 55 w 496"/>
                  <a:gd name="T61" fmla="*/ 247 h 479"/>
                  <a:gd name="T62" fmla="*/ 8 w 496"/>
                  <a:gd name="T63" fmla="*/ 246 h 479"/>
                  <a:gd name="T64" fmla="*/ 156 w 496"/>
                  <a:gd name="T65" fmla="*/ 437 h 479"/>
                  <a:gd name="T66" fmla="*/ 78 w 496"/>
                  <a:gd name="T67" fmla="*/ 403 h 479"/>
                  <a:gd name="T68" fmla="*/ 79 w 496"/>
                  <a:gd name="T69" fmla="*/ 144 h 479"/>
                  <a:gd name="T70" fmla="*/ 78 w 496"/>
                  <a:gd name="T71" fmla="*/ 76 h 479"/>
                  <a:gd name="T72" fmla="*/ 243 w 496"/>
                  <a:gd name="T73" fmla="*/ 59 h 479"/>
                  <a:gd name="T74" fmla="*/ 412 w 496"/>
                  <a:gd name="T75" fmla="*/ 246 h 479"/>
                  <a:gd name="T76" fmla="*/ 430 w 496"/>
                  <a:gd name="T77" fmla="*/ 246 h 479"/>
                  <a:gd name="T78" fmla="*/ 131 w 496"/>
                  <a:gd name="T79" fmla="*/ 132 h 479"/>
                  <a:gd name="T80" fmla="*/ 164 w 496"/>
                  <a:gd name="T81" fmla="*/ 45 h 479"/>
                  <a:gd name="T82" fmla="*/ 385 w 496"/>
                  <a:gd name="T83" fmla="*/ 331 h 479"/>
                  <a:gd name="T84" fmla="*/ 306 w 496"/>
                  <a:gd name="T85" fmla="*/ 425 h 479"/>
                  <a:gd name="T86" fmla="*/ 385 w 496"/>
                  <a:gd name="T87" fmla="*/ 331 h 479"/>
                  <a:gd name="T88" fmla="*/ 148 w 496"/>
                  <a:gd name="T89" fmla="*/ 29 h 479"/>
                  <a:gd name="T90" fmla="*/ 390 w 496"/>
                  <a:gd name="T91" fmla="*/ 165 h 479"/>
                  <a:gd name="T92" fmla="*/ 411 w 496"/>
                  <a:gd name="T93" fmla="*/ 156 h 479"/>
                  <a:gd name="T94" fmla="*/ 76 w 496"/>
                  <a:gd name="T95" fmla="*/ 151 h 479"/>
                  <a:gd name="T96" fmla="*/ 37 w 496"/>
                  <a:gd name="T97" fmla="*/ 129 h 479"/>
                  <a:gd name="T98" fmla="*/ 340 w 496"/>
                  <a:gd name="T99" fmla="*/ 41 h 479"/>
                  <a:gd name="T100" fmla="*/ 418 w 496"/>
                  <a:gd name="T101" fmla="*/ 76 h 479"/>
                  <a:gd name="T102" fmla="*/ 385 w 496"/>
                  <a:gd name="T103" fmla="*/ 158 h 479"/>
                  <a:gd name="T104" fmla="*/ 308 w 496"/>
                  <a:gd name="T105" fmla="*/ 52 h 479"/>
                  <a:gd name="T106" fmla="*/ 105 w 496"/>
                  <a:gd name="T107" fmla="*/ 165 h 479"/>
                  <a:gd name="T108" fmla="*/ 83 w 496"/>
                  <a:gd name="T109" fmla="*/ 239 h 479"/>
                  <a:gd name="T110" fmla="*/ 496 w 496"/>
                  <a:gd name="T111" fmla="*/ 240 h 479"/>
                  <a:gd name="T112" fmla="*/ 72 w 496"/>
                  <a:gd name="T113" fmla="*/ 409 h 479"/>
                  <a:gd name="T114" fmla="*/ 248 w 496"/>
                  <a:gd name="T115" fmla="*/ 0 h 4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496" h="479">
                    <a:moveTo>
                      <a:pt x="259" y="227"/>
                    </a:moveTo>
                    <a:cubicBezTo>
                      <a:pt x="259" y="242"/>
                      <a:pt x="259" y="242"/>
                      <a:pt x="259" y="242"/>
                    </a:cubicBezTo>
                    <a:cubicBezTo>
                      <a:pt x="376" y="242"/>
                      <a:pt x="376" y="242"/>
                      <a:pt x="376" y="242"/>
                    </a:cubicBezTo>
                    <a:cubicBezTo>
                      <a:pt x="259" y="227"/>
                      <a:pt x="259" y="227"/>
                      <a:pt x="259" y="227"/>
                    </a:cubicBezTo>
                    <a:close/>
                    <a:moveTo>
                      <a:pt x="259" y="168"/>
                    </a:moveTo>
                    <a:cubicBezTo>
                      <a:pt x="258" y="150"/>
                      <a:pt x="291" y="153"/>
                      <a:pt x="302" y="153"/>
                    </a:cubicBezTo>
                    <a:cubicBezTo>
                      <a:pt x="329" y="153"/>
                      <a:pt x="362" y="154"/>
                      <a:pt x="362" y="154"/>
                    </a:cubicBezTo>
                    <a:cubicBezTo>
                      <a:pt x="360" y="151"/>
                      <a:pt x="354" y="147"/>
                      <a:pt x="349" y="144"/>
                    </a:cubicBezTo>
                    <a:cubicBezTo>
                      <a:pt x="322" y="129"/>
                      <a:pt x="260" y="122"/>
                      <a:pt x="245" y="122"/>
                    </a:cubicBezTo>
                    <a:cubicBezTo>
                      <a:pt x="203" y="122"/>
                      <a:pt x="153" y="132"/>
                      <a:pt x="153" y="132"/>
                    </a:cubicBezTo>
                    <a:cubicBezTo>
                      <a:pt x="153" y="151"/>
                      <a:pt x="153" y="151"/>
                      <a:pt x="153" y="151"/>
                    </a:cubicBezTo>
                    <a:cubicBezTo>
                      <a:pt x="153" y="151"/>
                      <a:pt x="216" y="152"/>
                      <a:pt x="221" y="153"/>
                    </a:cubicBezTo>
                    <a:cubicBezTo>
                      <a:pt x="224" y="154"/>
                      <a:pt x="228" y="154"/>
                      <a:pt x="231" y="156"/>
                    </a:cubicBezTo>
                    <a:cubicBezTo>
                      <a:pt x="234" y="158"/>
                      <a:pt x="236" y="165"/>
                      <a:pt x="236" y="168"/>
                    </a:cubicBezTo>
                    <a:cubicBezTo>
                      <a:pt x="237" y="177"/>
                      <a:pt x="237" y="185"/>
                      <a:pt x="237" y="218"/>
                    </a:cubicBezTo>
                    <a:cubicBezTo>
                      <a:pt x="91" y="238"/>
                      <a:pt x="91" y="238"/>
                      <a:pt x="91" y="238"/>
                    </a:cubicBezTo>
                    <a:cubicBezTo>
                      <a:pt x="93" y="200"/>
                      <a:pt x="110" y="164"/>
                      <a:pt x="137" y="138"/>
                    </a:cubicBezTo>
                    <a:cubicBezTo>
                      <a:pt x="140" y="135"/>
                      <a:pt x="142" y="133"/>
                      <a:pt x="145" y="131"/>
                    </a:cubicBezTo>
                    <a:cubicBezTo>
                      <a:pt x="145" y="131"/>
                      <a:pt x="145" y="131"/>
                      <a:pt x="145" y="131"/>
                    </a:cubicBezTo>
                    <a:cubicBezTo>
                      <a:pt x="146" y="130"/>
                      <a:pt x="146" y="130"/>
                      <a:pt x="146" y="130"/>
                    </a:cubicBezTo>
                    <a:cubicBezTo>
                      <a:pt x="173" y="107"/>
                      <a:pt x="209" y="93"/>
                      <a:pt x="248" y="93"/>
                    </a:cubicBezTo>
                    <a:cubicBezTo>
                      <a:pt x="291" y="93"/>
                      <a:pt x="330" y="110"/>
                      <a:pt x="358" y="138"/>
                    </a:cubicBezTo>
                    <a:cubicBezTo>
                      <a:pt x="384" y="163"/>
                      <a:pt x="401" y="198"/>
                      <a:pt x="403" y="237"/>
                    </a:cubicBezTo>
                    <a:cubicBezTo>
                      <a:pt x="398" y="237"/>
                      <a:pt x="398" y="237"/>
                      <a:pt x="398" y="237"/>
                    </a:cubicBezTo>
                    <a:cubicBezTo>
                      <a:pt x="259" y="218"/>
                      <a:pt x="259" y="218"/>
                      <a:pt x="259" y="218"/>
                    </a:cubicBezTo>
                    <a:cubicBezTo>
                      <a:pt x="259" y="168"/>
                      <a:pt x="259" y="168"/>
                      <a:pt x="259" y="168"/>
                    </a:cubicBezTo>
                    <a:close/>
                    <a:moveTo>
                      <a:pt x="237" y="242"/>
                    </a:moveTo>
                    <a:cubicBezTo>
                      <a:pt x="114" y="242"/>
                      <a:pt x="114" y="242"/>
                      <a:pt x="114" y="242"/>
                    </a:cubicBezTo>
                    <a:cubicBezTo>
                      <a:pt x="237" y="258"/>
                      <a:pt x="237" y="258"/>
                      <a:pt x="237" y="258"/>
                    </a:cubicBezTo>
                    <a:cubicBezTo>
                      <a:pt x="237" y="251"/>
                      <a:pt x="237" y="249"/>
                      <a:pt x="237" y="242"/>
                    </a:cubicBezTo>
                    <a:close/>
                    <a:moveTo>
                      <a:pt x="237" y="266"/>
                    </a:moveTo>
                    <a:cubicBezTo>
                      <a:pt x="237" y="386"/>
                      <a:pt x="237" y="386"/>
                      <a:pt x="237" y="386"/>
                    </a:cubicBezTo>
                    <a:cubicBezTo>
                      <a:pt x="259" y="386"/>
                      <a:pt x="259" y="386"/>
                      <a:pt x="259" y="386"/>
                    </a:cubicBezTo>
                    <a:cubicBezTo>
                      <a:pt x="259" y="266"/>
                      <a:pt x="259" y="266"/>
                      <a:pt x="259" y="266"/>
                    </a:cubicBezTo>
                    <a:cubicBezTo>
                      <a:pt x="403" y="247"/>
                      <a:pt x="403" y="247"/>
                      <a:pt x="403" y="247"/>
                    </a:cubicBezTo>
                    <a:cubicBezTo>
                      <a:pt x="403" y="288"/>
                      <a:pt x="385" y="324"/>
                      <a:pt x="358" y="351"/>
                    </a:cubicBezTo>
                    <a:cubicBezTo>
                      <a:pt x="329" y="378"/>
                      <a:pt x="290" y="395"/>
                      <a:pt x="247" y="395"/>
                    </a:cubicBezTo>
                    <a:cubicBezTo>
                      <a:pt x="204" y="395"/>
                      <a:pt x="165" y="378"/>
                      <a:pt x="137" y="351"/>
                    </a:cubicBezTo>
                    <a:cubicBezTo>
                      <a:pt x="110" y="324"/>
                      <a:pt x="92" y="288"/>
                      <a:pt x="91" y="248"/>
                    </a:cubicBezTo>
                    <a:cubicBezTo>
                      <a:pt x="237" y="266"/>
                      <a:pt x="237" y="266"/>
                      <a:pt x="237" y="266"/>
                    </a:cubicBezTo>
                    <a:close/>
                    <a:moveTo>
                      <a:pt x="252" y="85"/>
                    </a:moveTo>
                    <a:cubicBezTo>
                      <a:pt x="285" y="86"/>
                      <a:pt x="316" y="97"/>
                      <a:pt x="342" y="114"/>
                    </a:cubicBezTo>
                    <a:cubicBezTo>
                      <a:pt x="325" y="81"/>
                      <a:pt x="305" y="61"/>
                      <a:pt x="298" y="54"/>
                    </a:cubicBezTo>
                    <a:cubicBezTo>
                      <a:pt x="285" y="57"/>
                      <a:pt x="270" y="59"/>
                      <a:pt x="252" y="59"/>
                    </a:cubicBezTo>
                    <a:cubicBezTo>
                      <a:pt x="252" y="85"/>
                      <a:pt x="252" y="85"/>
                      <a:pt x="252" y="85"/>
                    </a:cubicBezTo>
                    <a:close/>
                    <a:moveTo>
                      <a:pt x="105" y="324"/>
                    </a:moveTo>
                    <a:cubicBezTo>
                      <a:pt x="91" y="301"/>
                      <a:pt x="84" y="275"/>
                      <a:pt x="83" y="247"/>
                    </a:cubicBezTo>
                    <a:cubicBezTo>
                      <a:pt x="64" y="247"/>
                      <a:pt x="64" y="247"/>
                      <a:pt x="64" y="247"/>
                    </a:cubicBezTo>
                    <a:cubicBezTo>
                      <a:pt x="64" y="278"/>
                      <a:pt x="73" y="307"/>
                      <a:pt x="85" y="332"/>
                    </a:cubicBezTo>
                    <a:cubicBezTo>
                      <a:pt x="91" y="329"/>
                      <a:pt x="98" y="326"/>
                      <a:pt x="105" y="324"/>
                    </a:cubicBezTo>
                    <a:close/>
                    <a:moveTo>
                      <a:pt x="151" y="373"/>
                    </a:moveTo>
                    <a:cubicBezTo>
                      <a:pt x="144" y="368"/>
                      <a:pt x="137" y="363"/>
                      <a:pt x="131" y="357"/>
                    </a:cubicBezTo>
                    <a:cubicBezTo>
                      <a:pt x="123" y="349"/>
                      <a:pt x="116" y="340"/>
                      <a:pt x="109" y="331"/>
                    </a:cubicBezTo>
                    <a:cubicBezTo>
                      <a:pt x="102" y="334"/>
                      <a:pt x="95" y="336"/>
                      <a:pt x="89" y="339"/>
                    </a:cubicBezTo>
                    <a:cubicBezTo>
                      <a:pt x="115" y="391"/>
                      <a:pt x="155" y="425"/>
                      <a:pt x="164" y="433"/>
                    </a:cubicBezTo>
                    <a:cubicBezTo>
                      <a:pt x="171" y="430"/>
                      <a:pt x="180" y="427"/>
                      <a:pt x="189" y="425"/>
                    </a:cubicBezTo>
                    <a:cubicBezTo>
                      <a:pt x="181" y="417"/>
                      <a:pt x="166" y="400"/>
                      <a:pt x="151" y="373"/>
                    </a:cubicBezTo>
                    <a:close/>
                    <a:moveTo>
                      <a:pt x="243" y="403"/>
                    </a:moveTo>
                    <a:cubicBezTo>
                      <a:pt x="215" y="403"/>
                      <a:pt x="189" y="395"/>
                      <a:pt x="166" y="383"/>
                    </a:cubicBezTo>
                    <a:cubicBezTo>
                      <a:pt x="181" y="406"/>
                      <a:pt x="194" y="419"/>
                      <a:pt x="199" y="423"/>
                    </a:cubicBezTo>
                    <a:cubicBezTo>
                      <a:pt x="212" y="420"/>
                      <a:pt x="226" y="419"/>
                      <a:pt x="243" y="418"/>
                    </a:cubicBezTo>
                    <a:cubicBezTo>
                      <a:pt x="243" y="403"/>
                      <a:pt x="243" y="403"/>
                      <a:pt x="243" y="403"/>
                    </a:cubicBezTo>
                    <a:close/>
                    <a:moveTo>
                      <a:pt x="327" y="384"/>
                    </a:moveTo>
                    <a:cubicBezTo>
                      <a:pt x="304" y="396"/>
                      <a:pt x="279" y="403"/>
                      <a:pt x="252" y="403"/>
                    </a:cubicBezTo>
                    <a:cubicBezTo>
                      <a:pt x="252" y="418"/>
                      <a:pt x="252" y="418"/>
                      <a:pt x="252" y="418"/>
                    </a:cubicBezTo>
                    <a:cubicBezTo>
                      <a:pt x="269" y="419"/>
                      <a:pt x="284" y="421"/>
                      <a:pt x="296" y="423"/>
                    </a:cubicBezTo>
                    <a:cubicBezTo>
                      <a:pt x="301" y="419"/>
                      <a:pt x="313" y="406"/>
                      <a:pt x="327" y="384"/>
                    </a:cubicBezTo>
                    <a:close/>
                    <a:moveTo>
                      <a:pt x="418" y="403"/>
                    </a:moveTo>
                    <a:cubicBezTo>
                      <a:pt x="430" y="391"/>
                      <a:pt x="442" y="377"/>
                      <a:pt x="451" y="362"/>
                    </a:cubicBezTo>
                    <a:cubicBezTo>
                      <a:pt x="446" y="359"/>
                      <a:pt x="433" y="351"/>
                      <a:pt x="414" y="343"/>
                    </a:cubicBezTo>
                    <a:cubicBezTo>
                      <a:pt x="390" y="392"/>
                      <a:pt x="355" y="426"/>
                      <a:pt x="342" y="437"/>
                    </a:cubicBezTo>
                    <a:cubicBezTo>
                      <a:pt x="350" y="441"/>
                      <a:pt x="355" y="444"/>
                      <a:pt x="357" y="445"/>
                    </a:cubicBezTo>
                    <a:cubicBezTo>
                      <a:pt x="380" y="434"/>
                      <a:pt x="400" y="420"/>
                      <a:pt x="418" y="403"/>
                    </a:cubicBezTo>
                    <a:close/>
                    <a:moveTo>
                      <a:pt x="488" y="238"/>
                    </a:moveTo>
                    <a:cubicBezTo>
                      <a:pt x="487" y="199"/>
                      <a:pt x="477" y="162"/>
                      <a:pt x="459" y="130"/>
                    </a:cubicBezTo>
                    <a:cubicBezTo>
                      <a:pt x="453" y="134"/>
                      <a:pt x="439" y="143"/>
                      <a:pt x="419" y="152"/>
                    </a:cubicBezTo>
                    <a:cubicBezTo>
                      <a:pt x="430" y="178"/>
                      <a:pt x="437" y="207"/>
                      <a:pt x="438" y="238"/>
                    </a:cubicBezTo>
                    <a:cubicBezTo>
                      <a:pt x="488" y="238"/>
                      <a:pt x="488" y="238"/>
                      <a:pt x="488" y="238"/>
                    </a:cubicBezTo>
                    <a:close/>
                    <a:moveTo>
                      <a:pt x="248" y="471"/>
                    </a:moveTo>
                    <a:cubicBezTo>
                      <a:pt x="212" y="471"/>
                      <a:pt x="179" y="464"/>
                      <a:pt x="148" y="450"/>
                    </a:cubicBezTo>
                    <a:cubicBezTo>
                      <a:pt x="161" y="443"/>
                      <a:pt x="193" y="426"/>
                      <a:pt x="248" y="427"/>
                    </a:cubicBezTo>
                    <a:cubicBezTo>
                      <a:pt x="287" y="427"/>
                      <a:pt x="314" y="435"/>
                      <a:pt x="332" y="442"/>
                    </a:cubicBezTo>
                    <a:cubicBezTo>
                      <a:pt x="332" y="442"/>
                      <a:pt x="332" y="442"/>
                      <a:pt x="333" y="442"/>
                    </a:cubicBezTo>
                    <a:cubicBezTo>
                      <a:pt x="333" y="442"/>
                      <a:pt x="333" y="442"/>
                      <a:pt x="333" y="442"/>
                    </a:cubicBezTo>
                    <a:cubicBezTo>
                      <a:pt x="340" y="445"/>
                      <a:pt x="345" y="448"/>
                      <a:pt x="348" y="450"/>
                    </a:cubicBezTo>
                    <a:cubicBezTo>
                      <a:pt x="318" y="463"/>
                      <a:pt x="284" y="471"/>
                      <a:pt x="248" y="471"/>
                    </a:cubicBezTo>
                    <a:close/>
                    <a:moveTo>
                      <a:pt x="456" y="355"/>
                    </a:moveTo>
                    <a:cubicBezTo>
                      <a:pt x="450" y="352"/>
                      <a:pt x="437" y="344"/>
                      <a:pt x="418" y="335"/>
                    </a:cubicBezTo>
                    <a:cubicBezTo>
                      <a:pt x="429" y="309"/>
                      <a:pt x="438" y="279"/>
                      <a:pt x="438" y="246"/>
                    </a:cubicBezTo>
                    <a:cubicBezTo>
                      <a:pt x="488" y="246"/>
                      <a:pt x="488" y="246"/>
                      <a:pt x="488" y="246"/>
                    </a:cubicBezTo>
                    <a:cubicBezTo>
                      <a:pt x="486" y="286"/>
                      <a:pt x="475" y="323"/>
                      <a:pt x="456" y="355"/>
                    </a:cubicBezTo>
                    <a:close/>
                    <a:moveTo>
                      <a:pt x="8" y="246"/>
                    </a:moveTo>
                    <a:cubicBezTo>
                      <a:pt x="55" y="247"/>
                      <a:pt x="55" y="247"/>
                      <a:pt x="55" y="247"/>
                    </a:cubicBezTo>
                    <a:cubicBezTo>
                      <a:pt x="56" y="280"/>
                      <a:pt x="65" y="309"/>
                      <a:pt x="78" y="335"/>
                    </a:cubicBezTo>
                    <a:cubicBezTo>
                      <a:pt x="59" y="344"/>
                      <a:pt x="46" y="352"/>
                      <a:pt x="41" y="356"/>
                    </a:cubicBezTo>
                    <a:cubicBezTo>
                      <a:pt x="21" y="324"/>
                      <a:pt x="9" y="286"/>
                      <a:pt x="8" y="246"/>
                    </a:cubicBezTo>
                    <a:close/>
                    <a:moveTo>
                      <a:pt x="78" y="403"/>
                    </a:moveTo>
                    <a:cubicBezTo>
                      <a:pt x="96" y="421"/>
                      <a:pt x="117" y="435"/>
                      <a:pt x="140" y="446"/>
                    </a:cubicBezTo>
                    <a:cubicBezTo>
                      <a:pt x="143" y="444"/>
                      <a:pt x="148" y="441"/>
                      <a:pt x="156" y="437"/>
                    </a:cubicBezTo>
                    <a:cubicBezTo>
                      <a:pt x="142" y="425"/>
                      <a:pt x="106" y="391"/>
                      <a:pt x="81" y="343"/>
                    </a:cubicBezTo>
                    <a:cubicBezTo>
                      <a:pt x="63" y="352"/>
                      <a:pt x="50" y="360"/>
                      <a:pt x="45" y="363"/>
                    </a:cubicBezTo>
                    <a:cubicBezTo>
                      <a:pt x="54" y="378"/>
                      <a:pt x="66" y="391"/>
                      <a:pt x="78" y="403"/>
                    </a:cubicBezTo>
                    <a:close/>
                    <a:moveTo>
                      <a:pt x="78" y="76"/>
                    </a:moveTo>
                    <a:cubicBezTo>
                      <a:pt x="64" y="90"/>
                      <a:pt x="52" y="105"/>
                      <a:pt x="41" y="122"/>
                    </a:cubicBezTo>
                    <a:cubicBezTo>
                      <a:pt x="47" y="126"/>
                      <a:pt x="60" y="134"/>
                      <a:pt x="79" y="144"/>
                    </a:cubicBezTo>
                    <a:cubicBezTo>
                      <a:pt x="104" y="91"/>
                      <a:pt x="142" y="54"/>
                      <a:pt x="155" y="41"/>
                    </a:cubicBezTo>
                    <a:cubicBezTo>
                      <a:pt x="147" y="38"/>
                      <a:pt x="142" y="35"/>
                      <a:pt x="139" y="33"/>
                    </a:cubicBezTo>
                    <a:cubicBezTo>
                      <a:pt x="116" y="45"/>
                      <a:pt x="96" y="59"/>
                      <a:pt x="78" y="76"/>
                    </a:cubicBezTo>
                    <a:close/>
                    <a:moveTo>
                      <a:pt x="153" y="114"/>
                    </a:moveTo>
                    <a:cubicBezTo>
                      <a:pt x="179" y="96"/>
                      <a:pt x="210" y="86"/>
                      <a:pt x="243" y="85"/>
                    </a:cubicBezTo>
                    <a:cubicBezTo>
                      <a:pt x="243" y="59"/>
                      <a:pt x="243" y="59"/>
                      <a:pt x="243" y="59"/>
                    </a:cubicBezTo>
                    <a:cubicBezTo>
                      <a:pt x="226" y="59"/>
                      <a:pt x="210" y="57"/>
                      <a:pt x="197" y="54"/>
                    </a:cubicBezTo>
                    <a:cubicBezTo>
                      <a:pt x="190" y="61"/>
                      <a:pt x="170" y="81"/>
                      <a:pt x="153" y="114"/>
                    </a:cubicBezTo>
                    <a:close/>
                    <a:moveTo>
                      <a:pt x="412" y="246"/>
                    </a:moveTo>
                    <a:cubicBezTo>
                      <a:pt x="411" y="275"/>
                      <a:pt x="403" y="301"/>
                      <a:pt x="390" y="324"/>
                    </a:cubicBezTo>
                    <a:cubicBezTo>
                      <a:pt x="397" y="327"/>
                      <a:pt x="404" y="329"/>
                      <a:pt x="410" y="332"/>
                    </a:cubicBezTo>
                    <a:cubicBezTo>
                      <a:pt x="421" y="307"/>
                      <a:pt x="429" y="278"/>
                      <a:pt x="430" y="246"/>
                    </a:cubicBezTo>
                    <a:cubicBezTo>
                      <a:pt x="412" y="246"/>
                      <a:pt x="412" y="246"/>
                      <a:pt x="412" y="246"/>
                    </a:cubicBezTo>
                    <a:close/>
                    <a:moveTo>
                      <a:pt x="110" y="158"/>
                    </a:moveTo>
                    <a:cubicBezTo>
                      <a:pt x="116" y="148"/>
                      <a:pt x="123" y="140"/>
                      <a:pt x="131" y="132"/>
                    </a:cubicBezTo>
                    <a:cubicBezTo>
                      <a:pt x="134" y="129"/>
                      <a:pt x="136" y="127"/>
                      <a:pt x="139" y="125"/>
                    </a:cubicBezTo>
                    <a:cubicBezTo>
                      <a:pt x="155" y="88"/>
                      <a:pt x="177" y="63"/>
                      <a:pt x="187" y="52"/>
                    </a:cubicBezTo>
                    <a:cubicBezTo>
                      <a:pt x="178" y="50"/>
                      <a:pt x="171" y="47"/>
                      <a:pt x="164" y="45"/>
                    </a:cubicBezTo>
                    <a:cubicBezTo>
                      <a:pt x="155" y="53"/>
                      <a:pt x="113" y="91"/>
                      <a:pt x="86" y="148"/>
                    </a:cubicBezTo>
                    <a:cubicBezTo>
                      <a:pt x="93" y="151"/>
                      <a:pt x="101" y="154"/>
                      <a:pt x="110" y="158"/>
                    </a:cubicBezTo>
                    <a:close/>
                    <a:moveTo>
                      <a:pt x="385" y="331"/>
                    </a:moveTo>
                    <a:cubicBezTo>
                      <a:pt x="379" y="340"/>
                      <a:pt x="372" y="349"/>
                      <a:pt x="363" y="357"/>
                    </a:cubicBezTo>
                    <a:cubicBezTo>
                      <a:pt x="357" y="363"/>
                      <a:pt x="349" y="369"/>
                      <a:pt x="341" y="375"/>
                    </a:cubicBezTo>
                    <a:cubicBezTo>
                      <a:pt x="328" y="400"/>
                      <a:pt x="314" y="417"/>
                      <a:pt x="306" y="425"/>
                    </a:cubicBezTo>
                    <a:cubicBezTo>
                      <a:pt x="317" y="428"/>
                      <a:pt x="326" y="431"/>
                      <a:pt x="334" y="434"/>
                    </a:cubicBezTo>
                    <a:cubicBezTo>
                      <a:pt x="342" y="426"/>
                      <a:pt x="381" y="392"/>
                      <a:pt x="407" y="339"/>
                    </a:cubicBezTo>
                    <a:cubicBezTo>
                      <a:pt x="400" y="337"/>
                      <a:pt x="393" y="334"/>
                      <a:pt x="385" y="331"/>
                    </a:cubicBezTo>
                    <a:close/>
                    <a:moveTo>
                      <a:pt x="346" y="29"/>
                    </a:moveTo>
                    <a:cubicBezTo>
                      <a:pt x="335" y="36"/>
                      <a:pt x="305" y="50"/>
                      <a:pt x="248" y="51"/>
                    </a:cubicBezTo>
                    <a:cubicBezTo>
                      <a:pt x="199" y="52"/>
                      <a:pt x="163" y="36"/>
                      <a:pt x="148" y="29"/>
                    </a:cubicBezTo>
                    <a:cubicBezTo>
                      <a:pt x="179" y="16"/>
                      <a:pt x="212" y="8"/>
                      <a:pt x="248" y="8"/>
                    </a:cubicBezTo>
                    <a:cubicBezTo>
                      <a:pt x="283" y="8"/>
                      <a:pt x="316" y="16"/>
                      <a:pt x="346" y="29"/>
                    </a:cubicBezTo>
                    <a:close/>
                    <a:moveTo>
                      <a:pt x="390" y="165"/>
                    </a:moveTo>
                    <a:cubicBezTo>
                      <a:pt x="403" y="187"/>
                      <a:pt x="410" y="212"/>
                      <a:pt x="411" y="238"/>
                    </a:cubicBezTo>
                    <a:cubicBezTo>
                      <a:pt x="430" y="238"/>
                      <a:pt x="430" y="238"/>
                      <a:pt x="430" y="238"/>
                    </a:cubicBezTo>
                    <a:cubicBezTo>
                      <a:pt x="429" y="208"/>
                      <a:pt x="422" y="180"/>
                      <a:pt x="411" y="156"/>
                    </a:cubicBezTo>
                    <a:cubicBezTo>
                      <a:pt x="405" y="159"/>
                      <a:pt x="398" y="162"/>
                      <a:pt x="390" y="165"/>
                    </a:cubicBezTo>
                    <a:close/>
                    <a:moveTo>
                      <a:pt x="37" y="129"/>
                    </a:moveTo>
                    <a:cubicBezTo>
                      <a:pt x="43" y="133"/>
                      <a:pt x="56" y="142"/>
                      <a:pt x="76" y="151"/>
                    </a:cubicBezTo>
                    <a:cubicBezTo>
                      <a:pt x="64" y="177"/>
                      <a:pt x="56" y="207"/>
                      <a:pt x="55" y="238"/>
                    </a:cubicBezTo>
                    <a:cubicBezTo>
                      <a:pt x="8" y="238"/>
                      <a:pt x="8" y="238"/>
                      <a:pt x="8" y="238"/>
                    </a:cubicBezTo>
                    <a:cubicBezTo>
                      <a:pt x="8" y="198"/>
                      <a:pt x="19" y="161"/>
                      <a:pt x="37" y="129"/>
                    </a:cubicBezTo>
                    <a:close/>
                    <a:moveTo>
                      <a:pt x="418" y="76"/>
                    </a:moveTo>
                    <a:cubicBezTo>
                      <a:pt x="399" y="59"/>
                      <a:pt x="378" y="44"/>
                      <a:pt x="355" y="33"/>
                    </a:cubicBezTo>
                    <a:cubicBezTo>
                      <a:pt x="353" y="35"/>
                      <a:pt x="348" y="38"/>
                      <a:pt x="340" y="41"/>
                    </a:cubicBezTo>
                    <a:cubicBezTo>
                      <a:pt x="353" y="54"/>
                      <a:pt x="391" y="91"/>
                      <a:pt x="416" y="145"/>
                    </a:cubicBezTo>
                    <a:cubicBezTo>
                      <a:pt x="436" y="135"/>
                      <a:pt x="449" y="126"/>
                      <a:pt x="455" y="123"/>
                    </a:cubicBezTo>
                    <a:cubicBezTo>
                      <a:pt x="444" y="106"/>
                      <a:pt x="432" y="90"/>
                      <a:pt x="418" y="76"/>
                    </a:cubicBezTo>
                    <a:close/>
                    <a:moveTo>
                      <a:pt x="356" y="125"/>
                    </a:moveTo>
                    <a:cubicBezTo>
                      <a:pt x="359" y="127"/>
                      <a:pt x="361" y="129"/>
                      <a:pt x="364" y="132"/>
                    </a:cubicBezTo>
                    <a:cubicBezTo>
                      <a:pt x="372" y="140"/>
                      <a:pt x="379" y="148"/>
                      <a:pt x="385" y="158"/>
                    </a:cubicBezTo>
                    <a:cubicBezTo>
                      <a:pt x="394" y="155"/>
                      <a:pt x="401" y="152"/>
                      <a:pt x="408" y="148"/>
                    </a:cubicBezTo>
                    <a:cubicBezTo>
                      <a:pt x="382" y="92"/>
                      <a:pt x="341" y="53"/>
                      <a:pt x="332" y="45"/>
                    </a:cubicBezTo>
                    <a:cubicBezTo>
                      <a:pt x="325" y="48"/>
                      <a:pt x="317" y="50"/>
                      <a:pt x="308" y="52"/>
                    </a:cubicBezTo>
                    <a:cubicBezTo>
                      <a:pt x="318" y="63"/>
                      <a:pt x="340" y="88"/>
                      <a:pt x="356" y="125"/>
                    </a:cubicBezTo>
                    <a:close/>
                    <a:moveTo>
                      <a:pt x="83" y="239"/>
                    </a:moveTo>
                    <a:cubicBezTo>
                      <a:pt x="84" y="212"/>
                      <a:pt x="92" y="187"/>
                      <a:pt x="105" y="165"/>
                    </a:cubicBezTo>
                    <a:cubicBezTo>
                      <a:pt x="97" y="162"/>
                      <a:pt x="90" y="158"/>
                      <a:pt x="83" y="155"/>
                    </a:cubicBezTo>
                    <a:cubicBezTo>
                      <a:pt x="72" y="180"/>
                      <a:pt x="64" y="208"/>
                      <a:pt x="64" y="239"/>
                    </a:cubicBezTo>
                    <a:cubicBezTo>
                      <a:pt x="83" y="239"/>
                      <a:pt x="83" y="239"/>
                      <a:pt x="83" y="239"/>
                    </a:cubicBezTo>
                    <a:close/>
                    <a:moveTo>
                      <a:pt x="248" y="0"/>
                    </a:moveTo>
                    <a:cubicBezTo>
                      <a:pt x="316" y="0"/>
                      <a:pt x="378" y="27"/>
                      <a:pt x="423" y="70"/>
                    </a:cubicBezTo>
                    <a:cubicBezTo>
                      <a:pt x="468" y="114"/>
                      <a:pt x="496" y="173"/>
                      <a:pt x="496" y="240"/>
                    </a:cubicBezTo>
                    <a:cubicBezTo>
                      <a:pt x="496" y="306"/>
                      <a:pt x="468" y="366"/>
                      <a:pt x="423" y="409"/>
                    </a:cubicBezTo>
                    <a:cubicBezTo>
                      <a:pt x="378" y="452"/>
                      <a:pt x="316" y="479"/>
                      <a:pt x="248" y="479"/>
                    </a:cubicBezTo>
                    <a:cubicBezTo>
                      <a:pt x="179" y="479"/>
                      <a:pt x="117" y="452"/>
                      <a:pt x="72" y="409"/>
                    </a:cubicBezTo>
                    <a:cubicBezTo>
                      <a:pt x="27" y="366"/>
                      <a:pt x="0" y="306"/>
                      <a:pt x="0" y="240"/>
                    </a:cubicBezTo>
                    <a:cubicBezTo>
                      <a:pt x="0" y="173"/>
                      <a:pt x="27" y="114"/>
                      <a:pt x="72" y="70"/>
                    </a:cubicBezTo>
                    <a:cubicBezTo>
                      <a:pt x="117" y="27"/>
                      <a:pt x="179" y="0"/>
                      <a:pt x="248" y="0"/>
                    </a:cubicBezTo>
                    <a:close/>
                  </a:path>
                </a:pathLst>
              </a:custGeom>
              <a:solidFill>
                <a:srgbClr val="C0C0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" name="Freeform 11"/>
              <p:cNvSpPr>
                <a:spLocks noEditPoints="1"/>
              </p:cNvSpPr>
              <p:nvPr/>
            </p:nvSpPr>
            <p:spPr bwMode="auto">
              <a:xfrm>
                <a:off x="4391057" y="3538897"/>
                <a:ext cx="1530350" cy="1492250"/>
              </a:xfrm>
              <a:custGeom>
                <a:avLst/>
                <a:gdLst>
                  <a:gd name="T0" fmla="*/ 309 w 619"/>
                  <a:gd name="T1" fmla="*/ 0 h 605"/>
                  <a:gd name="T2" fmla="*/ 528 w 619"/>
                  <a:gd name="T3" fmla="*/ 89 h 605"/>
                  <a:gd name="T4" fmla="*/ 619 w 619"/>
                  <a:gd name="T5" fmla="*/ 303 h 605"/>
                  <a:gd name="T6" fmla="*/ 528 w 619"/>
                  <a:gd name="T7" fmla="*/ 517 h 605"/>
                  <a:gd name="T8" fmla="*/ 309 w 619"/>
                  <a:gd name="T9" fmla="*/ 605 h 605"/>
                  <a:gd name="T10" fmla="*/ 91 w 619"/>
                  <a:gd name="T11" fmla="*/ 517 h 605"/>
                  <a:gd name="T12" fmla="*/ 0 w 619"/>
                  <a:gd name="T13" fmla="*/ 303 h 605"/>
                  <a:gd name="T14" fmla="*/ 91 w 619"/>
                  <a:gd name="T15" fmla="*/ 89 h 605"/>
                  <a:gd name="T16" fmla="*/ 309 w 619"/>
                  <a:gd name="T17" fmla="*/ 0 h 605"/>
                  <a:gd name="T18" fmla="*/ 523 w 619"/>
                  <a:gd name="T19" fmla="*/ 95 h 605"/>
                  <a:gd name="T20" fmla="*/ 309 w 619"/>
                  <a:gd name="T21" fmla="*/ 9 h 605"/>
                  <a:gd name="T22" fmla="*/ 96 w 619"/>
                  <a:gd name="T23" fmla="*/ 95 h 605"/>
                  <a:gd name="T24" fmla="*/ 8 w 619"/>
                  <a:gd name="T25" fmla="*/ 303 h 605"/>
                  <a:gd name="T26" fmla="*/ 96 w 619"/>
                  <a:gd name="T27" fmla="*/ 511 h 605"/>
                  <a:gd name="T28" fmla="*/ 309 w 619"/>
                  <a:gd name="T29" fmla="*/ 597 h 605"/>
                  <a:gd name="T30" fmla="*/ 523 w 619"/>
                  <a:gd name="T31" fmla="*/ 511 h 605"/>
                  <a:gd name="T32" fmla="*/ 611 w 619"/>
                  <a:gd name="T33" fmla="*/ 303 h 605"/>
                  <a:gd name="T34" fmla="*/ 523 w 619"/>
                  <a:gd name="T35" fmla="*/ 95 h 6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19" h="605">
                    <a:moveTo>
                      <a:pt x="309" y="0"/>
                    </a:moveTo>
                    <a:cubicBezTo>
                      <a:pt x="395" y="0"/>
                      <a:pt x="472" y="34"/>
                      <a:pt x="528" y="89"/>
                    </a:cubicBezTo>
                    <a:cubicBezTo>
                      <a:pt x="584" y="144"/>
                      <a:pt x="619" y="219"/>
                      <a:pt x="619" y="303"/>
                    </a:cubicBezTo>
                    <a:cubicBezTo>
                      <a:pt x="619" y="386"/>
                      <a:pt x="584" y="462"/>
                      <a:pt x="528" y="517"/>
                    </a:cubicBezTo>
                    <a:cubicBezTo>
                      <a:pt x="472" y="571"/>
                      <a:pt x="395" y="605"/>
                      <a:pt x="309" y="605"/>
                    </a:cubicBezTo>
                    <a:cubicBezTo>
                      <a:pt x="224" y="605"/>
                      <a:pt x="147" y="571"/>
                      <a:pt x="91" y="517"/>
                    </a:cubicBezTo>
                    <a:cubicBezTo>
                      <a:pt x="35" y="462"/>
                      <a:pt x="0" y="386"/>
                      <a:pt x="0" y="303"/>
                    </a:cubicBezTo>
                    <a:cubicBezTo>
                      <a:pt x="0" y="219"/>
                      <a:pt x="35" y="144"/>
                      <a:pt x="91" y="89"/>
                    </a:cubicBezTo>
                    <a:cubicBezTo>
                      <a:pt x="147" y="34"/>
                      <a:pt x="224" y="0"/>
                      <a:pt x="309" y="0"/>
                    </a:cubicBezTo>
                    <a:close/>
                    <a:moveTo>
                      <a:pt x="523" y="95"/>
                    </a:moveTo>
                    <a:cubicBezTo>
                      <a:pt x="468" y="42"/>
                      <a:pt x="393" y="9"/>
                      <a:pt x="309" y="9"/>
                    </a:cubicBezTo>
                    <a:cubicBezTo>
                      <a:pt x="226" y="9"/>
                      <a:pt x="151" y="42"/>
                      <a:pt x="96" y="95"/>
                    </a:cubicBezTo>
                    <a:cubicBezTo>
                      <a:pt x="42" y="148"/>
                      <a:pt x="8" y="222"/>
                      <a:pt x="8" y="303"/>
                    </a:cubicBezTo>
                    <a:cubicBezTo>
                      <a:pt x="8" y="384"/>
                      <a:pt x="42" y="458"/>
                      <a:pt x="96" y="511"/>
                    </a:cubicBezTo>
                    <a:cubicBezTo>
                      <a:pt x="151" y="564"/>
                      <a:pt x="226" y="597"/>
                      <a:pt x="309" y="597"/>
                    </a:cubicBezTo>
                    <a:cubicBezTo>
                      <a:pt x="393" y="597"/>
                      <a:pt x="468" y="564"/>
                      <a:pt x="523" y="511"/>
                    </a:cubicBezTo>
                    <a:cubicBezTo>
                      <a:pt x="577" y="458"/>
                      <a:pt x="611" y="384"/>
                      <a:pt x="611" y="303"/>
                    </a:cubicBezTo>
                    <a:cubicBezTo>
                      <a:pt x="611" y="222"/>
                      <a:pt x="577" y="148"/>
                      <a:pt x="523" y="95"/>
                    </a:cubicBezTo>
                    <a:close/>
                  </a:path>
                </a:pathLst>
              </a:custGeom>
              <a:solidFill>
                <a:srgbClr val="C0C0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grpSp>
          <p:nvGrpSpPr>
            <p:cNvPr id="15" name="组合 14"/>
            <p:cNvGrpSpPr/>
            <p:nvPr/>
          </p:nvGrpSpPr>
          <p:grpSpPr>
            <a:xfrm>
              <a:off x="10718800" y="487596"/>
              <a:ext cx="859168" cy="212900"/>
              <a:chOff x="3732034" y="4252643"/>
              <a:chExt cx="1620838" cy="401638"/>
            </a:xfrm>
            <a:solidFill>
              <a:schemeClr val="tx1"/>
            </a:solidFill>
          </p:grpSpPr>
          <p:sp>
            <p:nvSpPr>
              <p:cNvPr id="17" name="Freeform 10"/>
              <p:cNvSpPr>
                <a:spLocks noEditPoints="1"/>
              </p:cNvSpPr>
              <p:nvPr/>
            </p:nvSpPr>
            <p:spPr bwMode="auto">
              <a:xfrm>
                <a:off x="5105222" y="4273281"/>
                <a:ext cx="247650" cy="338138"/>
              </a:xfrm>
              <a:custGeom>
                <a:avLst/>
                <a:gdLst>
                  <a:gd name="T0" fmla="*/ 58 w 217"/>
                  <a:gd name="T1" fmla="*/ 251 h 294"/>
                  <a:gd name="T2" fmla="*/ 69 w 217"/>
                  <a:gd name="T3" fmla="*/ 232 h 294"/>
                  <a:gd name="T4" fmla="*/ 60 w 217"/>
                  <a:gd name="T5" fmla="*/ 258 h 294"/>
                  <a:gd name="T6" fmla="*/ 88 w 217"/>
                  <a:gd name="T7" fmla="*/ 276 h 294"/>
                  <a:gd name="T8" fmla="*/ 124 w 217"/>
                  <a:gd name="T9" fmla="*/ 236 h 294"/>
                  <a:gd name="T10" fmla="*/ 79 w 217"/>
                  <a:gd name="T11" fmla="*/ 229 h 294"/>
                  <a:gd name="T12" fmla="*/ 142 w 217"/>
                  <a:gd name="T13" fmla="*/ 138 h 294"/>
                  <a:gd name="T14" fmla="*/ 101 w 217"/>
                  <a:gd name="T15" fmla="*/ 58 h 294"/>
                  <a:gd name="T16" fmla="*/ 107 w 217"/>
                  <a:gd name="T17" fmla="*/ 64 h 294"/>
                  <a:gd name="T18" fmla="*/ 151 w 217"/>
                  <a:gd name="T19" fmla="*/ 41 h 294"/>
                  <a:gd name="T20" fmla="*/ 152 w 217"/>
                  <a:gd name="T21" fmla="*/ 40 h 294"/>
                  <a:gd name="T22" fmla="*/ 209 w 217"/>
                  <a:gd name="T23" fmla="*/ 41 h 294"/>
                  <a:gd name="T24" fmla="*/ 194 w 217"/>
                  <a:gd name="T25" fmla="*/ 2 h 294"/>
                  <a:gd name="T26" fmla="*/ 167 w 217"/>
                  <a:gd name="T27" fmla="*/ 13 h 294"/>
                  <a:gd name="T28" fmla="*/ 137 w 217"/>
                  <a:gd name="T29" fmla="*/ 41 h 294"/>
                  <a:gd name="T30" fmla="*/ 112 w 217"/>
                  <a:gd name="T31" fmla="*/ 32 h 294"/>
                  <a:gd name="T32" fmla="*/ 69 w 217"/>
                  <a:gd name="T33" fmla="*/ 36 h 294"/>
                  <a:gd name="T34" fmla="*/ 48 w 217"/>
                  <a:gd name="T35" fmla="*/ 36 h 294"/>
                  <a:gd name="T36" fmla="*/ 36 w 217"/>
                  <a:gd name="T37" fmla="*/ 44 h 294"/>
                  <a:gd name="T38" fmla="*/ 61 w 217"/>
                  <a:gd name="T39" fmla="*/ 89 h 294"/>
                  <a:gd name="T40" fmla="*/ 52 w 217"/>
                  <a:gd name="T41" fmla="*/ 105 h 294"/>
                  <a:gd name="T42" fmla="*/ 26 w 217"/>
                  <a:gd name="T43" fmla="*/ 123 h 294"/>
                  <a:gd name="T44" fmla="*/ 0 w 217"/>
                  <a:gd name="T45" fmla="*/ 160 h 294"/>
                  <a:gd name="T46" fmla="*/ 30 w 217"/>
                  <a:gd name="T47" fmla="*/ 174 h 294"/>
                  <a:gd name="T48" fmla="*/ 65 w 217"/>
                  <a:gd name="T49" fmla="*/ 150 h 294"/>
                  <a:gd name="T50" fmla="*/ 98 w 217"/>
                  <a:gd name="T51" fmla="*/ 133 h 294"/>
                  <a:gd name="T52" fmla="*/ 120 w 217"/>
                  <a:gd name="T53" fmla="*/ 125 h 294"/>
                  <a:gd name="T54" fmla="*/ 156 w 217"/>
                  <a:gd name="T55" fmla="*/ 114 h 294"/>
                  <a:gd name="T56" fmla="*/ 141 w 217"/>
                  <a:gd name="T57" fmla="*/ 126 h 294"/>
                  <a:gd name="T58" fmla="*/ 110 w 217"/>
                  <a:gd name="T59" fmla="*/ 137 h 294"/>
                  <a:gd name="T60" fmla="*/ 100 w 217"/>
                  <a:gd name="T61" fmla="*/ 184 h 294"/>
                  <a:gd name="T62" fmla="*/ 74 w 217"/>
                  <a:gd name="T63" fmla="*/ 212 h 294"/>
                  <a:gd name="T64" fmla="*/ 49 w 217"/>
                  <a:gd name="T65" fmla="*/ 227 h 294"/>
                  <a:gd name="T66" fmla="*/ 40 w 217"/>
                  <a:gd name="T67" fmla="*/ 252 h 294"/>
                  <a:gd name="T68" fmla="*/ 64 w 217"/>
                  <a:gd name="T69" fmla="*/ 291 h 294"/>
                  <a:gd name="T70" fmla="*/ 112 w 217"/>
                  <a:gd name="T71" fmla="*/ 289 h 294"/>
                  <a:gd name="T72" fmla="*/ 143 w 217"/>
                  <a:gd name="T73" fmla="*/ 264 h 294"/>
                  <a:gd name="T74" fmla="*/ 152 w 217"/>
                  <a:gd name="T75" fmla="*/ 228 h 294"/>
                  <a:gd name="T76" fmla="*/ 179 w 217"/>
                  <a:gd name="T77" fmla="*/ 227 h 294"/>
                  <a:gd name="T78" fmla="*/ 209 w 217"/>
                  <a:gd name="T79" fmla="*/ 222 h 294"/>
                  <a:gd name="T80" fmla="*/ 184 w 217"/>
                  <a:gd name="T81" fmla="*/ 195 h 294"/>
                  <a:gd name="T82" fmla="*/ 139 w 217"/>
                  <a:gd name="T83" fmla="*/ 193 h 294"/>
                  <a:gd name="T84" fmla="*/ 129 w 217"/>
                  <a:gd name="T85" fmla="*/ 181 h 294"/>
                  <a:gd name="T86" fmla="*/ 150 w 217"/>
                  <a:gd name="T87" fmla="*/ 149 h 294"/>
                  <a:gd name="T88" fmla="*/ 170 w 217"/>
                  <a:gd name="T89" fmla="*/ 138 h 294"/>
                  <a:gd name="T90" fmla="*/ 204 w 217"/>
                  <a:gd name="T91" fmla="*/ 125 h 294"/>
                  <a:gd name="T92" fmla="*/ 176 w 217"/>
                  <a:gd name="T93" fmla="*/ 88 h 294"/>
                  <a:gd name="T94" fmla="*/ 137 w 217"/>
                  <a:gd name="T95" fmla="*/ 95 h 294"/>
                  <a:gd name="T96" fmla="*/ 119 w 217"/>
                  <a:gd name="T97" fmla="*/ 102 h 294"/>
                  <a:gd name="T98" fmla="*/ 84 w 217"/>
                  <a:gd name="T99" fmla="*/ 116 h 294"/>
                  <a:gd name="T100" fmla="*/ 64 w 217"/>
                  <a:gd name="T101" fmla="*/ 127 h 294"/>
                  <a:gd name="T102" fmla="*/ 31 w 217"/>
                  <a:gd name="T103" fmla="*/ 142 h 294"/>
                  <a:gd name="T104" fmla="*/ 46 w 217"/>
                  <a:gd name="T105" fmla="*/ 117 h 294"/>
                  <a:gd name="T106" fmla="*/ 105 w 217"/>
                  <a:gd name="T107" fmla="*/ 87 h 294"/>
                  <a:gd name="T108" fmla="*/ 132 w 217"/>
                  <a:gd name="T109" fmla="*/ 80 h 294"/>
                  <a:gd name="T110" fmla="*/ 151 w 217"/>
                  <a:gd name="T111" fmla="*/ 67 h 294"/>
                  <a:gd name="T112" fmla="*/ 170 w 217"/>
                  <a:gd name="T113" fmla="*/ 143 h 294"/>
                  <a:gd name="T114" fmla="*/ 64 w 217"/>
                  <a:gd name="T115" fmla="*/ 253 h 294"/>
                  <a:gd name="T116" fmla="*/ 173 w 217"/>
                  <a:gd name="T117" fmla="*/ 139 h 294"/>
                  <a:gd name="T118" fmla="*/ 142 w 217"/>
                  <a:gd name="T119" fmla="*/ 78 h 294"/>
                  <a:gd name="T120" fmla="*/ 156 w 217"/>
                  <a:gd name="T121" fmla="*/ 146 h 2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17" h="294">
                    <a:moveTo>
                      <a:pt x="58" y="254"/>
                    </a:moveTo>
                    <a:cubicBezTo>
                      <a:pt x="59" y="255"/>
                      <a:pt x="59" y="256"/>
                      <a:pt x="58" y="257"/>
                    </a:cubicBezTo>
                    <a:cubicBezTo>
                      <a:pt x="58" y="254"/>
                      <a:pt x="58" y="254"/>
                      <a:pt x="58" y="254"/>
                    </a:cubicBezTo>
                    <a:close/>
                    <a:moveTo>
                      <a:pt x="57" y="252"/>
                    </a:moveTo>
                    <a:cubicBezTo>
                      <a:pt x="57" y="252"/>
                      <a:pt x="57" y="252"/>
                      <a:pt x="57" y="252"/>
                    </a:cubicBezTo>
                    <a:cubicBezTo>
                      <a:pt x="58" y="254"/>
                      <a:pt x="58" y="254"/>
                      <a:pt x="58" y="254"/>
                    </a:cubicBezTo>
                    <a:cubicBezTo>
                      <a:pt x="58" y="252"/>
                      <a:pt x="58" y="253"/>
                      <a:pt x="57" y="252"/>
                    </a:cubicBezTo>
                    <a:close/>
                    <a:moveTo>
                      <a:pt x="57" y="252"/>
                    </a:moveTo>
                    <a:cubicBezTo>
                      <a:pt x="57" y="250"/>
                      <a:pt x="57" y="250"/>
                      <a:pt x="57" y="250"/>
                    </a:cubicBezTo>
                    <a:cubicBezTo>
                      <a:pt x="58" y="251"/>
                      <a:pt x="57" y="250"/>
                      <a:pt x="58" y="251"/>
                    </a:cubicBezTo>
                    <a:cubicBezTo>
                      <a:pt x="57" y="252"/>
                      <a:pt x="57" y="252"/>
                      <a:pt x="57" y="252"/>
                    </a:cubicBezTo>
                    <a:close/>
                    <a:moveTo>
                      <a:pt x="65" y="237"/>
                    </a:moveTo>
                    <a:cubicBezTo>
                      <a:pt x="66" y="234"/>
                      <a:pt x="65" y="235"/>
                      <a:pt x="68" y="233"/>
                    </a:cubicBezTo>
                    <a:cubicBezTo>
                      <a:pt x="68" y="234"/>
                      <a:pt x="68" y="234"/>
                      <a:pt x="67" y="235"/>
                    </a:cubicBezTo>
                    <a:cubicBezTo>
                      <a:pt x="67" y="236"/>
                      <a:pt x="66" y="236"/>
                      <a:pt x="65" y="237"/>
                    </a:cubicBezTo>
                    <a:close/>
                    <a:moveTo>
                      <a:pt x="71" y="230"/>
                    </a:moveTo>
                    <a:cubicBezTo>
                      <a:pt x="71" y="228"/>
                      <a:pt x="72" y="230"/>
                      <a:pt x="73" y="228"/>
                    </a:cubicBezTo>
                    <a:cubicBezTo>
                      <a:pt x="71" y="229"/>
                      <a:pt x="70" y="229"/>
                      <a:pt x="70" y="229"/>
                    </a:cubicBezTo>
                    <a:cubicBezTo>
                      <a:pt x="70" y="230"/>
                      <a:pt x="70" y="230"/>
                      <a:pt x="70" y="230"/>
                    </a:cubicBezTo>
                    <a:cubicBezTo>
                      <a:pt x="69" y="231"/>
                      <a:pt x="69" y="231"/>
                      <a:pt x="69" y="232"/>
                    </a:cubicBezTo>
                    <a:cubicBezTo>
                      <a:pt x="71" y="232"/>
                      <a:pt x="72" y="232"/>
                      <a:pt x="74" y="231"/>
                    </a:cubicBezTo>
                    <a:cubicBezTo>
                      <a:pt x="73" y="233"/>
                      <a:pt x="73" y="233"/>
                      <a:pt x="71" y="233"/>
                    </a:cubicBezTo>
                    <a:cubicBezTo>
                      <a:pt x="71" y="235"/>
                      <a:pt x="71" y="234"/>
                      <a:pt x="71" y="236"/>
                    </a:cubicBezTo>
                    <a:cubicBezTo>
                      <a:pt x="69" y="236"/>
                      <a:pt x="69" y="237"/>
                      <a:pt x="66" y="237"/>
                    </a:cubicBezTo>
                    <a:cubicBezTo>
                      <a:pt x="66" y="238"/>
                      <a:pt x="66" y="238"/>
                      <a:pt x="66" y="238"/>
                    </a:cubicBezTo>
                    <a:cubicBezTo>
                      <a:pt x="64" y="238"/>
                      <a:pt x="65" y="238"/>
                      <a:pt x="63" y="238"/>
                    </a:cubicBezTo>
                    <a:cubicBezTo>
                      <a:pt x="64" y="240"/>
                      <a:pt x="64" y="239"/>
                      <a:pt x="63" y="240"/>
                    </a:cubicBezTo>
                    <a:cubicBezTo>
                      <a:pt x="60" y="243"/>
                      <a:pt x="60" y="251"/>
                      <a:pt x="60" y="255"/>
                    </a:cubicBezTo>
                    <a:cubicBezTo>
                      <a:pt x="60" y="255"/>
                      <a:pt x="60" y="257"/>
                      <a:pt x="60" y="257"/>
                    </a:cubicBezTo>
                    <a:cubicBezTo>
                      <a:pt x="60" y="259"/>
                      <a:pt x="60" y="257"/>
                      <a:pt x="60" y="258"/>
                    </a:cubicBezTo>
                    <a:cubicBezTo>
                      <a:pt x="60" y="259"/>
                      <a:pt x="60" y="259"/>
                      <a:pt x="60" y="259"/>
                    </a:cubicBezTo>
                    <a:cubicBezTo>
                      <a:pt x="60" y="260"/>
                      <a:pt x="60" y="259"/>
                      <a:pt x="61" y="260"/>
                    </a:cubicBezTo>
                    <a:cubicBezTo>
                      <a:pt x="61" y="261"/>
                      <a:pt x="60" y="260"/>
                      <a:pt x="61" y="261"/>
                    </a:cubicBezTo>
                    <a:cubicBezTo>
                      <a:pt x="61" y="262"/>
                      <a:pt x="62" y="262"/>
                      <a:pt x="62" y="263"/>
                    </a:cubicBezTo>
                    <a:cubicBezTo>
                      <a:pt x="61" y="265"/>
                      <a:pt x="63" y="265"/>
                      <a:pt x="65" y="265"/>
                    </a:cubicBezTo>
                    <a:cubicBezTo>
                      <a:pt x="65" y="267"/>
                      <a:pt x="64" y="266"/>
                      <a:pt x="66" y="268"/>
                    </a:cubicBezTo>
                    <a:cubicBezTo>
                      <a:pt x="70" y="273"/>
                      <a:pt x="69" y="272"/>
                      <a:pt x="75" y="274"/>
                    </a:cubicBezTo>
                    <a:cubicBezTo>
                      <a:pt x="75" y="275"/>
                      <a:pt x="75" y="275"/>
                      <a:pt x="76" y="275"/>
                    </a:cubicBezTo>
                    <a:cubicBezTo>
                      <a:pt x="77" y="276"/>
                      <a:pt x="76" y="275"/>
                      <a:pt x="76" y="276"/>
                    </a:cubicBezTo>
                    <a:cubicBezTo>
                      <a:pt x="81" y="277"/>
                      <a:pt x="84" y="276"/>
                      <a:pt x="88" y="276"/>
                    </a:cubicBezTo>
                    <a:cubicBezTo>
                      <a:pt x="99" y="276"/>
                      <a:pt x="96" y="275"/>
                      <a:pt x="100" y="275"/>
                    </a:cubicBezTo>
                    <a:cubicBezTo>
                      <a:pt x="101" y="273"/>
                      <a:pt x="100" y="274"/>
                      <a:pt x="101" y="274"/>
                    </a:cubicBezTo>
                    <a:cubicBezTo>
                      <a:pt x="101" y="274"/>
                      <a:pt x="101" y="274"/>
                      <a:pt x="101" y="274"/>
                    </a:cubicBezTo>
                    <a:cubicBezTo>
                      <a:pt x="102" y="274"/>
                      <a:pt x="103" y="274"/>
                      <a:pt x="104" y="273"/>
                    </a:cubicBezTo>
                    <a:cubicBezTo>
                      <a:pt x="107" y="271"/>
                      <a:pt x="107" y="271"/>
                      <a:pt x="107" y="271"/>
                    </a:cubicBezTo>
                    <a:cubicBezTo>
                      <a:pt x="114" y="268"/>
                      <a:pt x="116" y="266"/>
                      <a:pt x="121" y="260"/>
                    </a:cubicBezTo>
                    <a:cubicBezTo>
                      <a:pt x="121" y="259"/>
                      <a:pt x="121" y="259"/>
                      <a:pt x="122" y="259"/>
                    </a:cubicBezTo>
                    <a:cubicBezTo>
                      <a:pt x="126" y="253"/>
                      <a:pt x="126" y="253"/>
                      <a:pt x="126" y="253"/>
                    </a:cubicBezTo>
                    <a:cubicBezTo>
                      <a:pt x="128" y="247"/>
                      <a:pt x="126" y="243"/>
                      <a:pt x="125" y="238"/>
                    </a:cubicBezTo>
                    <a:cubicBezTo>
                      <a:pt x="124" y="236"/>
                      <a:pt x="124" y="236"/>
                      <a:pt x="124" y="236"/>
                    </a:cubicBezTo>
                    <a:cubicBezTo>
                      <a:pt x="121" y="232"/>
                      <a:pt x="116" y="224"/>
                      <a:pt x="112" y="223"/>
                    </a:cubicBezTo>
                    <a:cubicBezTo>
                      <a:pt x="111" y="223"/>
                      <a:pt x="108" y="223"/>
                      <a:pt x="107" y="222"/>
                    </a:cubicBezTo>
                    <a:cubicBezTo>
                      <a:pt x="106" y="221"/>
                      <a:pt x="105" y="222"/>
                      <a:pt x="104" y="221"/>
                    </a:cubicBezTo>
                    <a:cubicBezTo>
                      <a:pt x="99" y="222"/>
                      <a:pt x="99" y="222"/>
                      <a:pt x="99" y="222"/>
                    </a:cubicBezTo>
                    <a:cubicBezTo>
                      <a:pt x="98" y="223"/>
                      <a:pt x="96" y="223"/>
                      <a:pt x="94" y="224"/>
                    </a:cubicBezTo>
                    <a:cubicBezTo>
                      <a:pt x="84" y="228"/>
                      <a:pt x="84" y="228"/>
                      <a:pt x="84" y="228"/>
                    </a:cubicBezTo>
                    <a:cubicBezTo>
                      <a:pt x="81" y="227"/>
                      <a:pt x="81" y="227"/>
                      <a:pt x="81" y="227"/>
                    </a:cubicBezTo>
                    <a:cubicBezTo>
                      <a:pt x="81" y="228"/>
                      <a:pt x="81" y="226"/>
                      <a:pt x="81" y="228"/>
                    </a:cubicBezTo>
                    <a:cubicBezTo>
                      <a:pt x="80" y="226"/>
                      <a:pt x="80" y="226"/>
                      <a:pt x="80" y="226"/>
                    </a:cubicBezTo>
                    <a:cubicBezTo>
                      <a:pt x="80" y="228"/>
                      <a:pt x="80" y="227"/>
                      <a:pt x="79" y="229"/>
                    </a:cubicBezTo>
                    <a:cubicBezTo>
                      <a:pt x="79" y="226"/>
                      <a:pt x="79" y="226"/>
                      <a:pt x="79" y="226"/>
                    </a:cubicBezTo>
                    <a:cubicBezTo>
                      <a:pt x="78" y="227"/>
                      <a:pt x="78" y="226"/>
                      <a:pt x="77" y="226"/>
                    </a:cubicBezTo>
                    <a:cubicBezTo>
                      <a:pt x="75" y="227"/>
                      <a:pt x="76" y="227"/>
                      <a:pt x="74" y="227"/>
                    </a:cubicBezTo>
                    <a:cubicBezTo>
                      <a:pt x="73" y="228"/>
                      <a:pt x="74" y="229"/>
                      <a:pt x="73" y="229"/>
                    </a:cubicBezTo>
                    <a:cubicBezTo>
                      <a:pt x="73" y="230"/>
                      <a:pt x="73" y="230"/>
                      <a:pt x="71" y="230"/>
                    </a:cubicBezTo>
                    <a:close/>
                    <a:moveTo>
                      <a:pt x="143" y="142"/>
                    </a:moveTo>
                    <a:cubicBezTo>
                      <a:pt x="143" y="144"/>
                      <a:pt x="143" y="144"/>
                      <a:pt x="143" y="144"/>
                    </a:cubicBezTo>
                    <a:cubicBezTo>
                      <a:pt x="142" y="144"/>
                      <a:pt x="142" y="144"/>
                      <a:pt x="141" y="144"/>
                    </a:cubicBezTo>
                    <a:cubicBezTo>
                      <a:pt x="141" y="142"/>
                      <a:pt x="141" y="142"/>
                      <a:pt x="143" y="142"/>
                    </a:cubicBezTo>
                    <a:close/>
                    <a:moveTo>
                      <a:pt x="142" y="138"/>
                    </a:moveTo>
                    <a:cubicBezTo>
                      <a:pt x="142" y="140"/>
                      <a:pt x="143" y="139"/>
                      <a:pt x="141" y="139"/>
                    </a:cubicBezTo>
                    <a:cubicBezTo>
                      <a:pt x="141" y="138"/>
                      <a:pt x="141" y="139"/>
                      <a:pt x="142" y="138"/>
                    </a:cubicBezTo>
                    <a:close/>
                    <a:moveTo>
                      <a:pt x="143" y="98"/>
                    </a:moveTo>
                    <a:cubicBezTo>
                      <a:pt x="143" y="96"/>
                      <a:pt x="144" y="97"/>
                      <a:pt x="144" y="98"/>
                    </a:cubicBezTo>
                    <a:cubicBezTo>
                      <a:pt x="144" y="99"/>
                      <a:pt x="143" y="99"/>
                      <a:pt x="143" y="98"/>
                    </a:cubicBezTo>
                    <a:close/>
                    <a:moveTo>
                      <a:pt x="96" y="70"/>
                    </a:moveTo>
                    <a:cubicBezTo>
                      <a:pt x="96" y="68"/>
                      <a:pt x="96" y="66"/>
                      <a:pt x="97" y="65"/>
                    </a:cubicBezTo>
                    <a:cubicBezTo>
                      <a:pt x="98" y="63"/>
                      <a:pt x="98" y="63"/>
                      <a:pt x="98" y="63"/>
                    </a:cubicBezTo>
                    <a:cubicBezTo>
                      <a:pt x="100" y="59"/>
                      <a:pt x="99" y="61"/>
                      <a:pt x="101" y="59"/>
                    </a:cubicBezTo>
                    <a:cubicBezTo>
                      <a:pt x="101" y="58"/>
                      <a:pt x="101" y="58"/>
                      <a:pt x="101" y="58"/>
                    </a:cubicBezTo>
                    <a:cubicBezTo>
                      <a:pt x="106" y="53"/>
                      <a:pt x="106" y="53"/>
                      <a:pt x="106" y="53"/>
                    </a:cubicBezTo>
                    <a:cubicBezTo>
                      <a:pt x="106" y="53"/>
                      <a:pt x="106" y="52"/>
                      <a:pt x="106" y="52"/>
                    </a:cubicBezTo>
                    <a:cubicBezTo>
                      <a:pt x="109" y="48"/>
                      <a:pt x="109" y="48"/>
                      <a:pt x="109" y="48"/>
                    </a:cubicBezTo>
                    <a:cubicBezTo>
                      <a:pt x="109" y="48"/>
                      <a:pt x="109" y="48"/>
                      <a:pt x="109" y="48"/>
                    </a:cubicBezTo>
                    <a:cubicBezTo>
                      <a:pt x="110" y="46"/>
                      <a:pt x="110" y="46"/>
                      <a:pt x="110" y="46"/>
                    </a:cubicBezTo>
                    <a:cubicBezTo>
                      <a:pt x="112" y="48"/>
                      <a:pt x="110" y="49"/>
                      <a:pt x="110" y="51"/>
                    </a:cubicBezTo>
                    <a:cubicBezTo>
                      <a:pt x="109" y="53"/>
                      <a:pt x="109" y="53"/>
                      <a:pt x="109" y="54"/>
                    </a:cubicBezTo>
                    <a:cubicBezTo>
                      <a:pt x="108" y="57"/>
                      <a:pt x="108" y="57"/>
                      <a:pt x="108" y="57"/>
                    </a:cubicBezTo>
                    <a:cubicBezTo>
                      <a:pt x="108" y="58"/>
                      <a:pt x="108" y="60"/>
                      <a:pt x="108" y="61"/>
                    </a:cubicBezTo>
                    <a:cubicBezTo>
                      <a:pt x="108" y="64"/>
                      <a:pt x="107" y="61"/>
                      <a:pt x="107" y="64"/>
                    </a:cubicBezTo>
                    <a:cubicBezTo>
                      <a:pt x="107" y="66"/>
                      <a:pt x="108" y="63"/>
                      <a:pt x="108" y="66"/>
                    </a:cubicBezTo>
                    <a:cubicBezTo>
                      <a:pt x="108" y="71"/>
                      <a:pt x="107" y="71"/>
                      <a:pt x="105" y="72"/>
                    </a:cubicBezTo>
                    <a:cubicBezTo>
                      <a:pt x="99" y="76"/>
                      <a:pt x="99" y="76"/>
                      <a:pt x="99" y="76"/>
                    </a:cubicBezTo>
                    <a:cubicBezTo>
                      <a:pt x="98" y="72"/>
                      <a:pt x="98" y="72"/>
                      <a:pt x="98" y="72"/>
                    </a:cubicBezTo>
                    <a:cubicBezTo>
                      <a:pt x="96" y="72"/>
                      <a:pt x="96" y="72"/>
                      <a:pt x="96" y="72"/>
                    </a:cubicBezTo>
                    <a:cubicBezTo>
                      <a:pt x="97" y="71"/>
                      <a:pt x="97" y="72"/>
                      <a:pt x="96" y="71"/>
                    </a:cubicBezTo>
                    <a:cubicBezTo>
                      <a:pt x="96" y="71"/>
                      <a:pt x="96" y="71"/>
                      <a:pt x="95" y="72"/>
                    </a:cubicBezTo>
                    <a:cubicBezTo>
                      <a:pt x="95" y="70"/>
                      <a:pt x="94" y="71"/>
                      <a:pt x="96" y="70"/>
                    </a:cubicBezTo>
                    <a:close/>
                    <a:moveTo>
                      <a:pt x="150" y="42"/>
                    </a:moveTo>
                    <a:cubicBezTo>
                      <a:pt x="150" y="41"/>
                      <a:pt x="151" y="41"/>
                      <a:pt x="151" y="41"/>
                    </a:cubicBezTo>
                    <a:cubicBezTo>
                      <a:pt x="151" y="41"/>
                      <a:pt x="152" y="41"/>
                      <a:pt x="152" y="41"/>
                    </a:cubicBezTo>
                    <a:cubicBezTo>
                      <a:pt x="151" y="42"/>
                      <a:pt x="151" y="42"/>
                      <a:pt x="150" y="42"/>
                    </a:cubicBezTo>
                    <a:close/>
                    <a:moveTo>
                      <a:pt x="152" y="40"/>
                    </a:moveTo>
                    <a:cubicBezTo>
                      <a:pt x="152" y="39"/>
                      <a:pt x="152" y="40"/>
                      <a:pt x="153" y="39"/>
                    </a:cubicBezTo>
                    <a:cubicBezTo>
                      <a:pt x="154" y="37"/>
                      <a:pt x="161" y="29"/>
                      <a:pt x="163" y="29"/>
                    </a:cubicBezTo>
                    <a:cubicBezTo>
                      <a:pt x="163" y="30"/>
                      <a:pt x="163" y="29"/>
                      <a:pt x="163" y="30"/>
                    </a:cubicBezTo>
                    <a:cubicBezTo>
                      <a:pt x="163" y="30"/>
                      <a:pt x="161" y="34"/>
                      <a:pt x="158" y="34"/>
                    </a:cubicBezTo>
                    <a:cubicBezTo>
                      <a:pt x="159" y="35"/>
                      <a:pt x="159" y="35"/>
                      <a:pt x="159" y="35"/>
                    </a:cubicBezTo>
                    <a:cubicBezTo>
                      <a:pt x="157" y="35"/>
                      <a:pt x="158" y="35"/>
                      <a:pt x="157" y="36"/>
                    </a:cubicBezTo>
                    <a:cubicBezTo>
                      <a:pt x="156" y="38"/>
                      <a:pt x="154" y="40"/>
                      <a:pt x="152" y="40"/>
                    </a:cubicBezTo>
                    <a:close/>
                    <a:moveTo>
                      <a:pt x="177" y="61"/>
                    </a:moveTo>
                    <a:cubicBezTo>
                      <a:pt x="180" y="61"/>
                      <a:pt x="179" y="60"/>
                      <a:pt x="181" y="60"/>
                    </a:cubicBezTo>
                    <a:cubicBezTo>
                      <a:pt x="192" y="60"/>
                      <a:pt x="187" y="61"/>
                      <a:pt x="195" y="57"/>
                    </a:cubicBezTo>
                    <a:cubicBezTo>
                      <a:pt x="199" y="55"/>
                      <a:pt x="206" y="51"/>
                      <a:pt x="206" y="47"/>
                    </a:cubicBezTo>
                    <a:cubicBezTo>
                      <a:pt x="207" y="48"/>
                      <a:pt x="207" y="48"/>
                      <a:pt x="207" y="48"/>
                    </a:cubicBezTo>
                    <a:cubicBezTo>
                      <a:pt x="207" y="46"/>
                      <a:pt x="208" y="46"/>
                      <a:pt x="208" y="44"/>
                    </a:cubicBezTo>
                    <a:cubicBezTo>
                      <a:pt x="209" y="44"/>
                      <a:pt x="209" y="44"/>
                      <a:pt x="209" y="44"/>
                    </a:cubicBezTo>
                    <a:cubicBezTo>
                      <a:pt x="209" y="43"/>
                      <a:pt x="209" y="43"/>
                      <a:pt x="209" y="43"/>
                    </a:cubicBezTo>
                    <a:cubicBezTo>
                      <a:pt x="209" y="43"/>
                      <a:pt x="209" y="43"/>
                      <a:pt x="209" y="43"/>
                    </a:cubicBezTo>
                    <a:cubicBezTo>
                      <a:pt x="209" y="41"/>
                      <a:pt x="209" y="41"/>
                      <a:pt x="209" y="41"/>
                    </a:cubicBezTo>
                    <a:cubicBezTo>
                      <a:pt x="210" y="41"/>
                      <a:pt x="210" y="41"/>
                      <a:pt x="210" y="41"/>
                    </a:cubicBezTo>
                    <a:cubicBezTo>
                      <a:pt x="210" y="39"/>
                      <a:pt x="210" y="39"/>
                      <a:pt x="210" y="39"/>
                    </a:cubicBezTo>
                    <a:cubicBezTo>
                      <a:pt x="210" y="39"/>
                      <a:pt x="210" y="39"/>
                      <a:pt x="210" y="39"/>
                    </a:cubicBezTo>
                    <a:cubicBezTo>
                      <a:pt x="211" y="36"/>
                      <a:pt x="211" y="36"/>
                      <a:pt x="211" y="36"/>
                    </a:cubicBezTo>
                    <a:cubicBezTo>
                      <a:pt x="212" y="35"/>
                      <a:pt x="211" y="33"/>
                      <a:pt x="212" y="31"/>
                    </a:cubicBezTo>
                    <a:cubicBezTo>
                      <a:pt x="212" y="31"/>
                      <a:pt x="212" y="31"/>
                      <a:pt x="212" y="31"/>
                    </a:cubicBezTo>
                    <a:cubicBezTo>
                      <a:pt x="213" y="29"/>
                      <a:pt x="212" y="27"/>
                      <a:pt x="212" y="26"/>
                    </a:cubicBezTo>
                    <a:cubicBezTo>
                      <a:pt x="209" y="13"/>
                      <a:pt x="208" y="15"/>
                      <a:pt x="206" y="12"/>
                    </a:cubicBezTo>
                    <a:cubicBezTo>
                      <a:pt x="205" y="8"/>
                      <a:pt x="202" y="6"/>
                      <a:pt x="200" y="4"/>
                    </a:cubicBezTo>
                    <a:cubicBezTo>
                      <a:pt x="198" y="3"/>
                      <a:pt x="196" y="2"/>
                      <a:pt x="194" y="2"/>
                    </a:cubicBezTo>
                    <a:cubicBezTo>
                      <a:pt x="191" y="0"/>
                      <a:pt x="189" y="0"/>
                      <a:pt x="186" y="0"/>
                    </a:cubicBezTo>
                    <a:cubicBezTo>
                      <a:pt x="184" y="0"/>
                      <a:pt x="183" y="1"/>
                      <a:pt x="182" y="2"/>
                    </a:cubicBezTo>
                    <a:cubicBezTo>
                      <a:pt x="177" y="4"/>
                      <a:pt x="177" y="4"/>
                      <a:pt x="177" y="4"/>
                    </a:cubicBezTo>
                    <a:cubicBezTo>
                      <a:pt x="177" y="4"/>
                      <a:pt x="177" y="4"/>
                      <a:pt x="177" y="4"/>
                    </a:cubicBezTo>
                    <a:cubicBezTo>
                      <a:pt x="176" y="5"/>
                      <a:pt x="176" y="5"/>
                      <a:pt x="176" y="5"/>
                    </a:cubicBezTo>
                    <a:cubicBezTo>
                      <a:pt x="172" y="8"/>
                      <a:pt x="172" y="8"/>
                      <a:pt x="172" y="8"/>
                    </a:cubicBezTo>
                    <a:cubicBezTo>
                      <a:pt x="172" y="8"/>
                      <a:pt x="172" y="8"/>
                      <a:pt x="172" y="8"/>
                    </a:cubicBezTo>
                    <a:cubicBezTo>
                      <a:pt x="172" y="8"/>
                      <a:pt x="172" y="8"/>
                      <a:pt x="172" y="8"/>
                    </a:cubicBezTo>
                    <a:cubicBezTo>
                      <a:pt x="172" y="8"/>
                      <a:pt x="172" y="9"/>
                      <a:pt x="171" y="9"/>
                    </a:cubicBezTo>
                    <a:cubicBezTo>
                      <a:pt x="167" y="13"/>
                      <a:pt x="167" y="13"/>
                      <a:pt x="167" y="13"/>
                    </a:cubicBezTo>
                    <a:cubicBezTo>
                      <a:pt x="164" y="17"/>
                      <a:pt x="164" y="16"/>
                      <a:pt x="164" y="18"/>
                    </a:cubicBezTo>
                    <a:cubicBezTo>
                      <a:pt x="163" y="17"/>
                      <a:pt x="163" y="17"/>
                      <a:pt x="163" y="17"/>
                    </a:cubicBezTo>
                    <a:cubicBezTo>
                      <a:pt x="163" y="19"/>
                      <a:pt x="163" y="18"/>
                      <a:pt x="162" y="20"/>
                    </a:cubicBezTo>
                    <a:cubicBezTo>
                      <a:pt x="161" y="20"/>
                      <a:pt x="161" y="21"/>
                      <a:pt x="160" y="21"/>
                    </a:cubicBezTo>
                    <a:cubicBezTo>
                      <a:pt x="158" y="23"/>
                      <a:pt x="157" y="25"/>
                      <a:pt x="155" y="27"/>
                    </a:cubicBezTo>
                    <a:cubicBezTo>
                      <a:pt x="150" y="32"/>
                      <a:pt x="150" y="32"/>
                      <a:pt x="150" y="32"/>
                    </a:cubicBezTo>
                    <a:cubicBezTo>
                      <a:pt x="150" y="32"/>
                      <a:pt x="150" y="32"/>
                      <a:pt x="150" y="32"/>
                    </a:cubicBezTo>
                    <a:cubicBezTo>
                      <a:pt x="149" y="33"/>
                      <a:pt x="149" y="33"/>
                      <a:pt x="149" y="33"/>
                    </a:cubicBezTo>
                    <a:cubicBezTo>
                      <a:pt x="143" y="38"/>
                      <a:pt x="143" y="38"/>
                      <a:pt x="143" y="38"/>
                    </a:cubicBezTo>
                    <a:cubicBezTo>
                      <a:pt x="141" y="40"/>
                      <a:pt x="140" y="41"/>
                      <a:pt x="137" y="41"/>
                    </a:cubicBezTo>
                    <a:cubicBezTo>
                      <a:pt x="138" y="38"/>
                      <a:pt x="138" y="39"/>
                      <a:pt x="137" y="36"/>
                    </a:cubicBezTo>
                    <a:cubicBezTo>
                      <a:pt x="136" y="34"/>
                      <a:pt x="137" y="36"/>
                      <a:pt x="136" y="34"/>
                    </a:cubicBezTo>
                    <a:cubicBezTo>
                      <a:pt x="136" y="33"/>
                      <a:pt x="135" y="32"/>
                      <a:pt x="134" y="31"/>
                    </a:cubicBezTo>
                    <a:cubicBezTo>
                      <a:pt x="124" y="27"/>
                      <a:pt x="124" y="27"/>
                      <a:pt x="124" y="27"/>
                    </a:cubicBezTo>
                    <a:cubicBezTo>
                      <a:pt x="124" y="27"/>
                      <a:pt x="123" y="27"/>
                      <a:pt x="123" y="27"/>
                    </a:cubicBezTo>
                    <a:cubicBezTo>
                      <a:pt x="122" y="26"/>
                      <a:pt x="122" y="26"/>
                      <a:pt x="122" y="26"/>
                    </a:cubicBezTo>
                    <a:cubicBezTo>
                      <a:pt x="122" y="26"/>
                      <a:pt x="116" y="28"/>
                      <a:pt x="114" y="30"/>
                    </a:cubicBezTo>
                    <a:cubicBezTo>
                      <a:pt x="114" y="30"/>
                      <a:pt x="113" y="30"/>
                      <a:pt x="113" y="30"/>
                    </a:cubicBezTo>
                    <a:cubicBezTo>
                      <a:pt x="113" y="30"/>
                      <a:pt x="113" y="30"/>
                      <a:pt x="113" y="30"/>
                    </a:cubicBezTo>
                    <a:cubicBezTo>
                      <a:pt x="110" y="33"/>
                      <a:pt x="116" y="29"/>
                      <a:pt x="112" y="32"/>
                    </a:cubicBezTo>
                    <a:cubicBezTo>
                      <a:pt x="93" y="41"/>
                      <a:pt x="93" y="41"/>
                      <a:pt x="93" y="41"/>
                    </a:cubicBezTo>
                    <a:cubicBezTo>
                      <a:pt x="90" y="42"/>
                      <a:pt x="89" y="43"/>
                      <a:pt x="87" y="44"/>
                    </a:cubicBezTo>
                    <a:cubicBezTo>
                      <a:pt x="81" y="48"/>
                      <a:pt x="81" y="48"/>
                      <a:pt x="81" y="48"/>
                    </a:cubicBezTo>
                    <a:cubicBezTo>
                      <a:pt x="81" y="48"/>
                      <a:pt x="81" y="49"/>
                      <a:pt x="81" y="49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76" y="49"/>
                      <a:pt x="74" y="51"/>
                      <a:pt x="73" y="48"/>
                    </a:cubicBezTo>
                    <a:cubicBezTo>
                      <a:pt x="72" y="47"/>
                      <a:pt x="72" y="47"/>
                      <a:pt x="72" y="47"/>
                    </a:cubicBezTo>
                    <a:cubicBezTo>
                      <a:pt x="72" y="45"/>
                      <a:pt x="72" y="43"/>
                      <a:pt x="72" y="41"/>
                    </a:cubicBezTo>
                    <a:cubicBezTo>
                      <a:pt x="71" y="39"/>
                      <a:pt x="70" y="38"/>
                      <a:pt x="69" y="35"/>
                    </a:cubicBezTo>
                    <a:cubicBezTo>
                      <a:pt x="69" y="36"/>
                      <a:pt x="69" y="36"/>
                      <a:pt x="69" y="36"/>
                    </a:cubicBezTo>
                    <a:cubicBezTo>
                      <a:pt x="68" y="34"/>
                      <a:pt x="66" y="33"/>
                      <a:pt x="64" y="33"/>
                    </a:cubicBezTo>
                    <a:cubicBezTo>
                      <a:pt x="63" y="34"/>
                      <a:pt x="64" y="32"/>
                      <a:pt x="63" y="34"/>
                    </a:cubicBezTo>
                    <a:cubicBezTo>
                      <a:pt x="62" y="34"/>
                      <a:pt x="62" y="34"/>
                      <a:pt x="60" y="34"/>
                    </a:cubicBezTo>
                    <a:cubicBezTo>
                      <a:pt x="58" y="35"/>
                      <a:pt x="59" y="35"/>
                      <a:pt x="58" y="36"/>
                    </a:cubicBezTo>
                    <a:cubicBezTo>
                      <a:pt x="58" y="35"/>
                      <a:pt x="58" y="35"/>
                      <a:pt x="57" y="36"/>
                    </a:cubicBezTo>
                    <a:cubicBezTo>
                      <a:pt x="55" y="36"/>
                      <a:pt x="50" y="36"/>
                      <a:pt x="49" y="35"/>
                    </a:cubicBezTo>
                    <a:cubicBezTo>
                      <a:pt x="49" y="35"/>
                      <a:pt x="49" y="35"/>
                      <a:pt x="49" y="35"/>
                    </a:cubicBezTo>
                    <a:cubicBezTo>
                      <a:pt x="49" y="35"/>
                      <a:pt x="49" y="36"/>
                      <a:pt x="49" y="36"/>
                    </a:cubicBezTo>
                    <a:cubicBezTo>
                      <a:pt x="48" y="36"/>
                      <a:pt x="48" y="36"/>
                      <a:pt x="48" y="36"/>
                    </a:cubicBezTo>
                    <a:cubicBezTo>
                      <a:pt x="48" y="36"/>
                      <a:pt x="48" y="36"/>
                      <a:pt x="48" y="36"/>
                    </a:cubicBezTo>
                    <a:cubicBezTo>
                      <a:pt x="48" y="36"/>
                      <a:pt x="48" y="36"/>
                      <a:pt x="48" y="36"/>
                    </a:cubicBezTo>
                    <a:cubicBezTo>
                      <a:pt x="48" y="36"/>
                      <a:pt x="48" y="36"/>
                      <a:pt x="48" y="36"/>
                    </a:cubicBezTo>
                    <a:cubicBezTo>
                      <a:pt x="48" y="36"/>
                      <a:pt x="48" y="36"/>
                      <a:pt x="48" y="36"/>
                    </a:cubicBezTo>
                    <a:cubicBezTo>
                      <a:pt x="47" y="36"/>
                      <a:pt x="47" y="36"/>
                      <a:pt x="47" y="36"/>
                    </a:cubicBezTo>
                    <a:cubicBezTo>
                      <a:pt x="45" y="36"/>
                      <a:pt x="42" y="36"/>
                      <a:pt x="40" y="38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37" y="41"/>
                      <a:pt x="36" y="41"/>
                      <a:pt x="36" y="41"/>
                    </a:cubicBezTo>
                    <a:cubicBezTo>
                      <a:pt x="36" y="43"/>
                      <a:pt x="36" y="43"/>
                      <a:pt x="36" y="44"/>
                    </a:cubicBezTo>
                    <a:cubicBezTo>
                      <a:pt x="36" y="46"/>
                      <a:pt x="36" y="46"/>
                      <a:pt x="36" y="46"/>
                    </a:cubicBezTo>
                    <a:cubicBezTo>
                      <a:pt x="33" y="49"/>
                      <a:pt x="33" y="49"/>
                      <a:pt x="33" y="49"/>
                    </a:cubicBezTo>
                    <a:cubicBezTo>
                      <a:pt x="33" y="55"/>
                      <a:pt x="34" y="56"/>
                      <a:pt x="37" y="60"/>
                    </a:cubicBezTo>
                    <a:cubicBezTo>
                      <a:pt x="37" y="61"/>
                      <a:pt x="37" y="61"/>
                      <a:pt x="38" y="62"/>
                    </a:cubicBezTo>
                    <a:cubicBezTo>
                      <a:pt x="49" y="77"/>
                      <a:pt x="49" y="77"/>
                      <a:pt x="49" y="77"/>
                    </a:cubicBezTo>
                    <a:cubicBezTo>
                      <a:pt x="50" y="78"/>
                      <a:pt x="49" y="77"/>
                      <a:pt x="50" y="78"/>
                    </a:cubicBezTo>
                    <a:cubicBezTo>
                      <a:pt x="55" y="83"/>
                      <a:pt x="55" y="83"/>
                      <a:pt x="55" y="83"/>
                    </a:cubicBezTo>
                    <a:cubicBezTo>
                      <a:pt x="55" y="83"/>
                      <a:pt x="55" y="83"/>
                      <a:pt x="55" y="84"/>
                    </a:cubicBezTo>
                    <a:cubicBezTo>
                      <a:pt x="61" y="89"/>
                      <a:pt x="61" y="89"/>
                      <a:pt x="61" y="89"/>
                    </a:cubicBezTo>
                    <a:cubicBezTo>
                      <a:pt x="61" y="89"/>
                      <a:pt x="61" y="89"/>
                      <a:pt x="61" y="89"/>
                    </a:cubicBezTo>
                    <a:cubicBezTo>
                      <a:pt x="63" y="90"/>
                      <a:pt x="63" y="90"/>
                      <a:pt x="63" y="90"/>
                    </a:cubicBezTo>
                    <a:cubicBezTo>
                      <a:pt x="64" y="91"/>
                      <a:pt x="63" y="91"/>
                      <a:pt x="64" y="91"/>
                    </a:cubicBezTo>
                    <a:cubicBezTo>
                      <a:pt x="65" y="92"/>
                      <a:pt x="66" y="92"/>
                      <a:pt x="67" y="93"/>
                    </a:cubicBezTo>
                    <a:cubicBezTo>
                      <a:pt x="67" y="95"/>
                      <a:pt x="67" y="95"/>
                      <a:pt x="65" y="96"/>
                    </a:cubicBezTo>
                    <a:cubicBezTo>
                      <a:pt x="65" y="96"/>
                      <a:pt x="65" y="96"/>
                      <a:pt x="64" y="97"/>
                    </a:cubicBezTo>
                    <a:cubicBezTo>
                      <a:pt x="64" y="97"/>
                      <a:pt x="64" y="97"/>
                      <a:pt x="64" y="97"/>
                    </a:cubicBezTo>
                    <a:cubicBezTo>
                      <a:pt x="61" y="98"/>
                      <a:pt x="62" y="98"/>
                      <a:pt x="61" y="99"/>
                    </a:cubicBezTo>
                    <a:cubicBezTo>
                      <a:pt x="58" y="101"/>
                      <a:pt x="58" y="101"/>
                      <a:pt x="58" y="101"/>
                    </a:cubicBezTo>
                    <a:cubicBezTo>
                      <a:pt x="57" y="102"/>
                      <a:pt x="55" y="102"/>
                      <a:pt x="54" y="103"/>
                    </a:cubicBezTo>
                    <a:cubicBezTo>
                      <a:pt x="53" y="104"/>
                      <a:pt x="52" y="105"/>
                      <a:pt x="52" y="105"/>
                    </a:cubicBezTo>
                    <a:cubicBezTo>
                      <a:pt x="51" y="106"/>
                      <a:pt x="50" y="106"/>
                      <a:pt x="50" y="106"/>
                    </a:cubicBezTo>
                    <a:cubicBezTo>
                      <a:pt x="43" y="112"/>
                      <a:pt x="43" y="112"/>
                      <a:pt x="43" y="112"/>
                    </a:cubicBezTo>
                    <a:cubicBezTo>
                      <a:pt x="42" y="112"/>
                      <a:pt x="42" y="112"/>
                      <a:pt x="42" y="112"/>
                    </a:cubicBezTo>
                    <a:cubicBezTo>
                      <a:pt x="40" y="114"/>
                      <a:pt x="40" y="114"/>
                      <a:pt x="40" y="114"/>
                    </a:cubicBezTo>
                    <a:cubicBezTo>
                      <a:pt x="40" y="114"/>
                      <a:pt x="40" y="114"/>
                      <a:pt x="40" y="114"/>
                    </a:cubicBezTo>
                    <a:cubicBezTo>
                      <a:pt x="40" y="114"/>
                      <a:pt x="39" y="114"/>
                      <a:pt x="39" y="114"/>
                    </a:cubicBezTo>
                    <a:cubicBezTo>
                      <a:pt x="29" y="121"/>
                      <a:pt x="29" y="121"/>
                      <a:pt x="29" y="121"/>
                    </a:cubicBezTo>
                    <a:cubicBezTo>
                      <a:pt x="29" y="121"/>
                      <a:pt x="29" y="121"/>
                      <a:pt x="28" y="122"/>
                    </a:cubicBezTo>
                    <a:cubicBezTo>
                      <a:pt x="27" y="123"/>
                      <a:pt x="27" y="123"/>
                      <a:pt x="27" y="123"/>
                    </a:cubicBezTo>
                    <a:cubicBezTo>
                      <a:pt x="26" y="123"/>
                      <a:pt x="27" y="123"/>
                      <a:pt x="26" y="123"/>
                    </a:cubicBezTo>
                    <a:cubicBezTo>
                      <a:pt x="25" y="124"/>
                      <a:pt x="25" y="124"/>
                      <a:pt x="24" y="125"/>
                    </a:cubicBezTo>
                    <a:cubicBezTo>
                      <a:pt x="23" y="126"/>
                      <a:pt x="21" y="128"/>
                      <a:pt x="19" y="129"/>
                    </a:cubicBezTo>
                    <a:cubicBezTo>
                      <a:pt x="18" y="130"/>
                      <a:pt x="18" y="130"/>
                      <a:pt x="17" y="131"/>
                    </a:cubicBezTo>
                    <a:cubicBezTo>
                      <a:pt x="15" y="133"/>
                      <a:pt x="12" y="136"/>
                      <a:pt x="11" y="139"/>
                    </a:cubicBezTo>
                    <a:cubicBezTo>
                      <a:pt x="10" y="140"/>
                      <a:pt x="10" y="140"/>
                      <a:pt x="10" y="140"/>
                    </a:cubicBezTo>
                    <a:cubicBezTo>
                      <a:pt x="10" y="140"/>
                      <a:pt x="10" y="140"/>
                      <a:pt x="10" y="140"/>
                    </a:cubicBezTo>
                    <a:cubicBezTo>
                      <a:pt x="2" y="153"/>
                      <a:pt x="2" y="153"/>
                      <a:pt x="2" y="153"/>
                    </a:cubicBezTo>
                    <a:cubicBezTo>
                      <a:pt x="2" y="153"/>
                      <a:pt x="2" y="153"/>
                      <a:pt x="2" y="153"/>
                    </a:cubicBezTo>
                    <a:cubicBezTo>
                      <a:pt x="2" y="154"/>
                      <a:pt x="2" y="154"/>
                      <a:pt x="2" y="154"/>
                    </a:cubicBezTo>
                    <a:cubicBezTo>
                      <a:pt x="1" y="156"/>
                      <a:pt x="0" y="158"/>
                      <a:pt x="0" y="160"/>
                    </a:cubicBezTo>
                    <a:cubicBezTo>
                      <a:pt x="0" y="167"/>
                      <a:pt x="0" y="164"/>
                      <a:pt x="1" y="169"/>
                    </a:cubicBezTo>
                    <a:cubicBezTo>
                      <a:pt x="1" y="170"/>
                      <a:pt x="2" y="171"/>
                      <a:pt x="2" y="172"/>
                    </a:cubicBezTo>
                    <a:cubicBezTo>
                      <a:pt x="2" y="174"/>
                      <a:pt x="1" y="172"/>
                      <a:pt x="3" y="175"/>
                    </a:cubicBezTo>
                    <a:cubicBezTo>
                      <a:pt x="3" y="175"/>
                      <a:pt x="3" y="175"/>
                      <a:pt x="4" y="176"/>
                    </a:cubicBezTo>
                    <a:cubicBezTo>
                      <a:pt x="7" y="178"/>
                      <a:pt x="7" y="178"/>
                      <a:pt x="7" y="178"/>
                    </a:cubicBezTo>
                    <a:cubicBezTo>
                      <a:pt x="8" y="179"/>
                      <a:pt x="9" y="180"/>
                      <a:pt x="11" y="181"/>
                    </a:cubicBezTo>
                    <a:cubicBezTo>
                      <a:pt x="12" y="181"/>
                      <a:pt x="16" y="180"/>
                      <a:pt x="18" y="179"/>
                    </a:cubicBezTo>
                    <a:cubicBezTo>
                      <a:pt x="19" y="179"/>
                      <a:pt x="19" y="177"/>
                      <a:pt x="21" y="176"/>
                    </a:cubicBezTo>
                    <a:cubicBezTo>
                      <a:pt x="26" y="173"/>
                      <a:pt x="28" y="176"/>
                      <a:pt x="28" y="174"/>
                    </a:cubicBezTo>
                    <a:cubicBezTo>
                      <a:pt x="29" y="174"/>
                      <a:pt x="29" y="174"/>
                      <a:pt x="30" y="174"/>
                    </a:cubicBezTo>
                    <a:cubicBezTo>
                      <a:pt x="31" y="173"/>
                      <a:pt x="31" y="173"/>
                      <a:pt x="31" y="173"/>
                    </a:cubicBezTo>
                    <a:cubicBezTo>
                      <a:pt x="33" y="172"/>
                      <a:pt x="36" y="172"/>
                      <a:pt x="39" y="171"/>
                    </a:cubicBezTo>
                    <a:cubicBezTo>
                      <a:pt x="41" y="170"/>
                      <a:pt x="39" y="171"/>
                      <a:pt x="41" y="170"/>
                    </a:cubicBezTo>
                    <a:cubicBezTo>
                      <a:pt x="43" y="169"/>
                      <a:pt x="44" y="168"/>
                      <a:pt x="46" y="166"/>
                    </a:cubicBezTo>
                    <a:cubicBezTo>
                      <a:pt x="48" y="166"/>
                      <a:pt x="47" y="166"/>
                      <a:pt x="49" y="166"/>
                    </a:cubicBezTo>
                    <a:cubicBezTo>
                      <a:pt x="52" y="164"/>
                      <a:pt x="53" y="163"/>
                      <a:pt x="56" y="160"/>
                    </a:cubicBezTo>
                    <a:cubicBezTo>
                      <a:pt x="56" y="160"/>
                      <a:pt x="56" y="160"/>
                      <a:pt x="56" y="160"/>
                    </a:cubicBezTo>
                    <a:cubicBezTo>
                      <a:pt x="62" y="153"/>
                      <a:pt x="62" y="153"/>
                      <a:pt x="62" y="153"/>
                    </a:cubicBezTo>
                    <a:cubicBezTo>
                      <a:pt x="62" y="153"/>
                      <a:pt x="62" y="152"/>
                      <a:pt x="62" y="152"/>
                    </a:cubicBezTo>
                    <a:cubicBezTo>
                      <a:pt x="65" y="150"/>
                      <a:pt x="65" y="150"/>
                      <a:pt x="65" y="150"/>
                    </a:cubicBezTo>
                    <a:cubicBezTo>
                      <a:pt x="67" y="148"/>
                      <a:pt x="69" y="148"/>
                      <a:pt x="71" y="146"/>
                    </a:cubicBezTo>
                    <a:cubicBezTo>
                      <a:pt x="73" y="144"/>
                      <a:pt x="76" y="143"/>
                      <a:pt x="78" y="142"/>
                    </a:cubicBezTo>
                    <a:cubicBezTo>
                      <a:pt x="81" y="141"/>
                      <a:pt x="77" y="143"/>
                      <a:pt x="79" y="142"/>
                    </a:cubicBezTo>
                    <a:cubicBezTo>
                      <a:pt x="81" y="141"/>
                      <a:pt x="80" y="139"/>
                      <a:pt x="83" y="139"/>
                    </a:cubicBezTo>
                    <a:cubicBezTo>
                      <a:pt x="85" y="139"/>
                      <a:pt x="85" y="139"/>
                      <a:pt x="86" y="139"/>
                    </a:cubicBezTo>
                    <a:cubicBezTo>
                      <a:pt x="86" y="139"/>
                      <a:pt x="86" y="138"/>
                      <a:pt x="86" y="138"/>
                    </a:cubicBezTo>
                    <a:cubicBezTo>
                      <a:pt x="90" y="136"/>
                      <a:pt x="90" y="136"/>
                      <a:pt x="90" y="136"/>
                    </a:cubicBezTo>
                    <a:cubicBezTo>
                      <a:pt x="92" y="135"/>
                      <a:pt x="94" y="136"/>
                      <a:pt x="96" y="135"/>
                    </a:cubicBezTo>
                    <a:cubicBezTo>
                      <a:pt x="97" y="134"/>
                      <a:pt x="97" y="134"/>
                      <a:pt x="97" y="134"/>
                    </a:cubicBezTo>
                    <a:cubicBezTo>
                      <a:pt x="97" y="134"/>
                      <a:pt x="97" y="134"/>
                      <a:pt x="98" y="133"/>
                    </a:cubicBezTo>
                    <a:cubicBezTo>
                      <a:pt x="98" y="133"/>
                      <a:pt x="98" y="133"/>
                      <a:pt x="99" y="133"/>
                    </a:cubicBezTo>
                    <a:cubicBezTo>
                      <a:pt x="99" y="132"/>
                      <a:pt x="99" y="133"/>
                      <a:pt x="99" y="133"/>
                    </a:cubicBezTo>
                    <a:cubicBezTo>
                      <a:pt x="99" y="133"/>
                      <a:pt x="99" y="133"/>
                      <a:pt x="99" y="133"/>
                    </a:cubicBezTo>
                    <a:cubicBezTo>
                      <a:pt x="101" y="133"/>
                      <a:pt x="105" y="132"/>
                      <a:pt x="107" y="130"/>
                    </a:cubicBezTo>
                    <a:cubicBezTo>
                      <a:pt x="109" y="130"/>
                      <a:pt x="109" y="130"/>
                      <a:pt x="111" y="129"/>
                    </a:cubicBezTo>
                    <a:cubicBezTo>
                      <a:pt x="111" y="129"/>
                      <a:pt x="111" y="128"/>
                      <a:pt x="111" y="128"/>
                    </a:cubicBezTo>
                    <a:cubicBezTo>
                      <a:pt x="115" y="127"/>
                      <a:pt x="116" y="128"/>
                      <a:pt x="119" y="125"/>
                    </a:cubicBezTo>
                    <a:cubicBezTo>
                      <a:pt x="119" y="125"/>
                      <a:pt x="120" y="125"/>
                      <a:pt x="120" y="125"/>
                    </a:cubicBezTo>
                    <a:cubicBezTo>
                      <a:pt x="120" y="125"/>
                      <a:pt x="120" y="125"/>
                      <a:pt x="120" y="125"/>
                    </a:cubicBezTo>
                    <a:cubicBezTo>
                      <a:pt x="120" y="125"/>
                      <a:pt x="120" y="125"/>
                      <a:pt x="120" y="125"/>
                    </a:cubicBezTo>
                    <a:cubicBezTo>
                      <a:pt x="122" y="124"/>
                      <a:pt x="123" y="124"/>
                      <a:pt x="125" y="123"/>
                    </a:cubicBezTo>
                    <a:cubicBezTo>
                      <a:pt x="130" y="121"/>
                      <a:pt x="130" y="121"/>
                      <a:pt x="130" y="121"/>
                    </a:cubicBezTo>
                    <a:cubicBezTo>
                      <a:pt x="132" y="121"/>
                      <a:pt x="134" y="119"/>
                      <a:pt x="136" y="117"/>
                    </a:cubicBezTo>
                    <a:cubicBezTo>
                      <a:pt x="136" y="117"/>
                      <a:pt x="137" y="117"/>
                      <a:pt x="137" y="117"/>
                    </a:cubicBezTo>
                    <a:cubicBezTo>
                      <a:pt x="144" y="112"/>
                      <a:pt x="144" y="112"/>
                      <a:pt x="144" y="112"/>
                    </a:cubicBezTo>
                    <a:cubicBezTo>
                      <a:pt x="144" y="115"/>
                      <a:pt x="144" y="113"/>
                      <a:pt x="145" y="115"/>
                    </a:cubicBezTo>
                    <a:cubicBezTo>
                      <a:pt x="146" y="115"/>
                      <a:pt x="147" y="116"/>
                      <a:pt x="148" y="115"/>
                    </a:cubicBezTo>
                    <a:cubicBezTo>
                      <a:pt x="151" y="114"/>
                      <a:pt x="151" y="114"/>
                      <a:pt x="151" y="114"/>
                    </a:cubicBezTo>
                    <a:cubicBezTo>
                      <a:pt x="153" y="113"/>
                      <a:pt x="153" y="113"/>
                      <a:pt x="156" y="114"/>
                    </a:cubicBezTo>
                    <a:cubicBezTo>
                      <a:pt x="156" y="114"/>
                      <a:pt x="156" y="114"/>
                      <a:pt x="156" y="114"/>
                    </a:cubicBezTo>
                    <a:cubicBezTo>
                      <a:pt x="156" y="114"/>
                      <a:pt x="156" y="114"/>
                      <a:pt x="156" y="115"/>
                    </a:cubicBezTo>
                    <a:cubicBezTo>
                      <a:pt x="156" y="115"/>
                      <a:pt x="156" y="115"/>
                      <a:pt x="155" y="115"/>
                    </a:cubicBezTo>
                    <a:cubicBezTo>
                      <a:pt x="155" y="115"/>
                      <a:pt x="155" y="115"/>
                      <a:pt x="155" y="114"/>
                    </a:cubicBezTo>
                    <a:cubicBezTo>
                      <a:pt x="154" y="118"/>
                      <a:pt x="149" y="119"/>
                      <a:pt x="148" y="121"/>
                    </a:cubicBezTo>
                    <a:cubicBezTo>
                      <a:pt x="145" y="121"/>
                      <a:pt x="144" y="123"/>
                      <a:pt x="142" y="124"/>
                    </a:cubicBezTo>
                    <a:cubicBezTo>
                      <a:pt x="142" y="126"/>
                      <a:pt x="142" y="126"/>
                      <a:pt x="142" y="128"/>
                    </a:cubicBezTo>
                    <a:cubicBezTo>
                      <a:pt x="141" y="129"/>
                      <a:pt x="141" y="129"/>
                      <a:pt x="141" y="129"/>
                    </a:cubicBezTo>
                    <a:cubicBezTo>
                      <a:pt x="140" y="128"/>
                      <a:pt x="141" y="130"/>
                      <a:pt x="140" y="128"/>
                    </a:cubicBezTo>
                    <a:cubicBezTo>
                      <a:pt x="140" y="127"/>
                      <a:pt x="140" y="128"/>
                      <a:pt x="140" y="127"/>
                    </a:cubicBezTo>
                    <a:cubicBezTo>
                      <a:pt x="141" y="126"/>
                      <a:pt x="140" y="127"/>
                      <a:pt x="141" y="126"/>
                    </a:cubicBezTo>
                    <a:cubicBezTo>
                      <a:pt x="142" y="123"/>
                      <a:pt x="140" y="128"/>
                      <a:pt x="141" y="125"/>
                    </a:cubicBezTo>
                    <a:cubicBezTo>
                      <a:pt x="138" y="125"/>
                      <a:pt x="136" y="127"/>
                      <a:pt x="133" y="127"/>
                    </a:cubicBezTo>
                    <a:cubicBezTo>
                      <a:pt x="131" y="127"/>
                      <a:pt x="132" y="128"/>
                      <a:pt x="130" y="128"/>
                    </a:cubicBezTo>
                    <a:cubicBezTo>
                      <a:pt x="128" y="130"/>
                      <a:pt x="128" y="130"/>
                      <a:pt x="128" y="130"/>
                    </a:cubicBezTo>
                    <a:cubicBezTo>
                      <a:pt x="125" y="132"/>
                      <a:pt x="123" y="132"/>
                      <a:pt x="120" y="133"/>
                    </a:cubicBezTo>
                    <a:cubicBezTo>
                      <a:pt x="118" y="134"/>
                      <a:pt x="119" y="134"/>
                      <a:pt x="118" y="134"/>
                    </a:cubicBezTo>
                    <a:cubicBezTo>
                      <a:pt x="116" y="134"/>
                      <a:pt x="113" y="134"/>
                      <a:pt x="112" y="136"/>
                    </a:cubicBezTo>
                    <a:cubicBezTo>
                      <a:pt x="111" y="135"/>
                      <a:pt x="111" y="135"/>
                      <a:pt x="111" y="135"/>
                    </a:cubicBezTo>
                    <a:cubicBezTo>
                      <a:pt x="111" y="136"/>
                      <a:pt x="111" y="136"/>
                      <a:pt x="111" y="136"/>
                    </a:cubicBezTo>
                    <a:cubicBezTo>
                      <a:pt x="110" y="137"/>
                      <a:pt x="110" y="137"/>
                      <a:pt x="110" y="137"/>
                    </a:cubicBezTo>
                    <a:cubicBezTo>
                      <a:pt x="108" y="138"/>
                      <a:pt x="105" y="140"/>
                      <a:pt x="103" y="141"/>
                    </a:cubicBezTo>
                    <a:cubicBezTo>
                      <a:pt x="101" y="141"/>
                      <a:pt x="97" y="143"/>
                      <a:pt x="96" y="145"/>
                    </a:cubicBezTo>
                    <a:cubicBezTo>
                      <a:pt x="94" y="143"/>
                      <a:pt x="95" y="145"/>
                      <a:pt x="93" y="144"/>
                    </a:cubicBezTo>
                    <a:cubicBezTo>
                      <a:pt x="92" y="145"/>
                      <a:pt x="93" y="145"/>
                      <a:pt x="92" y="145"/>
                    </a:cubicBezTo>
                    <a:cubicBezTo>
                      <a:pt x="92" y="145"/>
                      <a:pt x="92" y="145"/>
                      <a:pt x="92" y="145"/>
                    </a:cubicBezTo>
                    <a:cubicBezTo>
                      <a:pt x="88" y="148"/>
                      <a:pt x="88" y="149"/>
                      <a:pt x="86" y="153"/>
                    </a:cubicBezTo>
                    <a:cubicBezTo>
                      <a:pt x="82" y="161"/>
                      <a:pt x="82" y="161"/>
                      <a:pt x="82" y="161"/>
                    </a:cubicBezTo>
                    <a:cubicBezTo>
                      <a:pt x="80" y="164"/>
                      <a:pt x="79" y="167"/>
                      <a:pt x="81" y="171"/>
                    </a:cubicBezTo>
                    <a:cubicBezTo>
                      <a:pt x="83" y="175"/>
                      <a:pt x="84" y="176"/>
                      <a:pt x="87" y="178"/>
                    </a:cubicBezTo>
                    <a:cubicBezTo>
                      <a:pt x="100" y="184"/>
                      <a:pt x="100" y="184"/>
                      <a:pt x="100" y="184"/>
                    </a:cubicBezTo>
                    <a:cubicBezTo>
                      <a:pt x="100" y="184"/>
                      <a:pt x="100" y="184"/>
                      <a:pt x="100" y="184"/>
                    </a:cubicBezTo>
                    <a:cubicBezTo>
                      <a:pt x="100" y="184"/>
                      <a:pt x="100" y="184"/>
                      <a:pt x="100" y="184"/>
                    </a:cubicBezTo>
                    <a:cubicBezTo>
                      <a:pt x="101" y="185"/>
                      <a:pt x="99" y="187"/>
                      <a:pt x="98" y="188"/>
                    </a:cubicBezTo>
                    <a:cubicBezTo>
                      <a:pt x="98" y="189"/>
                      <a:pt x="98" y="190"/>
                      <a:pt x="97" y="191"/>
                    </a:cubicBezTo>
                    <a:cubicBezTo>
                      <a:pt x="95" y="196"/>
                      <a:pt x="95" y="196"/>
                      <a:pt x="95" y="196"/>
                    </a:cubicBezTo>
                    <a:cubicBezTo>
                      <a:pt x="94" y="197"/>
                      <a:pt x="94" y="202"/>
                      <a:pt x="95" y="203"/>
                    </a:cubicBezTo>
                    <a:cubicBezTo>
                      <a:pt x="92" y="204"/>
                      <a:pt x="93" y="204"/>
                      <a:pt x="91" y="205"/>
                    </a:cubicBezTo>
                    <a:cubicBezTo>
                      <a:pt x="91" y="206"/>
                      <a:pt x="91" y="205"/>
                      <a:pt x="90" y="205"/>
                    </a:cubicBezTo>
                    <a:cubicBezTo>
                      <a:pt x="75" y="212"/>
                      <a:pt x="75" y="212"/>
                      <a:pt x="75" y="212"/>
                    </a:cubicBezTo>
                    <a:cubicBezTo>
                      <a:pt x="75" y="212"/>
                      <a:pt x="74" y="212"/>
                      <a:pt x="74" y="212"/>
                    </a:cubicBezTo>
                    <a:cubicBezTo>
                      <a:pt x="67" y="215"/>
                      <a:pt x="67" y="215"/>
                      <a:pt x="67" y="215"/>
                    </a:cubicBezTo>
                    <a:cubicBezTo>
                      <a:pt x="66" y="215"/>
                      <a:pt x="67" y="215"/>
                      <a:pt x="66" y="215"/>
                    </a:cubicBezTo>
                    <a:cubicBezTo>
                      <a:pt x="65" y="216"/>
                      <a:pt x="65" y="216"/>
                      <a:pt x="65" y="216"/>
                    </a:cubicBezTo>
                    <a:cubicBezTo>
                      <a:pt x="65" y="216"/>
                      <a:pt x="65" y="216"/>
                      <a:pt x="65" y="216"/>
                    </a:cubicBezTo>
                    <a:cubicBezTo>
                      <a:pt x="49" y="226"/>
                      <a:pt x="49" y="226"/>
                      <a:pt x="49" y="226"/>
                    </a:cubicBezTo>
                    <a:cubicBezTo>
                      <a:pt x="49" y="224"/>
                      <a:pt x="49" y="224"/>
                      <a:pt x="49" y="224"/>
                    </a:cubicBezTo>
                    <a:cubicBezTo>
                      <a:pt x="48" y="225"/>
                      <a:pt x="46" y="225"/>
                      <a:pt x="46" y="227"/>
                    </a:cubicBezTo>
                    <a:cubicBezTo>
                      <a:pt x="49" y="226"/>
                      <a:pt x="43" y="228"/>
                      <a:pt x="47" y="227"/>
                    </a:cubicBezTo>
                    <a:cubicBezTo>
                      <a:pt x="48" y="226"/>
                      <a:pt x="45" y="227"/>
                      <a:pt x="47" y="226"/>
                    </a:cubicBezTo>
                    <a:cubicBezTo>
                      <a:pt x="50" y="226"/>
                      <a:pt x="49" y="227"/>
                      <a:pt x="49" y="227"/>
                    </a:cubicBezTo>
                    <a:cubicBezTo>
                      <a:pt x="49" y="227"/>
                      <a:pt x="49" y="227"/>
                      <a:pt x="49" y="227"/>
                    </a:cubicBezTo>
                    <a:cubicBezTo>
                      <a:pt x="49" y="228"/>
                      <a:pt x="49" y="228"/>
                      <a:pt x="49" y="228"/>
                    </a:cubicBezTo>
                    <a:cubicBezTo>
                      <a:pt x="47" y="229"/>
                      <a:pt x="49" y="228"/>
                      <a:pt x="48" y="229"/>
                    </a:cubicBezTo>
                    <a:cubicBezTo>
                      <a:pt x="44" y="233"/>
                      <a:pt x="44" y="233"/>
                      <a:pt x="44" y="233"/>
                    </a:cubicBezTo>
                    <a:cubicBezTo>
                      <a:pt x="44" y="233"/>
                      <a:pt x="44" y="233"/>
                      <a:pt x="43" y="234"/>
                    </a:cubicBezTo>
                    <a:cubicBezTo>
                      <a:pt x="41" y="237"/>
                      <a:pt x="41" y="241"/>
                      <a:pt x="39" y="244"/>
                    </a:cubicBezTo>
                    <a:cubicBezTo>
                      <a:pt x="39" y="244"/>
                      <a:pt x="39" y="244"/>
                      <a:pt x="39" y="245"/>
                    </a:cubicBezTo>
                    <a:cubicBezTo>
                      <a:pt x="39" y="245"/>
                      <a:pt x="39" y="245"/>
                      <a:pt x="39" y="245"/>
                    </a:cubicBezTo>
                    <a:cubicBezTo>
                      <a:pt x="38" y="247"/>
                      <a:pt x="38" y="249"/>
                      <a:pt x="39" y="251"/>
                    </a:cubicBezTo>
                    <a:cubicBezTo>
                      <a:pt x="39" y="251"/>
                      <a:pt x="40" y="252"/>
                      <a:pt x="40" y="252"/>
                    </a:cubicBezTo>
                    <a:cubicBezTo>
                      <a:pt x="39" y="253"/>
                      <a:pt x="40" y="255"/>
                      <a:pt x="39" y="258"/>
                    </a:cubicBezTo>
                    <a:cubicBezTo>
                      <a:pt x="39" y="261"/>
                      <a:pt x="38" y="260"/>
                      <a:pt x="39" y="263"/>
                    </a:cubicBezTo>
                    <a:cubicBezTo>
                      <a:pt x="43" y="272"/>
                      <a:pt x="43" y="272"/>
                      <a:pt x="43" y="272"/>
                    </a:cubicBezTo>
                    <a:cubicBezTo>
                      <a:pt x="43" y="275"/>
                      <a:pt x="43" y="274"/>
                      <a:pt x="45" y="275"/>
                    </a:cubicBezTo>
                    <a:cubicBezTo>
                      <a:pt x="46" y="276"/>
                      <a:pt x="46" y="278"/>
                      <a:pt x="47" y="279"/>
                    </a:cubicBezTo>
                    <a:cubicBezTo>
                      <a:pt x="48" y="278"/>
                      <a:pt x="47" y="278"/>
                      <a:pt x="48" y="278"/>
                    </a:cubicBezTo>
                    <a:cubicBezTo>
                      <a:pt x="53" y="284"/>
                      <a:pt x="53" y="284"/>
                      <a:pt x="53" y="284"/>
                    </a:cubicBezTo>
                    <a:cubicBezTo>
                      <a:pt x="55" y="286"/>
                      <a:pt x="57" y="286"/>
                      <a:pt x="59" y="287"/>
                    </a:cubicBezTo>
                    <a:cubicBezTo>
                      <a:pt x="64" y="290"/>
                      <a:pt x="64" y="290"/>
                      <a:pt x="64" y="290"/>
                    </a:cubicBezTo>
                    <a:cubicBezTo>
                      <a:pt x="64" y="290"/>
                      <a:pt x="64" y="290"/>
                      <a:pt x="64" y="291"/>
                    </a:cubicBezTo>
                    <a:cubicBezTo>
                      <a:pt x="70" y="292"/>
                      <a:pt x="74" y="293"/>
                      <a:pt x="79" y="293"/>
                    </a:cubicBezTo>
                    <a:cubicBezTo>
                      <a:pt x="83" y="293"/>
                      <a:pt x="83" y="292"/>
                      <a:pt x="85" y="294"/>
                    </a:cubicBezTo>
                    <a:cubicBezTo>
                      <a:pt x="87" y="292"/>
                      <a:pt x="86" y="294"/>
                      <a:pt x="89" y="293"/>
                    </a:cubicBezTo>
                    <a:cubicBezTo>
                      <a:pt x="90" y="293"/>
                      <a:pt x="89" y="294"/>
                      <a:pt x="90" y="293"/>
                    </a:cubicBezTo>
                    <a:cubicBezTo>
                      <a:pt x="90" y="294"/>
                      <a:pt x="91" y="294"/>
                      <a:pt x="92" y="293"/>
                    </a:cubicBezTo>
                    <a:cubicBezTo>
                      <a:pt x="93" y="293"/>
                      <a:pt x="93" y="293"/>
                      <a:pt x="93" y="293"/>
                    </a:cubicBezTo>
                    <a:cubicBezTo>
                      <a:pt x="96" y="292"/>
                      <a:pt x="96" y="293"/>
                      <a:pt x="100" y="292"/>
                    </a:cubicBezTo>
                    <a:cubicBezTo>
                      <a:pt x="107" y="291"/>
                      <a:pt x="107" y="291"/>
                      <a:pt x="107" y="291"/>
                    </a:cubicBezTo>
                    <a:cubicBezTo>
                      <a:pt x="108" y="290"/>
                      <a:pt x="110" y="290"/>
                      <a:pt x="112" y="289"/>
                    </a:cubicBezTo>
                    <a:cubicBezTo>
                      <a:pt x="112" y="289"/>
                      <a:pt x="112" y="289"/>
                      <a:pt x="112" y="289"/>
                    </a:cubicBezTo>
                    <a:cubicBezTo>
                      <a:pt x="115" y="288"/>
                      <a:pt x="115" y="288"/>
                      <a:pt x="115" y="288"/>
                    </a:cubicBezTo>
                    <a:cubicBezTo>
                      <a:pt x="116" y="287"/>
                      <a:pt x="115" y="288"/>
                      <a:pt x="116" y="287"/>
                    </a:cubicBezTo>
                    <a:cubicBezTo>
                      <a:pt x="117" y="286"/>
                      <a:pt x="116" y="287"/>
                      <a:pt x="117" y="286"/>
                    </a:cubicBezTo>
                    <a:cubicBezTo>
                      <a:pt x="119" y="287"/>
                      <a:pt x="122" y="283"/>
                      <a:pt x="125" y="283"/>
                    </a:cubicBezTo>
                    <a:cubicBezTo>
                      <a:pt x="124" y="280"/>
                      <a:pt x="127" y="284"/>
                      <a:pt x="125" y="280"/>
                    </a:cubicBezTo>
                    <a:cubicBezTo>
                      <a:pt x="129" y="278"/>
                      <a:pt x="129" y="278"/>
                      <a:pt x="129" y="278"/>
                    </a:cubicBezTo>
                    <a:cubicBezTo>
                      <a:pt x="129" y="278"/>
                      <a:pt x="130" y="277"/>
                      <a:pt x="130" y="277"/>
                    </a:cubicBezTo>
                    <a:cubicBezTo>
                      <a:pt x="135" y="274"/>
                      <a:pt x="132" y="276"/>
                      <a:pt x="136" y="272"/>
                    </a:cubicBezTo>
                    <a:cubicBezTo>
                      <a:pt x="138" y="270"/>
                      <a:pt x="143" y="267"/>
                      <a:pt x="141" y="264"/>
                    </a:cubicBezTo>
                    <a:cubicBezTo>
                      <a:pt x="142" y="264"/>
                      <a:pt x="143" y="264"/>
                      <a:pt x="143" y="264"/>
                    </a:cubicBezTo>
                    <a:cubicBezTo>
                      <a:pt x="147" y="262"/>
                      <a:pt x="147" y="262"/>
                      <a:pt x="147" y="262"/>
                    </a:cubicBezTo>
                    <a:cubicBezTo>
                      <a:pt x="151" y="254"/>
                      <a:pt x="151" y="254"/>
                      <a:pt x="151" y="254"/>
                    </a:cubicBezTo>
                    <a:cubicBezTo>
                      <a:pt x="152" y="254"/>
                      <a:pt x="152" y="254"/>
                      <a:pt x="152" y="254"/>
                    </a:cubicBezTo>
                    <a:cubicBezTo>
                      <a:pt x="152" y="253"/>
                      <a:pt x="152" y="253"/>
                      <a:pt x="152" y="253"/>
                    </a:cubicBezTo>
                    <a:cubicBezTo>
                      <a:pt x="154" y="251"/>
                      <a:pt x="152" y="251"/>
                      <a:pt x="154" y="246"/>
                    </a:cubicBezTo>
                    <a:cubicBezTo>
                      <a:pt x="154" y="245"/>
                      <a:pt x="154" y="246"/>
                      <a:pt x="154" y="246"/>
                    </a:cubicBezTo>
                    <a:cubicBezTo>
                      <a:pt x="155" y="244"/>
                      <a:pt x="155" y="244"/>
                      <a:pt x="155" y="244"/>
                    </a:cubicBezTo>
                    <a:cubicBezTo>
                      <a:pt x="155" y="243"/>
                      <a:pt x="154" y="241"/>
                      <a:pt x="154" y="240"/>
                    </a:cubicBezTo>
                    <a:cubicBezTo>
                      <a:pt x="153" y="237"/>
                      <a:pt x="153" y="231"/>
                      <a:pt x="152" y="229"/>
                    </a:cubicBezTo>
                    <a:cubicBezTo>
                      <a:pt x="152" y="229"/>
                      <a:pt x="152" y="229"/>
                      <a:pt x="152" y="228"/>
                    </a:cubicBezTo>
                    <a:cubicBezTo>
                      <a:pt x="151" y="228"/>
                      <a:pt x="151" y="228"/>
                      <a:pt x="151" y="228"/>
                    </a:cubicBezTo>
                    <a:cubicBezTo>
                      <a:pt x="152" y="227"/>
                      <a:pt x="152" y="227"/>
                      <a:pt x="152" y="227"/>
                    </a:cubicBezTo>
                    <a:cubicBezTo>
                      <a:pt x="151" y="227"/>
                      <a:pt x="151" y="227"/>
                      <a:pt x="151" y="226"/>
                    </a:cubicBezTo>
                    <a:cubicBezTo>
                      <a:pt x="150" y="224"/>
                      <a:pt x="149" y="222"/>
                      <a:pt x="149" y="220"/>
                    </a:cubicBezTo>
                    <a:cubicBezTo>
                      <a:pt x="152" y="220"/>
                      <a:pt x="159" y="219"/>
                      <a:pt x="160" y="220"/>
                    </a:cubicBezTo>
                    <a:cubicBezTo>
                      <a:pt x="164" y="221"/>
                      <a:pt x="164" y="221"/>
                      <a:pt x="164" y="221"/>
                    </a:cubicBezTo>
                    <a:cubicBezTo>
                      <a:pt x="165" y="221"/>
                      <a:pt x="165" y="221"/>
                      <a:pt x="166" y="221"/>
                    </a:cubicBezTo>
                    <a:cubicBezTo>
                      <a:pt x="167" y="222"/>
                      <a:pt x="169" y="223"/>
                      <a:pt x="170" y="224"/>
                    </a:cubicBezTo>
                    <a:cubicBezTo>
                      <a:pt x="170" y="223"/>
                      <a:pt x="170" y="223"/>
                      <a:pt x="170" y="223"/>
                    </a:cubicBezTo>
                    <a:cubicBezTo>
                      <a:pt x="171" y="226"/>
                      <a:pt x="177" y="227"/>
                      <a:pt x="179" y="227"/>
                    </a:cubicBezTo>
                    <a:cubicBezTo>
                      <a:pt x="179" y="229"/>
                      <a:pt x="179" y="229"/>
                      <a:pt x="180" y="227"/>
                    </a:cubicBezTo>
                    <a:cubicBezTo>
                      <a:pt x="181" y="229"/>
                      <a:pt x="181" y="229"/>
                      <a:pt x="181" y="229"/>
                    </a:cubicBezTo>
                    <a:cubicBezTo>
                      <a:pt x="184" y="229"/>
                      <a:pt x="184" y="229"/>
                      <a:pt x="186" y="230"/>
                    </a:cubicBezTo>
                    <a:cubicBezTo>
                      <a:pt x="189" y="232"/>
                      <a:pt x="188" y="231"/>
                      <a:pt x="192" y="232"/>
                    </a:cubicBezTo>
                    <a:cubicBezTo>
                      <a:pt x="193" y="232"/>
                      <a:pt x="193" y="231"/>
                      <a:pt x="195" y="230"/>
                    </a:cubicBezTo>
                    <a:cubicBezTo>
                      <a:pt x="197" y="229"/>
                      <a:pt x="197" y="229"/>
                      <a:pt x="197" y="229"/>
                    </a:cubicBezTo>
                    <a:cubicBezTo>
                      <a:pt x="198" y="229"/>
                      <a:pt x="199" y="228"/>
                      <a:pt x="200" y="228"/>
                    </a:cubicBezTo>
                    <a:cubicBezTo>
                      <a:pt x="200" y="227"/>
                      <a:pt x="200" y="228"/>
                      <a:pt x="201" y="228"/>
                    </a:cubicBezTo>
                    <a:cubicBezTo>
                      <a:pt x="202" y="227"/>
                      <a:pt x="203" y="227"/>
                      <a:pt x="205" y="226"/>
                    </a:cubicBezTo>
                    <a:cubicBezTo>
                      <a:pt x="207" y="224"/>
                      <a:pt x="208" y="224"/>
                      <a:pt x="209" y="222"/>
                    </a:cubicBezTo>
                    <a:cubicBezTo>
                      <a:pt x="210" y="220"/>
                      <a:pt x="210" y="217"/>
                      <a:pt x="210" y="215"/>
                    </a:cubicBezTo>
                    <a:cubicBezTo>
                      <a:pt x="211" y="214"/>
                      <a:pt x="213" y="213"/>
                      <a:pt x="213" y="211"/>
                    </a:cubicBezTo>
                    <a:cubicBezTo>
                      <a:pt x="209" y="209"/>
                      <a:pt x="209" y="209"/>
                      <a:pt x="209" y="209"/>
                    </a:cubicBezTo>
                    <a:cubicBezTo>
                      <a:pt x="209" y="209"/>
                      <a:pt x="209" y="209"/>
                      <a:pt x="209" y="208"/>
                    </a:cubicBezTo>
                    <a:cubicBezTo>
                      <a:pt x="203" y="205"/>
                      <a:pt x="203" y="205"/>
                      <a:pt x="203" y="205"/>
                    </a:cubicBezTo>
                    <a:cubicBezTo>
                      <a:pt x="202" y="204"/>
                      <a:pt x="200" y="203"/>
                      <a:pt x="199" y="201"/>
                    </a:cubicBezTo>
                    <a:cubicBezTo>
                      <a:pt x="195" y="196"/>
                      <a:pt x="193" y="199"/>
                      <a:pt x="192" y="197"/>
                    </a:cubicBezTo>
                    <a:cubicBezTo>
                      <a:pt x="190" y="196"/>
                      <a:pt x="189" y="196"/>
                      <a:pt x="187" y="196"/>
                    </a:cubicBezTo>
                    <a:cubicBezTo>
                      <a:pt x="187" y="195"/>
                      <a:pt x="187" y="195"/>
                      <a:pt x="187" y="195"/>
                    </a:cubicBezTo>
                    <a:cubicBezTo>
                      <a:pt x="186" y="196"/>
                      <a:pt x="185" y="196"/>
                      <a:pt x="184" y="195"/>
                    </a:cubicBezTo>
                    <a:cubicBezTo>
                      <a:pt x="181" y="194"/>
                      <a:pt x="179" y="194"/>
                      <a:pt x="176" y="194"/>
                    </a:cubicBezTo>
                    <a:cubicBezTo>
                      <a:pt x="175" y="193"/>
                      <a:pt x="175" y="193"/>
                      <a:pt x="172" y="193"/>
                    </a:cubicBezTo>
                    <a:cubicBezTo>
                      <a:pt x="170" y="193"/>
                      <a:pt x="166" y="192"/>
                      <a:pt x="164" y="194"/>
                    </a:cubicBezTo>
                    <a:cubicBezTo>
                      <a:pt x="162" y="191"/>
                      <a:pt x="157" y="193"/>
                      <a:pt x="152" y="192"/>
                    </a:cubicBezTo>
                    <a:cubicBezTo>
                      <a:pt x="150" y="192"/>
                      <a:pt x="151" y="191"/>
                      <a:pt x="149" y="192"/>
                    </a:cubicBezTo>
                    <a:cubicBezTo>
                      <a:pt x="148" y="191"/>
                      <a:pt x="148" y="191"/>
                      <a:pt x="148" y="191"/>
                    </a:cubicBezTo>
                    <a:cubicBezTo>
                      <a:pt x="145" y="191"/>
                      <a:pt x="146" y="191"/>
                      <a:pt x="144" y="190"/>
                    </a:cubicBezTo>
                    <a:cubicBezTo>
                      <a:pt x="144" y="192"/>
                      <a:pt x="144" y="192"/>
                      <a:pt x="144" y="192"/>
                    </a:cubicBezTo>
                    <a:cubicBezTo>
                      <a:pt x="142" y="192"/>
                      <a:pt x="142" y="191"/>
                      <a:pt x="141" y="190"/>
                    </a:cubicBezTo>
                    <a:cubicBezTo>
                      <a:pt x="139" y="193"/>
                      <a:pt x="139" y="193"/>
                      <a:pt x="139" y="193"/>
                    </a:cubicBezTo>
                    <a:cubicBezTo>
                      <a:pt x="139" y="193"/>
                      <a:pt x="139" y="193"/>
                      <a:pt x="139" y="193"/>
                    </a:cubicBezTo>
                    <a:cubicBezTo>
                      <a:pt x="139" y="194"/>
                      <a:pt x="139" y="194"/>
                      <a:pt x="138" y="195"/>
                    </a:cubicBezTo>
                    <a:cubicBezTo>
                      <a:pt x="132" y="195"/>
                      <a:pt x="132" y="195"/>
                      <a:pt x="132" y="195"/>
                    </a:cubicBezTo>
                    <a:cubicBezTo>
                      <a:pt x="132" y="196"/>
                      <a:pt x="132" y="195"/>
                      <a:pt x="132" y="195"/>
                    </a:cubicBezTo>
                    <a:cubicBezTo>
                      <a:pt x="126" y="195"/>
                      <a:pt x="126" y="195"/>
                      <a:pt x="126" y="195"/>
                    </a:cubicBezTo>
                    <a:cubicBezTo>
                      <a:pt x="122" y="194"/>
                      <a:pt x="121" y="192"/>
                      <a:pt x="124" y="188"/>
                    </a:cubicBezTo>
                    <a:cubicBezTo>
                      <a:pt x="126" y="186"/>
                      <a:pt x="126" y="187"/>
                      <a:pt x="126" y="184"/>
                    </a:cubicBezTo>
                    <a:cubicBezTo>
                      <a:pt x="127" y="185"/>
                      <a:pt x="126" y="185"/>
                      <a:pt x="127" y="184"/>
                    </a:cubicBezTo>
                    <a:cubicBezTo>
                      <a:pt x="129" y="182"/>
                      <a:pt x="129" y="182"/>
                      <a:pt x="129" y="182"/>
                    </a:cubicBezTo>
                    <a:cubicBezTo>
                      <a:pt x="129" y="182"/>
                      <a:pt x="129" y="182"/>
                      <a:pt x="129" y="181"/>
                    </a:cubicBezTo>
                    <a:cubicBezTo>
                      <a:pt x="129" y="181"/>
                      <a:pt x="130" y="181"/>
                      <a:pt x="130" y="181"/>
                    </a:cubicBezTo>
                    <a:cubicBezTo>
                      <a:pt x="138" y="173"/>
                      <a:pt x="138" y="173"/>
                      <a:pt x="138" y="173"/>
                    </a:cubicBezTo>
                    <a:cubicBezTo>
                      <a:pt x="139" y="172"/>
                      <a:pt x="140" y="171"/>
                      <a:pt x="141" y="170"/>
                    </a:cubicBezTo>
                    <a:cubicBezTo>
                      <a:pt x="142" y="168"/>
                      <a:pt x="142" y="168"/>
                      <a:pt x="144" y="167"/>
                    </a:cubicBezTo>
                    <a:cubicBezTo>
                      <a:pt x="146" y="167"/>
                      <a:pt x="147" y="166"/>
                      <a:pt x="147" y="162"/>
                    </a:cubicBezTo>
                    <a:cubicBezTo>
                      <a:pt x="148" y="162"/>
                      <a:pt x="148" y="162"/>
                      <a:pt x="148" y="162"/>
                    </a:cubicBezTo>
                    <a:cubicBezTo>
                      <a:pt x="148" y="161"/>
                      <a:pt x="147" y="161"/>
                      <a:pt x="148" y="160"/>
                    </a:cubicBezTo>
                    <a:cubicBezTo>
                      <a:pt x="149" y="159"/>
                      <a:pt x="149" y="158"/>
                      <a:pt x="150" y="157"/>
                    </a:cubicBezTo>
                    <a:cubicBezTo>
                      <a:pt x="149" y="156"/>
                      <a:pt x="149" y="153"/>
                      <a:pt x="149" y="151"/>
                    </a:cubicBezTo>
                    <a:cubicBezTo>
                      <a:pt x="149" y="149"/>
                      <a:pt x="149" y="150"/>
                      <a:pt x="150" y="149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5" y="146"/>
                      <a:pt x="145" y="146"/>
                      <a:pt x="145" y="146"/>
                    </a:cubicBezTo>
                    <a:cubicBezTo>
                      <a:pt x="147" y="144"/>
                      <a:pt x="155" y="142"/>
                      <a:pt x="158" y="141"/>
                    </a:cubicBezTo>
                    <a:cubicBezTo>
                      <a:pt x="164" y="138"/>
                      <a:pt x="164" y="138"/>
                      <a:pt x="164" y="138"/>
                    </a:cubicBezTo>
                    <a:cubicBezTo>
                      <a:pt x="166" y="137"/>
                      <a:pt x="166" y="137"/>
                      <a:pt x="168" y="137"/>
                    </a:cubicBezTo>
                    <a:cubicBezTo>
                      <a:pt x="169" y="140"/>
                      <a:pt x="168" y="136"/>
                      <a:pt x="170" y="138"/>
                    </a:cubicBezTo>
                    <a:cubicBezTo>
                      <a:pt x="170" y="136"/>
                      <a:pt x="172" y="136"/>
                      <a:pt x="174" y="135"/>
                    </a:cubicBezTo>
                    <a:cubicBezTo>
                      <a:pt x="174" y="137"/>
                      <a:pt x="174" y="137"/>
                      <a:pt x="174" y="137"/>
                    </a:cubicBezTo>
                    <a:cubicBezTo>
                      <a:pt x="174" y="137"/>
                      <a:pt x="175" y="137"/>
                      <a:pt x="175" y="137"/>
                    </a:cubicBezTo>
                    <a:cubicBezTo>
                      <a:pt x="176" y="136"/>
                      <a:pt x="176" y="136"/>
                      <a:pt x="176" y="136"/>
                    </a:cubicBezTo>
                    <a:cubicBezTo>
                      <a:pt x="176" y="139"/>
                      <a:pt x="177" y="136"/>
                      <a:pt x="176" y="138"/>
                    </a:cubicBezTo>
                    <a:cubicBezTo>
                      <a:pt x="175" y="139"/>
                      <a:pt x="175" y="138"/>
                      <a:pt x="175" y="139"/>
                    </a:cubicBezTo>
                    <a:cubicBezTo>
                      <a:pt x="181" y="139"/>
                      <a:pt x="178" y="139"/>
                      <a:pt x="183" y="137"/>
                    </a:cubicBezTo>
                    <a:cubicBezTo>
                      <a:pt x="185" y="136"/>
                      <a:pt x="186" y="135"/>
                      <a:pt x="189" y="135"/>
                    </a:cubicBezTo>
                    <a:cubicBezTo>
                      <a:pt x="190" y="133"/>
                      <a:pt x="193" y="132"/>
                      <a:pt x="195" y="131"/>
                    </a:cubicBezTo>
                    <a:cubicBezTo>
                      <a:pt x="204" y="125"/>
                      <a:pt x="204" y="125"/>
                      <a:pt x="204" y="125"/>
                    </a:cubicBezTo>
                    <a:cubicBezTo>
                      <a:pt x="204" y="125"/>
                      <a:pt x="204" y="125"/>
                      <a:pt x="204" y="125"/>
                    </a:cubicBezTo>
                    <a:cubicBezTo>
                      <a:pt x="207" y="124"/>
                      <a:pt x="207" y="124"/>
                      <a:pt x="207" y="124"/>
                    </a:cubicBezTo>
                    <a:cubicBezTo>
                      <a:pt x="209" y="122"/>
                      <a:pt x="212" y="120"/>
                      <a:pt x="213" y="117"/>
                    </a:cubicBezTo>
                    <a:cubicBezTo>
                      <a:pt x="216" y="109"/>
                      <a:pt x="216" y="109"/>
                      <a:pt x="216" y="109"/>
                    </a:cubicBezTo>
                    <a:cubicBezTo>
                      <a:pt x="217" y="103"/>
                      <a:pt x="217" y="103"/>
                      <a:pt x="217" y="103"/>
                    </a:cubicBezTo>
                    <a:cubicBezTo>
                      <a:pt x="213" y="100"/>
                      <a:pt x="211" y="95"/>
                      <a:pt x="207" y="93"/>
                    </a:cubicBezTo>
                    <a:cubicBezTo>
                      <a:pt x="206" y="93"/>
                      <a:pt x="206" y="93"/>
                      <a:pt x="206" y="92"/>
                    </a:cubicBezTo>
                    <a:cubicBezTo>
                      <a:pt x="195" y="89"/>
                      <a:pt x="195" y="89"/>
                      <a:pt x="195" y="89"/>
                    </a:cubicBezTo>
                    <a:cubicBezTo>
                      <a:pt x="193" y="88"/>
                      <a:pt x="189" y="89"/>
                      <a:pt x="186" y="88"/>
                    </a:cubicBezTo>
                    <a:cubicBezTo>
                      <a:pt x="183" y="87"/>
                      <a:pt x="179" y="87"/>
                      <a:pt x="176" y="88"/>
                    </a:cubicBezTo>
                    <a:cubicBezTo>
                      <a:pt x="172" y="88"/>
                      <a:pt x="172" y="88"/>
                      <a:pt x="172" y="88"/>
                    </a:cubicBezTo>
                    <a:cubicBezTo>
                      <a:pt x="169" y="88"/>
                      <a:pt x="166" y="88"/>
                      <a:pt x="163" y="89"/>
                    </a:cubicBezTo>
                    <a:cubicBezTo>
                      <a:pt x="162" y="89"/>
                      <a:pt x="163" y="88"/>
                      <a:pt x="162" y="90"/>
                    </a:cubicBezTo>
                    <a:cubicBezTo>
                      <a:pt x="161" y="90"/>
                      <a:pt x="159" y="89"/>
                      <a:pt x="158" y="90"/>
                    </a:cubicBezTo>
                    <a:cubicBezTo>
                      <a:pt x="151" y="91"/>
                      <a:pt x="151" y="91"/>
                      <a:pt x="151" y="91"/>
                    </a:cubicBezTo>
                    <a:cubicBezTo>
                      <a:pt x="149" y="91"/>
                      <a:pt x="151" y="91"/>
                      <a:pt x="150" y="91"/>
                    </a:cubicBezTo>
                    <a:cubicBezTo>
                      <a:pt x="149" y="92"/>
                      <a:pt x="149" y="92"/>
                      <a:pt x="148" y="92"/>
                    </a:cubicBezTo>
                    <a:cubicBezTo>
                      <a:pt x="138" y="94"/>
                      <a:pt x="138" y="94"/>
                      <a:pt x="138" y="94"/>
                    </a:cubicBezTo>
                    <a:cubicBezTo>
                      <a:pt x="137" y="95"/>
                      <a:pt x="139" y="93"/>
                      <a:pt x="138" y="94"/>
                    </a:cubicBezTo>
                    <a:cubicBezTo>
                      <a:pt x="137" y="95"/>
                      <a:pt x="138" y="95"/>
                      <a:pt x="137" y="95"/>
                    </a:cubicBezTo>
                    <a:cubicBezTo>
                      <a:pt x="136" y="96"/>
                      <a:pt x="136" y="96"/>
                      <a:pt x="136" y="96"/>
                    </a:cubicBezTo>
                    <a:cubicBezTo>
                      <a:pt x="135" y="95"/>
                      <a:pt x="136" y="96"/>
                      <a:pt x="134" y="96"/>
                    </a:cubicBezTo>
                    <a:cubicBezTo>
                      <a:pt x="131" y="97"/>
                      <a:pt x="131" y="97"/>
                      <a:pt x="131" y="97"/>
                    </a:cubicBezTo>
                    <a:cubicBezTo>
                      <a:pt x="132" y="98"/>
                      <a:pt x="131" y="96"/>
                      <a:pt x="131" y="98"/>
                    </a:cubicBezTo>
                    <a:cubicBezTo>
                      <a:pt x="130" y="99"/>
                      <a:pt x="131" y="99"/>
                      <a:pt x="129" y="99"/>
                    </a:cubicBezTo>
                    <a:cubicBezTo>
                      <a:pt x="129" y="99"/>
                      <a:pt x="128" y="99"/>
                      <a:pt x="127" y="100"/>
                    </a:cubicBezTo>
                    <a:cubicBezTo>
                      <a:pt x="126" y="100"/>
                      <a:pt x="127" y="100"/>
                      <a:pt x="126" y="100"/>
                    </a:cubicBezTo>
                    <a:cubicBezTo>
                      <a:pt x="125" y="101"/>
                      <a:pt x="125" y="101"/>
                      <a:pt x="125" y="101"/>
                    </a:cubicBezTo>
                    <a:cubicBezTo>
                      <a:pt x="123" y="102"/>
                      <a:pt x="121" y="101"/>
                      <a:pt x="119" y="102"/>
                    </a:cubicBezTo>
                    <a:cubicBezTo>
                      <a:pt x="119" y="102"/>
                      <a:pt x="119" y="102"/>
                      <a:pt x="119" y="102"/>
                    </a:cubicBezTo>
                    <a:cubicBezTo>
                      <a:pt x="119" y="102"/>
                      <a:pt x="119" y="102"/>
                      <a:pt x="119" y="102"/>
                    </a:cubicBezTo>
                    <a:cubicBezTo>
                      <a:pt x="107" y="107"/>
                      <a:pt x="107" y="107"/>
                      <a:pt x="107" y="107"/>
                    </a:cubicBezTo>
                    <a:cubicBezTo>
                      <a:pt x="106" y="107"/>
                      <a:pt x="106" y="107"/>
                      <a:pt x="106" y="107"/>
                    </a:cubicBezTo>
                    <a:cubicBezTo>
                      <a:pt x="105" y="107"/>
                      <a:pt x="105" y="107"/>
                      <a:pt x="104" y="107"/>
                    </a:cubicBezTo>
                    <a:cubicBezTo>
                      <a:pt x="104" y="110"/>
                      <a:pt x="101" y="107"/>
                      <a:pt x="100" y="109"/>
                    </a:cubicBezTo>
                    <a:cubicBezTo>
                      <a:pt x="96" y="109"/>
                      <a:pt x="99" y="112"/>
                      <a:pt x="90" y="112"/>
                    </a:cubicBezTo>
                    <a:cubicBezTo>
                      <a:pt x="89" y="114"/>
                      <a:pt x="89" y="114"/>
                      <a:pt x="87" y="115"/>
                    </a:cubicBezTo>
                    <a:cubicBezTo>
                      <a:pt x="86" y="115"/>
                      <a:pt x="87" y="115"/>
                      <a:pt x="86" y="115"/>
                    </a:cubicBezTo>
                    <a:cubicBezTo>
                      <a:pt x="83" y="116"/>
                      <a:pt x="87" y="115"/>
                      <a:pt x="84" y="116"/>
                    </a:cubicBezTo>
                    <a:cubicBezTo>
                      <a:pt x="84" y="116"/>
                      <a:pt x="84" y="116"/>
                      <a:pt x="84" y="116"/>
                    </a:cubicBezTo>
                    <a:cubicBezTo>
                      <a:pt x="84" y="116"/>
                      <a:pt x="84" y="116"/>
                      <a:pt x="84" y="116"/>
                    </a:cubicBezTo>
                    <a:cubicBezTo>
                      <a:pt x="84" y="116"/>
                      <a:pt x="84" y="116"/>
                      <a:pt x="84" y="116"/>
                    </a:cubicBezTo>
                    <a:cubicBezTo>
                      <a:pt x="80" y="117"/>
                      <a:pt x="80" y="117"/>
                      <a:pt x="80" y="117"/>
                    </a:cubicBezTo>
                    <a:cubicBezTo>
                      <a:pt x="79" y="118"/>
                      <a:pt x="78" y="119"/>
                      <a:pt x="77" y="120"/>
                    </a:cubicBezTo>
                    <a:cubicBezTo>
                      <a:pt x="75" y="121"/>
                      <a:pt x="75" y="121"/>
                      <a:pt x="75" y="121"/>
                    </a:cubicBezTo>
                    <a:cubicBezTo>
                      <a:pt x="74" y="121"/>
                      <a:pt x="73" y="121"/>
                      <a:pt x="71" y="122"/>
                    </a:cubicBezTo>
                    <a:cubicBezTo>
                      <a:pt x="71" y="122"/>
                      <a:pt x="71" y="122"/>
                      <a:pt x="71" y="122"/>
                    </a:cubicBezTo>
                    <a:cubicBezTo>
                      <a:pt x="69" y="123"/>
                      <a:pt x="69" y="123"/>
                      <a:pt x="69" y="123"/>
                    </a:cubicBezTo>
                    <a:cubicBezTo>
                      <a:pt x="68" y="124"/>
                      <a:pt x="70" y="124"/>
                      <a:pt x="67" y="124"/>
                    </a:cubicBezTo>
                    <a:cubicBezTo>
                      <a:pt x="64" y="127"/>
                      <a:pt x="64" y="127"/>
                      <a:pt x="64" y="127"/>
                    </a:cubicBezTo>
                    <a:cubicBezTo>
                      <a:pt x="61" y="130"/>
                      <a:pt x="62" y="132"/>
                      <a:pt x="57" y="132"/>
                    </a:cubicBezTo>
                    <a:cubicBezTo>
                      <a:pt x="57" y="133"/>
                      <a:pt x="57" y="133"/>
                      <a:pt x="58" y="133"/>
                    </a:cubicBezTo>
                    <a:cubicBezTo>
                      <a:pt x="54" y="133"/>
                      <a:pt x="58" y="134"/>
                      <a:pt x="55" y="134"/>
                    </a:cubicBezTo>
                    <a:cubicBezTo>
                      <a:pt x="54" y="134"/>
                      <a:pt x="54" y="134"/>
                      <a:pt x="53" y="134"/>
                    </a:cubicBezTo>
                    <a:cubicBezTo>
                      <a:pt x="50" y="136"/>
                      <a:pt x="47" y="138"/>
                      <a:pt x="44" y="138"/>
                    </a:cubicBezTo>
                    <a:cubicBezTo>
                      <a:pt x="44" y="139"/>
                      <a:pt x="45" y="139"/>
                      <a:pt x="44" y="139"/>
                    </a:cubicBezTo>
                    <a:cubicBezTo>
                      <a:pt x="39" y="140"/>
                      <a:pt x="39" y="140"/>
                      <a:pt x="39" y="140"/>
                    </a:cubicBezTo>
                    <a:cubicBezTo>
                      <a:pt x="39" y="140"/>
                      <a:pt x="39" y="140"/>
                      <a:pt x="38" y="140"/>
                    </a:cubicBezTo>
                    <a:cubicBezTo>
                      <a:pt x="35" y="141"/>
                      <a:pt x="35" y="141"/>
                      <a:pt x="35" y="141"/>
                    </a:cubicBezTo>
                    <a:cubicBezTo>
                      <a:pt x="34" y="142"/>
                      <a:pt x="33" y="143"/>
                      <a:pt x="31" y="142"/>
                    </a:cubicBezTo>
                    <a:cubicBezTo>
                      <a:pt x="31" y="142"/>
                      <a:pt x="31" y="142"/>
                      <a:pt x="31" y="142"/>
                    </a:cubicBezTo>
                    <a:cubicBezTo>
                      <a:pt x="24" y="140"/>
                      <a:pt x="24" y="140"/>
                      <a:pt x="24" y="140"/>
                    </a:cubicBezTo>
                    <a:cubicBezTo>
                      <a:pt x="25" y="135"/>
                      <a:pt x="25" y="135"/>
                      <a:pt x="25" y="135"/>
                    </a:cubicBezTo>
                    <a:cubicBezTo>
                      <a:pt x="25" y="134"/>
                      <a:pt x="25" y="134"/>
                      <a:pt x="25" y="134"/>
                    </a:cubicBezTo>
                    <a:cubicBezTo>
                      <a:pt x="26" y="133"/>
                      <a:pt x="26" y="133"/>
                      <a:pt x="26" y="133"/>
                    </a:cubicBezTo>
                    <a:cubicBezTo>
                      <a:pt x="26" y="133"/>
                      <a:pt x="27" y="132"/>
                      <a:pt x="27" y="132"/>
                    </a:cubicBezTo>
                    <a:cubicBezTo>
                      <a:pt x="29" y="130"/>
                      <a:pt x="30" y="128"/>
                      <a:pt x="32" y="129"/>
                    </a:cubicBezTo>
                    <a:cubicBezTo>
                      <a:pt x="32" y="126"/>
                      <a:pt x="38" y="123"/>
                      <a:pt x="40" y="121"/>
                    </a:cubicBezTo>
                    <a:cubicBezTo>
                      <a:pt x="41" y="121"/>
                      <a:pt x="40" y="121"/>
                      <a:pt x="41" y="120"/>
                    </a:cubicBezTo>
                    <a:cubicBezTo>
                      <a:pt x="43" y="119"/>
                      <a:pt x="45" y="118"/>
                      <a:pt x="46" y="117"/>
                    </a:cubicBezTo>
                    <a:cubicBezTo>
                      <a:pt x="47" y="115"/>
                      <a:pt x="47" y="115"/>
                      <a:pt x="47" y="115"/>
                    </a:cubicBezTo>
                    <a:cubicBezTo>
                      <a:pt x="48" y="115"/>
                      <a:pt x="48" y="115"/>
                      <a:pt x="49" y="114"/>
                    </a:cubicBezTo>
                    <a:cubicBezTo>
                      <a:pt x="59" y="106"/>
                      <a:pt x="59" y="106"/>
                      <a:pt x="59" y="106"/>
                    </a:cubicBezTo>
                    <a:cubicBezTo>
                      <a:pt x="61" y="104"/>
                      <a:pt x="66" y="102"/>
                      <a:pt x="67" y="100"/>
                    </a:cubicBezTo>
                    <a:cubicBezTo>
                      <a:pt x="70" y="99"/>
                      <a:pt x="70" y="98"/>
                      <a:pt x="72" y="98"/>
                    </a:cubicBezTo>
                    <a:cubicBezTo>
                      <a:pt x="76" y="97"/>
                      <a:pt x="75" y="97"/>
                      <a:pt x="77" y="98"/>
                    </a:cubicBezTo>
                    <a:cubicBezTo>
                      <a:pt x="90" y="99"/>
                      <a:pt x="90" y="99"/>
                      <a:pt x="90" y="99"/>
                    </a:cubicBezTo>
                    <a:cubicBezTo>
                      <a:pt x="93" y="98"/>
                      <a:pt x="93" y="98"/>
                      <a:pt x="93" y="98"/>
                    </a:cubicBezTo>
                    <a:cubicBezTo>
                      <a:pt x="95" y="96"/>
                      <a:pt x="97" y="94"/>
                      <a:pt x="98" y="91"/>
                    </a:cubicBezTo>
                    <a:cubicBezTo>
                      <a:pt x="101" y="85"/>
                      <a:pt x="99" y="89"/>
                      <a:pt x="105" y="87"/>
                    </a:cubicBezTo>
                    <a:cubicBezTo>
                      <a:pt x="111" y="84"/>
                      <a:pt x="109" y="87"/>
                      <a:pt x="116" y="86"/>
                    </a:cubicBezTo>
                    <a:cubicBezTo>
                      <a:pt x="117" y="87"/>
                      <a:pt x="117" y="86"/>
                      <a:pt x="119" y="87"/>
                    </a:cubicBezTo>
                    <a:cubicBezTo>
                      <a:pt x="120" y="87"/>
                      <a:pt x="119" y="87"/>
                      <a:pt x="120" y="87"/>
                    </a:cubicBezTo>
                    <a:cubicBezTo>
                      <a:pt x="120" y="88"/>
                      <a:pt x="120" y="88"/>
                      <a:pt x="120" y="88"/>
                    </a:cubicBezTo>
                    <a:cubicBezTo>
                      <a:pt x="122" y="88"/>
                      <a:pt x="122" y="88"/>
                      <a:pt x="123" y="88"/>
                    </a:cubicBezTo>
                    <a:cubicBezTo>
                      <a:pt x="125" y="87"/>
                      <a:pt x="124" y="88"/>
                      <a:pt x="125" y="87"/>
                    </a:cubicBezTo>
                    <a:cubicBezTo>
                      <a:pt x="127" y="85"/>
                      <a:pt x="127" y="85"/>
                      <a:pt x="127" y="85"/>
                    </a:cubicBezTo>
                    <a:cubicBezTo>
                      <a:pt x="127" y="86"/>
                      <a:pt x="127" y="86"/>
                      <a:pt x="127" y="86"/>
                    </a:cubicBezTo>
                    <a:cubicBezTo>
                      <a:pt x="128" y="84"/>
                      <a:pt x="128" y="84"/>
                      <a:pt x="129" y="84"/>
                    </a:cubicBezTo>
                    <a:cubicBezTo>
                      <a:pt x="131" y="83"/>
                      <a:pt x="131" y="81"/>
                      <a:pt x="132" y="80"/>
                    </a:cubicBezTo>
                    <a:cubicBezTo>
                      <a:pt x="132" y="80"/>
                      <a:pt x="132" y="80"/>
                      <a:pt x="132" y="80"/>
                    </a:cubicBezTo>
                    <a:cubicBezTo>
                      <a:pt x="132" y="80"/>
                      <a:pt x="132" y="80"/>
                      <a:pt x="133" y="80"/>
                    </a:cubicBezTo>
                    <a:cubicBezTo>
                      <a:pt x="136" y="78"/>
                      <a:pt x="133" y="77"/>
                      <a:pt x="136" y="79"/>
                    </a:cubicBezTo>
                    <a:cubicBezTo>
                      <a:pt x="136" y="77"/>
                      <a:pt x="136" y="77"/>
                      <a:pt x="135" y="77"/>
                    </a:cubicBezTo>
                    <a:cubicBezTo>
                      <a:pt x="136" y="77"/>
                      <a:pt x="137" y="76"/>
                      <a:pt x="137" y="76"/>
                    </a:cubicBezTo>
                    <a:cubicBezTo>
                      <a:pt x="138" y="76"/>
                      <a:pt x="137" y="76"/>
                      <a:pt x="138" y="77"/>
                    </a:cubicBezTo>
                    <a:cubicBezTo>
                      <a:pt x="138" y="74"/>
                      <a:pt x="139" y="74"/>
                      <a:pt x="140" y="73"/>
                    </a:cubicBezTo>
                    <a:cubicBezTo>
                      <a:pt x="142" y="70"/>
                      <a:pt x="142" y="70"/>
                      <a:pt x="142" y="70"/>
                    </a:cubicBezTo>
                    <a:cubicBezTo>
                      <a:pt x="144" y="69"/>
                      <a:pt x="143" y="69"/>
                      <a:pt x="143" y="70"/>
                    </a:cubicBezTo>
                    <a:cubicBezTo>
                      <a:pt x="146" y="70"/>
                      <a:pt x="148" y="69"/>
                      <a:pt x="151" y="67"/>
                    </a:cubicBezTo>
                    <a:cubicBezTo>
                      <a:pt x="161" y="62"/>
                      <a:pt x="161" y="62"/>
                      <a:pt x="161" y="62"/>
                    </a:cubicBezTo>
                    <a:cubicBezTo>
                      <a:pt x="161" y="62"/>
                      <a:pt x="162" y="61"/>
                      <a:pt x="162" y="61"/>
                    </a:cubicBezTo>
                    <a:cubicBezTo>
                      <a:pt x="166" y="62"/>
                      <a:pt x="166" y="62"/>
                      <a:pt x="166" y="62"/>
                    </a:cubicBezTo>
                    <a:cubicBezTo>
                      <a:pt x="166" y="61"/>
                      <a:pt x="166" y="61"/>
                      <a:pt x="166" y="61"/>
                    </a:cubicBezTo>
                    <a:cubicBezTo>
                      <a:pt x="167" y="61"/>
                      <a:pt x="167" y="61"/>
                      <a:pt x="168" y="61"/>
                    </a:cubicBezTo>
                    <a:cubicBezTo>
                      <a:pt x="169" y="60"/>
                      <a:pt x="170" y="59"/>
                      <a:pt x="173" y="59"/>
                    </a:cubicBezTo>
                    <a:cubicBezTo>
                      <a:pt x="181" y="59"/>
                      <a:pt x="172" y="61"/>
                      <a:pt x="177" y="61"/>
                    </a:cubicBezTo>
                    <a:close/>
                    <a:moveTo>
                      <a:pt x="170" y="144"/>
                    </a:moveTo>
                    <a:cubicBezTo>
                      <a:pt x="170" y="144"/>
                      <a:pt x="170" y="144"/>
                      <a:pt x="170" y="144"/>
                    </a:cubicBezTo>
                    <a:cubicBezTo>
                      <a:pt x="170" y="143"/>
                      <a:pt x="170" y="143"/>
                      <a:pt x="170" y="143"/>
                    </a:cubicBezTo>
                    <a:cubicBezTo>
                      <a:pt x="166" y="145"/>
                      <a:pt x="169" y="143"/>
                      <a:pt x="165" y="144"/>
                    </a:cubicBezTo>
                    <a:cubicBezTo>
                      <a:pt x="168" y="143"/>
                      <a:pt x="166" y="144"/>
                      <a:pt x="167" y="143"/>
                    </a:cubicBezTo>
                    <a:cubicBezTo>
                      <a:pt x="166" y="142"/>
                      <a:pt x="166" y="142"/>
                      <a:pt x="165" y="141"/>
                    </a:cubicBezTo>
                    <a:cubicBezTo>
                      <a:pt x="167" y="141"/>
                      <a:pt x="166" y="142"/>
                      <a:pt x="167" y="140"/>
                    </a:cubicBezTo>
                    <a:cubicBezTo>
                      <a:pt x="172" y="142"/>
                      <a:pt x="172" y="142"/>
                      <a:pt x="172" y="142"/>
                    </a:cubicBezTo>
                    <a:cubicBezTo>
                      <a:pt x="170" y="142"/>
                      <a:pt x="172" y="142"/>
                      <a:pt x="170" y="144"/>
                    </a:cubicBezTo>
                    <a:close/>
                    <a:moveTo>
                      <a:pt x="64" y="253"/>
                    </a:moveTo>
                    <a:cubicBezTo>
                      <a:pt x="63" y="252"/>
                      <a:pt x="63" y="250"/>
                      <a:pt x="64" y="248"/>
                    </a:cubicBezTo>
                    <a:cubicBezTo>
                      <a:pt x="65" y="247"/>
                      <a:pt x="65" y="247"/>
                      <a:pt x="67" y="247"/>
                    </a:cubicBezTo>
                    <a:cubicBezTo>
                      <a:pt x="65" y="252"/>
                      <a:pt x="65" y="254"/>
                      <a:pt x="64" y="253"/>
                    </a:cubicBezTo>
                    <a:close/>
                    <a:moveTo>
                      <a:pt x="161" y="147"/>
                    </a:moveTo>
                    <a:cubicBezTo>
                      <a:pt x="159" y="148"/>
                      <a:pt x="160" y="147"/>
                      <a:pt x="158" y="146"/>
                    </a:cubicBezTo>
                    <a:cubicBezTo>
                      <a:pt x="157" y="146"/>
                      <a:pt x="157" y="146"/>
                      <a:pt x="157" y="146"/>
                    </a:cubicBezTo>
                    <a:cubicBezTo>
                      <a:pt x="157" y="146"/>
                      <a:pt x="157" y="145"/>
                      <a:pt x="157" y="145"/>
                    </a:cubicBezTo>
                    <a:cubicBezTo>
                      <a:pt x="158" y="145"/>
                      <a:pt x="158" y="145"/>
                      <a:pt x="158" y="145"/>
                    </a:cubicBezTo>
                    <a:cubicBezTo>
                      <a:pt x="159" y="146"/>
                      <a:pt x="159" y="145"/>
                      <a:pt x="160" y="146"/>
                    </a:cubicBezTo>
                    <a:cubicBezTo>
                      <a:pt x="161" y="147"/>
                      <a:pt x="161" y="147"/>
                      <a:pt x="161" y="147"/>
                    </a:cubicBezTo>
                    <a:close/>
                    <a:moveTo>
                      <a:pt x="174" y="140"/>
                    </a:moveTo>
                    <a:cubicBezTo>
                      <a:pt x="173" y="143"/>
                      <a:pt x="173" y="143"/>
                      <a:pt x="173" y="143"/>
                    </a:cubicBezTo>
                    <a:cubicBezTo>
                      <a:pt x="173" y="139"/>
                      <a:pt x="173" y="139"/>
                      <a:pt x="173" y="139"/>
                    </a:cubicBezTo>
                    <a:cubicBezTo>
                      <a:pt x="175" y="139"/>
                      <a:pt x="174" y="139"/>
                      <a:pt x="175" y="140"/>
                    </a:cubicBezTo>
                    <a:cubicBezTo>
                      <a:pt x="175" y="140"/>
                      <a:pt x="175" y="140"/>
                      <a:pt x="174" y="140"/>
                    </a:cubicBezTo>
                    <a:close/>
                    <a:moveTo>
                      <a:pt x="68" y="242"/>
                    </a:moveTo>
                    <a:cubicBezTo>
                      <a:pt x="72" y="242"/>
                      <a:pt x="69" y="242"/>
                      <a:pt x="70" y="243"/>
                    </a:cubicBezTo>
                    <a:cubicBezTo>
                      <a:pt x="69" y="244"/>
                      <a:pt x="69" y="244"/>
                      <a:pt x="69" y="244"/>
                    </a:cubicBezTo>
                    <a:cubicBezTo>
                      <a:pt x="68" y="243"/>
                      <a:pt x="68" y="243"/>
                      <a:pt x="68" y="242"/>
                    </a:cubicBezTo>
                    <a:close/>
                    <a:moveTo>
                      <a:pt x="139" y="79"/>
                    </a:moveTo>
                    <a:cubicBezTo>
                      <a:pt x="140" y="77"/>
                      <a:pt x="140" y="77"/>
                      <a:pt x="140" y="77"/>
                    </a:cubicBezTo>
                    <a:cubicBezTo>
                      <a:pt x="140" y="77"/>
                      <a:pt x="140" y="77"/>
                      <a:pt x="140" y="77"/>
                    </a:cubicBezTo>
                    <a:cubicBezTo>
                      <a:pt x="142" y="78"/>
                      <a:pt x="142" y="78"/>
                      <a:pt x="142" y="78"/>
                    </a:cubicBezTo>
                    <a:cubicBezTo>
                      <a:pt x="140" y="79"/>
                      <a:pt x="139" y="78"/>
                      <a:pt x="140" y="80"/>
                    </a:cubicBezTo>
                    <a:cubicBezTo>
                      <a:pt x="139" y="79"/>
                      <a:pt x="139" y="79"/>
                      <a:pt x="139" y="79"/>
                    </a:cubicBezTo>
                    <a:close/>
                    <a:moveTo>
                      <a:pt x="71" y="241"/>
                    </a:moveTo>
                    <a:cubicBezTo>
                      <a:pt x="70" y="241"/>
                      <a:pt x="71" y="241"/>
                      <a:pt x="70" y="240"/>
                    </a:cubicBezTo>
                    <a:cubicBezTo>
                      <a:pt x="73" y="240"/>
                      <a:pt x="73" y="240"/>
                      <a:pt x="73" y="240"/>
                    </a:cubicBezTo>
                    <a:cubicBezTo>
                      <a:pt x="71" y="242"/>
                      <a:pt x="72" y="241"/>
                      <a:pt x="71" y="241"/>
                    </a:cubicBezTo>
                    <a:close/>
                    <a:moveTo>
                      <a:pt x="71" y="241"/>
                    </a:moveTo>
                    <a:cubicBezTo>
                      <a:pt x="71" y="243"/>
                      <a:pt x="72" y="242"/>
                      <a:pt x="70" y="242"/>
                    </a:cubicBezTo>
                    <a:cubicBezTo>
                      <a:pt x="71" y="241"/>
                      <a:pt x="70" y="242"/>
                      <a:pt x="71" y="241"/>
                    </a:cubicBezTo>
                    <a:close/>
                    <a:moveTo>
                      <a:pt x="156" y="146"/>
                    </a:moveTo>
                    <a:cubicBezTo>
                      <a:pt x="156" y="146"/>
                      <a:pt x="157" y="146"/>
                      <a:pt x="156" y="147"/>
                    </a:cubicBezTo>
                    <a:cubicBezTo>
                      <a:pt x="156" y="147"/>
                      <a:pt x="155" y="147"/>
                      <a:pt x="156" y="14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" name="Freeform 11"/>
              <p:cNvSpPr/>
              <p:nvPr/>
            </p:nvSpPr>
            <p:spPr bwMode="auto">
              <a:xfrm>
                <a:off x="4854397" y="4333606"/>
                <a:ext cx="200025" cy="247650"/>
              </a:xfrm>
              <a:custGeom>
                <a:avLst/>
                <a:gdLst>
                  <a:gd name="T0" fmla="*/ 118 w 175"/>
                  <a:gd name="T1" fmla="*/ 8 h 216"/>
                  <a:gd name="T2" fmla="*/ 102 w 175"/>
                  <a:gd name="T3" fmla="*/ 0 h 216"/>
                  <a:gd name="T4" fmla="*/ 90 w 175"/>
                  <a:gd name="T5" fmla="*/ 10 h 216"/>
                  <a:gd name="T6" fmla="*/ 88 w 175"/>
                  <a:gd name="T7" fmla="*/ 35 h 216"/>
                  <a:gd name="T8" fmla="*/ 85 w 175"/>
                  <a:gd name="T9" fmla="*/ 57 h 216"/>
                  <a:gd name="T10" fmla="*/ 80 w 175"/>
                  <a:gd name="T11" fmla="*/ 72 h 216"/>
                  <a:gd name="T12" fmla="*/ 75 w 175"/>
                  <a:gd name="T13" fmla="*/ 80 h 216"/>
                  <a:gd name="T14" fmla="*/ 58 w 175"/>
                  <a:gd name="T15" fmla="*/ 88 h 216"/>
                  <a:gd name="T16" fmla="*/ 47 w 175"/>
                  <a:gd name="T17" fmla="*/ 94 h 216"/>
                  <a:gd name="T18" fmla="*/ 41 w 175"/>
                  <a:gd name="T19" fmla="*/ 98 h 216"/>
                  <a:gd name="T20" fmla="*/ 11 w 175"/>
                  <a:gd name="T21" fmla="*/ 105 h 216"/>
                  <a:gd name="T22" fmla="*/ 11 w 175"/>
                  <a:gd name="T23" fmla="*/ 122 h 216"/>
                  <a:gd name="T24" fmla="*/ 28 w 175"/>
                  <a:gd name="T25" fmla="*/ 131 h 216"/>
                  <a:gd name="T26" fmla="*/ 41 w 175"/>
                  <a:gd name="T27" fmla="*/ 133 h 216"/>
                  <a:gd name="T28" fmla="*/ 53 w 175"/>
                  <a:gd name="T29" fmla="*/ 130 h 216"/>
                  <a:gd name="T30" fmla="*/ 62 w 175"/>
                  <a:gd name="T31" fmla="*/ 127 h 216"/>
                  <a:gd name="T32" fmla="*/ 63 w 175"/>
                  <a:gd name="T33" fmla="*/ 139 h 216"/>
                  <a:gd name="T34" fmla="*/ 57 w 175"/>
                  <a:gd name="T35" fmla="*/ 151 h 216"/>
                  <a:gd name="T36" fmla="*/ 43 w 175"/>
                  <a:gd name="T37" fmla="*/ 173 h 216"/>
                  <a:gd name="T38" fmla="*/ 38 w 175"/>
                  <a:gd name="T39" fmla="*/ 179 h 216"/>
                  <a:gd name="T40" fmla="*/ 17 w 175"/>
                  <a:gd name="T41" fmla="*/ 198 h 216"/>
                  <a:gd name="T42" fmla="*/ 7 w 175"/>
                  <a:gd name="T43" fmla="*/ 205 h 216"/>
                  <a:gd name="T44" fmla="*/ 18 w 175"/>
                  <a:gd name="T45" fmla="*/ 215 h 216"/>
                  <a:gd name="T46" fmla="*/ 39 w 175"/>
                  <a:gd name="T47" fmla="*/ 213 h 216"/>
                  <a:gd name="T48" fmla="*/ 58 w 175"/>
                  <a:gd name="T49" fmla="*/ 201 h 216"/>
                  <a:gd name="T50" fmla="*/ 72 w 175"/>
                  <a:gd name="T51" fmla="*/ 184 h 216"/>
                  <a:gd name="T52" fmla="*/ 82 w 175"/>
                  <a:gd name="T53" fmla="*/ 170 h 216"/>
                  <a:gd name="T54" fmla="*/ 111 w 175"/>
                  <a:gd name="T55" fmla="*/ 165 h 216"/>
                  <a:gd name="T56" fmla="*/ 142 w 175"/>
                  <a:gd name="T57" fmla="*/ 200 h 216"/>
                  <a:gd name="T58" fmla="*/ 154 w 175"/>
                  <a:gd name="T59" fmla="*/ 205 h 216"/>
                  <a:gd name="T60" fmla="*/ 162 w 175"/>
                  <a:gd name="T61" fmla="*/ 207 h 216"/>
                  <a:gd name="T62" fmla="*/ 174 w 175"/>
                  <a:gd name="T63" fmla="*/ 195 h 216"/>
                  <a:gd name="T64" fmla="*/ 170 w 175"/>
                  <a:gd name="T65" fmla="*/ 175 h 216"/>
                  <a:gd name="T66" fmla="*/ 162 w 175"/>
                  <a:gd name="T67" fmla="*/ 165 h 216"/>
                  <a:gd name="T68" fmla="*/ 148 w 175"/>
                  <a:gd name="T69" fmla="*/ 153 h 216"/>
                  <a:gd name="T70" fmla="*/ 126 w 175"/>
                  <a:gd name="T71" fmla="*/ 139 h 216"/>
                  <a:gd name="T72" fmla="*/ 112 w 175"/>
                  <a:gd name="T73" fmla="*/ 134 h 216"/>
                  <a:gd name="T74" fmla="*/ 111 w 175"/>
                  <a:gd name="T75" fmla="*/ 135 h 216"/>
                  <a:gd name="T76" fmla="*/ 102 w 175"/>
                  <a:gd name="T77" fmla="*/ 132 h 216"/>
                  <a:gd name="T78" fmla="*/ 108 w 175"/>
                  <a:gd name="T79" fmla="*/ 109 h 216"/>
                  <a:gd name="T80" fmla="*/ 119 w 175"/>
                  <a:gd name="T81" fmla="*/ 103 h 216"/>
                  <a:gd name="T82" fmla="*/ 123 w 175"/>
                  <a:gd name="T83" fmla="*/ 101 h 216"/>
                  <a:gd name="T84" fmla="*/ 141 w 175"/>
                  <a:gd name="T85" fmla="*/ 92 h 216"/>
                  <a:gd name="T86" fmla="*/ 151 w 175"/>
                  <a:gd name="T87" fmla="*/ 89 h 216"/>
                  <a:gd name="T88" fmla="*/ 162 w 175"/>
                  <a:gd name="T89" fmla="*/ 84 h 216"/>
                  <a:gd name="T90" fmla="*/ 173 w 175"/>
                  <a:gd name="T91" fmla="*/ 69 h 216"/>
                  <a:gd name="T92" fmla="*/ 152 w 175"/>
                  <a:gd name="T93" fmla="*/ 59 h 216"/>
                  <a:gd name="T94" fmla="*/ 141 w 175"/>
                  <a:gd name="T95" fmla="*/ 54 h 216"/>
                  <a:gd name="T96" fmla="*/ 119 w 175"/>
                  <a:gd name="T97" fmla="*/ 58 h 216"/>
                  <a:gd name="T98" fmla="*/ 120 w 175"/>
                  <a:gd name="T99" fmla="*/ 37 h 216"/>
                  <a:gd name="T100" fmla="*/ 122 w 175"/>
                  <a:gd name="T101" fmla="*/ 25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175" h="216">
                    <a:moveTo>
                      <a:pt x="121" y="13"/>
                    </a:moveTo>
                    <a:cubicBezTo>
                      <a:pt x="120" y="11"/>
                      <a:pt x="119" y="11"/>
                      <a:pt x="119" y="9"/>
                    </a:cubicBezTo>
                    <a:cubicBezTo>
                      <a:pt x="118" y="10"/>
                      <a:pt x="118" y="10"/>
                      <a:pt x="118" y="10"/>
                    </a:cubicBezTo>
                    <a:cubicBezTo>
                      <a:pt x="118" y="9"/>
                      <a:pt x="118" y="8"/>
                      <a:pt x="118" y="8"/>
                    </a:cubicBezTo>
                    <a:cubicBezTo>
                      <a:pt x="117" y="7"/>
                      <a:pt x="117" y="7"/>
                      <a:pt x="117" y="7"/>
                    </a:cubicBezTo>
                    <a:cubicBezTo>
                      <a:pt x="116" y="6"/>
                      <a:pt x="115" y="5"/>
                      <a:pt x="114" y="4"/>
                    </a:cubicBezTo>
                    <a:cubicBezTo>
                      <a:pt x="112" y="2"/>
                      <a:pt x="109" y="1"/>
                      <a:pt x="107" y="1"/>
                    </a:cubicBezTo>
                    <a:cubicBezTo>
                      <a:pt x="105" y="0"/>
                      <a:pt x="104" y="0"/>
                      <a:pt x="102" y="0"/>
                    </a:cubicBezTo>
                    <a:cubicBezTo>
                      <a:pt x="99" y="1"/>
                      <a:pt x="99" y="1"/>
                      <a:pt x="99" y="1"/>
                    </a:cubicBezTo>
                    <a:cubicBezTo>
                      <a:pt x="99" y="1"/>
                      <a:pt x="99" y="1"/>
                      <a:pt x="98" y="1"/>
                    </a:cubicBezTo>
                    <a:cubicBezTo>
                      <a:pt x="96" y="3"/>
                      <a:pt x="96" y="6"/>
                      <a:pt x="92" y="6"/>
                    </a:cubicBezTo>
                    <a:cubicBezTo>
                      <a:pt x="90" y="10"/>
                      <a:pt x="90" y="10"/>
                      <a:pt x="90" y="10"/>
                    </a:cubicBezTo>
                    <a:cubicBezTo>
                      <a:pt x="88" y="19"/>
                      <a:pt x="91" y="18"/>
                      <a:pt x="90" y="20"/>
                    </a:cubicBezTo>
                    <a:cubicBezTo>
                      <a:pt x="90" y="20"/>
                      <a:pt x="90" y="20"/>
                      <a:pt x="90" y="20"/>
                    </a:cubicBezTo>
                    <a:cubicBezTo>
                      <a:pt x="90" y="21"/>
                      <a:pt x="90" y="21"/>
                      <a:pt x="90" y="21"/>
                    </a:cubicBezTo>
                    <a:cubicBezTo>
                      <a:pt x="90" y="25"/>
                      <a:pt x="88" y="31"/>
                      <a:pt x="88" y="35"/>
                    </a:cubicBezTo>
                    <a:cubicBezTo>
                      <a:pt x="88" y="36"/>
                      <a:pt x="88" y="36"/>
                      <a:pt x="88" y="36"/>
                    </a:cubicBezTo>
                    <a:cubicBezTo>
                      <a:pt x="88" y="38"/>
                      <a:pt x="87" y="38"/>
                      <a:pt x="87" y="41"/>
                    </a:cubicBezTo>
                    <a:cubicBezTo>
                      <a:pt x="85" y="52"/>
                      <a:pt x="85" y="52"/>
                      <a:pt x="85" y="52"/>
                    </a:cubicBezTo>
                    <a:cubicBezTo>
                      <a:pt x="85" y="54"/>
                      <a:pt x="85" y="54"/>
                      <a:pt x="85" y="57"/>
                    </a:cubicBezTo>
                    <a:cubicBezTo>
                      <a:pt x="82" y="63"/>
                      <a:pt x="82" y="63"/>
                      <a:pt x="82" y="63"/>
                    </a:cubicBezTo>
                    <a:cubicBezTo>
                      <a:pt x="82" y="63"/>
                      <a:pt x="82" y="65"/>
                      <a:pt x="82" y="66"/>
                    </a:cubicBezTo>
                    <a:cubicBezTo>
                      <a:pt x="81" y="65"/>
                      <a:pt x="82" y="66"/>
                      <a:pt x="81" y="68"/>
                    </a:cubicBezTo>
                    <a:cubicBezTo>
                      <a:pt x="80" y="72"/>
                      <a:pt x="80" y="72"/>
                      <a:pt x="80" y="72"/>
                    </a:cubicBezTo>
                    <a:cubicBezTo>
                      <a:pt x="79" y="72"/>
                      <a:pt x="80" y="72"/>
                      <a:pt x="80" y="72"/>
                    </a:cubicBezTo>
                    <a:cubicBezTo>
                      <a:pt x="80" y="73"/>
                      <a:pt x="80" y="75"/>
                      <a:pt x="79" y="76"/>
                    </a:cubicBezTo>
                    <a:cubicBezTo>
                      <a:pt x="78" y="78"/>
                      <a:pt x="76" y="79"/>
                      <a:pt x="74" y="79"/>
                    </a:cubicBezTo>
                    <a:cubicBezTo>
                      <a:pt x="75" y="80"/>
                      <a:pt x="75" y="80"/>
                      <a:pt x="75" y="80"/>
                    </a:cubicBezTo>
                    <a:cubicBezTo>
                      <a:pt x="72" y="80"/>
                      <a:pt x="69" y="82"/>
                      <a:pt x="66" y="84"/>
                    </a:cubicBezTo>
                    <a:cubicBezTo>
                      <a:pt x="64" y="85"/>
                      <a:pt x="65" y="84"/>
                      <a:pt x="64" y="85"/>
                    </a:cubicBezTo>
                    <a:cubicBezTo>
                      <a:pt x="63" y="86"/>
                      <a:pt x="61" y="86"/>
                      <a:pt x="61" y="86"/>
                    </a:cubicBezTo>
                    <a:cubicBezTo>
                      <a:pt x="60" y="87"/>
                      <a:pt x="60" y="88"/>
                      <a:pt x="58" y="88"/>
                    </a:cubicBezTo>
                    <a:cubicBezTo>
                      <a:pt x="51" y="92"/>
                      <a:pt x="51" y="92"/>
                      <a:pt x="51" y="92"/>
                    </a:cubicBezTo>
                    <a:cubicBezTo>
                      <a:pt x="51" y="92"/>
                      <a:pt x="51" y="92"/>
                      <a:pt x="51" y="92"/>
                    </a:cubicBezTo>
                    <a:cubicBezTo>
                      <a:pt x="49" y="93"/>
                      <a:pt x="49" y="93"/>
                      <a:pt x="49" y="93"/>
                    </a:cubicBezTo>
                    <a:cubicBezTo>
                      <a:pt x="48" y="93"/>
                      <a:pt x="48" y="94"/>
                      <a:pt x="47" y="94"/>
                    </a:cubicBezTo>
                    <a:cubicBezTo>
                      <a:pt x="44" y="96"/>
                      <a:pt x="44" y="96"/>
                      <a:pt x="44" y="96"/>
                    </a:cubicBezTo>
                    <a:cubicBezTo>
                      <a:pt x="42" y="97"/>
                      <a:pt x="44" y="97"/>
                      <a:pt x="41" y="97"/>
                    </a:cubicBezTo>
                    <a:cubicBezTo>
                      <a:pt x="42" y="97"/>
                      <a:pt x="42" y="97"/>
                      <a:pt x="42" y="97"/>
                    </a:cubicBezTo>
                    <a:cubicBezTo>
                      <a:pt x="42" y="97"/>
                      <a:pt x="42" y="98"/>
                      <a:pt x="41" y="98"/>
                    </a:cubicBezTo>
                    <a:cubicBezTo>
                      <a:pt x="26" y="102"/>
                      <a:pt x="26" y="102"/>
                      <a:pt x="26" y="102"/>
                    </a:cubicBezTo>
                    <a:cubicBezTo>
                      <a:pt x="24" y="102"/>
                      <a:pt x="21" y="102"/>
                      <a:pt x="19" y="102"/>
                    </a:cubicBezTo>
                    <a:cubicBezTo>
                      <a:pt x="18" y="103"/>
                      <a:pt x="19" y="103"/>
                      <a:pt x="18" y="103"/>
                    </a:cubicBezTo>
                    <a:cubicBezTo>
                      <a:pt x="11" y="105"/>
                      <a:pt x="11" y="105"/>
                      <a:pt x="11" y="105"/>
                    </a:cubicBezTo>
                    <a:cubicBezTo>
                      <a:pt x="12" y="106"/>
                      <a:pt x="12" y="105"/>
                      <a:pt x="12" y="106"/>
                    </a:cubicBezTo>
                    <a:cubicBezTo>
                      <a:pt x="12" y="106"/>
                      <a:pt x="11" y="107"/>
                      <a:pt x="11" y="107"/>
                    </a:cubicBezTo>
                    <a:cubicBezTo>
                      <a:pt x="7" y="113"/>
                      <a:pt x="11" y="111"/>
                      <a:pt x="9" y="116"/>
                    </a:cubicBezTo>
                    <a:cubicBezTo>
                      <a:pt x="8" y="118"/>
                      <a:pt x="10" y="120"/>
                      <a:pt x="11" y="122"/>
                    </a:cubicBezTo>
                    <a:cubicBezTo>
                      <a:pt x="13" y="125"/>
                      <a:pt x="13" y="123"/>
                      <a:pt x="15" y="125"/>
                    </a:cubicBezTo>
                    <a:cubicBezTo>
                      <a:pt x="18" y="127"/>
                      <a:pt x="18" y="127"/>
                      <a:pt x="18" y="127"/>
                    </a:cubicBezTo>
                    <a:cubicBezTo>
                      <a:pt x="19" y="128"/>
                      <a:pt x="19" y="127"/>
                      <a:pt x="21" y="128"/>
                    </a:cubicBezTo>
                    <a:cubicBezTo>
                      <a:pt x="24" y="129"/>
                      <a:pt x="26" y="131"/>
                      <a:pt x="28" y="131"/>
                    </a:cubicBezTo>
                    <a:cubicBezTo>
                      <a:pt x="35" y="132"/>
                      <a:pt x="35" y="132"/>
                      <a:pt x="35" y="132"/>
                    </a:cubicBezTo>
                    <a:cubicBezTo>
                      <a:pt x="35" y="132"/>
                      <a:pt x="36" y="132"/>
                      <a:pt x="36" y="132"/>
                    </a:cubicBezTo>
                    <a:cubicBezTo>
                      <a:pt x="40" y="133"/>
                      <a:pt x="40" y="133"/>
                      <a:pt x="40" y="133"/>
                    </a:cubicBezTo>
                    <a:cubicBezTo>
                      <a:pt x="40" y="133"/>
                      <a:pt x="41" y="133"/>
                      <a:pt x="41" y="133"/>
                    </a:cubicBezTo>
                    <a:cubicBezTo>
                      <a:pt x="44" y="133"/>
                      <a:pt x="44" y="133"/>
                      <a:pt x="44" y="133"/>
                    </a:cubicBezTo>
                    <a:cubicBezTo>
                      <a:pt x="44" y="133"/>
                      <a:pt x="44" y="133"/>
                      <a:pt x="44" y="133"/>
                    </a:cubicBezTo>
                    <a:cubicBezTo>
                      <a:pt x="53" y="130"/>
                      <a:pt x="53" y="130"/>
                      <a:pt x="53" y="130"/>
                    </a:cubicBezTo>
                    <a:cubicBezTo>
                      <a:pt x="53" y="130"/>
                      <a:pt x="53" y="130"/>
                      <a:pt x="53" y="130"/>
                    </a:cubicBezTo>
                    <a:cubicBezTo>
                      <a:pt x="55" y="129"/>
                      <a:pt x="55" y="129"/>
                      <a:pt x="55" y="129"/>
                    </a:cubicBezTo>
                    <a:cubicBezTo>
                      <a:pt x="55" y="129"/>
                      <a:pt x="55" y="129"/>
                      <a:pt x="55" y="129"/>
                    </a:cubicBezTo>
                    <a:cubicBezTo>
                      <a:pt x="57" y="128"/>
                      <a:pt x="57" y="129"/>
                      <a:pt x="59" y="128"/>
                    </a:cubicBezTo>
                    <a:cubicBezTo>
                      <a:pt x="61" y="126"/>
                      <a:pt x="59" y="127"/>
                      <a:pt x="62" y="127"/>
                    </a:cubicBezTo>
                    <a:cubicBezTo>
                      <a:pt x="69" y="124"/>
                      <a:pt x="69" y="124"/>
                      <a:pt x="69" y="124"/>
                    </a:cubicBezTo>
                    <a:cubicBezTo>
                      <a:pt x="68" y="126"/>
                      <a:pt x="69" y="124"/>
                      <a:pt x="68" y="126"/>
                    </a:cubicBezTo>
                    <a:cubicBezTo>
                      <a:pt x="67" y="132"/>
                      <a:pt x="67" y="130"/>
                      <a:pt x="65" y="135"/>
                    </a:cubicBezTo>
                    <a:cubicBezTo>
                      <a:pt x="63" y="139"/>
                      <a:pt x="63" y="139"/>
                      <a:pt x="63" y="139"/>
                    </a:cubicBezTo>
                    <a:cubicBezTo>
                      <a:pt x="63" y="139"/>
                      <a:pt x="63" y="139"/>
                      <a:pt x="63" y="140"/>
                    </a:cubicBezTo>
                    <a:cubicBezTo>
                      <a:pt x="63" y="140"/>
                      <a:pt x="63" y="140"/>
                      <a:pt x="63" y="140"/>
                    </a:cubicBezTo>
                    <a:cubicBezTo>
                      <a:pt x="61" y="144"/>
                      <a:pt x="62" y="141"/>
                      <a:pt x="60" y="145"/>
                    </a:cubicBezTo>
                    <a:cubicBezTo>
                      <a:pt x="57" y="151"/>
                      <a:pt x="57" y="151"/>
                      <a:pt x="57" y="151"/>
                    </a:cubicBezTo>
                    <a:cubicBezTo>
                      <a:pt x="57" y="151"/>
                      <a:pt x="56" y="152"/>
                      <a:pt x="56" y="152"/>
                    </a:cubicBezTo>
                    <a:cubicBezTo>
                      <a:pt x="49" y="165"/>
                      <a:pt x="49" y="165"/>
                      <a:pt x="49" y="165"/>
                    </a:cubicBezTo>
                    <a:cubicBezTo>
                      <a:pt x="49" y="165"/>
                      <a:pt x="48" y="165"/>
                      <a:pt x="48" y="165"/>
                    </a:cubicBezTo>
                    <a:cubicBezTo>
                      <a:pt x="43" y="173"/>
                      <a:pt x="43" y="173"/>
                      <a:pt x="43" y="173"/>
                    </a:cubicBezTo>
                    <a:cubicBezTo>
                      <a:pt x="42" y="174"/>
                      <a:pt x="42" y="174"/>
                      <a:pt x="41" y="175"/>
                    </a:cubicBezTo>
                    <a:cubicBezTo>
                      <a:pt x="40" y="176"/>
                      <a:pt x="40" y="176"/>
                      <a:pt x="40" y="177"/>
                    </a:cubicBezTo>
                    <a:cubicBezTo>
                      <a:pt x="39" y="176"/>
                      <a:pt x="39" y="176"/>
                      <a:pt x="39" y="176"/>
                    </a:cubicBezTo>
                    <a:cubicBezTo>
                      <a:pt x="39" y="178"/>
                      <a:pt x="39" y="178"/>
                      <a:pt x="38" y="179"/>
                    </a:cubicBezTo>
                    <a:cubicBezTo>
                      <a:pt x="28" y="190"/>
                      <a:pt x="28" y="190"/>
                      <a:pt x="28" y="190"/>
                    </a:cubicBezTo>
                    <a:cubicBezTo>
                      <a:pt x="27" y="190"/>
                      <a:pt x="27" y="190"/>
                      <a:pt x="27" y="189"/>
                    </a:cubicBezTo>
                    <a:cubicBezTo>
                      <a:pt x="26" y="191"/>
                      <a:pt x="23" y="193"/>
                      <a:pt x="22" y="194"/>
                    </a:cubicBezTo>
                    <a:cubicBezTo>
                      <a:pt x="17" y="198"/>
                      <a:pt x="17" y="198"/>
                      <a:pt x="17" y="198"/>
                    </a:cubicBezTo>
                    <a:cubicBezTo>
                      <a:pt x="17" y="198"/>
                      <a:pt x="16" y="199"/>
                      <a:pt x="16" y="199"/>
                    </a:cubicBezTo>
                    <a:cubicBezTo>
                      <a:pt x="15" y="199"/>
                      <a:pt x="15" y="199"/>
                      <a:pt x="15" y="199"/>
                    </a:cubicBezTo>
                    <a:cubicBezTo>
                      <a:pt x="7" y="205"/>
                      <a:pt x="7" y="205"/>
                      <a:pt x="7" y="205"/>
                    </a:cubicBezTo>
                    <a:cubicBezTo>
                      <a:pt x="7" y="205"/>
                      <a:pt x="7" y="205"/>
                      <a:pt x="7" y="205"/>
                    </a:cubicBezTo>
                    <a:cubicBezTo>
                      <a:pt x="0" y="209"/>
                      <a:pt x="0" y="209"/>
                      <a:pt x="0" y="209"/>
                    </a:cubicBezTo>
                    <a:cubicBezTo>
                      <a:pt x="0" y="211"/>
                      <a:pt x="0" y="211"/>
                      <a:pt x="0" y="211"/>
                    </a:cubicBezTo>
                    <a:cubicBezTo>
                      <a:pt x="2" y="211"/>
                      <a:pt x="4" y="211"/>
                      <a:pt x="5" y="213"/>
                    </a:cubicBezTo>
                    <a:cubicBezTo>
                      <a:pt x="9" y="211"/>
                      <a:pt x="14" y="215"/>
                      <a:pt x="18" y="215"/>
                    </a:cubicBezTo>
                    <a:cubicBezTo>
                      <a:pt x="22" y="215"/>
                      <a:pt x="24" y="214"/>
                      <a:pt x="28" y="214"/>
                    </a:cubicBezTo>
                    <a:cubicBezTo>
                      <a:pt x="28" y="216"/>
                      <a:pt x="28" y="216"/>
                      <a:pt x="28" y="216"/>
                    </a:cubicBezTo>
                    <a:cubicBezTo>
                      <a:pt x="34" y="215"/>
                      <a:pt x="35" y="214"/>
                      <a:pt x="35" y="214"/>
                    </a:cubicBezTo>
                    <a:cubicBezTo>
                      <a:pt x="37" y="213"/>
                      <a:pt x="38" y="213"/>
                      <a:pt x="39" y="213"/>
                    </a:cubicBezTo>
                    <a:cubicBezTo>
                      <a:pt x="42" y="211"/>
                      <a:pt x="42" y="211"/>
                      <a:pt x="42" y="211"/>
                    </a:cubicBezTo>
                    <a:cubicBezTo>
                      <a:pt x="47" y="209"/>
                      <a:pt x="48" y="206"/>
                      <a:pt x="54" y="205"/>
                    </a:cubicBezTo>
                    <a:cubicBezTo>
                      <a:pt x="56" y="204"/>
                      <a:pt x="56" y="203"/>
                      <a:pt x="57" y="204"/>
                    </a:cubicBezTo>
                    <a:cubicBezTo>
                      <a:pt x="58" y="201"/>
                      <a:pt x="58" y="201"/>
                      <a:pt x="58" y="201"/>
                    </a:cubicBezTo>
                    <a:cubicBezTo>
                      <a:pt x="60" y="200"/>
                      <a:pt x="59" y="200"/>
                      <a:pt x="61" y="198"/>
                    </a:cubicBezTo>
                    <a:cubicBezTo>
                      <a:pt x="67" y="192"/>
                      <a:pt x="67" y="192"/>
                      <a:pt x="67" y="192"/>
                    </a:cubicBezTo>
                    <a:cubicBezTo>
                      <a:pt x="68" y="191"/>
                      <a:pt x="69" y="189"/>
                      <a:pt x="70" y="188"/>
                    </a:cubicBezTo>
                    <a:cubicBezTo>
                      <a:pt x="72" y="186"/>
                      <a:pt x="71" y="187"/>
                      <a:pt x="72" y="184"/>
                    </a:cubicBezTo>
                    <a:cubicBezTo>
                      <a:pt x="76" y="179"/>
                      <a:pt x="76" y="179"/>
                      <a:pt x="76" y="179"/>
                    </a:cubicBezTo>
                    <a:cubicBezTo>
                      <a:pt x="76" y="178"/>
                      <a:pt x="77" y="178"/>
                      <a:pt x="77" y="177"/>
                    </a:cubicBezTo>
                    <a:cubicBezTo>
                      <a:pt x="79" y="175"/>
                      <a:pt x="80" y="173"/>
                      <a:pt x="81" y="171"/>
                    </a:cubicBezTo>
                    <a:cubicBezTo>
                      <a:pt x="82" y="170"/>
                      <a:pt x="82" y="171"/>
                      <a:pt x="82" y="170"/>
                    </a:cubicBezTo>
                    <a:cubicBezTo>
                      <a:pt x="95" y="146"/>
                      <a:pt x="95" y="146"/>
                      <a:pt x="95" y="146"/>
                    </a:cubicBezTo>
                    <a:cubicBezTo>
                      <a:pt x="95" y="146"/>
                      <a:pt x="96" y="145"/>
                      <a:pt x="96" y="145"/>
                    </a:cubicBezTo>
                    <a:cubicBezTo>
                      <a:pt x="100" y="148"/>
                      <a:pt x="102" y="154"/>
                      <a:pt x="106" y="157"/>
                    </a:cubicBezTo>
                    <a:cubicBezTo>
                      <a:pt x="109" y="161"/>
                      <a:pt x="109" y="161"/>
                      <a:pt x="111" y="165"/>
                    </a:cubicBezTo>
                    <a:cubicBezTo>
                      <a:pt x="119" y="176"/>
                      <a:pt x="119" y="176"/>
                      <a:pt x="119" y="176"/>
                    </a:cubicBezTo>
                    <a:cubicBezTo>
                      <a:pt x="120" y="178"/>
                      <a:pt x="119" y="177"/>
                      <a:pt x="120" y="178"/>
                    </a:cubicBezTo>
                    <a:cubicBezTo>
                      <a:pt x="124" y="183"/>
                      <a:pt x="123" y="184"/>
                      <a:pt x="129" y="189"/>
                    </a:cubicBezTo>
                    <a:cubicBezTo>
                      <a:pt x="142" y="200"/>
                      <a:pt x="142" y="200"/>
                      <a:pt x="142" y="200"/>
                    </a:cubicBezTo>
                    <a:cubicBezTo>
                      <a:pt x="142" y="200"/>
                      <a:pt x="143" y="200"/>
                      <a:pt x="143" y="200"/>
                    </a:cubicBezTo>
                    <a:cubicBezTo>
                      <a:pt x="145" y="202"/>
                      <a:pt x="145" y="202"/>
                      <a:pt x="145" y="202"/>
                    </a:cubicBezTo>
                    <a:cubicBezTo>
                      <a:pt x="146" y="202"/>
                      <a:pt x="146" y="202"/>
                      <a:pt x="146" y="202"/>
                    </a:cubicBezTo>
                    <a:cubicBezTo>
                      <a:pt x="154" y="205"/>
                      <a:pt x="154" y="205"/>
                      <a:pt x="154" y="205"/>
                    </a:cubicBezTo>
                    <a:cubicBezTo>
                      <a:pt x="158" y="207"/>
                      <a:pt x="159" y="206"/>
                      <a:pt x="160" y="206"/>
                    </a:cubicBezTo>
                    <a:cubicBezTo>
                      <a:pt x="161" y="207"/>
                      <a:pt x="160" y="206"/>
                      <a:pt x="161" y="206"/>
                    </a:cubicBezTo>
                    <a:cubicBezTo>
                      <a:pt x="162" y="207"/>
                      <a:pt x="162" y="207"/>
                      <a:pt x="162" y="207"/>
                    </a:cubicBezTo>
                    <a:cubicBezTo>
                      <a:pt x="162" y="207"/>
                      <a:pt x="162" y="207"/>
                      <a:pt x="162" y="207"/>
                    </a:cubicBezTo>
                    <a:cubicBezTo>
                      <a:pt x="162" y="206"/>
                      <a:pt x="162" y="207"/>
                      <a:pt x="162" y="206"/>
                    </a:cubicBezTo>
                    <a:cubicBezTo>
                      <a:pt x="167" y="206"/>
                      <a:pt x="170" y="203"/>
                      <a:pt x="173" y="200"/>
                    </a:cubicBezTo>
                    <a:cubicBezTo>
                      <a:pt x="173" y="199"/>
                      <a:pt x="174" y="199"/>
                      <a:pt x="174" y="198"/>
                    </a:cubicBezTo>
                    <a:cubicBezTo>
                      <a:pt x="174" y="197"/>
                      <a:pt x="174" y="195"/>
                      <a:pt x="174" y="195"/>
                    </a:cubicBezTo>
                    <a:cubicBezTo>
                      <a:pt x="175" y="193"/>
                      <a:pt x="175" y="193"/>
                      <a:pt x="175" y="193"/>
                    </a:cubicBezTo>
                    <a:cubicBezTo>
                      <a:pt x="175" y="190"/>
                      <a:pt x="175" y="188"/>
                      <a:pt x="174" y="185"/>
                    </a:cubicBezTo>
                    <a:cubicBezTo>
                      <a:pt x="174" y="184"/>
                      <a:pt x="174" y="184"/>
                      <a:pt x="174" y="184"/>
                    </a:cubicBezTo>
                    <a:cubicBezTo>
                      <a:pt x="170" y="175"/>
                      <a:pt x="170" y="175"/>
                      <a:pt x="170" y="175"/>
                    </a:cubicBezTo>
                    <a:cubicBezTo>
                      <a:pt x="169" y="174"/>
                      <a:pt x="170" y="174"/>
                      <a:pt x="168" y="171"/>
                    </a:cubicBezTo>
                    <a:cubicBezTo>
                      <a:pt x="164" y="167"/>
                      <a:pt x="164" y="167"/>
                      <a:pt x="164" y="167"/>
                    </a:cubicBezTo>
                    <a:cubicBezTo>
                      <a:pt x="163" y="166"/>
                      <a:pt x="163" y="166"/>
                      <a:pt x="163" y="166"/>
                    </a:cubicBezTo>
                    <a:cubicBezTo>
                      <a:pt x="162" y="165"/>
                      <a:pt x="162" y="165"/>
                      <a:pt x="162" y="165"/>
                    </a:cubicBezTo>
                    <a:cubicBezTo>
                      <a:pt x="161" y="164"/>
                      <a:pt x="161" y="164"/>
                      <a:pt x="159" y="163"/>
                    </a:cubicBezTo>
                    <a:cubicBezTo>
                      <a:pt x="160" y="162"/>
                      <a:pt x="160" y="162"/>
                      <a:pt x="160" y="162"/>
                    </a:cubicBezTo>
                    <a:cubicBezTo>
                      <a:pt x="158" y="162"/>
                      <a:pt x="159" y="161"/>
                      <a:pt x="157" y="160"/>
                    </a:cubicBezTo>
                    <a:cubicBezTo>
                      <a:pt x="148" y="153"/>
                      <a:pt x="148" y="153"/>
                      <a:pt x="148" y="153"/>
                    </a:cubicBezTo>
                    <a:cubicBezTo>
                      <a:pt x="146" y="151"/>
                      <a:pt x="142" y="146"/>
                      <a:pt x="138" y="145"/>
                    </a:cubicBezTo>
                    <a:cubicBezTo>
                      <a:pt x="139" y="145"/>
                      <a:pt x="139" y="145"/>
                      <a:pt x="139" y="145"/>
                    </a:cubicBezTo>
                    <a:cubicBezTo>
                      <a:pt x="137" y="144"/>
                      <a:pt x="136" y="144"/>
                      <a:pt x="135" y="143"/>
                    </a:cubicBezTo>
                    <a:cubicBezTo>
                      <a:pt x="126" y="139"/>
                      <a:pt x="126" y="139"/>
                      <a:pt x="126" y="139"/>
                    </a:cubicBezTo>
                    <a:cubicBezTo>
                      <a:pt x="123" y="138"/>
                      <a:pt x="122" y="137"/>
                      <a:pt x="119" y="137"/>
                    </a:cubicBezTo>
                    <a:cubicBezTo>
                      <a:pt x="119" y="136"/>
                      <a:pt x="117" y="136"/>
                      <a:pt x="116" y="135"/>
                    </a:cubicBezTo>
                    <a:cubicBezTo>
                      <a:pt x="113" y="135"/>
                      <a:pt x="113" y="135"/>
                      <a:pt x="113" y="135"/>
                    </a:cubicBezTo>
                    <a:cubicBezTo>
                      <a:pt x="112" y="133"/>
                      <a:pt x="113" y="134"/>
                      <a:pt x="112" y="134"/>
                    </a:cubicBezTo>
                    <a:cubicBezTo>
                      <a:pt x="111" y="134"/>
                      <a:pt x="111" y="134"/>
                      <a:pt x="111" y="134"/>
                    </a:cubicBezTo>
                    <a:cubicBezTo>
                      <a:pt x="111" y="134"/>
                      <a:pt x="111" y="134"/>
                      <a:pt x="111" y="134"/>
                    </a:cubicBezTo>
                    <a:cubicBezTo>
                      <a:pt x="111" y="134"/>
                      <a:pt x="111" y="135"/>
                      <a:pt x="111" y="135"/>
                    </a:cubicBezTo>
                    <a:cubicBezTo>
                      <a:pt x="111" y="134"/>
                      <a:pt x="111" y="135"/>
                      <a:pt x="111" y="135"/>
                    </a:cubicBezTo>
                    <a:cubicBezTo>
                      <a:pt x="110" y="134"/>
                      <a:pt x="110" y="134"/>
                      <a:pt x="110" y="134"/>
                    </a:cubicBezTo>
                    <a:cubicBezTo>
                      <a:pt x="110" y="134"/>
                      <a:pt x="109" y="134"/>
                      <a:pt x="109" y="134"/>
                    </a:cubicBezTo>
                    <a:cubicBezTo>
                      <a:pt x="108" y="133"/>
                      <a:pt x="106" y="134"/>
                      <a:pt x="106" y="133"/>
                    </a:cubicBezTo>
                    <a:cubicBezTo>
                      <a:pt x="103" y="133"/>
                      <a:pt x="104" y="132"/>
                      <a:pt x="102" y="132"/>
                    </a:cubicBezTo>
                    <a:cubicBezTo>
                      <a:pt x="105" y="121"/>
                      <a:pt x="105" y="121"/>
                      <a:pt x="105" y="121"/>
                    </a:cubicBezTo>
                    <a:cubicBezTo>
                      <a:pt x="105" y="119"/>
                      <a:pt x="105" y="120"/>
                      <a:pt x="105" y="119"/>
                    </a:cubicBezTo>
                    <a:cubicBezTo>
                      <a:pt x="107" y="114"/>
                      <a:pt x="107" y="114"/>
                      <a:pt x="107" y="114"/>
                    </a:cubicBezTo>
                    <a:cubicBezTo>
                      <a:pt x="107" y="110"/>
                      <a:pt x="107" y="112"/>
                      <a:pt x="108" y="109"/>
                    </a:cubicBezTo>
                    <a:cubicBezTo>
                      <a:pt x="109" y="108"/>
                      <a:pt x="109" y="108"/>
                      <a:pt x="109" y="108"/>
                    </a:cubicBezTo>
                    <a:cubicBezTo>
                      <a:pt x="109" y="106"/>
                      <a:pt x="109" y="107"/>
                      <a:pt x="109" y="105"/>
                    </a:cubicBezTo>
                    <a:cubicBezTo>
                      <a:pt x="113" y="105"/>
                      <a:pt x="114" y="104"/>
                      <a:pt x="117" y="103"/>
                    </a:cubicBezTo>
                    <a:cubicBezTo>
                      <a:pt x="118" y="103"/>
                      <a:pt x="119" y="103"/>
                      <a:pt x="119" y="103"/>
                    </a:cubicBezTo>
                    <a:cubicBezTo>
                      <a:pt x="120" y="102"/>
                      <a:pt x="120" y="102"/>
                      <a:pt x="120" y="102"/>
                    </a:cubicBezTo>
                    <a:cubicBezTo>
                      <a:pt x="120" y="102"/>
                      <a:pt x="121" y="102"/>
                      <a:pt x="121" y="102"/>
                    </a:cubicBezTo>
                    <a:cubicBezTo>
                      <a:pt x="122" y="102"/>
                      <a:pt x="122" y="102"/>
                      <a:pt x="122" y="102"/>
                    </a:cubicBezTo>
                    <a:cubicBezTo>
                      <a:pt x="124" y="101"/>
                      <a:pt x="122" y="102"/>
                      <a:pt x="123" y="101"/>
                    </a:cubicBezTo>
                    <a:cubicBezTo>
                      <a:pt x="135" y="96"/>
                      <a:pt x="135" y="96"/>
                      <a:pt x="135" y="96"/>
                    </a:cubicBezTo>
                    <a:cubicBezTo>
                      <a:pt x="136" y="95"/>
                      <a:pt x="136" y="95"/>
                      <a:pt x="137" y="95"/>
                    </a:cubicBezTo>
                    <a:cubicBezTo>
                      <a:pt x="139" y="93"/>
                      <a:pt x="139" y="93"/>
                      <a:pt x="141" y="93"/>
                    </a:cubicBezTo>
                    <a:cubicBezTo>
                      <a:pt x="141" y="92"/>
                      <a:pt x="141" y="92"/>
                      <a:pt x="141" y="92"/>
                    </a:cubicBezTo>
                    <a:cubicBezTo>
                      <a:pt x="143" y="92"/>
                      <a:pt x="142" y="92"/>
                      <a:pt x="143" y="91"/>
                    </a:cubicBezTo>
                    <a:cubicBezTo>
                      <a:pt x="144" y="91"/>
                      <a:pt x="144" y="91"/>
                      <a:pt x="144" y="91"/>
                    </a:cubicBezTo>
                    <a:cubicBezTo>
                      <a:pt x="151" y="90"/>
                      <a:pt x="151" y="90"/>
                      <a:pt x="151" y="90"/>
                    </a:cubicBezTo>
                    <a:cubicBezTo>
                      <a:pt x="151" y="90"/>
                      <a:pt x="151" y="89"/>
                      <a:pt x="151" y="89"/>
                    </a:cubicBezTo>
                    <a:cubicBezTo>
                      <a:pt x="152" y="89"/>
                      <a:pt x="152" y="89"/>
                      <a:pt x="152" y="89"/>
                    </a:cubicBezTo>
                    <a:cubicBezTo>
                      <a:pt x="159" y="88"/>
                      <a:pt x="159" y="88"/>
                      <a:pt x="159" y="88"/>
                    </a:cubicBezTo>
                    <a:cubicBezTo>
                      <a:pt x="160" y="85"/>
                      <a:pt x="159" y="89"/>
                      <a:pt x="160" y="86"/>
                    </a:cubicBezTo>
                    <a:cubicBezTo>
                      <a:pt x="161" y="84"/>
                      <a:pt x="161" y="85"/>
                      <a:pt x="162" y="84"/>
                    </a:cubicBezTo>
                    <a:cubicBezTo>
                      <a:pt x="163" y="82"/>
                      <a:pt x="162" y="83"/>
                      <a:pt x="163" y="82"/>
                    </a:cubicBezTo>
                    <a:cubicBezTo>
                      <a:pt x="164" y="80"/>
                      <a:pt x="168" y="77"/>
                      <a:pt x="170" y="76"/>
                    </a:cubicBezTo>
                    <a:cubicBezTo>
                      <a:pt x="172" y="76"/>
                      <a:pt x="172" y="75"/>
                      <a:pt x="173" y="74"/>
                    </a:cubicBezTo>
                    <a:cubicBezTo>
                      <a:pt x="173" y="69"/>
                      <a:pt x="173" y="69"/>
                      <a:pt x="173" y="69"/>
                    </a:cubicBezTo>
                    <a:cubicBezTo>
                      <a:pt x="169" y="65"/>
                      <a:pt x="169" y="65"/>
                      <a:pt x="169" y="65"/>
                    </a:cubicBezTo>
                    <a:cubicBezTo>
                      <a:pt x="167" y="63"/>
                      <a:pt x="167" y="64"/>
                      <a:pt x="164" y="63"/>
                    </a:cubicBezTo>
                    <a:cubicBezTo>
                      <a:pt x="156" y="60"/>
                      <a:pt x="156" y="60"/>
                      <a:pt x="156" y="60"/>
                    </a:cubicBezTo>
                    <a:cubicBezTo>
                      <a:pt x="155" y="59"/>
                      <a:pt x="153" y="59"/>
                      <a:pt x="152" y="59"/>
                    </a:cubicBezTo>
                    <a:cubicBezTo>
                      <a:pt x="152" y="59"/>
                      <a:pt x="153" y="59"/>
                      <a:pt x="152" y="59"/>
                    </a:cubicBezTo>
                    <a:cubicBezTo>
                      <a:pt x="151" y="58"/>
                      <a:pt x="151" y="58"/>
                      <a:pt x="151" y="58"/>
                    </a:cubicBezTo>
                    <a:cubicBezTo>
                      <a:pt x="150" y="57"/>
                      <a:pt x="151" y="58"/>
                      <a:pt x="149" y="57"/>
                    </a:cubicBezTo>
                    <a:cubicBezTo>
                      <a:pt x="141" y="54"/>
                      <a:pt x="141" y="54"/>
                      <a:pt x="141" y="54"/>
                    </a:cubicBezTo>
                    <a:cubicBezTo>
                      <a:pt x="137" y="53"/>
                      <a:pt x="133" y="53"/>
                      <a:pt x="129" y="54"/>
                    </a:cubicBezTo>
                    <a:cubicBezTo>
                      <a:pt x="128" y="54"/>
                      <a:pt x="128" y="54"/>
                      <a:pt x="128" y="54"/>
                    </a:cubicBezTo>
                    <a:cubicBezTo>
                      <a:pt x="127" y="54"/>
                      <a:pt x="125" y="55"/>
                      <a:pt x="124" y="55"/>
                    </a:cubicBezTo>
                    <a:cubicBezTo>
                      <a:pt x="119" y="58"/>
                      <a:pt x="119" y="58"/>
                      <a:pt x="119" y="58"/>
                    </a:cubicBezTo>
                    <a:cubicBezTo>
                      <a:pt x="118" y="58"/>
                      <a:pt x="118" y="58"/>
                      <a:pt x="118" y="58"/>
                    </a:cubicBezTo>
                    <a:cubicBezTo>
                      <a:pt x="119" y="51"/>
                      <a:pt x="119" y="51"/>
                      <a:pt x="119" y="51"/>
                    </a:cubicBezTo>
                    <a:cubicBezTo>
                      <a:pt x="119" y="50"/>
                      <a:pt x="119" y="45"/>
                      <a:pt x="120" y="42"/>
                    </a:cubicBezTo>
                    <a:cubicBezTo>
                      <a:pt x="120" y="41"/>
                      <a:pt x="120" y="39"/>
                      <a:pt x="120" y="37"/>
                    </a:cubicBezTo>
                    <a:cubicBezTo>
                      <a:pt x="121" y="35"/>
                      <a:pt x="121" y="35"/>
                      <a:pt x="121" y="35"/>
                    </a:cubicBezTo>
                    <a:cubicBezTo>
                      <a:pt x="121" y="33"/>
                      <a:pt x="121" y="32"/>
                      <a:pt x="121" y="30"/>
                    </a:cubicBezTo>
                    <a:cubicBezTo>
                      <a:pt x="121" y="26"/>
                      <a:pt x="121" y="26"/>
                      <a:pt x="121" y="26"/>
                    </a:cubicBezTo>
                    <a:cubicBezTo>
                      <a:pt x="121" y="25"/>
                      <a:pt x="120" y="25"/>
                      <a:pt x="122" y="25"/>
                    </a:cubicBezTo>
                    <a:cubicBezTo>
                      <a:pt x="122" y="21"/>
                      <a:pt x="122" y="21"/>
                      <a:pt x="122" y="21"/>
                    </a:cubicBezTo>
                    <a:cubicBezTo>
                      <a:pt x="122" y="15"/>
                      <a:pt x="122" y="15"/>
                      <a:pt x="121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" name="Freeform 12"/>
              <p:cNvSpPr>
                <a:spLocks noEditPoints="1"/>
              </p:cNvSpPr>
              <p:nvPr/>
            </p:nvSpPr>
            <p:spPr bwMode="auto">
              <a:xfrm>
                <a:off x="4557534" y="4252643"/>
                <a:ext cx="242888" cy="369888"/>
              </a:xfrm>
              <a:custGeom>
                <a:avLst/>
                <a:gdLst>
                  <a:gd name="T0" fmla="*/ 148 w 212"/>
                  <a:gd name="T1" fmla="*/ 261 h 322"/>
                  <a:gd name="T2" fmla="*/ 107 w 212"/>
                  <a:gd name="T3" fmla="*/ 211 h 322"/>
                  <a:gd name="T4" fmla="*/ 121 w 212"/>
                  <a:gd name="T5" fmla="*/ 193 h 322"/>
                  <a:gd name="T6" fmla="*/ 111 w 212"/>
                  <a:gd name="T7" fmla="*/ 211 h 322"/>
                  <a:gd name="T8" fmla="*/ 113 w 212"/>
                  <a:gd name="T9" fmla="*/ 149 h 322"/>
                  <a:gd name="T10" fmla="*/ 147 w 212"/>
                  <a:gd name="T11" fmla="*/ 148 h 322"/>
                  <a:gd name="T12" fmla="*/ 136 w 212"/>
                  <a:gd name="T13" fmla="*/ 166 h 322"/>
                  <a:gd name="T14" fmla="*/ 135 w 212"/>
                  <a:gd name="T15" fmla="*/ 176 h 322"/>
                  <a:gd name="T16" fmla="*/ 140 w 212"/>
                  <a:gd name="T17" fmla="*/ 186 h 322"/>
                  <a:gd name="T18" fmla="*/ 153 w 212"/>
                  <a:gd name="T19" fmla="*/ 229 h 322"/>
                  <a:gd name="T20" fmla="*/ 153 w 212"/>
                  <a:gd name="T21" fmla="*/ 186 h 322"/>
                  <a:gd name="T22" fmla="*/ 116 w 212"/>
                  <a:gd name="T23" fmla="*/ 147 h 322"/>
                  <a:gd name="T24" fmla="*/ 133 w 212"/>
                  <a:gd name="T25" fmla="*/ 128 h 322"/>
                  <a:gd name="T26" fmla="*/ 123 w 212"/>
                  <a:gd name="T27" fmla="*/ 117 h 322"/>
                  <a:gd name="T28" fmla="*/ 160 w 212"/>
                  <a:gd name="T29" fmla="*/ 97 h 322"/>
                  <a:gd name="T30" fmla="*/ 161 w 212"/>
                  <a:gd name="T31" fmla="*/ 96 h 322"/>
                  <a:gd name="T32" fmla="*/ 95 w 212"/>
                  <a:gd name="T33" fmla="*/ 83 h 322"/>
                  <a:gd name="T34" fmla="*/ 130 w 212"/>
                  <a:gd name="T35" fmla="*/ 96 h 322"/>
                  <a:gd name="T36" fmla="*/ 140 w 212"/>
                  <a:gd name="T37" fmla="*/ 89 h 322"/>
                  <a:gd name="T38" fmla="*/ 130 w 212"/>
                  <a:gd name="T39" fmla="*/ 95 h 322"/>
                  <a:gd name="T40" fmla="*/ 124 w 212"/>
                  <a:gd name="T41" fmla="*/ 141 h 322"/>
                  <a:gd name="T42" fmla="*/ 140 w 212"/>
                  <a:gd name="T43" fmla="*/ 122 h 322"/>
                  <a:gd name="T44" fmla="*/ 148 w 212"/>
                  <a:gd name="T45" fmla="*/ 110 h 322"/>
                  <a:gd name="T46" fmla="*/ 167 w 212"/>
                  <a:gd name="T47" fmla="*/ 94 h 322"/>
                  <a:gd name="T48" fmla="*/ 173 w 212"/>
                  <a:gd name="T49" fmla="*/ 61 h 322"/>
                  <a:gd name="T50" fmla="*/ 137 w 212"/>
                  <a:gd name="T51" fmla="*/ 73 h 322"/>
                  <a:gd name="T52" fmla="*/ 105 w 212"/>
                  <a:gd name="T53" fmla="*/ 109 h 322"/>
                  <a:gd name="T54" fmla="*/ 80 w 212"/>
                  <a:gd name="T55" fmla="*/ 153 h 322"/>
                  <a:gd name="T56" fmla="*/ 63 w 212"/>
                  <a:gd name="T57" fmla="*/ 101 h 322"/>
                  <a:gd name="T58" fmla="*/ 113 w 212"/>
                  <a:gd name="T59" fmla="*/ 75 h 322"/>
                  <a:gd name="T60" fmla="*/ 123 w 212"/>
                  <a:gd name="T61" fmla="*/ 71 h 322"/>
                  <a:gd name="T62" fmla="*/ 149 w 212"/>
                  <a:gd name="T63" fmla="*/ 52 h 322"/>
                  <a:gd name="T64" fmla="*/ 150 w 212"/>
                  <a:gd name="T65" fmla="*/ 0 h 322"/>
                  <a:gd name="T66" fmla="*/ 103 w 212"/>
                  <a:gd name="T67" fmla="*/ 56 h 322"/>
                  <a:gd name="T68" fmla="*/ 41 w 212"/>
                  <a:gd name="T69" fmla="*/ 95 h 322"/>
                  <a:gd name="T70" fmla="*/ 4 w 212"/>
                  <a:gd name="T71" fmla="*/ 109 h 322"/>
                  <a:gd name="T72" fmla="*/ 40 w 212"/>
                  <a:gd name="T73" fmla="*/ 133 h 322"/>
                  <a:gd name="T74" fmla="*/ 33 w 212"/>
                  <a:gd name="T75" fmla="*/ 198 h 322"/>
                  <a:gd name="T76" fmla="*/ 17 w 212"/>
                  <a:gd name="T77" fmla="*/ 258 h 322"/>
                  <a:gd name="T78" fmla="*/ 55 w 212"/>
                  <a:gd name="T79" fmla="*/ 255 h 322"/>
                  <a:gd name="T80" fmla="*/ 65 w 212"/>
                  <a:gd name="T81" fmla="*/ 227 h 322"/>
                  <a:gd name="T82" fmla="*/ 83 w 212"/>
                  <a:gd name="T83" fmla="*/ 238 h 322"/>
                  <a:gd name="T84" fmla="*/ 103 w 212"/>
                  <a:gd name="T85" fmla="*/ 231 h 322"/>
                  <a:gd name="T86" fmla="*/ 122 w 212"/>
                  <a:gd name="T87" fmla="*/ 197 h 322"/>
                  <a:gd name="T88" fmla="*/ 105 w 212"/>
                  <a:gd name="T89" fmla="*/ 260 h 322"/>
                  <a:gd name="T90" fmla="*/ 63 w 212"/>
                  <a:gd name="T91" fmla="*/ 287 h 322"/>
                  <a:gd name="T92" fmla="*/ 44 w 212"/>
                  <a:gd name="T93" fmla="*/ 301 h 322"/>
                  <a:gd name="T94" fmla="*/ 87 w 212"/>
                  <a:gd name="T95" fmla="*/ 304 h 322"/>
                  <a:gd name="T96" fmla="*/ 115 w 212"/>
                  <a:gd name="T97" fmla="*/ 294 h 322"/>
                  <a:gd name="T98" fmla="*/ 153 w 212"/>
                  <a:gd name="T99" fmla="*/ 279 h 322"/>
                  <a:gd name="T100" fmla="*/ 193 w 212"/>
                  <a:gd name="T101" fmla="*/ 321 h 322"/>
                  <a:gd name="T102" fmla="*/ 195 w 212"/>
                  <a:gd name="T103" fmla="*/ 282 h 322"/>
                  <a:gd name="T104" fmla="*/ 187 w 212"/>
                  <a:gd name="T105" fmla="*/ 199 h 322"/>
                  <a:gd name="T106" fmla="*/ 198 w 212"/>
                  <a:gd name="T107" fmla="*/ 169 h 322"/>
                  <a:gd name="T108" fmla="*/ 177 w 212"/>
                  <a:gd name="T109" fmla="*/ 121 h 322"/>
                  <a:gd name="T110" fmla="*/ 150 w 212"/>
                  <a:gd name="T111" fmla="*/ 133 h 322"/>
                  <a:gd name="T112" fmla="*/ 123 w 212"/>
                  <a:gd name="T113" fmla="*/ 162 h 322"/>
                  <a:gd name="T114" fmla="*/ 142 w 212"/>
                  <a:gd name="T115" fmla="*/ 157 h 322"/>
                  <a:gd name="T116" fmla="*/ 147 w 212"/>
                  <a:gd name="T117" fmla="*/ 156 h 322"/>
                  <a:gd name="T118" fmla="*/ 142 w 212"/>
                  <a:gd name="T119" fmla="*/ 163 h 322"/>
                  <a:gd name="T120" fmla="*/ 123 w 212"/>
                  <a:gd name="T121" fmla="*/ 145 h 322"/>
                  <a:gd name="T122" fmla="*/ 32 w 212"/>
                  <a:gd name="T123" fmla="*/ 115 h 322"/>
                  <a:gd name="T124" fmla="*/ 33 w 212"/>
                  <a:gd name="T125" fmla="*/ 299 h 3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12" h="322">
                    <a:moveTo>
                      <a:pt x="160" y="287"/>
                    </a:moveTo>
                    <a:cubicBezTo>
                      <a:pt x="160" y="287"/>
                      <a:pt x="161" y="286"/>
                      <a:pt x="160" y="287"/>
                    </a:cubicBezTo>
                    <a:cubicBezTo>
                      <a:pt x="160" y="288"/>
                      <a:pt x="162" y="288"/>
                      <a:pt x="160" y="288"/>
                    </a:cubicBezTo>
                    <a:cubicBezTo>
                      <a:pt x="159" y="288"/>
                      <a:pt x="160" y="288"/>
                      <a:pt x="160" y="287"/>
                    </a:cubicBezTo>
                    <a:close/>
                    <a:moveTo>
                      <a:pt x="142" y="244"/>
                    </a:moveTo>
                    <a:cubicBezTo>
                      <a:pt x="143" y="242"/>
                      <a:pt x="145" y="240"/>
                      <a:pt x="147" y="241"/>
                    </a:cubicBezTo>
                    <a:cubicBezTo>
                      <a:pt x="149" y="243"/>
                      <a:pt x="149" y="243"/>
                      <a:pt x="149" y="243"/>
                    </a:cubicBezTo>
                    <a:cubicBezTo>
                      <a:pt x="149" y="244"/>
                      <a:pt x="149" y="243"/>
                      <a:pt x="150" y="244"/>
                    </a:cubicBezTo>
                    <a:cubicBezTo>
                      <a:pt x="152" y="248"/>
                      <a:pt x="152" y="248"/>
                      <a:pt x="152" y="248"/>
                    </a:cubicBezTo>
                    <a:cubicBezTo>
                      <a:pt x="155" y="254"/>
                      <a:pt x="154" y="260"/>
                      <a:pt x="151" y="262"/>
                    </a:cubicBezTo>
                    <a:cubicBezTo>
                      <a:pt x="151" y="262"/>
                      <a:pt x="151" y="262"/>
                      <a:pt x="151" y="262"/>
                    </a:cubicBezTo>
                    <a:cubicBezTo>
                      <a:pt x="149" y="261"/>
                      <a:pt x="149" y="261"/>
                      <a:pt x="149" y="261"/>
                    </a:cubicBezTo>
                    <a:cubicBezTo>
                      <a:pt x="148" y="261"/>
                      <a:pt x="148" y="261"/>
                      <a:pt x="148" y="261"/>
                    </a:cubicBezTo>
                    <a:cubicBezTo>
                      <a:pt x="146" y="260"/>
                      <a:pt x="147" y="261"/>
                      <a:pt x="142" y="260"/>
                    </a:cubicBezTo>
                    <a:cubicBezTo>
                      <a:pt x="141" y="260"/>
                      <a:pt x="141" y="260"/>
                      <a:pt x="141" y="260"/>
                    </a:cubicBezTo>
                    <a:cubicBezTo>
                      <a:pt x="140" y="260"/>
                      <a:pt x="141" y="259"/>
                      <a:pt x="140" y="260"/>
                    </a:cubicBezTo>
                    <a:cubicBezTo>
                      <a:pt x="140" y="260"/>
                      <a:pt x="139" y="259"/>
                      <a:pt x="139" y="259"/>
                    </a:cubicBezTo>
                    <a:cubicBezTo>
                      <a:pt x="139" y="257"/>
                      <a:pt x="139" y="257"/>
                      <a:pt x="139" y="257"/>
                    </a:cubicBezTo>
                    <a:cubicBezTo>
                      <a:pt x="141" y="258"/>
                      <a:pt x="138" y="256"/>
                      <a:pt x="140" y="257"/>
                    </a:cubicBezTo>
                    <a:cubicBezTo>
                      <a:pt x="142" y="253"/>
                      <a:pt x="142" y="253"/>
                      <a:pt x="142" y="253"/>
                    </a:cubicBezTo>
                    <a:cubicBezTo>
                      <a:pt x="144" y="248"/>
                      <a:pt x="146" y="249"/>
                      <a:pt x="142" y="244"/>
                    </a:cubicBezTo>
                    <a:close/>
                    <a:moveTo>
                      <a:pt x="108" y="216"/>
                    </a:moveTo>
                    <a:cubicBezTo>
                      <a:pt x="108" y="218"/>
                      <a:pt x="108" y="218"/>
                      <a:pt x="108" y="218"/>
                    </a:cubicBezTo>
                    <a:cubicBezTo>
                      <a:pt x="107" y="216"/>
                      <a:pt x="107" y="217"/>
                      <a:pt x="108" y="216"/>
                    </a:cubicBezTo>
                    <a:close/>
                    <a:moveTo>
                      <a:pt x="106" y="214"/>
                    </a:moveTo>
                    <a:cubicBezTo>
                      <a:pt x="106" y="212"/>
                      <a:pt x="107" y="212"/>
                      <a:pt x="107" y="211"/>
                    </a:cubicBezTo>
                    <a:cubicBezTo>
                      <a:pt x="107" y="211"/>
                      <a:pt x="109" y="212"/>
                      <a:pt x="106" y="214"/>
                    </a:cubicBezTo>
                    <a:close/>
                    <a:moveTo>
                      <a:pt x="123" y="195"/>
                    </a:moveTo>
                    <a:cubicBezTo>
                      <a:pt x="123" y="196"/>
                      <a:pt x="123" y="196"/>
                      <a:pt x="124" y="197"/>
                    </a:cubicBezTo>
                    <a:cubicBezTo>
                      <a:pt x="122" y="197"/>
                      <a:pt x="122" y="197"/>
                      <a:pt x="122" y="197"/>
                    </a:cubicBezTo>
                    <a:cubicBezTo>
                      <a:pt x="123" y="195"/>
                      <a:pt x="123" y="195"/>
                      <a:pt x="123" y="195"/>
                    </a:cubicBezTo>
                    <a:close/>
                    <a:moveTo>
                      <a:pt x="108" y="216"/>
                    </a:moveTo>
                    <a:cubicBezTo>
                      <a:pt x="109" y="216"/>
                      <a:pt x="109" y="216"/>
                      <a:pt x="109" y="216"/>
                    </a:cubicBezTo>
                    <a:cubicBezTo>
                      <a:pt x="109" y="215"/>
                      <a:pt x="109" y="215"/>
                      <a:pt x="110" y="213"/>
                    </a:cubicBezTo>
                    <a:cubicBezTo>
                      <a:pt x="111" y="212"/>
                      <a:pt x="110" y="213"/>
                      <a:pt x="111" y="212"/>
                    </a:cubicBezTo>
                    <a:cubicBezTo>
                      <a:pt x="111" y="211"/>
                      <a:pt x="111" y="212"/>
                      <a:pt x="111" y="211"/>
                    </a:cubicBezTo>
                    <a:cubicBezTo>
                      <a:pt x="116" y="202"/>
                      <a:pt x="116" y="202"/>
                      <a:pt x="116" y="202"/>
                    </a:cubicBezTo>
                    <a:cubicBezTo>
                      <a:pt x="118" y="199"/>
                      <a:pt x="120" y="198"/>
                      <a:pt x="120" y="197"/>
                    </a:cubicBezTo>
                    <a:cubicBezTo>
                      <a:pt x="120" y="195"/>
                      <a:pt x="120" y="194"/>
                      <a:pt x="121" y="193"/>
                    </a:cubicBezTo>
                    <a:cubicBezTo>
                      <a:pt x="123" y="191"/>
                      <a:pt x="123" y="193"/>
                      <a:pt x="123" y="190"/>
                    </a:cubicBezTo>
                    <a:cubicBezTo>
                      <a:pt x="118" y="193"/>
                      <a:pt x="120" y="195"/>
                      <a:pt x="117" y="196"/>
                    </a:cubicBezTo>
                    <a:cubicBezTo>
                      <a:pt x="115" y="196"/>
                      <a:pt x="116" y="196"/>
                      <a:pt x="113" y="198"/>
                    </a:cubicBezTo>
                    <a:cubicBezTo>
                      <a:pt x="112" y="202"/>
                      <a:pt x="112" y="202"/>
                      <a:pt x="112" y="202"/>
                    </a:cubicBezTo>
                    <a:cubicBezTo>
                      <a:pt x="110" y="203"/>
                      <a:pt x="113" y="201"/>
                      <a:pt x="111" y="202"/>
                    </a:cubicBezTo>
                    <a:cubicBezTo>
                      <a:pt x="111" y="202"/>
                      <a:pt x="111" y="203"/>
                      <a:pt x="111" y="203"/>
                    </a:cubicBezTo>
                    <a:cubicBezTo>
                      <a:pt x="110" y="204"/>
                      <a:pt x="110" y="204"/>
                      <a:pt x="110" y="204"/>
                    </a:cubicBezTo>
                    <a:cubicBezTo>
                      <a:pt x="109" y="206"/>
                      <a:pt x="110" y="206"/>
                      <a:pt x="109" y="207"/>
                    </a:cubicBezTo>
                    <a:cubicBezTo>
                      <a:pt x="109" y="208"/>
                      <a:pt x="109" y="208"/>
                      <a:pt x="109" y="208"/>
                    </a:cubicBezTo>
                    <a:cubicBezTo>
                      <a:pt x="109" y="209"/>
                      <a:pt x="109" y="207"/>
                      <a:pt x="109" y="209"/>
                    </a:cubicBezTo>
                    <a:cubicBezTo>
                      <a:pt x="108" y="208"/>
                      <a:pt x="108" y="208"/>
                      <a:pt x="108" y="208"/>
                    </a:cubicBezTo>
                    <a:cubicBezTo>
                      <a:pt x="108" y="210"/>
                      <a:pt x="108" y="210"/>
                      <a:pt x="111" y="209"/>
                    </a:cubicBezTo>
                    <a:cubicBezTo>
                      <a:pt x="111" y="211"/>
                      <a:pt x="111" y="211"/>
                      <a:pt x="111" y="211"/>
                    </a:cubicBezTo>
                    <a:cubicBezTo>
                      <a:pt x="109" y="213"/>
                      <a:pt x="108" y="214"/>
                      <a:pt x="108" y="216"/>
                    </a:cubicBezTo>
                    <a:close/>
                    <a:moveTo>
                      <a:pt x="112" y="150"/>
                    </a:moveTo>
                    <a:cubicBezTo>
                      <a:pt x="112" y="151"/>
                      <a:pt x="112" y="151"/>
                      <a:pt x="112" y="151"/>
                    </a:cubicBezTo>
                    <a:cubicBezTo>
                      <a:pt x="112" y="151"/>
                      <a:pt x="112" y="151"/>
                      <a:pt x="112" y="151"/>
                    </a:cubicBezTo>
                    <a:cubicBezTo>
                      <a:pt x="112" y="150"/>
                      <a:pt x="112" y="150"/>
                      <a:pt x="112" y="150"/>
                    </a:cubicBezTo>
                    <a:close/>
                    <a:moveTo>
                      <a:pt x="150" y="150"/>
                    </a:moveTo>
                    <a:cubicBezTo>
                      <a:pt x="150" y="149"/>
                      <a:pt x="150" y="150"/>
                      <a:pt x="151" y="149"/>
                    </a:cubicBezTo>
                    <a:cubicBezTo>
                      <a:pt x="150" y="150"/>
                      <a:pt x="150" y="150"/>
                      <a:pt x="150" y="150"/>
                    </a:cubicBezTo>
                    <a:close/>
                    <a:moveTo>
                      <a:pt x="113" y="149"/>
                    </a:moveTo>
                    <a:cubicBezTo>
                      <a:pt x="112" y="150"/>
                      <a:pt x="113" y="149"/>
                      <a:pt x="111" y="149"/>
                    </a:cubicBezTo>
                    <a:cubicBezTo>
                      <a:pt x="112" y="150"/>
                      <a:pt x="111" y="149"/>
                      <a:pt x="112" y="150"/>
                    </a:cubicBezTo>
                    <a:cubicBezTo>
                      <a:pt x="113" y="150"/>
                      <a:pt x="113" y="150"/>
                      <a:pt x="113" y="150"/>
                    </a:cubicBezTo>
                    <a:lnTo>
                      <a:pt x="113" y="149"/>
                    </a:lnTo>
                    <a:close/>
                    <a:moveTo>
                      <a:pt x="113" y="149"/>
                    </a:moveTo>
                    <a:cubicBezTo>
                      <a:pt x="113" y="147"/>
                      <a:pt x="113" y="147"/>
                      <a:pt x="113" y="147"/>
                    </a:cubicBezTo>
                    <a:cubicBezTo>
                      <a:pt x="114" y="148"/>
                      <a:pt x="114" y="148"/>
                      <a:pt x="114" y="149"/>
                    </a:cubicBezTo>
                    <a:cubicBezTo>
                      <a:pt x="113" y="149"/>
                      <a:pt x="113" y="149"/>
                      <a:pt x="113" y="149"/>
                    </a:cubicBezTo>
                    <a:close/>
                    <a:moveTo>
                      <a:pt x="150" y="150"/>
                    </a:moveTo>
                    <a:cubicBezTo>
                      <a:pt x="149" y="149"/>
                      <a:pt x="149" y="149"/>
                      <a:pt x="149" y="149"/>
                    </a:cubicBezTo>
                    <a:cubicBezTo>
                      <a:pt x="148" y="151"/>
                      <a:pt x="150" y="150"/>
                      <a:pt x="147" y="150"/>
                    </a:cubicBezTo>
                    <a:cubicBezTo>
                      <a:pt x="147" y="152"/>
                      <a:pt x="147" y="152"/>
                      <a:pt x="147" y="152"/>
                    </a:cubicBezTo>
                    <a:cubicBezTo>
                      <a:pt x="145" y="152"/>
                      <a:pt x="145" y="152"/>
                      <a:pt x="145" y="152"/>
                    </a:cubicBezTo>
                    <a:cubicBezTo>
                      <a:pt x="145" y="151"/>
                      <a:pt x="145" y="151"/>
                      <a:pt x="145" y="150"/>
                    </a:cubicBezTo>
                    <a:cubicBezTo>
                      <a:pt x="146" y="152"/>
                      <a:pt x="146" y="151"/>
                      <a:pt x="146" y="151"/>
                    </a:cubicBezTo>
                    <a:cubicBezTo>
                      <a:pt x="146" y="150"/>
                      <a:pt x="145" y="151"/>
                      <a:pt x="146" y="149"/>
                    </a:cubicBezTo>
                    <a:cubicBezTo>
                      <a:pt x="147" y="148"/>
                      <a:pt x="147" y="148"/>
                      <a:pt x="147" y="148"/>
                    </a:cubicBezTo>
                    <a:cubicBezTo>
                      <a:pt x="149" y="146"/>
                      <a:pt x="149" y="148"/>
                      <a:pt x="149" y="145"/>
                    </a:cubicBezTo>
                    <a:cubicBezTo>
                      <a:pt x="145" y="145"/>
                      <a:pt x="148" y="148"/>
                      <a:pt x="143" y="149"/>
                    </a:cubicBezTo>
                    <a:cubicBezTo>
                      <a:pt x="142" y="151"/>
                      <a:pt x="142" y="151"/>
                      <a:pt x="142" y="151"/>
                    </a:cubicBezTo>
                    <a:cubicBezTo>
                      <a:pt x="142" y="152"/>
                      <a:pt x="142" y="152"/>
                      <a:pt x="142" y="152"/>
                    </a:cubicBezTo>
                    <a:cubicBezTo>
                      <a:pt x="140" y="155"/>
                      <a:pt x="140" y="155"/>
                      <a:pt x="140" y="155"/>
                    </a:cubicBezTo>
                    <a:cubicBezTo>
                      <a:pt x="140" y="155"/>
                      <a:pt x="140" y="155"/>
                      <a:pt x="140" y="155"/>
                    </a:cubicBezTo>
                    <a:cubicBezTo>
                      <a:pt x="139" y="157"/>
                      <a:pt x="139" y="157"/>
                      <a:pt x="139" y="157"/>
                    </a:cubicBezTo>
                    <a:cubicBezTo>
                      <a:pt x="136" y="160"/>
                      <a:pt x="138" y="159"/>
                      <a:pt x="136" y="162"/>
                    </a:cubicBezTo>
                    <a:cubicBezTo>
                      <a:pt x="136" y="162"/>
                      <a:pt x="136" y="162"/>
                      <a:pt x="136" y="162"/>
                    </a:cubicBezTo>
                    <a:cubicBezTo>
                      <a:pt x="136" y="162"/>
                      <a:pt x="137" y="162"/>
                      <a:pt x="137" y="162"/>
                    </a:cubicBezTo>
                    <a:cubicBezTo>
                      <a:pt x="138" y="164"/>
                      <a:pt x="138" y="164"/>
                      <a:pt x="138" y="164"/>
                    </a:cubicBezTo>
                    <a:cubicBezTo>
                      <a:pt x="137" y="165"/>
                      <a:pt x="137" y="166"/>
                      <a:pt x="135" y="165"/>
                    </a:cubicBezTo>
                    <a:cubicBezTo>
                      <a:pt x="135" y="167"/>
                      <a:pt x="135" y="166"/>
                      <a:pt x="136" y="166"/>
                    </a:cubicBezTo>
                    <a:cubicBezTo>
                      <a:pt x="136" y="168"/>
                      <a:pt x="136" y="167"/>
                      <a:pt x="136" y="168"/>
                    </a:cubicBezTo>
                    <a:cubicBezTo>
                      <a:pt x="134" y="171"/>
                      <a:pt x="134" y="171"/>
                      <a:pt x="134" y="171"/>
                    </a:cubicBezTo>
                    <a:cubicBezTo>
                      <a:pt x="132" y="171"/>
                      <a:pt x="134" y="171"/>
                      <a:pt x="132" y="171"/>
                    </a:cubicBezTo>
                    <a:cubicBezTo>
                      <a:pt x="132" y="172"/>
                      <a:pt x="132" y="173"/>
                      <a:pt x="131" y="174"/>
                    </a:cubicBezTo>
                    <a:cubicBezTo>
                      <a:pt x="131" y="177"/>
                      <a:pt x="131" y="177"/>
                      <a:pt x="131" y="177"/>
                    </a:cubicBezTo>
                    <a:cubicBezTo>
                      <a:pt x="129" y="178"/>
                      <a:pt x="129" y="178"/>
                      <a:pt x="129" y="180"/>
                    </a:cubicBezTo>
                    <a:cubicBezTo>
                      <a:pt x="130" y="180"/>
                      <a:pt x="129" y="180"/>
                      <a:pt x="131" y="180"/>
                    </a:cubicBezTo>
                    <a:cubicBezTo>
                      <a:pt x="132" y="179"/>
                      <a:pt x="130" y="179"/>
                      <a:pt x="132" y="179"/>
                    </a:cubicBezTo>
                    <a:cubicBezTo>
                      <a:pt x="131" y="181"/>
                      <a:pt x="132" y="181"/>
                      <a:pt x="133" y="181"/>
                    </a:cubicBezTo>
                    <a:cubicBezTo>
                      <a:pt x="132" y="175"/>
                      <a:pt x="133" y="179"/>
                      <a:pt x="133" y="175"/>
                    </a:cubicBezTo>
                    <a:cubicBezTo>
                      <a:pt x="135" y="174"/>
                      <a:pt x="135" y="174"/>
                      <a:pt x="135" y="174"/>
                    </a:cubicBezTo>
                    <a:cubicBezTo>
                      <a:pt x="135" y="175"/>
                      <a:pt x="135" y="174"/>
                      <a:pt x="135" y="175"/>
                    </a:cubicBezTo>
                    <a:cubicBezTo>
                      <a:pt x="135" y="175"/>
                      <a:pt x="135" y="176"/>
                      <a:pt x="135" y="176"/>
                    </a:cubicBezTo>
                    <a:cubicBezTo>
                      <a:pt x="137" y="174"/>
                      <a:pt x="137" y="174"/>
                      <a:pt x="137" y="174"/>
                    </a:cubicBezTo>
                    <a:cubicBezTo>
                      <a:pt x="138" y="173"/>
                      <a:pt x="136" y="174"/>
                      <a:pt x="138" y="174"/>
                    </a:cubicBezTo>
                    <a:cubicBezTo>
                      <a:pt x="138" y="173"/>
                      <a:pt x="138" y="173"/>
                      <a:pt x="138" y="173"/>
                    </a:cubicBezTo>
                    <a:cubicBezTo>
                      <a:pt x="137" y="172"/>
                      <a:pt x="136" y="172"/>
                      <a:pt x="138" y="168"/>
                    </a:cubicBezTo>
                    <a:cubicBezTo>
                      <a:pt x="139" y="167"/>
                      <a:pt x="139" y="167"/>
                      <a:pt x="139" y="167"/>
                    </a:cubicBezTo>
                    <a:cubicBezTo>
                      <a:pt x="139" y="167"/>
                      <a:pt x="139" y="167"/>
                      <a:pt x="139" y="167"/>
                    </a:cubicBezTo>
                    <a:cubicBezTo>
                      <a:pt x="140" y="167"/>
                      <a:pt x="140" y="167"/>
                      <a:pt x="140" y="167"/>
                    </a:cubicBezTo>
                    <a:cubicBezTo>
                      <a:pt x="140" y="168"/>
                      <a:pt x="140" y="168"/>
                      <a:pt x="140" y="169"/>
                    </a:cubicBezTo>
                    <a:cubicBezTo>
                      <a:pt x="138" y="171"/>
                      <a:pt x="138" y="171"/>
                      <a:pt x="138" y="171"/>
                    </a:cubicBezTo>
                    <a:cubicBezTo>
                      <a:pt x="138" y="172"/>
                      <a:pt x="138" y="172"/>
                      <a:pt x="139" y="173"/>
                    </a:cubicBezTo>
                    <a:cubicBezTo>
                      <a:pt x="136" y="177"/>
                      <a:pt x="137" y="178"/>
                      <a:pt x="135" y="179"/>
                    </a:cubicBezTo>
                    <a:cubicBezTo>
                      <a:pt x="135" y="182"/>
                      <a:pt x="135" y="182"/>
                      <a:pt x="135" y="182"/>
                    </a:cubicBezTo>
                    <a:cubicBezTo>
                      <a:pt x="137" y="184"/>
                      <a:pt x="137" y="182"/>
                      <a:pt x="140" y="186"/>
                    </a:cubicBezTo>
                    <a:cubicBezTo>
                      <a:pt x="142" y="188"/>
                      <a:pt x="144" y="191"/>
                      <a:pt x="145" y="190"/>
                    </a:cubicBezTo>
                    <a:cubicBezTo>
                      <a:pt x="145" y="192"/>
                      <a:pt x="146" y="196"/>
                      <a:pt x="147" y="197"/>
                    </a:cubicBezTo>
                    <a:cubicBezTo>
                      <a:pt x="146" y="200"/>
                      <a:pt x="147" y="198"/>
                      <a:pt x="147" y="204"/>
                    </a:cubicBezTo>
                    <a:cubicBezTo>
                      <a:pt x="147" y="210"/>
                      <a:pt x="147" y="206"/>
                      <a:pt x="147" y="209"/>
                    </a:cubicBezTo>
                    <a:cubicBezTo>
                      <a:pt x="148" y="213"/>
                      <a:pt x="148" y="218"/>
                      <a:pt x="148" y="219"/>
                    </a:cubicBezTo>
                    <a:cubicBezTo>
                      <a:pt x="149" y="224"/>
                      <a:pt x="149" y="224"/>
                      <a:pt x="149" y="224"/>
                    </a:cubicBezTo>
                    <a:cubicBezTo>
                      <a:pt x="150" y="225"/>
                      <a:pt x="150" y="225"/>
                      <a:pt x="150" y="227"/>
                    </a:cubicBezTo>
                    <a:cubicBezTo>
                      <a:pt x="150" y="228"/>
                      <a:pt x="148" y="239"/>
                      <a:pt x="148" y="238"/>
                    </a:cubicBezTo>
                    <a:cubicBezTo>
                      <a:pt x="148" y="238"/>
                      <a:pt x="147" y="238"/>
                      <a:pt x="147" y="238"/>
                    </a:cubicBezTo>
                    <a:cubicBezTo>
                      <a:pt x="150" y="240"/>
                      <a:pt x="151" y="243"/>
                      <a:pt x="153" y="243"/>
                    </a:cubicBezTo>
                    <a:cubicBezTo>
                      <a:pt x="154" y="241"/>
                      <a:pt x="153" y="243"/>
                      <a:pt x="153" y="240"/>
                    </a:cubicBezTo>
                    <a:cubicBezTo>
                      <a:pt x="153" y="239"/>
                      <a:pt x="153" y="237"/>
                      <a:pt x="153" y="236"/>
                    </a:cubicBezTo>
                    <a:cubicBezTo>
                      <a:pt x="152" y="234"/>
                      <a:pt x="151" y="232"/>
                      <a:pt x="153" y="229"/>
                    </a:cubicBezTo>
                    <a:cubicBezTo>
                      <a:pt x="152" y="229"/>
                      <a:pt x="151" y="227"/>
                      <a:pt x="151" y="226"/>
                    </a:cubicBezTo>
                    <a:cubicBezTo>
                      <a:pt x="151" y="223"/>
                      <a:pt x="152" y="223"/>
                      <a:pt x="151" y="221"/>
                    </a:cubicBezTo>
                    <a:cubicBezTo>
                      <a:pt x="152" y="222"/>
                      <a:pt x="152" y="221"/>
                      <a:pt x="152" y="222"/>
                    </a:cubicBezTo>
                    <a:cubicBezTo>
                      <a:pt x="152" y="217"/>
                      <a:pt x="152" y="217"/>
                      <a:pt x="152" y="217"/>
                    </a:cubicBezTo>
                    <a:cubicBezTo>
                      <a:pt x="151" y="218"/>
                      <a:pt x="152" y="217"/>
                      <a:pt x="151" y="218"/>
                    </a:cubicBezTo>
                    <a:cubicBezTo>
                      <a:pt x="151" y="215"/>
                      <a:pt x="151" y="216"/>
                      <a:pt x="151" y="214"/>
                    </a:cubicBezTo>
                    <a:cubicBezTo>
                      <a:pt x="152" y="216"/>
                      <a:pt x="152" y="216"/>
                      <a:pt x="152" y="216"/>
                    </a:cubicBezTo>
                    <a:cubicBezTo>
                      <a:pt x="153" y="212"/>
                      <a:pt x="153" y="212"/>
                      <a:pt x="153" y="212"/>
                    </a:cubicBezTo>
                    <a:cubicBezTo>
                      <a:pt x="153" y="211"/>
                      <a:pt x="153" y="212"/>
                      <a:pt x="153" y="211"/>
                    </a:cubicBezTo>
                    <a:cubicBezTo>
                      <a:pt x="154" y="202"/>
                      <a:pt x="153" y="193"/>
                      <a:pt x="153" y="193"/>
                    </a:cubicBezTo>
                    <a:cubicBezTo>
                      <a:pt x="153" y="191"/>
                      <a:pt x="154" y="193"/>
                      <a:pt x="153" y="187"/>
                    </a:cubicBezTo>
                    <a:cubicBezTo>
                      <a:pt x="153" y="187"/>
                      <a:pt x="153" y="187"/>
                      <a:pt x="153" y="187"/>
                    </a:cubicBezTo>
                    <a:cubicBezTo>
                      <a:pt x="153" y="187"/>
                      <a:pt x="153" y="186"/>
                      <a:pt x="153" y="186"/>
                    </a:cubicBezTo>
                    <a:cubicBezTo>
                      <a:pt x="153" y="186"/>
                      <a:pt x="153" y="186"/>
                      <a:pt x="153" y="186"/>
                    </a:cubicBezTo>
                    <a:cubicBezTo>
                      <a:pt x="153" y="184"/>
                      <a:pt x="153" y="184"/>
                      <a:pt x="153" y="184"/>
                    </a:cubicBezTo>
                    <a:cubicBezTo>
                      <a:pt x="152" y="182"/>
                      <a:pt x="152" y="183"/>
                      <a:pt x="152" y="183"/>
                    </a:cubicBezTo>
                    <a:cubicBezTo>
                      <a:pt x="152" y="183"/>
                      <a:pt x="152" y="183"/>
                      <a:pt x="152" y="183"/>
                    </a:cubicBezTo>
                    <a:cubicBezTo>
                      <a:pt x="151" y="181"/>
                      <a:pt x="151" y="181"/>
                      <a:pt x="151" y="181"/>
                    </a:cubicBezTo>
                    <a:cubicBezTo>
                      <a:pt x="153" y="181"/>
                      <a:pt x="153" y="181"/>
                      <a:pt x="153" y="181"/>
                    </a:cubicBezTo>
                    <a:cubicBezTo>
                      <a:pt x="152" y="178"/>
                      <a:pt x="152" y="169"/>
                      <a:pt x="153" y="165"/>
                    </a:cubicBezTo>
                    <a:cubicBezTo>
                      <a:pt x="153" y="160"/>
                      <a:pt x="152" y="161"/>
                      <a:pt x="151" y="158"/>
                    </a:cubicBezTo>
                    <a:cubicBezTo>
                      <a:pt x="151" y="157"/>
                      <a:pt x="151" y="154"/>
                      <a:pt x="151" y="152"/>
                    </a:cubicBezTo>
                    <a:cubicBezTo>
                      <a:pt x="150" y="150"/>
                      <a:pt x="150" y="150"/>
                      <a:pt x="150" y="150"/>
                    </a:cubicBezTo>
                    <a:close/>
                    <a:moveTo>
                      <a:pt x="116" y="147"/>
                    </a:moveTo>
                    <a:cubicBezTo>
                      <a:pt x="118" y="144"/>
                      <a:pt x="118" y="143"/>
                      <a:pt x="120" y="144"/>
                    </a:cubicBezTo>
                    <a:cubicBezTo>
                      <a:pt x="116" y="147"/>
                      <a:pt x="116" y="147"/>
                      <a:pt x="116" y="147"/>
                    </a:cubicBezTo>
                    <a:close/>
                    <a:moveTo>
                      <a:pt x="120" y="143"/>
                    </a:moveTo>
                    <a:cubicBezTo>
                      <a:pt x="120" y="143"/>
                      <a:pt x="121" y="143"/>
                      <a:pt x="121" y="142"/>
                    </a:cubicBezTo>
                    <a:cubicBezTo>
                      <a:pt x="121" y="142"/>
                      <a:pt x="120" y="142"/>
                      <a:pt x="120" y="143"/>
                    </a:cubicBezTo>
                    <a:close/>
                    <a:moveTo>
                      <a:pt x="124" y="138"/>
                    </a:moveTo>
                    <a:cubicBezTo>
                      <a:pt x="124" y="140"/>
                      <a:pt x="124" y="140"/>
                      <a:pt x="124" y="140"/>
                    </a:cubicBezTo>
                    <a:cubicBezTo>
                      <a:pt x="123" y="140"/>
                      <a:pt x="122" y="141"/>
                      <a:pt x="122" y="141"/>
                    </a:cubicBezTo>
                    <a:cubicBezTo>
                      <a:pt x="122" y="141"/>
                      <a:pt x="121" y="142"/>
                      <a:pt x="122" y="140"/>
                    </a:cubicBezTo>
                    <a:cubicBezTo>
                      <a:pt x="123" y="139"/>
                      <a:pt x="123" y="139"/>
                      <a:pt x="124" y="138"/>
                    </a:cubicBezTo>
                    <a:close/>
                    <a:moveTo>
                      <a:pt x="124" y="138"/>
                    </a:moveTo>
                    <a:cubicBezTo>
                      <a:pt x="125" y="138"/>
                      <a:pt x="125" y="139"/>
                      <a:pt x="124" y="137"/>
                    </a:cubicBezTo>
                    <a:cubicBezTo>
                      <a:pt x="124" y="138"/>
                      <a:pt x="124" y="137"/>
                      <a:pt x="124" y="138"/>
                    </a:cubicBezTo>
                    <a:close/>
                    <a:moveTo>
                      <a:pt x="134" y="127"/>
                    </a:moveTo>
                    <a:cubicBezTo>
                      <a:pt x="134" y="129"/>
                      <a:pt x="135" y="128"/>
                      <a:pt x="133" y="128"/>
                    </a:cubicBezTo>
                    <a:cubicBezTo>
                      <a:pt x="134" y="127"/>
                      <a:pt x="133" y="127"/>
                      <a:pt x="134" y="127"/>
                    </a:cubicBezTo>
                    <a:close/>
                    <a:moveTo>
                      <a:pt x="135" y="127"/>
                    </a:moveTo>
                    <a:cubicBezTo>
                      <a:pt x="136" y="126"/>
                      <a:pt x="136" y="126"/>
                      <a:pt x="136" y="126"/>
                    </a:cubicBezTo>
                    <a:cubicBezTo>
                      <a:pt x="136" y="126"/>
                      <a:pt x="136" y="125"/>
                      <a:pt x="136" y="125"/>
                    </a:cubicBezTo>
                    <a:cubicBezTo>
                      <a:pt x="136" y="125"/>
                      <a:pt x="137" y="125"/>
                      <a:pt x="137" y="125"/>
                    </a:cubicBezTo>
                    <a:cubicBezTo>
                      <a:pt x="139" y="122"/>
                      <a:pt x="139" y="122"/>
                      <a:pt x="139" y="122"/>
                    </a:cubicBezTo>
                    <a:cubicBezTo>
                      <a:pt x="139" y="122"/>
                      <a:pt x="139" y="122"/>
                      <a:pt x="139" y="121"/>
                    </a:cubicBezTo>
                    <a:cubicBezTo>
                      <a:pt x="136" y="122"/>
                      <a:pt x="137" y="123"/>
                      <a:pt x="136" y="124"/>
                    </a:cubicBezTo>
                    <a:cubicBezTo>
                      <a:pt x="134" y="125"/>
                      <a:pt x="134" y="125"/>
                      <a:pt x="134" y="125"/>
                    </a:cubicBezTo>
                    <a:cubicBezTo>
                      <a:pt x="134" y="126"/>
                      <a:pt x="134" y="125"/>
                      <a:pt x="134" y="127"/>
                    </a:cubicBezTo>
                    <a:cubicBezTo>
                      <a:pt x="135" y="127"/>
                      <a:pt x="135" y="127"/>
                      <a:pt x="135" y="127"/>
                    </a:cubicBezTo>
                    <a:close/>
                    <a:moveTo>
                      <a:pt x="123" y="115"/>
                    </a:moveTo>
                    <a:cubicBezTo>
                      <a:pt x="123" y="117"/>
                      <a:pt x="123" y="117"/>
                      <a:pt x="123" y="117"/>
                    </a:cubicBezTo>
                    <a:cubicBezTo>
                      <a:pt x="121" y="117"/>
                      <a:pt x="121" y="117"/>
                      <a:pt x="121" y="117"/>
                    </a:cubicBezTo>
                    <a:cubicBezTo>
                      <a:pt x="122" y="116"/>
                      <a:pt x="122" y="116"/>
                      <a:pt x="122" y="115"/>
                    </a:cubicBezTo>
                    <a:lnTo>
                      <a:pt x="123" y="115"/>
                    </a:lnTo>
                    <a:close/>
                    <a:moveTo>
                      <a:pt x="123" y="115"/>
                    </a:moveTo>
                    <a:cubicBezTo>
                      <a:pt x="124" y="115"/>
                      <a:pt x="124" y="115"/>
                      <a:pt x="124" y="115"/>
                    </a:cubicBezTo>
                    <a:cubicBezTo>
                      <a:pt x="124" y="113"/>
                      <a:pt x="124" y="114"/>
                      <a:pt x="123" y="114"/>
                    </a:cubicBezTo>
                    <a:cubicBezTo>
                      <a:pt x="123" y="115"/>
                      <a:pt x="123" y="115"/>
                      <a:pt x="123" y="115"/>
                    </a:cubicBezTo>
                    <a:close/>
                    <a:moveTo>
                      <a:pt x="155" y="101"/>
                    </a:moveTo>
                    <a:cubicBezTo>
                      <a:pt x="155" y="100"/>
                      <a:pt x="155" y="100"/>
                      <a:pt x="155" y="100"/>
                    </a:cubicBezTo>
                    <a:cubicBezTo>
                      <a:pt x="158" y="99"/>
                      <a:pt x="155" y="99"/>
                      <a:pt x="156" y="100"/>
                    </a:cubicBezTo>
                    <a:cubicBezTo>
                      <a:pt x="156" y="101"/>
                      <a:pt x="157" y="101"/>
                      <a:pt x="155" y="101"/>
                    </a:cubicBezTo>
                    <a:close/>
                    <a:moveTo>
                      <a:pt x="161" y="96"/>
                    </a:moveTo>
                    <a:cubicBezTo>
                      <a:pt x="160" y="97"/>
                      <a:pt x="160" y="97"/>
                      <a:pt x="160" y="97"/>
                    </a:cubicBezTo>
                    <a:cubicBezTo>
                      <a:pt x="160" y="95"/>
                      <a:pt x="160" y="95"/>
                      <a:pt x="160" y="95"/>
                    </a:cubicBezTo>
                    <a:cubicBezTo>
                      <a:pt x="161" y="96"/>
                      <a:pt x="161" y="96"/>
                      <a:pt x="161" y="96"/>
                    </a:cubicBezTo>
                    <a:close/>
                    <a:moveTo>
                      <a:pt x="65" y="97"/>
                    </a:moveTo>
                    <a:cubicBezTo>
                      <a:pt x="65" y="97"/>
                      <a:pt x="65" y="97"/>
                      <a:pt x="66" y="97"/>
                    </a:cubicBezTo>
                    <a:cubicBezTo>
                      <a:pt x="67" y="96"/>
                      <a:pt x="67" y="96"/>
                      <a:pt x="67" y="96"/>
                    </a:cubicBezTo>
                    <a:cubicBezTo>
                      <a:pt x="68" y="96"/>
                      <a:pt x="66" y="96"/>
                      <a:pt x="68" y="96"/>
                    </a:cubicBezTo>
                    <a:cubicBezTo>
                      <a:pt x="66" y="98"/>
                      <a:pt x="66" y="98"/>
                      <a:pt x="65" y="97"/>
                    </a:cubicBezTo>
                    <a:close/>
                    <a:moveTo>
                      <a:pt x="72" y="95"/>
                    </a:moveTo>
                    <a:cubicBezTo>
                      <a:pt x="72" y="94"/>
                      <a:pt x="73" y="96"/>
                      <a:pt x="72" y="95"/>
                    </a:cubicBezTo>
                    <a:close/>
                    <a:moveTo>
                      <a:pt x="161" y="96"/>
                    </a:moveTo>
                    <a:cubicBezTo>
                      <a:pt x="161" y="95"/>
                      <a:pt x="161" y="97"/>
                      <a:pt x="162" y="95"/>
                    </a:cubicBezTo>
                    <a:cubicBezTo>
                      <a:pt x="163" y="93"/>
                      <a:pt x="162" y="94"/>
                      <a:pt x="162" y="94"/>
                    </a:cubicBezTo>
                    <a:cubicBezTo>
                      <a:pt x="160" y="95"/>
                      <a:pt x="161" y="92"/>
                      <a:pt x="161" y="96"/>
                    </a:cubicBezTo>
                    <a:close/>
                    <a:moveTo>
                      <a:pt x="88" y="89"/>
                    </a:moveTo>
                    <a:cubicBezTo>
                      <a:pt x="86" y="88"/>
                      <a:pt x="87" y="89"/>
                      <a:pt x="87" y="88"/>
                    </a:cubicBezTo>
                    <a:cubicBezTo>
                      <a:pt x="86" y="88"/>
                      <a:pt x="87" y="89"/>
                      <a:pt x="86" y="88"/>
                    </a:cubicBezTo>
                    <a:cubicBezTo>
                      <a:pt x="88" y="88"/>
                      <a:pt x="88" y="88"/>
                      <a:pt x="88" y="88"/>
                    </a:cubicBezTo>
                    <a:cubicBezTo>
                      <a:pt x="88" y="89"/>
                      <a:pt x="88" y="89"/>
                      <a:pt x="88" y="89"/>
                    </a:cubicBezTo>
                    <a:close/>
                    <a:moveTo>
                      <a:pt x="176" y="84"/>
                    </a:moveTo>
                    <a:cubicBezTo>
                      <a:pt x="176" y="83"/>
                      <a:pt x="176" y="84"/>
                      <a:pt x="176" y="84"/>
                    </a:cubicBezTo>
                    <a:cubicBezTo>
                      <a:pt x="177" y="83"/>
                      <a:pt x="177" y="83"/>
                      <a:pt x="177" y="83"/>
                    </a:cubicBezTo>
                    <a:cubicBezTo>
                      <a:pt x="177" y="85"/>
                      <a:pt x="177" y="84"/>
                      <a:pt x="176" y="86"/>
                    </a:cubicBezTo>
                    <a:cubicBezTo>
                      <a:pt x="176" y="85"/>
                      <a:pt x="176" y="86"/>
                      <a:pt x="176" y="84"/>
                    </a:cubicBezTo>
                    <a:close/>
                    <a:moveTo>
                      <a:pt x="95" y="83"/>
                    </a:moveTo>
                    <a:cubicBezTo>
                      <a:pt x="96" y="82"/>
                      <a:pt x="96" y="83"/>
                      <a:pt x="96" y="83"/>
                    </a:cubicBezTo>
                    <a:cubicBezTo>
                      <a:pt x="95" y="83"/>
                      <a:pt x="95" y="83"/>
                      <a:pt x="95" y="83"/>
                    </a:cubicBezTo>
                    <a:close/>
                    <a:moveTo>
                      <a:pt x="132" y="83"/>
                    </a:moveTo>
                    <a:cubicBezTo>
                      <a:pt x="134" y="82"/>
                      <a:pt x="133" y="83"/>
                      <a:pt x="134" y="82"/>
                    </a:cubicBezTo>
                    <a:cubicBezTo>
                      <a:pt x="136" y="82"/>
                      <a:pt x="136" y="82"/>
                      <a:pt x="136" y="82"/>
                    </a:cubicBezTo>
                    <a:cubicBezTo>
                      <a:pt x="134" y="84"/>
                      <a:pt x="134" y="84"/>
                      <a:pt x="134" y="84"/>
                    </a:cubicBezTo>
                    <a:cubicBezTo>
                      <a:pt x="134" y="85"/>
                      <a:pt x="134" y="84"/>
                      <a:pt x="132" y="87"/>
                    </a:cubicBezTo>
                    <a:cubicBezTo>
                      <a:pt x="131" y="86"/>
                      <a:pt x="131" y="86"/>
                      <a:pt x="131" y="86"/>
                    </a:cubicBezTo>
                    <a:cubicBezTo>
                      <a:pt x="131" y="86"/>
                      <a:pt x="132" y="87"/>
                      <a:pt x="131" y="85"/>
                    </a:cubicBezTo>
                    <a:cubicBezTo>
                      <a:pt x="131" y="83"/>
                      <a:pt x="131" y="84"/>
                      <a:pt x="131" y="84"/>
                    </a:cubicBezTo>
                    <a:cubicBezTo>
                      <a:pt x="132" y="83"/>
                      <a:pt x="132" y="83"/>
                      <a:pt x="132" y="83"/>
                    </a:cubicBezTo>
                    <a:close/>
                    <a:moveTo>
                      <a:pt x="142" y="77"/>
                    </a:moveTo>
                    <a:cubicBezTo>
                      <a:pt x="141" y="76"/>
                      <a:pt x="142" y="77"/>
                      <a:pt x="142" y="77"/>
                    </a:cubicBezTo>
                    <a:cubicBezTo>
                      <a:pt x="142" y="78"/>
                      <a:pt x="142" y="77"/>
                      <a:pt x="142" y="77"/>
                    </a:cubicBezTo>
                    <a:close/>
                    <a:moveTo>
                      <a:pt x="130" y="96"/>
                    </a:moveTo>
                    <a:cubicBezTo>
                      <a:pt x="127" y="95"/>
                      <a:pt x="130" y="97"/>
                      <a:pt x="126" y="98"/>
                    </a:cubicBezTo>
                    <a:cubicBezTo>
                      <a:pt x="126" y="100"/>
                      <a:pt x="126" y="100"/>
                      <a:pt x="126" y="100"/>
                    </a:cubicBezTo>
                    <a:cubicBezTo>
                      <a:pt x="125" y="101"/>
                      <a:pt x="125" y="101"/>
                      <a:pt x="125" y="103"/>
                    </a:cubicBezTo>
                    <a:cubicBezTo>
                      <a:pt x="122" y="102"/>
                      <a:pt x="122" y="107"/>
                      <a:pt x="119" y="110"/>
                    </a:cubicBezTo>
                    <a:cubicBezTo>
                      <a:pt x="119" y="112"/>
                      <a:pt x="119" y="112"/>
                      <a:pt x="119" y="112"/>
                    </a:cubicBezTo>
                    <a:cubicBezTo>
                      <a:pt x="121" y="111"/>
                      <a:pt x="119" y="113"/>
                      <a:pt x="121" y="111"/>
                    </a:cubicBezTo>
                    <a:cubicBezTo>
                      <a:pt x="123" y="109"/>
                      <a:pt x="122" y="109"/>
                      <a:pt x="124" y="109"/>
                    </a:cubicBezTo>
                    <a:cubicBezTo>
                      <a:pt x="124" y="106"/>
                      <a:pt x="125" y="105"/>
                      <a:pt x="125" y="102"/>
                    </a:cubicBezTo>
                    <a:cubicBezTo>
                      <a:pt x="128" y="101"/>
                      <a:pt x="127" y="102"/>
                      <a:pt x="127" y="100"/>
                    </a:cubicBezTo>
                    <a:cubicBezTo>
                      <a:pt x="131" y="99"/>
                      <a:pt x="130" y="96"/>
                      <a:pt x="134" y="94"/>
                    </a:cubicBezTo>
                    <a:cubicBezTo>
                      <a:pt x="135" y="93"/>
                      <a:pt x="135" y="93"/>
                      <a:pt x="135" y="93"/>
                    </a:cubicBezTo>
                    <a:cubicBezTo>
                      <a:pt x="137" y="92"/>
                      <a:pt x="136" y="94"/>
                      <a:pt x="137" y="93"/>
                    </a:cubicBezTo>
                    <a:cubicBezTo>
                      <a:pt x="140" y="91"/>
                      <a:pt x="137" y="90"/>
                      <a:pt x="140" y="89"/>
                    </a:cubicBezTo>
                    <a:cubicBezTo>
                      <a:pt x="140" y="88"/>
                      <a:pt x="140" y="88"/>
                      <a:pt x="140" y="88"/>
                    </a:cubicBezTo>
                    <a:cubicBezTo>
                      <a:pt x="141" y="88"/>
                      <a:pt x="141" y="88"/>
                      <a:pt x="141" y="89"/>
                    </a:cubicBezTo>
                    <a:cubicBezTo>
                      <a:pt x="141" y="88"/>
                      <a:pt x="141" y="88"/>
                      <a:pt x="142" y="87"/>
                    </a:cubicBezTo>
                    <a:cubicBezTo>
                      <a:pt x="143" y="84"/>
                      <a:pt x="145" y="85"/>
                      <a:pt x="146" y="81"/>
                    </a:cubicBezTo>
                    <a:cubicBezTo>
                      <a:pt x="150" y="81"/>
                      <a:pt x="150" y="77"/>
                      <a:pt x="153" y="76"/>
                    </a:cubicBezTo>
                    <a:cubicBezTo>
                      <a:pt x="152" y="75"/>
                      <a:pt x="152" y="75"/>
                      <a:pt x="152" y="75"/>
                    </a:cubicBezTo>
                    <a:cubicBezTo>
                      <a:pt x="151" y="77"/>
                      <a:pt x="151" y="76"/>
                      <a:pt x="148" y="78"/>
                    </a:cubicBezTo>
                    <a:cubicBezTo>
                      <a:pt x="146" y="80"/>
                      <a:pt x="147" y="79"/>
                      <a:pt x="145" y="80"/>
                    </a:cubicBezTo>
                    <a:cubicBezTo>
                      <a:pt x="140" y="85"/>
                      <a:pt x="140" y="85"/>
                      <a:pt x="140" y="85"/>
                    </a:cubicBezTo>
                    <a:cubicBezTo>
                      <a:pt x="138" y="86"/>
                      <a:pt x="139" y="85"/>
                      <a:pt x="137" y="88"/>
                    </a:cubicBezTo>
                    <a:cubicBezTo>
                      <a:pt x="133" y="92"/>
                      <a:pt x="134" y="89"/>
                      <a:pt x="133" y="91"/>
                    </a:cubicBezTo>
                    <a:cubicBezTo>
                      <a:pt x="131" y="94"/>
                      <a:pt x="131" y="94"/>
                      <a:pt x="131" y="94"/>
                    </a:cubicBezTo>
                    <a:cubicBezTo>
                      <a:pt x="130" y="94"/>
                      <a:pt x="130" y="94"/>
                      <a:pt x="130" y="95"/>
                    </a:cubicBezTo>
                    <a:cubicBezTo>
                      <a:pt x="130" y="95"/>
                      <a:pt x="130" y="94"/>
                      <a:pt x="130" y="96"/>
                    </a:cubicBezTo>
                    <a:close/>
                    <a:moveTo>
                      <a:pt x="118" y="72"/>
                    </a:moveTo>
                    <a:cubicBezTo>
                      <a:pt x="118" y="71"/>
                      <a:pt x="119" y="69"/>
                      <a:pt x="121" y="71"/>
                    </a:cubicBezTo>
                    <a:cubicBezTo>
                      <a:pt x="120" y="71"/>
                      <a:pt x="119" y="71"/>
                      <a:pt x="119" y="71"/>
                    </a:cubicBezTo>
                    <a:cubicBezTo>
                      <a:pt x="119" y="72"/>
                      <a:pt x="119" y="72"/>
                      <a:pt x="118" y="72"/>
                    </a:cubicBezTo>
                    <a:close/>
                    <a:moveTo>
                      <a:pt x="112" y="151"/>
                    </a:moveTo>
                    <a:cubicBezTo>
                      <a:pt x="114" y="151"/>
                      <a:pt x="114" y="151"/>
                      <a:pt x="114" y="151"/>
                    </a:cubicBezTo>
                    <a:cubicBezTo>
                      <a:pt x="115" y="150"/>
                      <a:pt x="114" y="151"/>
                      <a:pt x="115" y="149"/>
                    </a:cubicBezTo>
                    <a:cubicBezTo>
                      <a:pt x="120" y="146"/>
                      <a:pt x="120" y="146"/>
                      <a:pt x="120" y="146"/>
                    </a:cubicBezTo>
                    <a:cubicBezTo>
                      <a:pt x="120" y="146"/>
                      <a:pt x="119" y="146"/>
                      <a:pt x="121" y="145"/>
                    </a:cubicBezTo>
                    <a:cubicBezTo>
                      <a:pt x="121" y="145"/>
                      <a:pt x="121" y="145"/>
                      <a:pt x="121" y="145"/>
                    </a:cubicBezTo>
                    <a:cubicBezTo>
                      <a:pt x="124" y="141"/>
                      <a:pt x="124" y="141"/>
                      <a:pt x="124" y="141"/>
                    </a:cubicBezTo>
                    <a:cubicBezTo>
                      <a:pt x="124" y="141"/>
                      <a:pt x="124" y="141"/>
                      <a:pt x="124" y="141"/>
                    </a:cubicBezTo>
                    <a:cubicBezTo>
                      <a:pt x="125" y="141"/>
                      <a:pt x="125" y="141"/>
                      <a:pt x="125" y="141"/>
                    </a:cubicBezTo>
                    <a:cubicBezTo>
                      <a:pt x="125" y="141"/>
                      <a:pt x="125" y="141"/>
                      <a:pt x="125" y="140"/>
                    </a:cubicBezTo>
                    <a:cubicBezTo>
                      <a:pt x="128" y="138"/>
                      <a:pt x="128" y="138"/>
                      <a:pt x="128" y="138"/>
                    </a:cubicBezTo>
                    <a:cubicBezTo>
                      <a:pt x="129" y="136"/>
                      <a:pt x="129" y="137"/>
                      <a:pt x="129" y="135"/>
                    </a:cubicBezTo>
                    <a:cubicBezTo>
                      <a:pt x="129" y="134"/>
                      <a:pt x="130" y="134"/>
                      <a:pt x="131" y="133"/>
                    </a:cubicBezTo>
                    <a:cubicBezTo>
                      <a:pt x="133" y="131"/>
                      <a:pt x="133" y="131"/>
                      <a:pt x="133" y="131"/>
                    </a:cubicBezTo>
                    <a:cubicBezTo>
                      <a:pt x="132" y="130"/>
                      <a:pt x="132" y="131"/>
                      <a:pt x="132" y="128"/>
                    </a:cubicBezTo>
                    <a:cubicBezTo>
                      <a:pt x="133" y="129"/>
                      <a:pt x="133" y="129"/>
                      <a:pt x="134" y="130"/>
                    </a:cubicBezTo>
                    <a:cubicBezTo>
                      <a:pt x="136" y="128"/>
                      <a:pt x="134" y="129"/>
                      <a:pt x="136" y="128"/>
                    </a:cubicBezTo>
                    <a:cubicBezTo>
                      <a:pt x="135" y="127"/>
                      <a:pt x="135" y="127"/>
                      <a:pt x="135" y="127"/>
                    </a:cubicBezTo>
                    <a:cubicBezTo>
                      <a:pt x="137" y="127"/>
                      <a:pt x="136" y="128"/>
                      <a:pt x="138" y="127"/>
                    </a:cubicBezTo>
                    <a:cubicBezTo>
                      <a:pt x="142" y="123"/>
                      <a:pt x="138" y="125"/>
                      <a:pt x="140" y="122"/>
                    </a:cubicBezTo>
                    <a:cubicBezTo>
                      <a:pt x="140" y="122"/>
                      <a:pt x="140" y="122"/>
                      <a:pt x="140" y="122"/>
                    </a:cubicBezTo>
                    <a:cubicBezTo>
                      <a:pt x="139" y="121"/>
                      <a:pt x="139" y="121"/>
                      <a:pt x="139" y="121"/>
                    </a:cubicBezTo>
                    <a:cubicBezTo>
                      <a:pt x="139" y="121"/>
                      <a:pt x="139" y="121"/>
                      <a:pt x="139" y="121"/>
                    </a:cubicBezTo>
                    <a:cubicBezTo>
                      <a:pt x="139" y="118"/>
                      <a:pt x="139" y="122"/>
                      <a:pt x="140" y="118"/>
                    </a:cubicBezTo>
                    <a:cubicBezTo>
                      <a:pt x="140" y="119"/>
                      <a:pt x="140" y="119"/>
                      <a:pt x="140" y="119"/>
                    </a:cubicBezTo>
                    <a:cubicBezTo>
                      <a:pt x="141" y="117"/>
                      <a:pt x="141" y="118"/>
                      <a:pt x="143" y="116"/>
                    </a:cubicBezTo>
                    <a:cubicBezTo>
                      <a:pt x="145" y="113"/>
                      <a:pt x="143" y="114"/>
                      <a:pt x="143" y="114"/>
                    </a:cubicBezTo>
                    <a:cubicBezTo>
                      <a:pt x="142" y="116"/>
                      <a:pt x="142" y="116"/>
                      <a:pt x="142" y="116"/>
                    </a:cubicBezTo>
                    <a:cubicBezTo>
                      <a:pt x="142" y="116"/>
                      <a:pt x="141" y="115"/>
                      <a:pt x="141" y="114"/>
                    </a:cubicBezTo>
                    <a:cubicBezTo>
                      <a:pt x="142" y="113"/>
                      <a:pt x="141" y="113"/>
                      <a:pt x="143" y="113"/>
                    </a:cubicBezTo>
                    <a:cubicBezTo>
                      <a:pt x="142" y="113"/>
                      <a:pt x="141" y="111"/>
                      <a:pt x="145" y="110"/>
                    </a:cubicBezTo>
                    <a:cubicBezTo>
                      <a:pt x="146" y="111"/>
                      <a:pt x="146" y="111"/>
                      <a:pt x="145" y="112"/>
                    </a:cubicBezTo>
                    <a:cubicBezTo>
                      <a:pt x="146" y="113"/>
                      <a:pt x="146" y="113"/>
                      <a:pt x="146" y="113"/>
                    </a:cubicBezTo>
                    <a:cubicBezTo>
                      <a:pt x="146" y="111"/>
                      <a:pt x="147" y="112"/>
                      <a:pt x="148" y="110"/>
                    </a:cubicBezTo>
                    <a:cubicBezTo>
                      <a:pt x="146" y="110"/>
                      <a:pt x="147" y="111"/>
                      <a:pt x="145" y="110"/>
                    </a:cubicBezTo>
                    <a:cubicBezTo>
                      <a:pt x="145" y="107"/>
                      <a:pt x="150" y="106"/>
                      <a:pt x="152" y="102"/>
                    </a:cubicBezTo>
                    <a:cubicBezTo>
                      <a:pt x="152" y="101"/>
                      <a:pt x="152" y="102"/>
                      <a:pt x="152" y="101"/>
                    </a:cubicBezTo>
                    <a:cubicBezTo>
                      <a:pt x="155" y="101"/>
                      <a:pt x="155" y="101"/>
                      <a:pt x="155" y="101"/>
                    </a:cubicBezTo>
                    <a:cubicBezTo>
                      <a:pt x="155" y="102"/>
                      <a:pt x="155" y="102"/>
                      <a:pt x="155" y="102"/>
                    </a:cubicBezTo>
                    <a:cubicBezTo>
                      <a:pt x="154" y="102"/>
                      <a:pt x="154" y="102"/>
                      <a:pt x="154" y="102"/>
                    </a:cubicBezTo>
                    <a:cubicBezTo>
                      <a:pt x="154" y="103"/>
                      <a:pt x="154" y="103"/>
                      <a:pt x="154" y="103"/>
                    </a:cubicBezTo>
                    <a:cubicBezTo>
                      <a:pt x="156" y="103"/>
                      <a:pt x="156" y="103"/>
                      <a:pt x="156" y="103"/>
                    </a:cubicBezTo>
                    <a:cubicBezTo>
                      <a:pt x="157" y="100"/>
                      <a:pt x="157" y="101"/>
                      <a:pt x="159" y="99"/>
                    </a:cubicBezTo>
                    <a:cubicBezTo>
                      <a:pt x="163" y="96"/>
                      <a:pt x="163" y="96"/>
                      <a:pt x="163" y="96"/>
                    </a:cubicBezTo>
                    <a:cubicBezTo>
                      <a:pt x="164" y="95"/>
                      <a:pt x="163" y="96"/>
                      <a:pt x="165" y="94"/>
                    </a:cubicBezTo>
                    <a:cubicBezTo>
                      <a:pt x="166" y="93"/>
                      <a:pt x="168" y="91"/>
                      <a:pt x="170" y="90"/>
                    </a:cubicBezTo>
                    <a:cubicBezTo>
                      <a:pt x="170" y="91"/>
                      <a:pt x="168" y="93"/>
                      <a:pt x="167" y="94"/>
                    </a:cubicBezTo>
                    <a:cubicBezTo>
                      <a:pt x="166" y="95"/>
                      <a:pt x="166" y="95"/>
                      <a:pt x="166" y="95"/>
                    </a:cubicBezTo>
                    <a:cubicBezTo>
                      <a:pt x="168" y="96"/>
                      <a:pt x="168" y="96"/>
                      <a:pt x="168" y="96"/>
                    </a:cubicBezTo>
                    <a:cubicBezTo>
                      <a:pt x="168" y="95"/>
                      <a:pt x="168" y="95"/>
                      <a:pt x="169" y="94"/>
                    </a:cubicBezTo>
                    <a:cubicBezTo>
                      <a:pt x="178" y="87"/>
                      <a:pt x="178" y="87"/>
                      <a:pt x="178" y="87"/>
                    </a:cubicBezTo>
                    <a:cubicBezTo>
                      <a:pt x="179" y="85"/>
                      <a:pt x="180" y="85"/>
                      <a:pt x="180" y="82"/>
                    </a:cubicBezTo>
                    <a:cubicBezTo>
                      <a:pt x="182" y="80"/>
                      <a:pt x="182" y="80"/>
                      <a:pt x="182" y="80"/>
                    </a:cubicBezTo>
                    <a:cubicBezTo>
                      <a:pt x="181" y="79"/>
                      <a:pt x="181" y="79"/>
                      <a:pt x="180" y="79"/>
                    </a:cubicBezTo>
                    <a:cubicBezTo>
                      <a:pt x="180" y="81"/>
                      <a:pt x="180" y="81"/>
                      <a:pt x="180" y="81"/>
                    </a:cubicBezTo>
                    <a:cubicBezTo>
                      <a:pt x="178" y="81"/>
                      <a:pt x="178" y="81"/>
                      <a:pt x="178" y="81"/>
                    </a:cubicBezTo>
                    <a:cubicBezTo>
                      <a:pt x="179" y="79"/>
                      <a:pt x="180" y="76"/>
                      <a:pt x="179" y="73"/>
                    </a:cubicBezTo>
                    <a:cubicBezTo>
                      <a:pt x="178" y="71"/>
                      <a:pt x="178" y="71"/>
                      <a:pt x="178" y="71"/>
                    </a:cubicBezTo>
                    <a:cubicBezTo>
                      <a:pt x="176" y="68"/>
                      <a:pt x="173" y="69"/>
                      <a:pt x="173" y="64"/>
                    </a:cubicBezTo>
                    <a:cubicBezTo>
                      <a:pt x="173" y="64"/>
                      <a:pt x="173" y="62"/>
                      <a:pt x="173" y="61"/>
                    </a:cubicBezTo>
                    <a:cubicBezTo>
                      <a:pt x="171" y="61"/>
                      <a:pt x="172" y="61"/>
                      <a:pt x="170" y="60"/>
                    </a:cubicBezTo>
                    <a:cubicBezTo>
                      <a:pt x="169" y="60"/>
                      <a:pt x="171" y="60"/>
                      <a:pt x="169" y="60"/>
                    </a:cubicBezTo>
                    <a:cubicBezTo>
                      <a:pt x="168" y="60"/>
                      <a:pt x="165" y="63"/>
                      <a:pt x="163" y="64"/>
                    </a:cubicBezTo>
                    <a:cubicBezTo>
                      <a:pt x="157" y="63"/>
                      <a:pt x="157" y="63"/>
                      <a:pt x="157" y="63"/>
                    </a:cubicBezTo>
                    <a:cubicBezTo>
                      <a:pt x="157" y="61"/>
                      <a:pt x="155" y="63"/>
                      <a:pt x="154" y="63"/>
                    </a:cubicBezTo>
                    <a:cubicBezTo>
                      <a:pt x="146" y="67"/>
                      <a:pt x="146" y="67"/>
                      <a:pt x="146" y="67"/>
                    </a:cubicBezTo>
                    <a:cubicBezTo>
                      <a:pt x="145" y="68"/>
                      <a:pt x="146" y="67"/>
                      <a:pt x="145" y="68"/>
                    </a:cubicBezTo>
                    <a:cubicBezTo>
                      <a:pt x="142" y="69"/>
                      <a:pt x="142" y="69"/>
                      <a:pt x="142" y="69"/>
                    </a:cubicBezTo>
                    <a:cubicBezTo>
                      <a:pt x="141" y="70"/>
                      <a:pt x="140" y="70"/>
                      <a:pt x="139" y="72"/>
                    </a:cubicBezTo>
                    <a:cubicBezTo>
                      <a:pt x="138" y="72"/>
                      <a:pt x="138" y="72"/>
                      <a:pt x="138" y="72"/>
                    </a:cubicBezTo>
                    <a:cubicBezTo>
                      <a:pt x="138" y="72"/>
                      <a:pt x="138" y="73"/>
                      <a:pt x="138" y="73"/>
                    </a:cubicBezTo>
                    <a:cubicBezTo>
                      <a:pt x="138" y="73"/>
                      <a:pt x="138" y="73"/>
                      <a:pt x="138" y="74"/>
                    </a:cubicBezTo>
                    <a:cubicBezTo>
                      <a:pt x="138" y="72"/>
                      <a:pt x="139" y="72"/>
                      <a:pt x="137" y="73"/>
                    </a:cubicBezTo>
                    <a:cubicBezTo>
                      <a:pt x="135" y="74"/>
                      <a:pt x="137" y="73"/>
                      <a:pt x="135" y="74"/>
                    </a:cubicBezTo>
                    <a:cubicBezTo>
                      <a:pt x="136" y="75"/>
                      <a:pt x="136" y="74"/>
                      <a:pt x="136" y="76"/>
                    </a:cubicBezTo>
                    <a:cubicBezTo>
                      <a:pt x="135" y="75"/>
                      <a:pt x="136" y="76"/>
                      <a:pt x="135" y="75"/>
                    </a:cubicBezTo>
                    <a:cubicBezTo>
                      <a:pt x="134" y="75"/>
                      <a:pt x="134" y="75"/>
                      <a:pt x="134" y="75"/>
                    </a:cubicBezTo>
                    <a:cubicBezTo>
                      <a:pt x="133" y="78"/>
                      <a:pt x="134" y="74"/>
                      <a:pt x="132" y="77"/>
                    </a:cubicBezTo>
                    <a:cubicBezTo>
                      <a:pt x="128" y="82"/>
                      <a:pt x="128" y="82"/>
                      <a:pt x="128" y="82"/>
                    </a:cubicBezTo>
                    <a:cubicBezTo>
                      <a:pt x="128" y="80"/>
                      <a:pt x="128" y="80"/>
                      <a:pt x="128" y="80"/>
                    </a:cubicBezTo>
                    <a:cubicBezTo>
                      <a:pt x="126" y="82"/>
                      <a:pt x="125" y="82"/>
                      <a:pt x="125" y="85"/>
                    </a:cubicBezTo>
                    <a:cubicBezTo>
                      <a:pt x="124" y="84"/>
                      <a:pt x="124" y="84"/>
                      <a:pt x="124" y="84"/>
                    </a:cubicBezTo>
                    <a:cubicBezTo>
                      <a:pt x="111" y="100"/>
                      <a:pt x="111" y="100"/>
                      <a:pt x="111" y="100"/>
                    </a:cubicBezTo>
                    <a:cubicBezTo>
                      <a:pt x="109" y="102"/>
                      <a:pt x="109" y="103"/>
                      <a:pt x="107" y="105"/>
                    </a:cubicBezTo>
                    <a:cubicBezTo>
                      <a:pt x="107" y="106"/>
                      <a:pt x="107" y="106"/>
                      <a:pt x="108" y="106"/>
                    </a:cubicBezTo>
                    <a:cubicBezTo>
                      <a:pt x="106" y="107"/>
                      <a:pt x="106" y="108"/>
                      <a:pt x="105" y="109"/>
                    </a:cubicBezTo>
                    <a:cubicBezTo>
                      <a:pt x="105" y="110"/>
                      <a:pt x="105" y="108"/>
                      <a:pt x="105" y="111"/>
                    </a:cubicBezTo>
                    <a:cubicBezTo>
                      <a:pt x="104" y="111"/>
                      <a:pt x="104" y="111"/>
                      <a:pt x="104" y="111"/>
                    </a:cubicBezTo>
                    <a:cubicBezTo>
                      <a:pt x="103" y="112"/>
                      <a:pt x="104" y="113"/>
                      <a:pt x="103" y="115"/>
                    </a:cubicBezTo>
                    <a:cubicBezTo>
                      <a:pt x="102" y="116"/>
                      <a:pt x="102" y="116"/>
                      <a:pt x="102" y="117"/>
                    </a:cubicBezTo>
                    <a:cubicBezTo>
                      <a:pt x="102" y="118"/>
                      <a:pt x="101" y="119"/>
                      <a:pt x="101" y="119"/>
                    </a:cubicBezTo>
                    <a:cubicBezTo>
                      <a:pt x="100" y="120"/>
                      <a:pt x="101" y="120"/>
                      <a:pt x="99" y="120"/>
                    </a:cubicBezTo>
                    <a:cubicBezTo>
                      <a:pt x="99" y="122"/>
                      <a:pt x="99" y="122"/>
                      <a:pt x="99" y="122"/>
                    </a:cubicBezTo>
                    <a:cubicBezTo>
                      <a:pt x="99" y="122"/>
                      <a:pt x="98" y="124"/>
                      <a:pt x="98" y="124"/>
                    </a:cubicBezTo>
                    <a:cubicBezTo>
                      <a:pt x="95" y="134"/>
                      <a:pt x="95" y="134"/>
                      <a:pt x="95" y="134"/>
                    </a:cubicBezTo>
                    <a:cubicBezTo>
                      <a:pt x="94" y="135"/>
                      <a:pt x="95" y="134"/>
                      <a:pt x="94" y="136"/>
                    </a:cubicBezTo>
                    <a:cubicBezTo>
                      <a:pt x="88" y="142"/>
                      <a:pt x="88" y="142"/>
                      <a:pt x="88" y="142"/>
                    </a:cubicBezTo>
                    <a:cubicBezTo>
                      <a:pt x="86" y="145"/>
                      <a:pt x="82" y="148"/>
                      <a:pt x="81" y="151"/>
                    </a:cubicBezTo>
                    <a:cubicBezTo>
                      <a:pt x="80" y="153"/>
                      <a:pt x="80" y="153"/>
                      <a:pt x="80" y="153"/>
                    </a:cubicBezTo>
                    <a:cubicBezTo>
                      <a:pt x="79" y="154"/>
                      <a:pt x="78" y="155"/>
                      <a:pt x="76" y="155"/>
                    </a:cubicBezTo>
                    <a:cubicBezTo>
                      <a:pt x="77" y="156"/>
                      <a:pt x="77" y="155"/>
                      <a:pt x="77" y="156"/>
                    </a:cubicBezTo>
                    <a:cubicBezTo>
                      <a:pt x="75" y="156"/>
                      <a:pt x="75" y="156"/>
                      <a:pt x="75" y="156"/>
                    </a:cubicBezTo>
                    <a:cubicBezTo>
                      <a:pt x="75" y="154"/>
                      <a:pt x="75" y="153"/>
                      <a:pt x="75" y="151"/>
                    </a:cubicBezTo>
                    <a:cubicBezTo>
                      <a:pt x="75" y="148"/>
                      <a:pt x="75" y="148"/>
                      <a:pt x="75" y="148"/>
                    </a:cubicBezTo>
                    <a:cubicBezTo>
                      <a:pt x="75" y="146"/>
                      <a:pt x="76" y="142"/>
                      <a:pt x="75" y="138"/>
                    </a:cubicBezTo>
                    <a:cubicBezTo>
                      <a:pt x="75" y="137"/>
                      <a:pt x="75" y="137"/>
                      <a:pt x="75" y="137"/>
                    </a:cubicBezTo>
                    <a:cubicBezTo>
                      <a:pt x="75" y="134"/>
                      <a:pt x="75" y="135"/>
                      <a:pt x="75" y="133"/>
                    </a:cubicBezTo>
                    <a:cubicBezTo>
                      <a:pt x="73" y="126"/>
                      <a:pt x="73" y="127"/>
                      <a:pt x="71" y="122"/>
                    </a:cubicBezTo>
                    <a:cubicBezTo>
                      <a:pt x="69" y="119"/>
                      <a:pt x="68" y="116"/>
                      <a:pt x="66" y="113"/>
                    </a:cubicBezTo>
                    <a:cubicBezTo>
                      <a:pt x="58" y="103"/>
                      <a:pt x="58" y="103"/>
                      <a:pt x="58" y="103"/>
                    </a:cubicBezTo>
                    <a:cubicBezTo>
                      <a:pt x="59" y="102"/>
                      <a:pt x="59" y="103"/>
                      <a:pt x="59" y="101"/>
                    </a:cubicBezTo>
                    <a:cubicBezTo>
                      <a:pt x="60" y="103"/>
                      <a:pt x="62" y="101"/>
                      <a:pt x="63" y="101"/>
                    </a:cubicBezTo>
                    <a:cubicBezTo>
                      <a:pt x="66" y="100"/>
                      <a:pt x="66" y="100"/>
                      <a:pt x="66" y="100"/>
                    </a:cubicBezTo>
                    <a:cubicBezTo>
                      <a:pt x="69" y="99"/>
                      <a:pt x="71" y="97"/>
                      <a:pt x="74" y="96"/>
                    </a:cubicBezTo>
                    <a:cubicBezTo>
                      <a:pt x="78" y="95"/>
                      <a:pt x="78" y="95"/>
                      <a:pt x="78" y="95"/>
                    </a:cubicBezTo>
                    <a:cubicBezTo>
                      <a:pt x="80" y="94"/>
                      <a:pt x="78" y="95"/>
                      <a:pt x="80" y="94"/>
                    </a:cubicBezTo>
                    <a:cubicBezTo>
                      <a:pt x="82" y="93"/>
                      <a:pt x="82" y="93"/>
                      <a:pt x="82" y="93"/>
                    </a:cubicBezTo>
                    <a:cubicBezTo>
                      <a:pt x="84" y="91"/>
                      <a:pt x="88" y="91"/>
                      <a:pt x="88" y="89"/>
                    </a:cubicBezTo>
                    <a:cubicBezTo>
                      <a:pt x="90" y="89"/>
                      <a:pt x="90" y="89"/>
                      <a:pt x="93" y="87"/>
                    </a:cubicBezTo>
                    <a:cubicBezTo>
                      <a:pt x="94" y="86"/>
                      <a:pt x="95" y="86"/>
                      <a:pt x="96" y="86"/>
                    </a:cubicBezTo>
                    <a:cubicBezTo>
                      <a:pt x="96" y="85"/>
                      <a:pt x="97" y="84"/>
                      <a:pt x="98" y="83"/>
                    </a:cubicBezTo>
                    <a:cubicBezTo>
                      <a:pt x="105" y="81"/>
                      <a:pt x="101" y="81"/>
                      <a:pt x="104" y="80"/>
                    </a:cubicBezTo>
                    <a:cubicBezTo>
                      <a:pt x="105" y="79"/>
                      <a:pt x="106" y="79"/>
                      <a:pt x="108" y="79"/>
                    </a:cubicBezTo>
                    <a:cubicBezTo>
                      <a:pt x="108" y="78"/>
                      <a:pt x="108" y="78"/>
                      <a:pt x="108" y="78"/>
                    </a:cubicBezTo>
                    <a:cubicBezTo>
                      <a:pt x="110" y="77"/>
                      <a:pt x="111" y="75"/>
                      <a:pt x="113" y="75"/>
                    </a:cubicBezTo>
                    <a:cubicBezTo>
                      <a:pt x="113" y="75"/>
                      <a:pt x="115" y="75"/>
                      <a:pt x="112" y="77"/>
                    </a:cubicBezTo>
                    <a:cubicBezTo>
                      <a:pt x="111" y="78"/>
                      <a:pt x="111" y="78"/>
                      <a:pt x="110" y="78"/>
                    </a:cubicBezTo>
                    <a:cubicBezTo>
                      <a:pt x="110" y="79"/>
                      <a:pt x="112" y="80"/>
                      <a:pt x="111" y="78"/>
                    </a:cubicBezTo>
                    <a:cubicBezTo>
                      <a:pt x="113" y="78"/>
                      <a:pt x="113" y="77"/>
                      <a:pt x="114" y="77"/>
                    </a:cubicBezTo>
                    <a:cubicBezTo>
                      <a:pt x="113" y="76"/>
                      <a:pt x="113" y="75"/>
                      <a:pt x="113" y="74"/>
                    </a:cubicBezTo>
                    <a:cubicBezTo>
                      <a:pt x="114" y="74"/>
                      <a:pt x="115" y="73"/>
                      <a:pt x="116" y="72"/>
                    </a:cubicBezTo>
                    <a:cubicBezTo>
                      <a:pt x="118" y="72"/>
                      <a:pt x="118" y="72"/>
                      <a:pt x="118" y="72"/>
                    </a:cubicBezTo>
                    <a:cubicBezTo>
                      <a:pt x="117" y="74"/>
                      <a:pt x="115" y="73"/>
                      <a:pt x="114" y="76"/>
                    </a:cubicBezTo>
                    <a:cubicBezTo>
                      <a:pt x="118" y="74"/>
                      <a:pt x="118" y="74"/>
                      <a:pt x="118" y="74"/>
                    </a:cubicBezTo>
                    <a:cubicBezTo>
                      <a:pt x="121" y="74"/>
                      <a:pt x="115" y="74"/>
                      <a:pt x="118" y="74"/>
                    </a:cubicBezTo>
                    <a:cubicBezTo>
                      <a:pt x="118" y="74"/>
                      <a:pt x="119" y="75"/>
                      <a:pt x="119" y="75"/>
                    </a:cubicBezTo>
                    <a:cubicBezTo>
                      <a:pt x="120" y="73"/>
                      <a:pt x="119" y="73"/>
                      <a:pt x="122" y="71"/>
                    </a:cubicBezTo>
                    <a:cubicBezTo>
                      <a:pt x="123" y="71"/>
                      <a:pt x="123" y="71"/>
                      <a:pt x="123" y="71"/>
                    </a:cubicBezTo>
                    <a:cubicBezTo>
                      <a:pt x="123" y="71"/>
                      <a:pt x="123" y="70"/>
                      <a:pt x="123" y="70"/>
                    </a:cubicBezTo>
                    <a:cubicBezTo>
                      <a:pt x="124" y="70"/>
                      <a:pt x="122" y="70"/>
                      <a:pt x="124" y="70"/>
                    </a:cubicBezTo>
                    <a:cubicBezTo>
                      <a:pt x="124" y="69"/>
                      <a:pt x="124" y="70"/>
                      <a:pt x="126" y="70"/>
                    </a:cubicBezTo>
                    <a:cubicBezTo>
                      <a:pt x="127" y="69"/>
                      <a:pt x="127" y="69"/>
                      <a:pt x="127" y="68"/>
                    </a:cubicBezTo>
                    <a:cubicBezTo>
                      <a:pt x="129" y="67"/>
                      <a:pt x="128" y="69"/>
                      <a:pt x="130" y="67"/>
                    </a:cubicBezTo>
                    <a:cubicBezTo>
                      <a:pt x="132" y="64"/>
                      <a:pt x="132" y="64"/>
                      <a:pt x="132" y="64"/>
                    </a:cubicBezTo>
                    <a:cubicBezTo>
                      <a:pt x="136" y="62"/>
                      <a:pt x="134" y="62"/>
                      <a:pt x="137" y="60"/>
                    </a:cubicBezTo>
                    <a:cubicBezTo>
                      <a:pt x="140" y="58"/>
                      <a:pt x="136" y="62"/>
                      <a:pt x="141" y="58"/>
                    </a:cubicBezTo>
                    <a:cubicBezTo>
                      <a:pt x="144" y="55"/>
                      <a:pt x="144" y="55"/>
                      <a:pt x="144" y="55"/>
                    </a:cubicBezTo>
                    <a:cubicBezTo>
                      <a:pt x="144" y="55"/>
                      <a:pt x="144" y="55"/>
                      <a:pt x="144" y="55"/>
                    </a:cubicBezTo>
                    <a:cubicBezTo>
                      <a:pt x="145" y="55"/>
                      <a:pt x="146" y="54"/>
                      <a:pt x="147" y="54"/>
                    </a:cubicBezTo>
                    <a:cubicBezTo>
                      <a:pt x="148" y="52"/>
                      <a:pt x="148" y="52"/>
                      <a:pt x="148" y="52"/>
                    </a:cubicBezTo>
                    <a:cubicBezTo>
                      <a:pt x="149" y="52"/>
                      <a:pt x="148" y="52"/>
                      <a:pt x="149" y="52"/>
                    </a:cubicBezTo>
                    <a:cubicBezTo>
                      <a:pt x="151" y="51"/>
                      <a:pt x="162" y="44"/>
                      <a:pt x="166" y="43"/>
                    </a:cubicBezTo>
                    <a:cubicBezTo>
                      <a:pt x="165" y="42"/>
                      <a:pt x="165" y="42"/>
                      <a:pt x="165" y="42"/>
                    </a:cubicBezTo>
                    <a:cubicBezTo>
                      <a:pt x="167" y="42"/>
                      <a:pt x="169" y="39"/>
                      <a:pt x="170" y="38"/>
                    </a:cubicBezTo>
                    <a:cubicBezTo>
                      <a:pt x="171" y="37"/>
                      <a:pt x="172" y="35"/>
                      <a:pt x="173" y="35"/>
                    </a:cubicBezTo>
                    <a:cubicBezTo>
                      <a:pt x="175" y="31"/>
                      <a:pt x="173" y="31"/>
                      <a:pt x="173" y="29"/>
                    </a:cubicBezTo>
                    <a:cubicBezTo>
                      <a:pt x="172" y="25"/>
                      <a:pt x="172" y="26"/>
                      <a:pt x="172" y="23"/>
                    </a:cubicBezTo>
                    <a:cubicBezTo>
                      <a:pt x="171" y="22"/>
                      <a:pt x="172" y="23"/>
                      <a:pt x="171" y="22"/>
                    </a:cubicBezTo>
                    <a:cubicBezTo>
                      <a:pt x="171" y="19"/>
                      <a:pt x="171" y="22"/>
                      <a:pt x="170" y="20"/>
                    </a:cubicBezTo>
                    <a:cubicBezTo>
                      <a:pt x="165" y="11"/>
                      <a:pt x="165" y="11"/>
                      <a:pt x="165" y="11"/>
                    </a:cubicBezTo>
                    <a:cubicBezTo>
                      <a:pt x="165" y="11"/>
                      <a:pt x="164" y="9"/>
                      <a:pt x="163" y="8"/>
                    </a:cubicBezTo>
                    <a:cubicBezTo>
                      <a:pt x="158" y="5"/>
                      <a:pt x="158" y="5"/>
                      <a:pt x="158" y="5"/>
                    </a:cubicBezTo>
                    <a:cubicBezTo>
                      <a:pt x="156" y="3"/>
                      <a:pt x="153" y="1"/>
                      <a:pt x="150" y="1"/>
                    </a:cubicBezTo>
                    <a:cubicBezTo>
                      <a:pt x="150" y="0"/>
                      <a:pt x="150" y="0"/>
                      <a:pt x="150" y="0"/>
                    </a:cubicBezTo>
                    <a:cubicBezTo>
                      <a:pt x="136" y="0"/>
                      <a:pt x="136" y="0"/>
                      <a:pt x="136" y="0"/>
                    </a:cubicBezTo>
                    <a:cubicBezTo>
                      <a:pt x="135" y="1"/>
                      <a:pt x="134" y="2"/>
                      <a:pt x="133" y="3"/>
                    </a:cubicBezTo>
                    <a:cubicBezTo>
                      <a:pt x="132" y="5"/>
                      <a:pt x="130" y="12"/>
                      <a:pt x="132" y="16"/>
                    </a:cubicBezTo>
                    <a:cubicBezTo>
                      <a:pt x="134" y="19"/>
                      <a:pt x="134" y="19"/>
                      <a:pt x="134" y="19"/>
                    </a:cubicBezTo>
                    <a:cubicBezTo>
                      <a:pt x="134" y="21"/>
                      <a:pt x="134" y="21"/>
                      <a:pt x="134" y="21"/>
                    </a:cubicBezTo>
                    <a:cubicBezTo>
                      <a:pt x="134" y="21"/>
                      <a:pt x="134" y="21"/>
                      <a:pt x="133" y="21"/>
                    </a:cubicBezTo>
                    <a:cubicBezTo>
                      <a:pt x="121" y="39"/>
                      <a:pt x="121" y="39"/>
                      <a:pt x="121" y="39"/>
                    </a:cubicBezTo>
                    <a:cubicBezTo>
                      <a:pt x="120" y="39"/>
                      <a:pt x="120" y="39"/>
                      <a:pt x="120" y="40"/>
                    </a:cubicBezTo>
                    <a:cubicBezTo>
                      <a:pt x="119" y="40"/>
                      <a:pt x="119" y="40"/>
                      <a:pt x="119" y="40"/>
                    </a:cubicBezTo>
                    <a:cubicBezTo>
                      <a:pt x="118" y="41"/>
                      <a:pt x="119" y="41"/>
                      <a:pt x="118" y="42"/>
                    </a:cubicBezTo>
                    <a:cubicBezTo>
                      <a:pt x="115" y="42"/>
                      <a:pt x="115" y="47"/>
                      <a:pt x="111" y="47"/>
                    </a:cubicBezTo>
                    <a:cubicBezTo>
                      <a:pt x="112" y="49"/>
                      <a:pt x="112" y="47"/>
                      <a:pt x="111" y="49"/>
                    </a:cubicBezTo>
                    <a:cubicBezTo>
                      <a:pt x="103" y="56"/>
                      <a:pt x="103" y="56"/>
                      <a:pt x="103" y="56"/>
                    </a:cubicBezTo>
                    <a:cubicBezTo>
                      <a:pt x="102" y="56"/>
                      <a:pt x="102" y="56"/>
                      <a:pt x="102" y="56"/>
                    </a:cubicBezTo>
                    <a:cubicBezTo>
                      <a:pt x="102" y="56"/>
                      <a:pt x="102" y="56"/>
                      <a:pt x="102" y="56"/>
                    </a:cubicBezTo>
                    <a:cubicBezTo>
                      <a:pt x="98" y="59"/>
                      <a:pt x="98" y="59"/>
                      <a:pt x="98" y="59"/>
                    </a:cubicBezTo>
                    <a:cubicBezTo>
                      <a:pt x="97" y="60"/>
                      <a:pt x="98" y="60"/>
                      <a:pt x="97" y="61"/>
                    </a:cubicBezTo>
                    <a:cubicBezTo>
                      <a:pt x="92" y="64"/>
                      <a:pt x="92" y="64"/>
                      <a:pt x="92" y="64"/>
                    </a:cubicBezTo>
                    <a:cubicBezTo>
                      <a:pt x="91" y="65"/>
                      <a:pt x="90" y="67"/>
                      <a:pt x="88" y="67"/>
                    </a:cubicBezTo>
                    <a:cubicBezTo>
                      <a:pt x="88" y="68"/>
                      <a:pt x="88" y="68"/>
                      <a:pt x="88" y="68"/>
                    </a:cubicBezTo>
                    <a:cubicBezTo>
                      <a:pt x="85" y="69"/>
                      <a:pt x="87" y="68"/>
                      <a:pt x="86" y="69"/>
                    </a:cubicBezTo>
                    <a:cubicBezTo>
                      <a:pt x="74" y="78"/>
                      <a:pt x="74" y="78"/>
                      <a:pt x="74" y="78"/>
                    </a:cubicBezTo>
                    <a:cubicBezTo>
                      <a:pt x="73" y="79"/>
                      <a:pt x="73" y="78"/>
                      <a:pt x="73" y="80"/>
                    </a:cubicBezTo>
                    <a:cubicBezTo>
                      <a:pt x="72" y="78"/>
                      <a:pt x="73" y="79"/>
                      <a:pt x="71" y="80"/>
                    </a:cubicBezTo>
                    <a:cubicBezTo>
                      <a:pt x="49" y="94"/>
                      <a:pt x="49" y="94"/>
                      <a:pt x="49" y="94"/>
                    </a:cubicBezTo>
                    <a:cubicBezTo>
                      <a:pt x="45" y="95"/>
                      <a:pt x="45" y="96"/>
                      <a:pt x="41" y="95"/>
                    </a:cubicBezTo>
                    <a:cubicBezTo>
                      <a:pt x="36" y="93"/>
                      <a:pt x="36" y="93"/>
                      <a:pt x="36" y="93"/>
                    </a:cubicBezTo>
                    <a:cubicBezTo>
                      <a:pt x="35" y="93"/>
                      <a:pt x="34" y="93"/>
                      <a:pt x="33" y="93"/>
                    </a:cubicBezTo>
                    <a:cubicBezTo>
                      <a:pt x="27" y="92"/>
                      <a:pt x="27" y="91"/>
                      <a:pt x="21" y="93"/>
                    </a:cubicBezTo>
                    <a:cubicBezTo>
                      <a:pt x="18" y="93"/>
                      <a:pt x="21" y="93"/>
                      <a:pt x="19" y="94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3" y="96"/>
                      <a:pt x="13" y="96"/>
                      <a:pt x="13" y="97"/>
                    </a:cubicBezTo>
                    <a:cubicBezTo>
                      <a:pt x="9" y="99"/>
                      <a:pt x="9" y="99"/>
                      <a:pt x="9" y="99"/>
                    </a:cubicBezTo>
                    <a:cubicBezTo>
                      <a:pt x="8" y="99"/>
                      <a:pt x="8" y="100"/>
                      <a:pt x="7" y="100"/>
                    </a:cubicBezTo>
                    <a:cubicBezTo>
                      <a:pt x="3" y="100"/>
                      <a:pt x="3" y="100"/>
                      <a:pt x="3" y="100"/>
                    </a:cubicBezTo>
                    <a:cubicBezTo>
                      <a:pt x="4" y="101"/>
                      <a:pt x="4" y="101"/>
                      <a:pt x="5" y="101"/>
                    </a:cubicBezTo>
                    <a:cubicBezTo>
                      <a:pt x="5" y="102"/>
                      <a:pt x="5" y="101"/>
                      <a:pt x="5" y="102"/>
                    </a:cubicBezTo>
                    <a:cubicBezTo>
                      <a:pt x="0" y="106"/>
                      <a:pt x="0" y="106"/>
                      <a:pt x="0" y="106"/>
                    </a:cubicBezTo>
                    <a:cubicBezTo>
                      <a:pt x="0" y="109"/>
                      <a:pt x="1" y="109"/>
                      <a:pt x="4" y="109"/>
                    </a:cubicBezTo>
                    <a:cubicBezTo>
                      <a:pt x="4" y="108"/>
                      <a:pt x="4" y="108"/>
                      <a:pt x="4" y="108"/>
                    </a:cubicBezTo>
                    <a:cubicBezTo>
                      <a:pt x="6" y="108"/>
                      <a:pt x="9" y="108"/>
                      <a:pt x="10" y="107"/>
                    </a:cubicBezTo>
                    <a:cubicBezTo>
                      <a:pt x="11" y="107"/>
                      <a:pt x="11" y="107"/>
                      <a:pt x="11" y="107"/>
                    </a:cubicBezTo>
                    <a:cubicBezTo>
                      <a:pt x="11" y="107"/>
                      <a:pt x="11" y="107"/>
                      <a:pt x="11" y="107"/>
                    </a:cubicBezTo>
                    <a:cubicBezTo>
                      <a:pt x="11" y="107"/>
                      <a:pt x="11" y="107"/>
                      <a:pt x="12" y="107"/>
                    </a:cubicBezTo>
                    <a:cubicBezTo>
                      <a:pt x="14" y="106"/>
                      <a:pt x="13" y="107"/>
                      <a:pt x="16" y="108"/>
                    </a:cubicBezTo>
                    <a:cubicBezTo>
                      <a:pt x="16" y="108"/>
                      <a:pt x="17" y="107"/>
                      <a:pt x="17" y="107"/>
                    </a:cubicBezTo>
                    <a:cubicBezTo>
                      <a:pt x="18" y="107"/>
                      <a:pt x="17" y="107"/>
                      <a:pt x="18" y="107"/>
                    </a:cubicBezTo>
                    <a:cubicBezTo>
                      <a:pt x="23" y="107"/>
                      <a:pt x="24" y="106"/>
                      <a:pt x="28" y="108"/>
                    </a:cubicBezTo>
                    <a:cubicBezTo>
                      <a:pt x="32" y="110"/>
                      <a:pt x="33" y="108"/>
                      <a:pt x="37" y="115"/>
                    </a:cubicBezTo>
                    <a:cubicBezTo>
                      <a:pt x="39" y="117"/>
                      <a:pt x="37" y="121"/>
                      <a:pt x="39" y="124"/>
                    </a:cubicBezTo>
                    <a:cubicBezTo>
                      <a:pt x="40" y="126"/>
                      <a:pt x="40" y="124"/>
                      <a:pt x="40" y="125"/>
                    </a:cubicBezTo>
                    <a:cubicBezTo>
                      <a:pt x="41" y="128"/>
                      <a:pt x="40" y="132"/>
                      <a:pt x="40" y="133"/>
                    </a:cubicBezTo>
                    <a:cubicBezTo>
                      <a:pt x="40" y="135"/>
                      <a:pt x="40" y="134"/>
                      <a:pt x="40" y="137"/>
                    </a:cubicBezTo>
                    <a:cubicBezTo>
                      <a:pt x="40" y="138"/>
                      <a:pt x="40" y="137"/>
                      <a:pt x="40" y="139"/>
                    </a:cubicBezTo>
                    <a:cubicBezTo>
                      <a:pt x="39" y="142"/>
                      <a:pt x="40" y="146"/>
                      <a:pt x="39" y="148"/>
                    </a:cubicBezTo>
                    <a:cubicBezTo>
                      <a:pt x="39" y="150"/>
                      <a:pt x="39" y="149"/>
                      <a:pt x="39" y="151"/>
                    </a:cubicBezTo>
                    <a:cubicBezTo>
                      <a:pt x="39" y="153"/>
                      <a:pt x="39" y="154"/>
                      <a:pt x="39" y="156"/>
                    </a:cubicBezTo>
                    <a:cubicBezTo>
                      <a:pt x="38" y="157"/>
                      <a:pt x="38" y="157"/>
                      <a:pt x="38" y="159"/>
                    </a:cubicBezTo>
                    <a:cubicBezTo>
                      <a:pt x="38" y="165"/>
                      <a:pt x="38" y="162"/>
                      <a:pt x="37" y="165"/>
                    </a:cubicBezTo>
                    <a:cubicBezTo>
                      <a:pt x="34" y="186"/>
                      <a:pt x="34" y="186"/>
                      <a:pt x="34" y="186"/>
                    </a:cubicBezTo>
                    <a:cubicBezTo>
                      <a:pt x="34" y="187"/>
                      <a:pt x="35" y="187"/>
                      <a:pt x="35" y="188"/>
                    </a:cubicBezTo>
                    <a:cubicBezTo>
                      <a:pt x="35" y="188"/>
                      <a:pt x="34" y="188"/>
                      <a:pt x="34" y="188"/>
                    </a:cubicBezTo>
                    <a:cubicBezTo>
                      <a:pt x="34" y="188"/>
                      <a:pt x="34" y="188"/>
                      <a:pt x="34" y="189"/>
                    </a:cubicBezTo>
                    <a:cubicBezTo>
                      <a:pt x="34" y="190"/>
                      <a:pt x="35" y="192"/>
                      <a:pt x="33" y="193"/>
                    </a:cubicBezTo>
                    <a:cubicBezTo>
                      <a:pt x="33" y="198"/>
                      <a:pt x="33" y="198"/>
                      <a:pt x="33" y="198"/>
                    </a:cubicBezTo>
                    <a:cubicBezTo>
                      <a:pt x="33" y="199"/>
                      <a:pt x="32" y="201"/>
                      <a:pt x="32" y="203"/>
                    </a:cubicBezTo>
                    <a:cubicBezTo>
                      <a:pt x="31" y="203"/>
                      <a:pt x="32" y="202"/>
                      <a:pt x="32" y="204"/>
                    </a:cubicBezTo>
                    <a:cubicBezTo>
                      <a:pt x="31" y="208"/>
                      <a:pt x="32" y="209"/>
                      <a:pt x="31" y="213"/>
                    </a:cubicBezTo>
                    <a:cubicBezTo>
                      <a:pt x="29" y="217"/>
                      <a:pt x="29" y="217"/>
                      <a:pt x="29" y="217"/>
                    </a:cubicBezTo>
                    <a:cubicBezTo>
                      <a:pt x="29" y="218"/>
                      <a:pt x="28" y="221"/>
                      <a:pt x="28" y="222"/>
                    </a:cubicBezTo>
                    <a:cubicBezTo>
                      <a:pt x="27" y="224"/>
                      <a:pt x="28" y="222"/>
                      <a:pt x="27" y="223"/>
                    </a:cubicBezTo>
                    <a:cubicBezTo>
                      <a:pt x="27" y="224"/>
                      <a:pt x="26" y="227"/>
                      <a:pt x="26" y="227"/>
                    </a:cubicBezTo>
                    <a:cubicBezTo>
                      <a:pt x="22" y="233"/>
                      <a:pt x="22" y="233"/>
                      <a:pt x="22" y="233"/>
                    </a:cubicBezTo>
                    <a:cubicBezTo>
                      <a:pt x="22" y="235"/>
                      <a:pt x="20" y="235"/>
                      <a:pt x="19" y="236"/>
                    </a:cubicBezTo>
                    <a:cubicBezTo>
                      <a:pt x="16" y="238"/>
                      <a:pt x="16" y="242"/>
                      <a:pt x="16" y="246"/>
                    </a:cubicBezTo>
                    <a:cubicBezTo>
                      <a:pt x="14" y="246"/>
                      <a:pt x="15" y="246"/>
                      <a:pt x="15" y="247"/>
                    </a:cubicBezTo>
                    <a:cubicBezTo>
                      <a:pt x="16" y="252"/>
                      <a:pt x="16" y="252"/>
                      <a:pt x="16" y="252"/>
                    </a:cubicBezTo>
                    <a:cubicBezTo>
                      <a:pt x="17" y="255"/>
                      <a:pt x="17" y="255"/>
                      <a:pt x="17" y="258"/>
                    </a:cubicBezTo>
                    <a:cubicBezTo>
                      <a:pt x="17" y="260"/>
                      <a:pt x="17" y="260"/>
                      <a:pt x="18" y="260"/>
                    </a:cubicBezTo>
                    <a:cubicBezTo>
                      <a:pt x="18" y="263"/>
                      <a:pt x="18" y="262"/>
                      <a:pt x="18" y="264"/>
                    </a:cubicBezTo>
                    <a:cubicBezTo>
                      <a:pt x="20" y="269"/>
                      <a:pt x="21" y="268"/>
                      <a:pt x="22" y="271"/>
                    </a:cubicBezTo>
                    <a:cubicBezTo>
                      <a:pt x="26" y="272"/>
                      <a:pt x="28" y="274"/>
                      <a:pt x="34" y="274"/>
                    </a:cubicBezTo>
                    <a:cubicBezTo>
                      <a:pt x="38" y="274"/>
                      <a:pt x="39" y="277"/>
                      <a:pt x="46" y="276"/>
                    </a:cubicBezTo>
                    <a:cubicBezTo>
                      <a:pt x="46" y="276"/>
                      <a:pt x="46" y="275"/>
                      <a:pt x="46" y="275"/>
                    </a:cubicBezTo>
                    <a:cubicBezTo>
                      <a:pt x="46" y="275"/>
                      <a:pt x="48" y="274"/>
                      <a:pt x="49" y="274"/>
                    </a:cubicBezTo>
                    <a:cubicBezTo>
                      <a:pt x="51" y="272"/>
                      <a:pt x="51" y="272"/>
                      <a:pt x="51" y="272"/>
                    </a:cubicBezTo>
                    <a:cubicBezTo>
                      <a:pt x="53" y="270"/>
                      <a:pt x="56" y="266"/>
                      <a:pt x="56" y="263"/>
                    </a:cubicBezTo>
                    <a:cubicBezTo>
                      <a:pt x="55" y="262"/>
                      <a:pt x="55" y="262"/>
                      <a:pt x="55" y="262"/>
                    </a:cubicBezTo>
                    <a:cubicBezTo>
                      <a:pt x="56" y="261"/>
                      <a:pt x="56" y="261"/>
                      <a:pt x="56" y="260"/>
                    </a:cubicBezTo>
                    <a:cubicBezTo>
                      <a:pt x="56" y="259"/>
                      <a:pt x="55" y="258"/>
                      <a:pt x="56" y="257"/>
                    </a:cubicBezTo>
                    <a:cubicBezTo>
                      <a:pt x="55" y="255"/>
                      <a:pt x="55" y="255"/>
                      <a:pt x="55" y="255"/>
                    </a:cubicBezTo>
                    <a:cubicBezTo>
                      <a:pt x="57" y="252"/>
                      <a:pt x="57" y="252"/>
                      <a:pt x="57" y="252"/>
                    </a:cubicBezTo>
                    <a:cubicBezTo>
                      <a:pt x="57" y="251"/>
                      <a:pt x="57" y="251"/>
                      <a:pt x="57" y="251"/>
                    </a:cubicBezTo>
                    <a:cubicBezTo>
                      <a:pt x="58" y="249"/>
                      <a:pt x="59" y="248"/>
                      <a:pt x="60" y="246"/>
                    </a:cubicBezTo>
                    <a:cubicBezTo>
                      <a:pt x="59" y="245"/>
                      <a:pt x="61" y="246"/>
                      <a:pt x="58" y="245"/>
                    </a:cubicBezTo>
                    <a:cubicBezTo>
                      <a:pt x="60" y="244"/>
                      <a:pt x="60" y="244"/>
                      <a:pt x="60" y="244"/>
                    </a:cubicBezTo>
                    <a:cubicBezTo>
                      <a:pt x="58" y="243"/>
                      <a:pt x="59" y="245"/>
                      <a:pt x="59" y="243"/>
                    </a:cubicBezTo>
                    <a:cubicBezTo>
                      <a:pt x="59" y="239"/>
                      <a:pt x="60" y="236"/>
                      <a:pt x="62" y="233"/>
                    </a:cubicBezTo>
                    <a:cubicBezTo>
                      <a:pt x="62" y="233"/>
                      <a:pt x="63" y="232"/>
                      <a:pt x="63" y="232"/>
                    </a:cubicBezTo>
                    <a:cubicBezTo>
                      <a:pt x="63" y="232"/>
                      <a:pt x="63" y="232"/>
                      <a:pt x="63" y="232"/>
                    </a:cubicBezTo>
                    <a:cubicBezTo>
                      <a:pt x="63" y="232"/>
                      <a:pt x="63" y="232"/>
                      <a:pt x="63" y="231"/>
                    </a:cubicBezTo>
                    <a:cubicBezTo>
                      <a:pt x="63" y="231"/>
                      <a:pt x="63" y="230"/>
                      <a:pt x="63" y="230"/>
                    </a:cubicBezTo>
                    <a:cubicBezTo>
                      <a:pt x="64" y="230"/>
                      <a:pt x="64" y="230"/>
                      <a:pt x="64" y="230"/>
                    </a:cubicBezTo>
                    <a:cubicBezTo>
                      <a:pt x="65" y="229"/>
                      <a:pt x="64" y="227"/>
                      <a:pt x="65" y="227"/>
                    </a:cubicBezTo>
                    <a:cubicBezTo>
                      <a:pt x="67" y="225"/>
                      <a:pt x="68" y="223"/>
                      <a:pt x="69" y="221"/>
                    </a:cubicBezTo>
                    <a:cubicBezTo>
                      <a:pt x="69" y="221"/>
                      <a:pt x="70" y="221"/>
                      <a:pt x="70" y="221"/>
                    </a:cubicBezTo>
                    <a:cubicBezTo>
                      <a:pt x="71" y="219"/>
                      <a:pt x="72" y="218"/>
                      <a:pt x="72" y="216"/>
                    </a:cubicBezTo>
                    <a:cubicBezTo>
                      <a:pt x="74" y="211"/>
                      <a:pt x="74" y="214"/>
                      <a:pt x="74" y="209"/>
                    </a:cubicBezTo>
                    <a:cubicBezTo>
                      <a:pt x="75" y="208"/>
                      <a:pt x="73" y="208"/>
                      <a:pt x="75" y="208"/>
                    </a:cubicBezTo>
                    <a:cubicBezTo>
                      <a:pt x="74" y="207"/>
                      <a:pt x="74" y="206"/>
                      <a:pt x="76" y="205"/>
                    </a:cubicBezTo>
                    <a:cubicBezTo>
                      <a:pt x="77" y="204"/>
                      <a:pt x="77" y="203"/>
                      <a:pt x="77" y="201"/>
                    </a:cubicBezTo>
                    <a:cubicBezTo>
                      <a:pt x="78" y="199"/>
                      <a:pt x="79" y="197"/>
                      <a:pt x="80" y="195"/>
                    </a:cubicBezTo>
                    <a:cubicBezTo>
                      <a:pt x="81" y="195"/>
                      <a:pt x="82" y="196"/>
                      <a:pt x="83" y="195"/>
                    </a:cubicBezTo>
                    <a:cubicBezTo>
                      <a:pt x="78" y="208"/>
                      <a:pt x="78" y="208"/>
                      <a:pt x="78" y="208"/>
                    </a:cubicBezTo>
                    <a:cubicBezTo>
                      <a:pt x="77" y="214"/>
                      <a:pt x="79" y="217"/>
                      <a:pt x="77" y="223"/>
                    </a:cubicBezTo>
                    <a:cubicBezTo>
                      <a:pt x="76" y="228"/>
                      <a:pt x="77" y="240"/>
                      <a:pt x="81" y="239"/>
                    </a:cubicBezTo>
                    <a:cubicBezTo>
                      <a:pt x="83" y="239"/>
                      <a:pt x="81" y="238"/>
                      <a:pt x="83" y="238"/>
                    </a:cubicBezTo>
                    <a:cubicBezTo>
                      <a:pt x="85" y="242"/>
                      <a:pt x="84" y="243"/>
                      <a:pt x="86" y="246"/>
                    </a:cubicBezTo>
                    <a:cubicBezTo>
                      <a:pt x="88" y="245"/>
                      <a:pt x="87" y="246"/>
                      <a:pt x="89" y="245"/>
                    </a:cubicBezTo>
                    <a:cubicBezTo>
                      <a:pt x="88" y="253"/>
                      <a:pt x="88" y="253"/>
                      <a:pt x="88" y="253"/>
                    </a:cubicBezTo>
                    <a:cubicBezTo>
                      <a:pt x="89" y="255"/>
                      <a:pt x="89" y="255"/>
                      <a:pt x="89" y="255"/>
                    </a:cubicBezTo>
                    <a:cubicBezTo>
                      <a:pt x="92" y="255"/>
                      <a:pt x="91" y="253"/>
                      <a:pt x="93" y="251"/>
                    </a:cubicBezTo>
                    <a:cubicBezTo>
                      <a:pt x="96" y="251"/>
                      <a:pt x="96" y="251"/>
                      <a:pt x="96" y="252"/>
                    </a:cubicBezTo>
                    <a:cubicBezTo>
                      <a:pt x="98" y="250"/>
                      <a:pt x="98" y="250"/>
                      <a:pt x="98" y="250"/>
                    </a:cubicBezTo>
                    <a:cubicBezTo>
                      <a:pt x="99" y="252"/>
                      <a:pt x="100" y="253"/>
                      <a:pt x="102" y="254"/>
                    </a:cubicBezTo>
                    <a:cubicBezTo>
                      <a:pt x="104" y="253"/>
                      <a:pt x="104" y="251"/>
                      <a:pt x="104" y="249"/>
                    </a:cubicBezTo>
                    <a:cubicBezTo>
                      <a:pt x="101" y="241"/>
                      <a:pt x="101" y="241"/>
                      <a:pt x="101" y="241"/>
                    </a:cubicBezTo>
                    <a:cubicBezTo>
                      <a:pt x="102" y="238"/>
                      <a:pt x="102" y="238"/>
                      <a:pt x="102" y="238"/>
                    </a:cubicBezTo>
                    <a:cubicBezTo>
                      <a:pt x="102" y="238"/>
                      <a:pt x="103" y="238"/>
                      <a:pt x="103" y="238"/>
                    </a:cubicBezTo>
                    <a:cubicBezTo>
                      <a:pt x="103" y="234"/>
                      <a:pt x="102" y="233"/>
                      <a:pt x="103" y="231"/>
                    </a:cubicBezTo>
                    <a:cubicBezTo>
                      <a:pt x="103" y="231"/>
                      <a:pt x="103" y="231"/>
                      <a:pt x="103" y="230"/>
                    </a:cubicBezTo>
                    <a:cubicBezTo>
                      <a:pt x="106" y="225"/>
                      <a:pt x="106" y="225"/>
                      <a:pt x="106" y="225"/>
                    </a:cubicBezTo>
                    <a:cubicBezTo>
                      <a:pt x="106" y="223"/>
                      <a:pt x="106" y="222"/>
                      <a:pt x="108" y="221"/>
                    </a:cubicBezTo>
                    <a:cubicBezTo>
                      <a:pt x="107" y="220"/>
                      <a:pt x="108" y="220"/>
                      <a:pt x="108" y="219"/>
                    </a:cubicBezTo>
                    <a:cubicBezTo>
                      <a:pt x="108" y="219"/>
                      <a:pt x="109" y="219"/>
                      <a:pt x="109" y="219"/>
                    </a:cubicBezTo>
                    <a:cubicBezTo>
                      <a:pt x="111" y="214"/>
                      <a:pt x="111" y="214"/>
                      <a:pt x="111" y="214"/>
                    </a:cubicBezTo>
                    <a:cubicBezTo>
                      <a:pt x="112" y="214"/>
                      <a:pt x="112" y="214"/>
                      <a:pt x="112" y="214"/>
                    </a:cubicBezTo>
                    <a:cubicBezTo>
                      <a:pt x="114" y="209"/>
                      <a:pt x="114" y="209"/>
                      <a:pt x="114" y="209"/>
                    </a:cubicBezTo>
                    <a:cubicBezTo>
                      <a:pt x="115" y="207"/>
                      <a:pt x="116" y="206"/>
                      <a:pt x="117" y="205"/>
                    </a:cubicBezTo>
                    <a:cubicBezTo>
                      <a:pt x="118" y="205"/>
                      <a:pt x="116" y="207"/>
                      <a:pt x="118" y="204"/>
                    </a:cubicBezTo>
                    <a:cubicBezTo>
                      <a:pt x="120" y="202"/>
                      <a:pt x="120" y="201"/>
                      <a:pt x="121" y="199"/>
                    </a:cubicBezTo>
                    <a:cubicBezTo>
                      <a:pt x="121" y="199"/>
                      <a:pt x="121" y="198"/>
                      <a:pt x="121" y="198"/>
                    </a:cubicBezTo>
                    <a:cubicBezTo>
                      <a:pt x="122" y="197"/>
                      <a:pt x="122" y="197"/>
                      <a:pt x="122" y="197"/>
                    </a:cubicBezTo>
                    <a:cubicBezTo>
                      <a:pt x="123" y="199"/>
                      <a:pt x="123" y="198"/>
                      <a:pt x="123" y="199"/>
                    </a:cubicBezTo>
                    <a:cubicBezTo>
                      <a:pt x="123" y="207"/>
                      <a:pt x="123" y="207"/>
                      <a:pt x="123" y="207"/>
                    </a:cubicBezTo>
                    <a:cubicBezTo>
                      <a:pt x="123" y="207"/>
                      <a:pt x="123" y="207"/>
                      <a:pt x="123" y="207"/>
                    </a:cubicBezTo>
                    <a:cubicBezTo>
                      <a:pt x="124" y="216"/>
                      <a:pt x="124" y="216"/>
                      <a:pt x="124" y="216"/>
                    </a:cubicBezTo>
                    <a:cubicBezTo>
                      <a:pt x="123" y="216"/>
                      <a:pt x="123" y="216"/>
                      <a:pt x="123" y="216"/>
                    </a:cubicBezTo>
                    <a:cubicBezTo>
                      <a:pt x="123" y="216"/>
                      <a:pt x="123" y="221"/>
                      <a:pt x="122" y="222"/>
                    </a:cubicBezTo>
                    <a:cubicBezTo>
                      <a:pt x="122" y="224"/>
                      <a:pt x="122" y="224"/>
                      <a:pt x="121" y="226"/>
                    </a:cubicBezTo>
                    <a:cubicBezTo>
                      <a:pt x="121" y="226"/>
                      <a:pt x="121" y="228"/>
                      <a:pt x="121" y="228"/>
                    </a:cubicBezTo>
                    <a:cubicBezTo>
                      <a:pt x="120" y="231"/>
                      <a:pt x="120" y="231"/>
                      <a:pt x="120" y="231"/>
                    </a:cubicBezTo>
                    <a:cubicBezTo>
                      <a:pt x="119" y="233"/>
                      <a:pt x="117" y="238"/>
                      <a:pt x="116" y="240"/>
                    </a:cubicBezTo>
                    <a:cubicBezTo>
                      <a:pt x="115" y="241"/>
                      <a:pt x="115" y="241"/>
                      <a:pt x="115" y="242"/>
                    </a:cubicBezTo>
                    <a:cubicBezTo>
                      <a:pt x="114" y="245"/>
                      <a:pt x="113" y="246"/>
                      <a:pt x="112" y="249"/>
                    </a:cubicBezTo>
                    <a:cubicBezTo>
                      <a:pt x="105" y="260"/>
                      <a:pt x="105" y="260"/>
                      <a:pt x="105" y="260"/>
                    </a:cubicBezTo>
                    <a:cubicBezTo>
                      <a:pt x="104" y="261"/>
                      <a:pt x="104" y="261"/>
                      <a:pt x="104" y="261"/>
                    </a:cubicBezTo>
                    <a:cubicBezTo>
                      <a:pt x="103" y="262"/>
                      <a:pt x="103" y="262"/>
                      <a:pt x="102" y="262"/>
                    </a:cubicBezTo>
                    <a:cubicBezTo>
                      <a:pt x="103" y="263"/>
                      <a:pt x="103" y="263"/>
                      <a:pt x="103" y="263"/>
                    </a:cubicBezTo>
                    <a:cubicBezTo>
                      <a:pt x="101" y="264"/>
                      <a:pt x="99" y="265"/>
                      <a:pt x="98" y="267"/>
                    </a:cubicBezTo>
                    <a:cubicBezTo>
                      <a:pt x="89" y="275"/>
                      <a:pt x="89" y="275"/>
                      <a:pt x="89" y="275"/>
                    </a:cubicBezTo>
                    <a:cubicBezTo>
                      <a:pt x="88" y="276"/>
                      <a:pt x="88" y="276"/>
                      <a:pt x="87" y="276"/>
                    </a:cubicBezTo>
                    <a:cubicBezTo>
                      <a:pt x="86" y="278"/>
                      <a:pt x="86" y="278"/>
                      <a:pt x="86" y="278"/>
                    </a:cubicBezTo>
                    <a:cubicBezTo>
                      <a:pt x="84" y="278"/>
                      <a:pt x="82" y="279"/>
                      <a:pt x="81" y="280"/>
                    </a:cubicBezTo>
                    <a:cubicBezTo>
                      <a:pt x="77" y="283"/>
                      <a:pt x="73" y="283"/>
                      <a:pt x="70" y="285"/>
                    </a:cubicBezTo>
                    <a:cubicBezTo>
                      <a:pt x="70" y="285"/>
                      <a:pt x="70" y="285"/>
                      <a:pt x="70" y="285"/>
                    </a:cubicBezTo>
                    <a:cubicBezTo>
                      <a:pt x="70" y="285"/>
                      <a:pt x="70" y="285"/>
                      <a:pt x="69" y="285"/>
                    </a:cubicBezTo>
                    <a:cubicBezTo>
                      <a:pt x="63" y="287"/>
                      <a:pt x="63" y="287"/>
                      <a:pt x="63" y="287"/>
                    </a:cubicBezTo>
                    <a:cubicBezTo>
                      <a:pt x="63" y="287"/>
                      <a:pt x="63" y="287"/>
                      <a:pt x="63" y="287"/>
                    </a:cubicBezTo>
                    <a:cubicBezTo>
                      <a:pt x="63" y="287"/>
                      <a:pt x="63" y="288"/>
                      <a:pt x="63" y="288"/>
                    </a:cubicBezTo>
                    <a:cubicBezTo>
                      <a:pt x="62" y="289"/>
                      <a:pt x="63" y="287"/>
                      <a:pt x="60" y="289"/>
                    </a:cubicBezTo>
                    <a:cubicBezTo>
                      <a:pt x="60" y="289"/>
                      <a:pt x="60" y="290"/>
                      <a:pt x="60" y="290"/>
                    </a:cubicBezTo>
                    <a:cubicBezTo>
                      <a:pt x="57" y="290"/>
                      <a:pt x="56" y="290"/>
                      <a:pt x="53" y="291"/>
                    </a:cubicBezTo>
                    <a:cubicBezTo>
                      <a:pt x="42" y="294"/>
                      <a:pt x="42" y="294"/>
                      <a:pt x="42" y="294"/>
                    </a:cubicBezTo>
                    <a:cubicBezTo>
                      <a:pt x="43" y="295"/>
                      <a:pt x="42" y="295"/>
                      <a:pt x="43" y="296"/>
                    </a:cubicBezTo>
                    <a:cubicBezTo>
                      <a:pt x="42" y="294"/>
                      <a:pt x="43" y="295"/>
                      <a:pt x="41" y="295"/>
                    </a:cubicBezTo>
                    <a:cubicBezTo>
                      <a:pt x="41" y="296"/>
                      <a:pt x="41" y="295"/>
                      <a:pt x="41" y="297"/>
                    </a:cubicBezTo>
                    <a:cubicBezTo>
                      <a:pt x="40" y="297"/>
                      <a:pt x="40" y="296"/>
                      <a:pt x="40" y="296"/>
                    </a:cubicBezTo>
                    <a:cubicBezTo>
                      <a:pt x="39" y="297"/>
                      <a:pt x="39" y="297"/>
                      <a:pt x="39" y="297"/>
                    </a:cubicBezTo>
                    <a:cubicBezTo>
                      <a:pt x="39" y="300"/>
                      <a:pt x="39" y="300"/>
                      <a:pt x="39" y="300"/>
                    </a:cubicBezTo>
                    <a:cubicBezTo>
                      <a:pt x="35" y="301"/>
                      <a:pt x="35" y="301"/>
                      <a:pt x="35" y="301"/>
                    </a:cubicBezTo>
                    <a:cubicBezTo>
                      <a:pt x="43" y="302"/>
                      <a:pt x="37" y="300"/>
                      <a:pt x="44" y="301"/>
                    </a:cubicBezTo>
                    <a:cubicBezTo>
                      <a:pt x="45" y="302"/>
                      <a:pt x="44" y="302"/>
                      <a:pt x="45" y="301"/>
                    </a:cubicBezTo>
                    <a:cubicBezTo>
                      <a:pt x="47" y="302"/>
                      <a:pt x="48" y="303"/>
                      <a:pt x="50" y="302"/>
                    </a:cubicBezTo>
                    <a:cubicBezTo>
                      <a:pt x="51" y="302"/>
                      <a:pt x="51" y="302"/>
                      <a:pt x="51" y="302"/>
                    </a:cubicBezTo>
                    <a:cubicBezTo>
                      <a:pt x="53" y="302"/>
                      <a:pt x="57" y="302"/>
                      <a:pt x="59" y="301"/>
                    </a:cubicBezTo>
                    <a:cubicBezTo>
                      <a:pt x="60" y="301"/>
                      <a:pt x="62" y="301"/>
                      <a:pt x="63" y="301"/>
                    </a:cubicBezTo>
                    <a:cubicBezTo>
                      <a:pt x="65" y="300"/>
                      <a:pt x="63" y="300"/>
                      <a:pt x="65" y="300"/>
                    </a:cubicBezTo>
                    <a:cubicBezTo>
                      <a:pt x="69" y="299"/>
                      <a:pt x="74" y="300"/>
                      <a:pt x="78" y="301"/>
                    </a:cubicBezTo>
                    <a:cubicBezTo>
                      <a:pt x="79" y="301"/>
                      <a:pt x="79" y="301"/>
                      <a:pt x="81" y="301"/>
                    </a:cubicBezTo>
                    <a:cubicBezTo>
                      <a:pt x="81" y="301"/>
                      <a:pt x="81" y="301"/>
                      <a:pt x="81" y="301"/>
                    </a:cubicBezTo>
                    <a:cubicBezTo>
                      <a:pt x="82" y="301"/>
                      <a:pt x="83" y="301"/>
                      <a:pt x="84" y="302"/>
                    </a:cubicBezTo>
                    <a:cubicBezTo>
                      <a:pt x="90" y="302"/>
                      <a:pt x="90" y="302"/>
                      <a:pt x="90" y="302"/>
                    </a:cubicBezTo>
                    <a:cubicBezTo>
                      <a:pt x="89" y="302"/>
                      <a:pt x="89" y="303"/>
                      <a:pt x="87" y="302"/>
                    </a:cubicBezTo>
                    <a:cubicBezTo>
                      <a:pt x="87" y="303"/>
                      <a:pt x="87" y="303"/>
                      <a:pt x="87" y="304"/>
                    </a:cubicBezTo>
                    <a:cubicBezTo>
                      <a:pt x="86" y="304"/>
                      <a:pt x="86" y="304"/>
                      <a:pt x="85" y="304"/>
                    </a:cubicBezTo>
                    <a:cubicBezTo>
                      <a:pt x="85" y="305"/>
                      <a:pt x="85" y="306"/>
                      <a:pt x="86" y="307"/>
                    </a:cubicBezTo>
                    <a:cubicBezTo>
                      <a:pt x="92" y="307"/>
                      <a:pt x="92" y="307"/>
                      <a:pt x="92" y="307"/>
                    </a:cubicBezTo>
                    <a:cubicBezTo>
                      <a:pt x="92" y="307"/>
                      <a:pt x="92" y="307"/>
                      <a:pt x="92" y="307"/>
                    </a:cubicBezTo>
                    <a:cubicBezTo>
                      <a:pt x="93" y="309"/>
                      <a:pt x="94" y="309"/>
                      <a:pt x="95" y="308"/>
                    </a:cubicBezTo>
                    <a:cubicBezTo>
                      <a:pt x="100" y="306"/>
                      <a:pt x="100" y="306"/>
                      <a:pt x="100" y="306"/>
                    </a:cubicBezTo>
                    <a:cubicBezTo>
                      <a:pt x="101" y="306"/>
                      <a:pt x="100" y="306"/>
                      <a:pt x="101" y="305"/>
                    </a:cubicBezTo>
                    <a:cubicBezTo>
                      <a:pt x="102" y="303"/>
                      <a:pt x="105" y="302"/>
                      <a:pt x="107" y="301"/>
                    </a:cubicBezTo>
                    <a:cubicBezTo>
                      <a:pt x="108" y="300"/>
                      <a:pt x="108" y="299"/>
                      <a:pt x="109" y="300"/>
                    </a:cubicBezTo>
                    <a:cubicBezTo>
                      <a:pt x="109" y="297"/>
                      <a:pt x="111" y="299"/>
                      <a:pt x="115" y="295"/>
                    </a:cubicBezTo>
                    <a:cubicBezTo>
                      <a:pt x="115" y="295"/>
                      <a:pt x="115" y="295"/>
                      <a:pt x="115" y="295"/>
                    </a:cubicBezTo>
                    <a:cubicBezTo>
                      <a:pt x="115" y="295"/>
                      <a:pt x="115" y="295"/>
                      <a:pt x="115" y="295"/>
                    </a:cubicBezTo>
                    <a:cubicBezTo>
                      <a:pt x="115" y="294"/>
                      <a:pt x="115" y="294"/>
                      <a:pt x="115" y="294"/>
                    </a:cubicBezTo>
                    <a:cubicBezTo>
                      <a:pt x="117" y="292"/>
                      <a:pt x="118" y="289"/>
                      <a:pt x="119" y="288"/>
                    </a:cubicBezTo>
                    <a:cubicBezTo>
                      <a:pt x="121" y="286"/>
                      <a:pt x="124" y="285"/>
                      <a:pt x="125" y="283"/>
                    </a:cubicBezTo>
                    <a:cubicBezTo>
                      <a:pt x="129" y="280"/>
                      <a:pt x="129" y="280"/>
                      <a:pt x="129" y="280"/>
                    </a:cubicBezTo>
                    <a:cubicBezTo>
                      <a:pt x="132" y="277"/>
                      <a:pt x="132" y="274"/>
                      <a:pt x="135" y="270"/>
                    </a:cubicBezTo>
                    <a:cubicBezTo>
                      <a:pt x="135" y="270"/>
                      <a:pt x="135" y="270"/>
                      <a:pt x="135" y="270"/>
                    </a:cubicBezTo>
                    <a:cubicBezTo>
                      <a:pt x="136" y="269"/>
                      <a:pt x="136" y="269"/>
                      <a:pt x="136" y="267"/>
                    </a:cubicBezTo>
                    <a:cubicBezTo>
                      <a:pt x="145" y="272"/>
                      <a:pt x="145" y="272"/>
                      <a:pt x="145" y="272"/>
                    </a:cubicBezTo>
                    <a:cubicBezTo>
                      <a:pt x="146" y="273"/>
                      <a:pt x="145" y="272"/>
                      <a:pt x="146" y="274"/>
                    </a:cubicBezTo>
                    <a:cubicBezTo>
                      <a:pt x="147" y="275"/>
                      <a:pt x="146" y="274"/>
                      <a:pt x="147" y="275"/>
                    </a:cubicBezTo>
                    <a:cubicBezTo>
                      <a:pt x="150" y="275"/>
                      <a:pt x="150" y="275"/>
                      <a:pt x="150" y="275"/>
                    </a:cubicBezTo>
                    <a:cubicBezTo>
                      <a:pt x="153" y="277"/>
                      <a:pt x="153" y="277"/>
                      <a:pt x="153" y="277"/>
                    </a:cubicBezTo>
                    <a:cubicBezTo>
                      <a:pt x="152" y="279"/>
                      <a:pt x="152" y="278"/>
                      <a:pt x="152" y="280"/>
                    </a:cubicBezTo>
                    <a:cubicBezTo>
                      <a:pt x="152" y="280"/>
                      <a:pt x="152" y="279"/>
                      <a:pt x="153" y="279"/>
                    </a:cubicBezTo>
                    <a:cubicBezTo>
                      <a:pt x="153" y="279"/>
                      <a:pt x="153" y="279"/>
                      <a:pt x="153" y="279"/>
                    </a:cubicBezTo>
                    <a:cubicBezTo>
                      <a:pt x="153" y="279"/>
                      <a:pt x="154" y="279"/>
                      <a:pt x="154" y="279"/>
                    </a:cubicBezTo>
                    <a:cubicBezTo>
                      <a:pt x="155" y="281"/>
                      <a:pt x="154" y="280"/>
                      <a:pt x="155" y="281"/>
                    </a:cubicBezTo>
                    <a:cubicBezTo>
                      <a:pt x="155" y="285"/>
                      <a:pt x="155" y="285"/>
                      <a:pt x="155" y="285"/>
                    </a:cubicBezTo>
                    <a:cubicBezTo>
                      <a:pt x="157" y="286"/>
                      <a:pt x="158" y="288"/>
                      <a:pt x="159" y="290"/>
                    </a:cubicBezTo>
                    <a:cubicBezTo>
                      <a:pt x="162" y="295"/>
                      <a:pt x="162" y="292"/>
                      <a:pt x="167" y="299"/>
                    </a:cubicBezTo>
                    <a:cubicBezTo>
                      <a:pt x="173" y="309"/>
                      <a:pt x="173" y="309"/>
                      <a:pt x="173" y="309"/>
                    </a:cubicBezTo>
                    <a:cubicBezTo>
                      <a:pt x="177" y="313"/>
                      <a:pt x="177" y="314"/>
                      <a:pt x="182" y="316"/>
                    </a:cubicBezTo>
                    <a:cubicBezTo>
                      <a:pt x="182" y="316"/>
                      <a:pt x="182" y="316"/>
                      <a:pt x="182" y="316"/>
                    </a:cubicBezTo>
                    <a:cubicBezTo>
                      <a:pt x="182" y="316"/>
                      <a:pt x="182" y="316"/>
                      <a:pt x="182" y="316"/>
                    </a:cubicBezTo>
                    <a:cubicBezTo>
                      <a:pt x="188" y="319"/>
                      <a:pt x="188" y="319"/>
                      <a:pt x="188" y="319"/>
                    </a:cubicBezTo>
                    <a:cubicBezTo>
                      <a:pt x="189" y="320"/>
                      <a:pt x="190" y="320"/>
                      <a:pt x="192" y="320"/>
                    </a:cubicBezTo>
                    <a:cubicBezTo>
                      <a:pt x="192" y="321"/>
                      <a:pt x="191" y="320"/>
                      <a:pt x="193" y="321"/>
                    </a:cubicBezTo>
                    <a:cubicBezTo>
                      <a:pt x="199" y="321"/>
                      <a:pt x="199" y="321"/>
                      <a:pt x="199" y="321"/>
                    </a:cubicBezTo>
                    <a:cubicBezTo>
                      <a:pt x="203" y="321"/>
                      <a:pt x="203" y="322"/>
                      <a:pt x="203" y="321"/>
                    </a:cubicBezTo>
                    <a:cubicBezTo>
                      <a:pt x="205" y="321"/>
                      <a:pt x="205" y="321"/>
                      <a:pt x="207" y="320"/>
                    </a:cubicBezTo>
                    <a:cubicBezTo>
                      <a:pt x="207" y="320"/>
                      <a:pt x="207" y="320"/>
                      <a:pt x="207" y="320"/>
                    </a:cubicBezTo>
                    <a:cubicBezTo>
                      <a:pt x="209" y="318"/>
                      <a:pt x="210" y="316"/>
                      <a:pt x="211" y="314"/>
                    </a:cubicBezTo>
                    <a:cubicBezTo>
                      <a:pt x="212" y="310"/>
                      <a:pt x="212" y="310"/>
                      <a:pt x="212" y="310"/>
                    </a:cubicBezTo>
                    <a:cubicBezTo>
                      <a:pt x="212" y="309"/>
                      <a:pt x="212" y="308"/>
                      <a:pt x="212" y="307"/>
                    </a:cubicBezTo>
                    <a:cubicBezTo>
                      <a:pt x="212" y="306"/>
                      <a:pt x="212" y="307"/>
                      <a:pt x="211" y="302"/>
                    </a:cubicBezTo>
                    <a:cubicBezTo>
                      <a:pt x="210" y="300"/>
                      <a:pt x="211" y="300"/>
                      <a:pt x="209" y="298"/>
                    </a:cubicBezTo>
                    <a:cubicBezTo>
                      <a:pt x="205" y="293"/>
                      <a:pt x="205" y="293"/>
                      <a:pt x="205" y="293"/>
                    </a:cubicBezTo>
                    <a:cubicBezTo>
                      <a:pt x="205" y="293"/>
                      <a:pt x="205" y="293"/>
                      <a:pt x="205" y="292"/>
                    </a:cubicBezTo>
                    <a:cubicBezTo>
                      <a:pt x="196" y="283"/>
                      <a:pt x="196" y="283"/>
                      <a:pt x="196" y="283"/>
                    </a:cubicBezTo>
                    <a:cubicBezTo>
                      <a:pt x="196" y="283"/>
                      <a:pt x="195" y="283"/>
                      <a:pt x="195" y="282"/>
                    </a:cubicBezTo>
                    <a:cubicBezTo>
                      <a:pt x="181" y="274"/>
                      <a:pt x="181" y="274"/>
                      <a:pt x="181" y="274"/>
                    </a:cubicBezTo>
                    <a:cubicBezTo>
                      <a:pt x="181" y="270"/>
                      <a:pt x="181" y="270"/>
                      <a:pt x="181" y="270"/>
                    </a:cubicBezTo>
                    <a:cubicBezTo>
                      <a:pt x="182" y="270"/>
                      <a:pt x="182" y="269"/>
                      <a:pt x="183" y="266"/>
                    </a:cubicBezTo>
                    <a:cubicBezTo>
                      <a:pt x="183" y="266"/>
                      <a:pt x="183" y="266"/>
                      <a:pt x="183" y="266"/>
                    </a:cubicBezTo>
                    <a:cubicBezTo>
                      <a:pt x="184" y="265"/>
                      <a:pt x="184" y="262"/>
                      <a:pt x="184" y="261"/>
                    </a:cubicBezTo>
                    <a:cubicBezTo>
                      <a:pt x="184" y="253"/>
                      <a:pt x="184" y="253"/>
                      <a:pt x="184" y="253"/>
                    </a:cubicBezTo>
                    <a:cubicBezTo>
                      <a:pt x="184" y="250"/>
                      <a:pt x="185" y="250"/>
                      <a:pt x="184" y="247"/>
                    </a:cubicBezTo>
                    <a:cubicBezTo>
                      <a:pt x="184" y="245"/>
                      <a:pt x="185" y="244"/>
                      <a:pt x="185" y="243"/>
                    </a:cubicBezTo>
                    <a:cubicBezTo>
                      <a:pt x="185" y="236"/>
                      <a:pt x="182" y="225"/>
                      <a:pt x="184" y="218"/>
                    </a:cubicBezTo>
                    <a:cubicBezTo>
                      <a:pt x="185" y="213"/>
                      <a:pt x="185" y="210"/>
                      <a:pt x="185" y="205"/>
                    </a:cubicBezTo>
                    <a:cubicBezTo>
                      <a:pt x="185" y="205"/>
                      <a:pt x="185" y="204"/>
                      <a:pt x="185" y="204"/>
                    </a:cubicBezTo>
                    <a:cubicBezTo>
                      <a:pt x="186" y="202"/>
                      <a:pt x="186" y="204"/>
                      <a:pt x="186" y="200"/>
                    </a:cubicBezTo>
                    <a:cubicBezTo>
                      <a:pt x="188" y="198"/>
                      <a:pt x="184" y="200"/>
                      <a:pt x="187" y="199"/>
                    </a:cubicBezTo>
                    <a:cubicBezTo>
                      <a:pt x="187" y="195"/>
                      <a:pt x="187" y="195"/>
                      <a:pt x="187" y="195"/>
                    </a:cubicBezTo>
                    <a:cubicBezTo>
                      <a:pt x="188" y="194"/>
                      <a:pt x="187" y="196"/>
                      <a:pt x="188" y="194"/>
                    </a:cubicBezTo>
                    <a:cubicBezTo>
                      <a:pt x="188" y="194"/>
                      <a:pt x="188" y="193"/>
                      <a:pt x="188" y="193"/>
                    </a:cubicBezTo>
                    <a:cubicBezTo>
                      <a:pt x="188" y="186"/>
                      <a:pt x="189" y="186"/>
                      <a:pt x="189" y="186"/>
                    </a:cubicBezTo>
                    <a:cubicBezTo>
                      <a:pt x="189" y="183"/>
                      <a:pt x="188" y="184"/>
                      <a:pt x="190" y="182"/>
                    </a:cubicBezTo>
                    <a:cubicBezTo>
                      <a:pt x="190" y="181"/>
                      <a:pt x="190" y="181"/>
                      <a:pt x="190" y="181"/>
                    </a:cubicBezTo>
                    <a:cubicBezTo>
                      <a:pt x="190" y="181"/>
                      <a:pt x="190" y="181"/>
                      <a:pt x="190" y="181"/>
                    </a:cubicBezTo>
                    <a:cubicBezTo>
                      <a:pt x="191" y="179"/>
                      <a:pt x="191" y="179"/>
                      <a:pt x="191" y="179"/>
                    </a:cubicBezTo>
                    <a:cubicBezTo>
                      <a:pt x="193" y="178"/>
                      <a:pt x="193" y="177"/>
                      <a:pt x="194" y="175"/>
                    </a:cubicBezTo>
                    <a:cubicBezTo>
                      <a:pt x="197" y="170"/>
                      <a:pt x="197" y="170"/>
                      <a:pt x="197" y="170"/>
                    </a:cubicBezTo>
                    <a:cubicBezTo>
                      <a:pt x="197" y="170"/>
                      <a:pt x="197" y="170"/>
                      <a:pt x="197" y="170"/>
                    </a:cubicBezTo>
                    <a:cubicBezTo>
                      <a:pt x="198" y="169"/>
                      <a:pt x="198" y="169"/>
                      <a:pt x="198" y="169"/>
                    </a:cubicBezTo>
                    <a:cubicBezTo>
                      <a:pt x="198" y="169"/>
                      <a:pt x="198" y="169"/>
                      <a:pt x="198" y="169"/>
                    </a:cubicBezTo>
                    <a:cubicBezTo>
                      <a:pt x="198" y="167"/>
                      <a:pt x="198" y="166"/>
                      <a:pt x="199" y="165"/>
                    </a:cubicBezTo>
                    <a:cubicBezTo>
                      <a:pt x="199" y="164"/>
                      <a:pt x="199" y="164"/>
                      <a:pt x="199" y="163"/>
                    </a:cubicBezTo>
                    <a:cubicBezTo>
                      <a:pt x="200" y="161"/>
                      <a:pt x="199" y="163"/>
                      <a:pt x="200" y="161"/>
                    </a:cubicBezTo>
                    <a:cubicBezTo>
                      <a:pt x="200" y="160"/>
                      <a:pt x="200" y="153"/>
                      <a:pt x="199" y="150"/>
                    </a:cubicBezTo>
                    <a:cubicBezTo>
                      <a:pt x="198" y="149"/>
                      <a:pt x="198" y="149"/>
                      <a:pt x="198" y="149"/>
                    </a:cubicBezTo>
                    <a:cubicBezTo>
                      <a:pt x="198" y="147"/>
                      <a:pt x="198" y="144"/>
                      <a:pt x="198" y="143"/>
                    </a:cubicBezTo>
                    <a:cubicBezTo>
                      <a:pt x="198" y="143"/>
                      <a:pt x="198" y="143"/>
                      <a:pt x="197" y="143"/>
                    </a:cubicBezTo>
                    <a:cubicBezTo>
                      <a:pt x="199" y="141"/>
                      <a:pt x="198" y="142"/>
                      <a:pt x="198" y="140"/>
                    </a:cubicBezTo>
                    <a:cubicBezTo>
                      <a:pt x="197" y="139"/>
                      <a:pt x="198" y="139"/>
                      <a:pt x="196" y="139"/>
                    </a:cubicBezTo>
                    <a:cubicBezTo>
                      <a:pt x="197" y="138"/>
                      <a:pt x="194" y="134"/>
                      <a:pt x="193" y="133"/>
                    </a:cubicBezTo>
                    <a:cubicBezTo>
                      <a:pt x="186" y="126"/>
                      <a:pt x="186" y="126"/>
                      <a:pt x="186" y="126"/>
                    </a:cubicBezTo>
                    <a:cubicBezTo>
                      <a:pt x="181" y="122"/>
                      <a:pt x="181" y="123"/>
                      <a:pt x="178" y="122"/>
                    </a:cubicBezTo>
                    <a:cubicBezTo>
                      <a:pt x="175" y="121"/>
                      <a:pt x="180" y="122"/>
                      <a:pt x="177" y="121"/>
                    </a:cubicBezTo>
                    <a:cubicBezTo>
                      <a:pt x="173" y="121"/>
                      <a:pt x="173" y="121"/>
                      <a:pt x="173" y="121"/>
                    </a:cubicBezTo>
                    <a:cubicBezTo>
                      <a:pt x="173" y="120"/>
                      <a:pt x="174" y="121"/>
                      <a:pt x="172" y="121"/>
                    </a:cubicBezTo>
                    <a:cubicBezTo>
                      <a:pt x="171" y="121"/>
                      <a:pt x="171" y="121"/>
                      <a:pt x="170" y="121"/>
                    </a:cubicBezTo>
                    <a:cubicBezTo>
                      <a:pt x="163" y="122"/>
                      <a:pt x="166" y="121"/>
                      <a:pt x="161" y="125"/>
                    </a:cubicBezTo>
                    <a:cubicBezTo>
                      <a:pt x="160" y="126"/>
                      <a:pt x="160" y="126"/>
                      <a:pt x="160" y="126"/>
                    </a:cubicBezTo>
                    <a:cubicBezTo>
                      <a:pt x="157" y="127"/>
                      <a:pt x="158" y="127"/>
                      <a:pt x="157" y="128"/>
                    </a:cubicBezTo>
                    <a:cubicBezTo>
                      <a:pt x="157" y="128"/>
                      <a:pt x="157" y="128"/>
                      <a:pt x="157" y="128"/>
                    </a:cubicBezTo>
                    <a:cubicBezTo>
                      <a:pt x="155" y="129"/>
                      <a:pt x="155" y="129"/>
                      <a:pt x="155" y="129"/>
                    </a:cubicBezTo>
                    <a:cubicBezTo>
                      <a:pt x="154" y="130"/>
                      <a:pt x="153" y="131"/>
                      <a:pt x="152" y="131"/>
                    </a:cubicBezTo>
                    <a:cubicBezTo>
                      <a:pt x="151" y="132"/>
                      <a:pt x="151" y="132"/>
                      <a:pt x="151" y="132"/>
                    </a:cubicBezTo>
                    <a:cubicBezTo>
                      <a:pt x="151" y="132"/>
                      <a:pt x="151" y="132"/>
                      <a:pt x="151" y="132"/>
                    </a:cubicBezTo>
                    <a:cubicBezTo>
                      <a:pt x="150" y="132"/>
                      <a:pt x="150" y="132"/>
                      <a:pt x="149" y="133"/>
                    </a:cubicBezTo>
                    <a:cubicBezTo>
                      <a:pt x="150" y="133"/>
                      <a:pt x="150" y="133"/>
                      <a:pt x="150" y="133"/>
                    </a:cubicBezTo>
                    <a:cubicBezTo>
                      <a:pt x="148" y="134"/>
                      <a:pt x="146" y="136"/>
                      <a:pt x="144" y="137"/>
                    </a:cubicBezTo>
                    <a:cubicBezTo>
                      <a:pt x="143" y="139"/>
                      <a:pt x="143" y="139"/>
                      <a:pt x="143" y="139"/>
                    </a:cubicBezTo>
                    <a:cubicBezTo>
                      <a:pt x="143" y="139"/>
                      <a:pt x="142" y="139"/>
                      <a:pt x="142" y="139"/>
                    </a:cubicBezTo>
                    <a:cubicBezTo>
                      <a:pt x="142" y="140"/>
                      <a:pt x="142" y="140"/>
                      <a:pt x="142" y="140"/>
                    </a:cubicBezTo>
                    <a:cubicBezTo>
                      <a:pt x="133" y="151"/>
                      <a:pt x="133" y="151"/>
                      <a:pt x="133" y="151"/>
                    </a:cubicBezTo>
                    <a:cubicBezTo>
                      <a:pt x="132" y="153"/>
                      <a:pt x="130" y="155"/>
                      <a:pt x="128" y="157"/>
                    </a:cubicBezTo>
                    <a:cubicBezTo>
                      <a:pt x="128" y="157"/>
                      <a:pt x="128" y="157"/>
                      <a:pt x="128" y="157"/>
                    </a:cubicBezTo>
                    <a:cubicBezTo>
                      <a:pt x="126" y="159"/>
                      <a:pt x="126" y="159"/>
                      <a:pt x="126" y="159"/>
                    </a:cubicBezTo>
                    <a:cubicBezTo>
                      <a:pt x="126" y="159"/>
                      <a:pt x="126" y="160"/>
                      <a:pt x="126" y="160"/>
                    </a:cubicBezTo>
                    <a:cubicBezTo>
                      <a:pt x="124" y="162"/>
                      <a:pt x="127" y="159"/>
                      <a:pt x="125" y="161"/>
                    </a:cubicBezTo>
                    <a:cubicBezTo>
                      <a:pt x="125" y="161"/>
                      <a:pt x="124" y="162"/>
                      <a:pt x="124" y="162"/>
                    </a:cubicBezTo>
                    <a:cubicBezTo>
                      <a:pt x="124" y="163"/>
                      <a:pt x="124" y="162"/>
                      <a:pt x="124" y="163"/>
                    </a:cubicBezTo>
                    <a:cubicBezTo>
                      <a:pt x="123" y="162"/>
                      <a:pt x="123" y="162"/>
                      <a:pt x="123" y="162"/>
                    </a:cubicBezTo>
                    <a:cubicBezTo>
                      <a:pt x="123" y="164"/>
                      <a:pt x="123" y="163"/>
                      <a:pt x="122" y="164"/>
                    </a:cubicBezTo>
                    <a:cubicBezTo>
                      <a:pt x="108" y="180"/>
                      <a:pt x="108" y="180"/>
                      <a:pt x="108" y="180"/>
                    </a:cubicBezTo>
                    <a:cubicBezTo>
                      <a:pt x="108" y="176"/>
                      <a:pt x="107" y="177"/>
                      <a:pt x="107" y="174"/>
                    </a:cubicBezTo>
                    <a:cubicBezTo>
                      <a:pt x="107" y="170"/>
                      <a:pt x="107" y="170"/>
                      <a:pt x="107" y="170"/>
                    </a:cubicBezTo>
                    <a:cubicBezTo>
                      <a:pt x="107" y="170"/>
                      <a:pt x="108" y="169"/>
                      <a:pt x="108" y="169"/>
                    </a:cubicBezTo>
                    <a:cubicBezTo>
                      <a:pt x="109" y="160"/>
                      <a:pt x="109" y="160"/>
                      <a:pt x="109" y="160"/>
                    </a:cubicBezTo>
                    <a:cubicBezTo>
                      <a:pt x="110" y="158"/>
                      <a:pt x="110" y="158"/>
                      <a:pt x="110" y="157"/>
                    </a:cubicBezTo>
                    <a:cubicBezTo>
                      <a:pt x="112" y="151"/>
                      <a:pt x="112" y="151"/>
                      <a:pt x="112" y="151"/>
                    </a:cubicBezTo>
                    <a:close/>
                    <a:moveTo>
                      <a:pt x="139" y="157"/>
                    </a:moveTo>
                    <a:cubicBezTo>
                      <a:pt x="141" y="156"/>
                      <a:pt x="141" y="156"/>
                      <a:pt x="141" y="156"/>
                    </a:cubicBezTo>
                    <a:cubicBezTo>
                      <a:pt x="140" y="155"/>
                      <a:pt x="140" y="155"/>
                      <a:pt x="140" y="155"/>
                    </a:cubicBezTo>
                    <a:cubicBezTo>
                      <a:pt x="142" y="155"/>
                      <a:pt x="142" y="155"/>
                      <a:pt x="142" y="155"/>
                    </a:cubicBezTo>
                    <a:cubicBezTo>
                      <a:pt x="142" y="157"/>
                      <a:pt x="142" y="157"/>
                      <a:pt x="142" y="157"/>
                    </a:cubicBezTo>
                    <a:cubicBezTo>
                      <a:pt x="142" y="159"/>
                      <a:pt x="142" y="157"/>
                      <a:pt x="141" y="158"/>
                    </a:cubicBezTo>
                    <a:cubicBezTo>
                      <a:pt x="140" y="159"/>
                      <a:pt x="140" y="159"/>
                      <a:pt x="140" y="159"/>
                    </a:cubicBezTo>
                    <a:cubicBezTo>
                      <a:pt x="139" y="160"/>
                      <a:pt x="140" y="160"/>
                      <a:pt x="139" y="161"/>
                    </a:cubicBezTo>
                    <a:cubicBezTo>
                      <a:pt x="138" y="160"/>
                      <a:pt x="138" y="160"/>
                      <a:pt x="138" y="160"/>
                    </a:cubicBezTo>
                    <a:cubicBezTo>
                      <a:pt x="138" y="159"/>
                      <a:pt x="138" y="160"/>
                      <a:pt x="139" y="158"/>
                    </a:cubicBezTo>
                    <a:cubicBezTo>
                      <a:pt x="139" y="157"/>
                      <a:pt x="139" y="158"/>
                      <a:pt x="139" y="157"/>
                    </a:cubicBezTo>
                    <a:close/>
                    <a:moveTo>
                      <a:pt x="147" y="156"/>
                    </a:moveTo>
                    <a:cubicBezTo>
                      <a:pt x="147" y="154"/>
                      <a:pt x="147" y="154"/>
                      <a:pt x="147" y="154"/>
                    </a:cubicBezTo>
                    <a:cubicBezTo>
                      <a:pt x="149" y="155"/>
                      <a:pt x="148" y="154"/>
                      <a:pt x="149" y="155"/>
                    </a:cubicBezTo>
                    <a:cubicBezTo>
                      <a:pt x="149" y="155"/>
                      <a:pt x="148" y="157"/>
                      <a:pt x="149" y="156"/>
                    </a:cubicBezTo>
                    <a:cubicBezTo>
                      <a:pt x="149" y="156"/>
                      <a:pt x="149" y="156"/>
                      <a:pt x="149" y="156"/>
                    </a:cubicBezTo>
                    <a:cubicBezTo>
                      <a:pt x="149" y="156"/>
                      <a:pt x="148" y="156"/>
                      <a:pt x="148" y="156"/>
                    </a:cubicBezTo>
                    <a:cubicBezTo>
                      <a:pt x="146" y="156"/>
                      <a:pt x="148" y="156"/>
                      <a:pt x="147" y="156"/>
                    </a:cubicBezTo>
                    <a:close/>
                    <a:moveTo>
                      <a:pt x="38" y="299"/>
                    </a:moveTo>
                    <a:cubicBezTo>
                      <a:pt x="37" y="299"/>
                      <a:pt x="37" y="299"/>
                      <a:pt x="37" y="299"/>
                    </a:cubicBezTo>
                    <a:cubicBezTo>
                      <a:pt x="35" y="298"/>
                      <a:pt x="36" y="299"/>
                      <a:pt x="36" y="298"/>
                    </a:cubicBezTo>
                    <a:cubicBezTo>
                      <a:pt x="37" y="297"/>
                      <a:pt x="37" y="297"/>
                      <a:pt x="38" y="299"/>
                    </a:cubicBezTo>
                    <a:close/>
                    <a:moveTo>
                      <a:pt x="151" y="193"/>
                    </a:moveTo>
                    <a:cubicBezTo>
                      <a:pt x="152" y="190"/>
                      <a:pt x="152" y="192"/>
                      <a:pt x="152" y="193"/>
                    </a:cubicBezTo>
                    <a:cubicBezTo>
                      <a:pt x="151" y="193"/>
                      <a:pt x="151" y="193"/>
                      <a:pt x="151" y="193"/>
                    </a:cubicBezTo>
                    <a:close/>
                    <a:moveTo>
                      <a:pt x="154" y="103"/>
                    </a:moveTo>
                    <a:cubicBezTo>
                      <a:pt x="155" y="104"/>
                      <a:pt x="155" y="104"/>
                      <a:pt x="155" y="104"/>
                    </a:cubicBezTo>
                    <a:cubicBezTo>
                      <a:pt x="154" y="104"/>
                      <a:pt x="154" y="104"/>
                      <a:pt x="154" y="104"/>
                    </a:cubicBezTo>
                    <a:cubicBezTo>
                      <a:pt x="153" y="102"/>
                      <a:pt x="154" y="103"/>
                      <a:pt x="154" y="103"/>
                    </a:cubicBezTo>
                    <a:close/>
                    <a:moveTo>
                      <a:pt x="140" y="164"/>
                    </a:moveTo>
                    <a:cubicBezTo>
                      <a:pt x="142" y="162"/>
                      <a:pt x="141" y="165"/>
                      <a:pt x="142" y="163"/>
                    </a:cubicBezTo>
                    <a:cubicBezTo>
                      <a:pt x="142" y="163"/>
                      <a:pt x="142" y="164"/>
                      <a:pt x="142" y="164"/>
                    </a:cubicBezTo>
                    <a:cubicBezTo>
                      <a:pt x="142" y="164"/>
                      <a:pt x="142" y="164"/>
                      <a:pt x="142" y="164"/>
                    </a:cubicBezTo>
                    <a:cubicBezTo>
                      <a:pt x="141" y="164"/>
                      <a:pt x="141" y="164"/>
                      <a:pt x="141" y="164"/>
                    </a:cubicBezTo>
                    <a:cubicBezTo>
                      <a:pt x="141" y="164"/>
                      <a:pt x="141" y="164"/>
                      <a:pt x="140" y="164"/>
                    </a:cubicBezTo>
                    <a:close/>
                    <a:moveTo>
                      <a:pt x="145" y="112"/>
                    </a:moveTo>
                    <a:cubicBezTo>
                      <a:pt x="145" y="114"/>
                      <a:pt x="145" y="114"/>
                      <a:pt x="145" y="114"/>
                    </a:cubicBezTo>
                    <a:cubicBezTo>
                      <a:pt x="144" y="113"/>
                      <a:pt x="144" y="113"/>
                      <a:pt x="144" y="113"/>
                    </a:cubicBezTo>
                    <a:cubicBezTo>
                      <a:pt x="145" y="112"/>
                      <a:pt x="145" y="112"/>
                      <a:pt x="145" y="112"/>
                    </a:cubicBezTo>
                    <a:close/>
                    <a:moveTo>
                      <a:pt x="140" y="167"/>
                    </a:moveTo>
                    <a:cubicBezTo>
                      <a:pt x="140" y="166"/>
                      <a:pt x="140" y="166"/>
                      <a:pt x="140" y="166"/>
                    </a:cubicBezTo>
                    <a:cubicBezTo>
                      <a:pt x="140" y="166"/>
                      <a:pt x="140" y="166"/>
                      <a:pt x="140" y="167"/>
                    </a:cubicBezTo>
                    <a:cubicBezTo>
                      <a:pt x="141" y="168"/>
                      <a:pt x="140" y="167"/>
                      <a:pt x="140" y="167"/>
                    </a:cubicBezTo>
                    <a:close/>
                    <a:moveTo>
                      <a:pt x="123" y="145"/>
                    </a:moveTo>
                    <a:cubicBezTo>
                      <a:pt x="123" y="144"/>
                      <a:pt x="122" y="145"/>
                      <a:pt x="123" y="144"/>
                    </a:cubicBezTo>
                    <a:cubicBezTo>
                      <a:pt x="124" y="144"/>
                      <a:pt x="123" y="144"/>
                      <a:pt x="123" y="144"/>
                    </a:cubicBezTo>
                    <a:cubicBezTo>
                      <a:pt x="123" y="144"/>
                      <a:pt x="125" y="146"/>
                      <a:pt x="123" y="145"/>
                    </a:cubicBezTo>
                    <a:close/>
                    <a:moveTo>
                      <a:pt x="160" y="102"/>
                    </a:moveTo>
                    <a:cubicBezTo>
                      <a:pt x="160" y="101"/>
                      <a:pt x="160" y="101"/>
                      <a:pt x="160" y="101"/>
                    </a:cubicBezTo>
                    <a:cubicBezTo>
                      <a:pt x="161" y="101"/>
                      <a:pt x="160" y="100"/>
                      <a:pt x="160" y="102"/>
                    </a:cubicBezTo>
                    <a:close/>
                    <a:moveTo>
                      <a:pt x="108" y="79"/>
                    </a:moveTo>
                    <a:cubicBezTo>
                      <a:pt x="109" y="79"/>
                      <a:pt x="109" y="79"/>
                      <a:pt x="109" y="79"/>
                    </a:cubicBezTo>
                    <a:cubicBezTo>
                      <a:pt x="108" y="80"/>
                      <a:pt x="109" y="80"/>
                      <a:pt x="108" y="79"/>
                    </a:cubicBezTo>
                    <a:close/>
                    <a:moveTo>
                      <a:pt x="75" y="215"/>
                    </a:moveTo>
                    <a:cubicBezTo>
                      <a:pt x="75" y="214"/>
                      <a:pt x="75" y="214"/>
                      <a:pt x="75" y="214"/>
                    </a:cubicBezTo>
                    <a:cubicBezTo>
                      <a:pt x="75" y="215"/>
                      <a:pt x="76" y="215"/>
                      <a:pt x="75" y="215"/>
                    </a:cubicBezTo>
                    <a:close/>
                    <a:moveTo>
                      <a:pt x="32" y="115"/>
                    </a:moveTo>
                    <a:cubicBezTo>
                      <a:pt x="32" y="114"/>
                      <a:pt x="32" y="115"/>
                      <a:pt x="32" y="115"/>
                    </a:cubicBezTo>
                    <a:cubicBezTo>
                      <a:pt x="32" y="116"/>
                      <a:pt x="32" y="115"/>
                      <a:pt x="32" y="115"/>
                    </a:cubicBezTo>
                    <a:close/>
                    <a:moveTo>
                      <a:pt x="148" y="110"/>
                    </a:moveTo>
                    <a:cubicBezTo>
                      <a:pt x="148" y="109"/>
                      <a:pt x="149" y="109"/>
                      <a:pt x="148" y="109"/>
                    </a:cubicBezTo>
                    <a:cubicBezTo>
                      <a:pt x="149" y="109"/>
                      <a:pt x="149" y="109"/>
                      <a:pt x="149" y="109"/>
                    </a:cubicBezTo>
                    <a:cubicBezTo>
                      <a:pt x="148" y="110"/>
                      <a:pt x="148" y="110"/>
                      <a:pt x="148" y="110"/>
                    </a:cubicBezTo>
                    <a:close/>
                    <a:moveTo>
                      <a:pt x="145" y="158"/>
                    </a:moveTo>
                    <a:cubicBezTo>
                      <a:pt x="144" y="157"/>
                      <a:pt x="145" y="158"/>
                      <a:pt x="145" y="158"/>
                    </a:cubicBezTo>
                    <a:cubicBezTo>
                      <a:pt x="146" y="159"/>
                      <a:pt x="145" y="158"/>
                      <a:pt x="145" y="158"/>
                    </a:cubicBezTo>
                    <a:close/>
                    <a:moveTo>
                      <a:pt x="153" y="280"/>
                    </a:moveTo>
                    <a:cubicBezTo>
                      <a:pt x="154" y="281"/>
                      <a:pt x="154" y="281"/>
                      <a:pt x="154" y="281"/>
                    </a:cubicBezTo>
                    <a:cubicBezTo>
                      <a:pt x="152" y="281"/>
                      <a:pt x="153" y="281"/>
                      <a:pt x="153" y="280"/>
                    </a:cubicBezTo>
                    <a:close/>
                    <a:moveTo>
                      <a:pt x="33" y="299"/>
                    </a:moveTo>
                    <a:cubicBezTo>
                      <a:pt x="33" y="299"/>
                      <a:pt x="32" y="300"/>
                      <a:pt x="33" y="299"/>
                    </a:cubicBezTo>
                    <a:cubicBezTo>
                      <a:pt x="33" y="299"/>
                      <a:pt x="34" y="298"/>
                      <a:pt x="33" y="299"/>
                    </a:cubicBezTo>
                    <a:close/>
                    <a:moveTo>
                      <a:pt x="154" y="108"/>
                    </a:moveTo>
                    <a:cubicBezTo>
                      <a:pt x="154" y="108"/>
                      <a:pt x="154" y="108"/>
                      <a:pt x="154" y="108"/>
                    </a:cubicBezTo>
                    <a:cubicBezTo>
                      <a:pt x="154" y="108"/>
                      <a:pt x="153" y="108"/>
                      <a:pt x="154" y="108"/>
                    </a:cubicBezTo>
                    <a:close/>
                    <a:moveTo>
                      <a:pt x="115" y="152"/>
                    </a:moveTo>
                    <a:cubicBezTo>
                      <a:pt x="115" y="152"/>
                      <a:pt x="115" y="152"/>
                      <a:pt x="115" y="152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" name="Freeform 13"/>
              <p:cNvSpPr>
                <a:spLocks noEditPoints="1"/>
              </p:cNvSpPr>
              <p:nvPr/>
            </p:nvSpPr>
            <p:spPr bwMode="auto">
              <a:xfrm>
                <a:off x="4260672" y="4327256"/>
                <a:ext cx="263525" cy="250825"/>
              </a:xfrm>
              <a:custGeom>
                <a:avLst/>
                <a:gdLst>
                  <a:gd name="T0" fmla="*/ 148 w 230"/>
                  <a:gd name="T1" fmla="*/ 91 h 218"/>
                  <a:gd name="T2" fmla="*/ 151 w 230"/>
                  <a:gd name="T3" fmla="*/ 87 h 218"/>
                  <a:gd name="T4" fmla="*/ 166 w 230"/>
                  <a:gd name="T5" fmla="*/ 76 h 218"/>
                  <a:gd name="T6" fmla="*/ 154 w 230"/>
                  <a:gd name="T7" fmla="*/ 83 h 218"/>
                  <a:gd name="T8" fmla="*/ 48 w 230"/>
                  <a:gd name="T9" fmla="*/ 45 h 218"/>
                  <a:gd name="T10" fmla="*/ 151 w 230"/>
                  <a:gd name="T11" fmla="*/ 36 h 218"/>
                  <a:gd name="T12" fmla="*/ 144 w 230"/>
                  <a:gd name="T13" fmla="*/ 58 h 218"/>
                  <a:gd name="T14" fmla="*/ 51 w 230"/>
                  <a:gd name="T15" fmla="*/ 35 h 218"/>
                  <a:gd name="T16" fmla="*/ 50 w 230"/>
                  <a:gd name="T17" fmla="*/ 41 h 218"/>
                  <a:gd name="T18" fmla="*/ 54 w 230"/>
                  <a:gd name="T19" fmla="*/ 44 h 218"/>
                  <a:gd name="T20" fmla="*/ 51 w 230"/>
                  <a:gd name="T21" fmla="*/ 56 h 218"/>
                  <a:gd name="T22" fmla="*/ 50 w 230"/>
                  <a:gd name="T23" fmla="*/ 70 h 218"/>
                  <a:gd name="T24" fmla="*/ 54 w 230"/>
                  <a:gd name="T25" fmla="*/ 57 h 218"/>
                  <a:gd name="T26" fmla="*/ 62 w 230"/>
                  <a:gd name="T27" fmla="*/ 38 h 218"/>
                  <a:gd name="T28" fmla="*/ 55 w 230"/>
                  <a:gd name="T29" fmla="*/ 27 h 218"/>
                  <a:gd name="T30" fmla="*/ 23 w 230"/>
                  <a:gd name="T31" fmla="*/ 159 h 218"/>
                  <a:gd name="T32" fmla="*/ 22 w 230"/>
                  <a:gd name="T33" fmla="*/ 187 h 218"/>
                  <a:gd name="T34" fmla="*/ 60 w 230"/>
                  <a:gd name="T35" fmla="*/ 207 h 218"/>
                  <a:gd name="T36" fmla="*/ 62 w 230"/>
                  <a:gd name="T37" fmla="*/ 194 h 218"/>
                  <a:gd name="T38" fmla="*/ 80 w 230"/>
                  <a:gd name="T39" fmla="*/ 168 h 218"/>
                  <a:gd name="T40" fmla="*/ 102 w 230"/>
                  <a:gd name="T41" fmla="*/ 191 h 218"/>
                  <a:gd name="T42" fmla="*/ 151 w 230"/>
                  <a:gd name="T43" fmla="*/ 212 h 218"/>
                  <a:gd name="T44" fmla="*/ 180 w 230"/>
                  <a:gd name="T45" fmla="*/ 214 h 218"/>
                  <a:gd name="T46" fmla="*/ 209 w 230"/>
                  <a:gd name="T47" fmla="*/ 212 h 218"/>
                  <a:gd name="T48" fmla="*/ 228 w 230"/>
                  <a:gd name="T49" fmla="*/ 192 h 218"/>
                  <a:gd name="T50" fmla="*/ 198 w 230"/>
                  <a:gd name="T51" fmla="*/ 164 h 218"/>
                  <a:gd name="T52" fmla="*/ 185 w 230"/>
                  <a:gd name="T53" fmla="*/ 174 h 218"/>
                  <a:gd name="T54" fmla="*/ 176 w 230"/>
                  <a:gd name="T55" fmla="*/ 177 h 218"/>
                  <a:gd name="T56" fmla="*/ 151 w 230"/>
                  <a:gd name="T57" fmla="*/ 177 h 218"/>
                  <a:gd name="T58" fmla="*/ 111 w 230"/>
                  <a:gd name="T59" fmla="*/ 157 h 218"/>
                  <a:gd name="T60" fmla="*/ 120 w 230"/>
                  <a:gd name="T61" fmla="*/ 133 h 218"/>
                  <a:gd name="T62" fmla="*/ 139 w 230"/>
                  <a:gd name="T63" fmla="*/ 154 h 218"/>
                  <a:gd name="T64" fmla="*/ 151 w 230"/>
                  <a:gd name="T65" fmla="*/ 140 h 218"/>
                  <a:gd name="T66" fmla="*/ 168 w 230"/>
                  <a:gd name="T67" fmla="*/ 128 h 218"/>
                  <a:gd name="T68" fmla="*/ 187 w 230"/>
                  <a:gd name="T69" fmla="*/ 97 h 218"/>
                  <a:gd name="T70" fmla="*/ 186 w 230"/>
                  <a:gd name="T71" fmla="*/ 50 h 218"/>
                  <a:gd name="T72" fmla="*/ 157 w 230"/>
                  <a:gd name="T73" fmla="*/ 49 h 218"/>
                  <a:gd name="T74" fmla="*/ 148 w 230"/>
                  <a:gd name="T75" fmla="*/ 6 h 218"/>
                  <a:gd name="T76" fmla="*/ 137 w 230"/>
                  <a:gd name="T77" fmla="*/ 37 h 218"/>
                  <a:gd name="T78" fmla="*/ 129 w 230"/>
                  <a:gd name="T79" fmla="*/ 77 h 218"/>
                  <a:gd name="T80" fmla="*/ 91 w 230"/>
                  <a:gd name="T81" fmla="*/ 112 h 218"/>
                  <a:gd name="T82" fmla="*/ 75 w 230"/>
                  <a:gd name="T83" fmla="*/ 139 h 218"/>
                  <a:gd name="T84" fmla="*/ 58 w 230"/>
                  <a:gd name="T85" fmla="*/ 157 h 218"/>
                  <a:gd name="T86" fmla="*/ 65 w 230"/>
                  <a:gd name="T87" fmla="*/ 112 h 218"/>
                  <a:gd name="T88" fmla="*/ 82 w 230"/>
                  <a:gd name="T89" fmla="*/ 77 h 218"/>
                  <a:gd name="T90" fmla="*/ 79 w 230"/>
                  <a:gd name="T91" fmla="*/ 36 h 218"/>
                  <a:gd name="T92" fmla="*/ 59 w 230"/>
                  <a:gd name="T93" fmla="*/ 5 h 218"/>
                  <a:gd name="T94" fmla="*/ 48 w 230"/>
                  <a:gd name="T95" fmla="*/ 36 h 218"/>
                  <a:gd name="T96" fmla="*/ 43 w 230"/>
                  <a:gd name="T97" fmla="*/ 43 h 218"/>
                  <a:gd name="T98" fmla="*/ 38 w 230"/>
                  <a:gd name="T99" fmla="*/ 59 h 218"/>
                  <a:gd name="T100" fmla="*/ 34 w 230"/>
                  <a:gd name="T101" fmla="*/ 84 h 218"/>
                  <a:gd name="T102" fmla="*/ 10 w 230"/>
                  <a:gd name="T103" fmla="*/ 106 h 218"/>
                  <a:gd name="T104" fmla="*/ 25 w 230"/>
                  <a:gd name="T105" fmla="*/ 130 h 218"/>
                  <a:gd name="T106" fmla="*/ 24 w 230"/>
                  <a:gd name="T107" fmla="*/ 152 h 218"/>
                  <a:gd name="T108" fmla="*/ 21 w 230"/>
                  <a:gd name="T109" fmla="*/ 180 h 218"/>
                  <a:gd name="T110" fmla="*/ 20 w 230"/>
                  <a:gd name="T111" fmla="*/ 180 h 218"/>
                  <a:gd name="T112" fmla="*/ 178 w 230"/>
                  <a:gd name="T113" fmla="*/ 217 h 218"/>
                  <a:gd name="T114" fmla="*/ 80 w 230"/>
                  <a:gd name="T115" fmla="*/ 168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30" h="218">
                    <a:moveTo>
                      <a:pt x="182" y="215"/>
                    </a:moveTo>
                    <a:cubicBezTo>
                      <a:pt x="181" y="214"/>
                      <a:pt x="182" y="217"/>
                      <a:pt x="181" y="214"/>
                    </a:cubicBezTo>
                    <a:cubicBezTo>
                      <a:pt x="182" y="215"/>
                      <a:pt x="181" y="213"/>
                      <a:pt x="182" y="215"/>
                    </a:cubicBezTo>
                    <a:close/>
                    <a:moveTo>
                      <a:pt x="22" y="168"/>
                    </a:moveTo>
                    <a:cubicBezTo>
                      <a:pt x="23" y="169"/>
                      <a:pt x="23" y="168"/>
                      <a:pt x="23" y="169"/>
                    </a:cubicBezTo>
                    <a:cubicBezTo>
                      <a:pt x="22" y="169"/>
                      <a:pt x="22" y="169"/>
                      <a:pt x="22" y="168"/>
                    </a:cubicBezTo>
                    <a:cubicBezTo>
                      <a:pt x="22" y="168"/>
                      <a:pt x="22" y="168"/>
                      <a:pt x="22" y="168"/>
                    </a:cubicBezTo>
                    <a:close/>
                    <a:moveTo>
                      <a:pt x="147" y="88"/>
                    </a:moveTo>
                    <a:cubicBezTo>
                      <a:pt x="149" y="88"/>
                      <a:pt x="148" y="88"/>
                      <a:pt x="148" y="91"/>
                    </a:cubicBezTo>
                    <a:cubicBezTo>
                      <a:pt x="149" y="95"/>
                      <a:pt x="149" y="95"/>
                      <a:pt x="149" y="95"/>
                    </a:cubicBezTo>
                    <a:cubicBezTo>
                      <a:pt x="149" y="96"/>
                      <a:pt x="149" y="96"/>
                      <a:pt x="149" y="97"/>
                    </a:cubicBezTo>
                    <a:cubicBezTo>
                      <a:pt x="149" y="99"/>
                      <a:pt x="149" y="100"/>
                      <a:pt x="149" y="101"/>
                    </a:cubicBezTo>
                    <a:cubicBezTo>
                      <a:pt x="148" y="101"/>
                      <a:pt x="148" y="101"/>
                      <a:pt x="148" y="101"/>
                    </a:cubicBezTo>
                    <a:cubicBezTo>
                      <a:pt x="147" y="88"/>
                      <a:pt x="147" y="88"/>
                      <a:pt x="147" y="88"/>
                    </a:cubicBezTo>
                    <a:close/>
                    <a:moveTo>
                      <a:pt x="153" y="100"/>
                    </a:moveTo>
                    <a:cubicBezTo>
                      <a:pt x="155" y="95"/>
                      <a:pt x="152" y="95"/>
                      <a:pt x="154" y="91"/>
                    </a:cubicBezTo>
                    <a:cubicBezTo>
                      <a:pt x="152" y="91"/>
                      <a:pt x="152" y="91"/>
                      <a:pt x="152" y="91"/>
                    </a:cubicBezTo>
                    <a:cubicBezTo>
                      <a:pt x="151" y="87"/>
                      <a:pt x="151" y="87"/>
                      <a:pt x="151" y="87"/>
                    </a:cubicBezTo>
                    <a:cubicBezTo>
                      <a:pt x="150" y="87"/>
                      <a:pt x="150" y="87"/>
                      <a:pt x="149" y="86"/>
                    </a:cubicBezTo>
                    <a:cubicBezTo>
                      <a:pt x="151" y="92"/>
                      <a:pt x="149" y="89"/>
                      <a:pt x="152" y="98"/>
                    </a:cubicBezTo>
                    <a:cubicBezTo>
                      <a:pt x="152" y="101"/>
                      <a:pt x="152" y="99"/>
                      <a:pt x="153" y="100"/>
                    </a:cubicBezTo>
                    <a:close/>
                    <a:moveTo>
                      <a:pt x="151" y="84"/>
                    </a:moveTo>
                    <a:cubicBezTo>
                      <a:pt x="151" y="85"/>
                      <a:pt x="151" y="85"/>
                      <a:pt x="151" y="86"/>
                    </a:cubicBezTo>
                    <a:cubicBezTo>
                      <a:pt x="150" y="86"/>
                      <a:pt x="150" y="87"/>
                      <a:pt x="150" y="85"/>
                    </a:cubicBezTo>
                    <a:cubicBezTo>
                      <a:pt x="150" y="83"/>
                      <a:pt x="151" y="84"/>
                      <a:pt x="151" y="84"/>
                    </a:cubicBezTo>
                    <a:close/>
                    <a:moveTo>
                      <a:pt x="165" y="76"/>
                    </a:moveTo>
                    <a:cubicBezTo>
                      <a:pt x="166" y="76"/>
                      <a:pt x="166" y="76"/>
                      <a:pt x="166" y="76"/>
                    </a:cubicBezTo>
                    <a:cubicBezTo>
                      <a:pt x="166" y="80"/>
                      <a:pt x="166" y="80"/>
                      <a:pt x="166" y="84"/>
                    </a:cubicBezTo>
                    <a:cubicBezTo>
                      <a:pt x="163" y="85"/>
                      <a:pt x="168" y="84"/>
                      <a:pt x="165" y="85"/>
                    </a:cubicBezTo>
                    <a:cubicBezTo>
                      <a:pt x="163" y="93"/>
                      <a:pt x="163" y="93"/>
                      <a:pt x="163" y="93"/>
                    </a:cubicBezTo>
                    <a:cubicBezTo>
                      <a:pt x="162" y="96"/>
                      <a:pt x="162" y="96"/>
                      <a:pt x="160" y="96"/>
                    </a:cubicBezTo>
                    <a:cubicBezTo>
                      <a:pt x="161" y="98"/>
                      <a:pt x="161" y="98"/>
                      <a:pt x="161" y="98"/>
                    </a:cubicBezTo>
                    <a:cubicBezTo>
                      <a:pt x="158" y="101"/>
                      <a:pt x="158" y="101"/>
                      <a:pt x="158" y="101"/>
                    </a:cubicBezTo>
                    <a:cubicBezTo>
                      <a:pt x="155" y="101"/>
                      <a:pt x="156" y="97"/>
                      <a:pt x="155" y="90"/>
                    </a:cubicBezTo>
                    <a:cubicBezTo>
                      <a:pt x="154" y="89"/>
                      <a:pt x="155" y="91"/>
                      <a:pt x="155" y="83"/>
                    </a:cubicBezTo>
                    <a:cubicBezTo>
                      <a:pt x="154" y="83"/>
                      <a:pt x="154" y="83"/>
                      <a:pt x="154" y="83"/>
                    </a:cubicBezTo>
                    <a:cubicBezTo>
                      <a:pt x="154" y="82"/>
                      <a:pt x="153" y="82"/>
                      <a:pt x="155" y="83"/>
                    </a:cubicBezTo>
                    <a:cubicBezTo>
                      <a:pt x="154" y="79"/>
                      <a:pt x="155" y="78"/>
                      <a:pt x="158" y="76"/>
                    </a:cubicBezTo>
                    <a:cubicBezTo>
                      <a:pt x="164" y="74"/>
                      <a:pt x="164" y="74"/>
                      <a:pt x="164" y="74"/>
                    </a:cubicBezTo>
                    <a:cubicBezTo>
                      <a:pt x="164" y="74"/>
                      <a:pt x="164" y="74"/>
                      <a:pt x="165" y="74"/>
                    </a:cubicBezTo>
                    <a:cubicBezTo>
                      <a:pt x="165" y="76"/>
                      <a:pt x="165" y="76"/>
                      <a:pt x="165" y="76"/>
                    </a:cubicBezTo>
                    <a:close/>
                    <a:moveTo>
                      <a:pt x="45" y="53"/>
                    </a:moveTo>
                    <a:cubicBezTo>
                      <a:pt x="45" y="52"/>
                      <a:pt x="46" y="53"/>
                      <a:pt x="46" y="53"/>
                    </a:cubicBezTo>
                    <a:cubicBezTo>
                      <a:pt x="46" y="54"/>
                      <a:pt x="45" y="53"/>
                      <a:pt x="45" y="53"/>
                    </a:cubicBezTo>
                    <a:close/>
                    <a:moveTo>
                      <a:pt x="48" y="45"/>
                    </a:moveTo>
                    <a:cubicBezTo>
                      <a:pt x="49" y="46"/>
                      <a:pt x="49" y="43"/>
                      <a:pt x="48" y="48"/>
                    </a:cubicBezTo>
                    <a:cubicBezTo>
                      <a:pt x="47" y="47"/>
                      <a:pt x="47" y="49"/>
                      <a:pt x="48" y="45"/>
                    </a:cubicBezTo>
                    <a:close/>
                    <a:moveTo>
                      <a:pt x="49" y="42"/>
                    </a:moveTo>
                    <a:cubicBezTo>
                      <a:pt x="49" y="43"/>
                      <a:pt x="49" y="43"/>
                      <a:pt x="49" y="43"/>
                    </a:cubicBezTo>
                    <a:cubicBezTo>
                      <a:pt x="49" y="44"/>
                      <a:pt x="49" y="43"/>
                      <a:pt x="48" y="45"/>
                    </a:cubicBezTo>
                    <a:cubicBezTo>
                      <a:pt x="50" y="44"/>
                      <a:pt x="50" y="44"/>
                      <a:pt x="49" y="42"/>
                    </a:cubicBezTo>
                    <a:close/>
                    <a:moveTo>
                      <a:pt x="149" y="35"/>
                    </a:moveTo>
                    <a:cubicBezTo>
                      <a:pt x="151" y="36"/>
                      <a:pt x="149" y="35"/>
                      <a:pt x="151" y="33"/>
                    </a:cubicBezTo>
                    <a:cubicBezTo>
                      <a:pt x="153" y="37"/>
                      <a:pt x="152" y="36"/>
                      <a:pt x="151" y="36"/>
                    </a:cubicBezTo>
                    <a:cubicBezTo>
                      <a:pt x="151" y="40"/>
                      <a:pt x="151" y="40"/>
                      <a:pt x="151" y="40"/>
                    </a:cubicBezTo>
                    <a:cubicBezTo>
                      <a:pt x="151" y="40"/>
                      <a:pt x="151" y="40"/>
                      <a:pt x="151" y="40"/>
                    </a:cubicBezTo>
                    <a:cubicBezTo>
                      <a:pt x="151" y="40"/>
                      <a:pt x="151" y="40"/>
                      <a:pt x="151" y="40"/>
                    </a:cubicBezTo>
                    <a:cubicBezTo>
                      <a:pt x="150" y="40"/>
                      <a:pt x="150" y="40"/>
                      <a:pt x="150" y="40"/>
                    </a:cubicBezTo>
                    <a:cubicBezTo>
                      <a:pt x="150" y="40"/>
                      <a:pt x="150" y="40"/>
                      <a:pt x="150" y="40"/>
                    </a:cubicBezTo>
                    <a:cubicBezTo>
                      <a:pt x="150" y="50"/>
                      <a:pt x="151" y="43"/>
                      <a:pt x="149" y="49"/>
                    </a:cubicBezTo>
                    <a:cubicBezTo>
                      <a:pt x="148" y="54"/>
                      <a:pt x="148" y="54"/>
                      <a:pt x="148" y="54"/>
                    </a:cubicBezTo>
                    <a:cubicBezTo>
                      <a:pt x="148" y="55"/>
                      <a:pt x="147" y="56"/>
                      <a:pt x="147" y="56"/>
                    </a:cubicBezTo>
                    <a:cubicBezTo>
                      <a:pt x="147" y="57"/>
                      <a:pt x="145" y="58"/>
                      <a:pt x="144" y="58"/>
                    </a:cubicBezTo>
                    <a:cubicBezTo>
                      <a:pt x="146" y="57"/>
                      <a:pt x="145" y="57"/>
                      <a:pt x="145" y="55"/>
                    </a:cubicBezTo>
                    <a:cubicBezTo>
                      <a:pt x="145" y="52"/>
                      <a:pt x="146" y="52"/>
                      <a:pt x="146" y="52"/>
                    </a:cubicBezTo>
                    <a:cubicBezTo>
                      <a:pt x="147" y="44"/>
                      <a:pt x="147" y="44"/>
                      <a:pt x="147" y="44"/>
                    </a:cubicBezTo>
                    <a:cubicBezTo>
                      <a:pt x="148" y="43"/>
                      <a:pt x="148" y="43"/>
                      <a:pt x="148" y="43"/>
                    </a:cubicBezTo>
                    <a:cubicBezTo>
                      <a:pt x="148" y="43"/>
                      <a:pt x="148" y="43"/>
                      <a:pt x="148" y="42"/>
                    </a:cubicBezTo>
                    <a:cubicBezTo>
                      <a:pt x="147" y="41"/>
                      <a:pt x="149" y="39"/>
                      <a:pt x="149" y="35"/>
                    </a:cubicBezTo>
                    <a:close/>
                    <a:moveTo>
                      <a:pt x="49" y="42"/>
                    </a:moveTo>
                    <a:cubicBezTo>
                      <a:pt x="49" y="40"/>
                      <a:pt x="50" y="40"/>
                      <a:pt x="50" y="38"/>
                    </a:cubicBezTo>
                    <a:cubicBezTo>
                      <a:pt x="51" y="38"/>
                      <a:pt x="51" y="36"/>
                      <a:pt x="51" y="35"/>
                    </a:cubicBezTo>
                    <a:cubicBezTo>
                      <a:pt x="52" y="33"/>
                      <a:pt x="52" y="33"/>
                      <a:pt x="52" y="33"/>
                    </a:cubicBezTo>
                    <a:cubicBezTo>
                      <a:pt x="52" y="33"/>
                      <a:pt x="52" y="33"/>
                      <a:pt x="53" y="33"/>
                    </a:cubicBezTo>
                    <a:cubicBezTo>
                      <a:pt x="53" y="32"/>
                      <a:pt x="53" y="32"/>
                      <a:pt x="53" y="32"/>
                    </a:cubicBezTo>
                    <a:cubicBezTo>
                      <a:pt x="54" y="30"/>
                      <a:pt x="53" y="32"/>
                      <a:pt x="54" y="30"/>
                    </a:cubicBezTo>
                    <a:cubicBezTo>
                      <a:pt x="54" y="30"/>
                      <a:pt x="54" y="30"/>
                      <a:pt x="54" y="31"/>
                    </a:cubicBezTo>
                    <a:cubicBezTo>
                      <a:pt x="53" y="35"/>
                      <a:pt x="53" y="35"/>
                      <a:pt x="53" y="35"/>
                    </a:cubicBezTo>
                    <a:cubicBezTo>
                      <a:pt x="52" y="37"/>
                      <a:pt x="53" y="36"/>
                      <a:pt x="52" y="36"/>
                    </a:cubicBezTo>
                    <a:cubicBezTo>
                      <a:pt x="52" y="37"/>
                      <a:pt x="52" y="37"/>
                      <a:pt x="52" y="37"/>
                    </a:cubicBezTo>
                    <a:cubicBezTo>
                      <a:pt x="50" y="41"/>
                      <a:pt x="50" y="41"/>
                      <a:pt x="50" y="41"/>
                    </a:cubicBezTo>
                    <a:cubicBezTo>
                      <a:pt x="50" y="42"/>
                      <a:pt x="50" y="42"/>
                      <a:pt x="50" y="42"/>
                    </a:cubicBezTo>
                    <a:cubicBezTo>
                      <a:pt x="49" y="42"/>
                      <a:pt x="49" y="42"/>
                      <a:pt x="49" y="42"/>
                    </a:cubicBezTo>
                    <a:close/>
                    <a:moveTo>
                      <a:pt x="59" y="27"/>
                    </a:moveTo>
                    <a:cubicBezTo>
                      <a:pt x="58" y="28"/>
                      <a:pt x="58" y="28"/>
                      <a:pt x="58" y="28"/>
                    </a:cubicBezTo>
                    <a:cubicBezTo>
                      <a:pt x="57" y="34"/>
                      <a:pt x="57" y="34"/>
                      <a:pt x="57" y="34"/>
                    </a:cubicBezTo>
                    <a:cubicBezTo>
                      <a:pt x="56" y="37"/>
                      <a:pt x="55" y="37"/>
                      <a:pt x="56" y="38"/>
                    </a:cubicBezTo>
                    <a:cubicBezTo>
                      <a:pt x="56" y="39"/>
                      <a:pt x="55" y="38"/>
                      <a:pt x="56" y="39"/>
                    </a:cubicBezTo>
                    <a:cubicBezTo>
                      <a:pt x="56" y="39"/>
                      <a:pt x="57" y="41"/>
                      <a:pt x="55" y="39"/>
                    </a:cubicBezTo>
                    <a:cubicBezTo>
                      <a:pt x="54" y="44"/>
                      <a:pt x="54" y="44"/>
                      <a:pt x="54" y="44"/>
                    </a:cubicBezTo>
                    <a:cubicBezTo>
                      <a:pt x="54" y="46"/>
                      <a:pt x="53" y="45"/>
                      <a:pt x="53" y="49"/>
                    </a:cubicBezTo>
                    <a:cubicBezTo>
                      <a:pt x="51" y="49"/>
                      <a:pt x="52" y="49"/>
                      <a:pt x="52" y="50"/>
                    </a:cubicBezTo>
                    <a:cubicBezTo>
                      <a:pt x="52" y="51"/>
                      <a:pt x="52" y="51"/>
                      <a:pt x="52" y="51"/>
                    </a:cubicBezTo>
                    <a:cubicBezTo>
                      <a:pt x="52" y="51"/>
                      <a:pt x="52" y="51"/>
                      <a:pt x="52" y="51"/>
                    </a:cubicBezTo>
                    <a:cubicBezTo>
                      <a:pt x="53" y="53"/>
                      <a:pt x="53" y="53"/>
                      <a:pt x="53" y="53"/>
                    </a:cubicBezTo>
                    <a:cubicBezTo>
                      <a:pt x="52" y="53"/>
                      <a:pt x="52" y="54"/>
                      <a:pt x="52" y="54"/>
                    </a:cubicBezTo>
                    <a:cubicBezTo>
                      <a:pt x="51" y="54"/>
                      <a:pt x="53" y="54"/>
                      <a:pt x="51" y="54"/>
                    </a:cubicBezTo>
                    <a:cubicBezTo>
                      <a:pt x="52" y="55"/>
                      <a:pt x="52" y="55"/>
                      <a:pt x="52" y="55"/>
                    </a:cubicBezTo>
                    <a:cubicBezTo>
                      <a:pt x="52" y="55"/>
                      <a:pt x="52" y="55"/>
                      <a:pt x="51" y="56"/>
                    </a:cubicBezTo>
                    <a:cubicBezTo>
                      <a:pt x="51" y="58"/>
                      <a:pt x="51" y="58"/>
                      <a:pt x="51" y="58"/>
                    </a:cubicBezTo>
                    <a:cubicBezTo>
                      <a:pt x="51" y="58"/>
                      <a:pt x="51" y="58"/>
                      <a:pt x="51" y="58"/>
                    </a:cubicBezTo>
                    <a:cubicBezTo>
                      <a:pt x="50" y="64"/>
                      <a:pt x="50" y="64"/>
                      <a:pt x="50" y="64"/>
                    </a:cubicBezTo>
                    <a:cubicBezTo>
                      <a:pt x="50" y="64"/>
                      <a:pt x="50" y="64"/>
                      <a:pt x="50" y="64"/>
                    </a:cubicBezTo>
                    <a:cubicBezTo>
                      <a:pt x="50" y="64"/>
                      <a:pt x="50" y="64"/>
                      <a:pt x="50" y="64"/>
                    </a:cubicBezTo>
                    <a:cubicBezTo>
                      <a:pt x="49" y="64"/>
                      <a:pt x="50" y="61"/>
                      <a:pt x="49" y="68"/>
                    </a:cubicBezTo>
                    <a:cubicBezTo>
                      <a:pt x="49" y="68"/>
                      <a:pt x="49" y="68"/>
                      <a:pt x="49" y="68"/>
                    </a:cubicBezTo>
                    <a:cubicBezTo>
                      <a:pt x="48" y="72"/>
                      <a:pt x="48" y="72"/>
                      <a:pt x="48" y="72"/>
                    </a:cubicBezTo>
                    <a:cubicBezTo>
                      <a:pt x="52" y="71"/>
                      <a:pt x="48" y="72"/>
                      <a:pt x="50" y="70"/>
                    </a:cubicBezTo>
                    <a:cubicBezTo>
                      <a:pt x="51" y="69"/>
                      <a:pt x="52" y="67"/>
                      <a:pt x="50" y="66"/>
                    </a:cubicBezTo>
                    <a:cubicBezTo>
                      <a:pt x="51" y="66"/>
                      <a:pt x="51" y="66"/>
                      <a:pt x="52" y="65"/>
                    </a:cubicBezTo>
                    <a:cubicBezTo>
                      <a:pt x="52" y="65"/>
                      <a:pt x="52" y="64"/>
                      <a:pt x="52" y="64"/>
                    </a:cubicBezTo>
                    <a:cubicBezTo>
                      <a:pt x="51" y="62"/>
                      <a:pt x="51" y="62"/>
                      <a:pt x="51" y="62"/>
                    </a:cubicBezTo>
                    <a:cubicBezTo>
                      <a:pt x="53" y="62"/>
                      <a:pt x="53" y="62"/>
                      <a:pt x="53" y="62"/>
                    </a:cubicBezTo>
                    <a:cubicBezTo>
                      <a:pt x="53" y="60"/>
                      <a:pt x="53" y="59"/>
                      <a:pt x="52" y="59"/>
                    </a:cubicBezTo>
                    <a:cubicBezTo>
                      <a:pt x="52" y="58"/>
                      <a:pt x="52" y="58"/>
                      <a:pt x="52" y="58"/>
                    </a:cubicBezTo>
                    <a:cubicBezTo>
                      <a:pt x="53" y="58"/>
                      <a:pt x="53" y="58"/>
                      <a:pt x="53" y="58"/>
                    </a:cubicBezTo>
                    <a:cubicBezTo>
                      <a:pt x="54" y="58"/>
                      <a:pt x="54" y="58"/>
                      <a:pt x="54" y="57"/>
                    </a:cubicBezTo>
                    <a:cubicBezTo>
                      <a:pt x="54" y="56"/>
                      <a:pt x="54" y="57"/>
                      <a:pt x="55" y="55"/>
                    </a:cubicBezTo>
                    <a:cubicBezTo>
                      <a:pt x="55" y="53"/>
                      <a:pt x="54" y="53"/>
                      <a:pt x="54" y="51"/>
                    </a:cubicBezTo>
                    <a:cubicBezTo>
                      <a:pt x="55" y="52"/>
                      <a:pt x="54" y="51"/>
                      <a:pt x="56" y="51"/>
                    </a:cubicBezTo>
                    <a:cubicBezTo>
                      <a:pt x="57" y="50"/>
                      <a:pt x="56" y="50"/>
                      <a:pt x="57" y="49"/>
                    </a:cubicBezTo>
                    <a:cubicBezTo>
                      <a:pt x="57" y="49"/>
                      <a:pt x="57" y="48"/>
                      <a:pt x="58" y="48"/>
                    </a:cubicBezTo>
                    <a:cubicBezTo>
                      <a:pt x="58" y="47"/>
                      <a:pt x="58" y="48"/>
                      <a:pt x="58" y="46"/>
                    </a:cubicBezTo>
                    <a:cubicBezTo>
                      <a:pt x="59" y="43"/>
                      <a:pt x="58" y="46"/>
                      <a:pt x="60" y="42"/>
                    </a:cubicBezTo>
                    <a:cubicBezTo>
                      <a:pt x="61" y="43"/>
                      <a:pt x="61" y="43"/>
                      <a:pt x="62" y="44"/>
                    </a:cubicBezTo>
                    <a:cubicBezTo>
                      <a:pt x="63" y="42"/>
                      <a:pt x="64" y="40"/>
                      <a:pt x="62" y="38"/>
                    </a:cubicBezTo>
                    <a:cubicBezTo>
                      <a:pt x="62" y="35"/>
                      <a:pt x="62" y="35"/>
                      <a:pt x="62" y="35"/>
                    </a:cubicBezTo>
                    <a:cubicBezTo>
                      <a:pt x="63" y="33"/>
                      <a:pt x="63" y="33"/>
                      <a:pt x="63" y="31"/>
                    </a:cubicBezTo>
                    <a:cubicBezTo>
                      <a:pt x="62" y="30"/>
                      <a:pt x="62" y="30"/>
                      <a:pt x="62" y="30"/>
                    </a:cubicBezTo>
                    <a:cubicBezTo>
                      <a:pt x="63" y="28"/>
                      <a:pt x="63" y="31"/>
                      <a:pt x="63" y="27"/>
                    </a:cubicBezTo>
                    <a:cubicBezTo>
                      <a:pt x="61" y="25"/>
                      <a:pt x="61" y="25"/>
                      <a:pt x="61" y="25"/>
                    </a:cubicBezTo>
                    <a:cubicBezTo>
                      <a:pt x="60" y="26"/>
                      <a:pt x="60" y="26"/>
                      <a:pt x="59" y="27"/>
                    </a:cubicBezTo>
                    <a:close/>
                    <a:moveTo>
                      <a:pt x="55" y="27"/>
                    </a:moveTo>
                    <a:cubicBezTo>
                      <a:pt x="55" y="30"/>
                      <a:pt x="55" y="30"/>
                      <a:pt x="55" y="30"/>
                    </a:cubicBezTo>
                    <a:cubicBezTo>
                      <a:pt x="54" y="29"/>
                      <a:pt x="53" y="29"/>
                      <a:pt x="55" y="27"/>
                    </a:cubicBezTo>
                    <a:close/>
                    <a:moveTo>
                      <a:pt x="27" y="146"/>
                    </a:moveTo>
                    <a:cubicBezTo>
                      <a:pt x="26" y="148"/>
                      <a:pt x="27" y="146"/>
                      <a:pt x="26" y="150"/>
                    </a:cubicBezTo>
                    <a:cubicBezTo>
                      <a:pt x="26" y="150"/>
                      <a:pt x="26" y="150"/>
                      <a:pt x="25" y="151"/>
                    </a:cubicBezTo>
                    <a:cubicBezTo>
                      <a:pt x="24" y="156"/>
                      <a:pt x="24" y="156"/>
                      <a:pt x="24" y="156"/>
                    </a:cubicBezTo>
                    <a:cubicBezTo>
                      <a:pt x="24" y="158"/>
                      <a:pt x="24" y="157"/>
                      <a:pt x="24" y="159"/>
                    </a:cubicBezTo>
                    <a:cubicBezTo>
                      <a:pt x="24" y="160"/>
                      <a:pt x="24" y="162"/>
                      <a:pt x="24" y="164"/>
                    </a:cubicBezTo>
                    <a:cubicBezTo>
                      <a:pt x="23" y="163"/>
                      <a:pt x="23" y="163"/>
                      <a:pt x="23" y="163"/>
                    </a:cubicBezTo>
                    <a:cubicBezTo>
                      <a:pt x="23" y="164"/>
                      <a:pt x="23" y="168"/>
                      <a:pt x="22" y="168"/>
                    </a:cubicBezTo>
                    <a:cubicBezTo>
                      <a:pt x="21" y="164"/>
                      <a:pt x="23" y="164"/>
                      <a:pt x="23" y="159"/>
                    </a:cubicBezTo>
                    <a:cubicBezTo>
                      <a:pt x="23" y="159"/>
                      <a:pt x="23" y="159"/>
                      <a:pt x="23" y="159"/>
                    </a:cubicBezTo>
                    <a:cubicBezTo>
                      <a:pt x="23" y="159"/>
                      <a:pt x="23" y="159"/>
                      <a:pt x="22" y="159"/>
                    </a:cubicBezTo>
                    <a:cubicBezTo>
                      <a:pt x="22" y="159"/>
                      <a:pt x="22" y="159"/>
                      <a:pt x="22" y="159"/>
                    </a:cubicBezTo>
                    <a:cubicBezTo>
                      <a:pt x="20" y="161"/>
                      <a:pt x="21" y="170"/>
                      <a:pt x="21" y="171"/>
                    </a:cubicBezTo>
                    <a:cubicBezTo>
                      <a:pt x="22" y="171"/>
                      <a:pt x="21" y="171"/>
                      <a:pt x="22" y="170"/>
                    </a:cubicBezTo>
                    <a:cubicBezTo>
                      <a:pt x="21" y="173"/>
                      <a:pt x="22" y="181"/>
                      <a:pt x="22" y="184"/>
                    </a:cubicBezTo>
                    <a:cubicBezTo>
                      <a:pt x="21" y="184"/>
                      <a:pt x="21" y="183"/>
                      <a:pt x="20" y="182"/>
                    </a:cubicBezTo>
                    <a:cubicBezTo>
                      <a:pt x="21" y="185"/>
                      <a:pt x="21" y="183"/>
                      <a:pt x="20" y="186"/>
                    </a:cubicBezTo>
                    <a:cubicBezTo>
                      <a:pt x="22" y="187"/>
                      <a:pt x="22" y="187"/>
                      <a:pt x="22" y="187"/>
                    </a:cubicBezTo>
                    <a:cubicBezTo>
                      <a:pt x="22" y="189"/>
                      <a:pt x="22" y="189"/>
                      <a:pt x="22" y="189"/>
                    </a:cubicBezTo>
                    <a:cubicBezTo>
                      <a:pt x="22" y="190"/>
                      <a:pt x="21" y="190"/>
                      <a:pt x="21" y="191"/>
                    </a:cubicBezTo>
                    <a:cubicBezTo>
                      <a:pt x="21" y="193"/>
                      <a:pt x="22" y="193"/>
                      <a:pt x="23" y="195"/>
                    </a:cubicBezTo>
                    <a:cubicBezTo>
                      <a:pt x="25" y="199"/>
                      <a:pt x="28" y="200"/>
                      <a:pt x="32" y="206"/>
                    </a:cubicBezTo>
                    <a:cubicBezTo>
                      <a:pt x="32" y="207"/>
                      <a:pt x="33" y="208"/>
                      <a:pt x="34" y="209"/>
                    </a:cubicBezTo>
                    <a:cubicBezTo>
                      <a:pt x="37" y="212"/>
                      <a:pt x="37" y="212"/>
                      <a:pt x="37" y="212"/>
                    </a:cubicBezTo>
                    <a:cubicBezTo>
                      <a:pt x="40" y="214"/>
                      <a:pt x="45" y="213"/>
                      <a:pt x="48" y="213"/>
                    </a:cubicBezTo>
                    <a:cubicBezTo>
                      <a:pt x="49" y="213"/>
                      <a:pt x="51" y="213"/>
                      <a:pt x="52" y="213"/>
                    </a:cubicBezTo>
                    <a:cubicBezTo>
                      <a:pt x="56" y="212"/>
                      <a:pt x="58" y="208"/>
                      <a:pt x="60" y="207"/>
                    </a:cubicBezTo>
                    <a:cubicBezTo>
                      <a:pt x="58" y="206"/>
                      <a:pt x="59" y="207"/>
                      <a:pt x="59" y="206"/>
                    </a:cubicBezTo>
                    <a:cubicBezTo>
                      <a:pt x="59" y="206"/>
                      <a:pt x="59" y="206"/>
                      <a:pt x="59" y="206"/>
                    </a:cubicBezTo>
                    <a:cubicBezTo>
                      <a:pt x="59" y="206"/>
                      <a:pt x="59" y="205"/>
                      <a:pt x="59" y="205"/>
                    </a:cubicBezTo>
                    <a:cubicBezTo>
                      <a:pt x="60" y="205"/>
                      <a:pt x="59" y="205"/>
                      <a:pt x="60" y="205"/>
                    </a:cubicBezTo>
                    <a:cubicBezTo>
                      <a:pt x="60" y="201"/>
                      <a:pt x="60" y="201"/>
                      <a:pt x="60" y="201"/>
                    </a:cubicBezTo>
                    <a:cubicBezTo>
                      <a:pt x="61" y="201"/>
                      <a:pt x="60" y="201"/>
                      <a:pt x="60" y="200"/>
                    </a:cubicBezTo>
                    <a:cubicBezTo>
                      <a:pt x="61" y="196"/>
                      <a:pt x="61" y="196"/>
                      <a:pt x="61" y="196"/>
                    </a:cubicBezTo>
                    <a:cubicBezTo>
                      <a:pt x="61" y="195"/>
                      <a:pt x="61" y="195"/>
                      <a:pt x="61" y="195"/>
                    </a:cubicBezTo>
                    <a:cubicBezTo>
                      <a:pt x="61" y="195"/>
                      <a:pt x="61" y="195"/>
                      <a:pt x="62" y="194"/>
                    </a:cubicBezTo>
                    <a:cubicBezTo>
                      <a:pt x="62" y="193"/>
                      <a:pt x="66" y="187"/>
                      <a:pt x="67" y="187"/>
                    </a:cubicBezTo>
                    <a:cubicBezTo>
                      <a:pt x="67" y="185"/>
                      <a:pt x="67" y="185"/>
                      <a:pt x="68" y="183"/>
                    </a:cubicBezTo>
                    <a:cubicBezTo>
                      <a:pt x="69" y="182"/>
                      <a:pt x="69" y="182"/>
                      <a:pt x="69" y="182"/>
                    </a:cubicBezTo>
                    <a:cubicBezTo>
                      <a:pt x="71" y="180"/>
                      <a:pt x="70" y="181"/>
                      <a:pt x="72" y="177"/>
                    </a:cubicBezTo>
                    <a:cubicBezTo>
                      <a:pt x="76" y="171"/>
                      <a:pt x="76" y="171"/>
                      <a:pt x="76" y="171"/>
                    </a:cubicBezTo>
                    <a:cubicBezTo>
                      <a:pt x="76" y="171"/>
                      <a:pt x="76" y="171"/>
                      <a:pt x="76" y="171"/>
                    </a:cubicBezTo>
                    <a:cubicBezTo>
                      <a:pt x="79" y="167"/>
                      <a:pt x="79" y="167"/>
                      <a:pt x="79" y="167"/>
                    </a:cubicBezTo>
                    <a:cubicBezTo>
                      <a:pt x="80" y="166"/>
                      <a:pt x="79" y="166"/>
                      <a:pt x="81" y="166"/>
                    </a:cubicBezTo>
                    <a:cubicBezTo>
                      <a:pt x="80" y="167"/>
                      <a:pt x="80" y="166"/>
                      <a:pt x="80" y="168"/>
                    </a:cubicBezTo>
                    <a:cubicBezTo>
                      <a:pt x="81" y="168"/>
                      <a:pt x="82" y="167"/>
                      <a:pt x="83" y="166"/>
                    </a:cubicBezTo>
                    <a:cubicBezTo>
                      <a:pt x="82" y="163"/>
                      <a:pt x="82" y="163"/>
                      <a:pt x="82" y="163"/>
                    </a:cubicBezTo>
                    <a:cubicBezTo>
                      <a:pt x="83" y="163"/>
                      <a:pt x="82" y="164"/>
                      <a:pt x="83" y="162"/>
                    </a:cubicBezTo>
                    <a:cubicBezTo>
                      <a:pt x="84" y="163"/>
                      <a:pt x="84" y="163"/>
                      <a:pt x="84" y="164"/>
                    </a:cubicBezTo>
                    <a:cubicBezTo>
                      <a:pt x="85" y="163"/>
                      <a:pt x="85" y="163"/>
                      <a:pt x="86" y="163"/>
                    </a:cubicBezTo>
                    <a:cubicBezTo>
                      <a:pt x="87" y="164"/>
                      <a:pt x="87" y="167"/>
                      <a:pt x="89" y="170"/>
                    </a:cubicBezTo>
                    <a:cubicBezTo>
                      <a:pt x="89" y="170"/>
                      <a:pt x="89" y="170"/>
                      <a:pt x="89" y="170"/>
                    </a:cubicBezTo>
                    <a:cubicBezTo>
                      <a:pt x="90" y="173"/>
                      <a:pt x="94" y="179"/>
                      <a:pt x="96" y="183"/>
                    </a:cubicBezTo>
                    <a:cubicBezTo>
                      <a:pt x="102" y="191"/>
                      <a:pt x="102" y="191"/>
                      <a:pt x="102" y="191"/>
                    </a:cubicBezTo>
                    <a:cubicBezTo>
                      <a:pt x="108" y="199"/>
                      <a:pt x="111" y="197"/>
                      <a:pt x="114" y="198"/>
                    </a:cubicBezTo>
                    <a:cubicBezTo>
                      <a:pt x="116" y="199"/>
                      <a:pt x="116" y="201"/>
                      <a:pt x="118" y="202"/>
                    </a:cubicBezTo>
                    <a:cubicBezTo>
                      <a:pt x="118" y="202"/>
                      <a:pt x="118" y="202"/>
                      <a:pt x="118" y="203"/>
                    </a:cubicBezTo>
                    <a:cubicBezTo>
                      <a:pt x="119" y="203"/>
                      <a:pt x="119" y="203"/>
                      <a:pt x="119" y="203"/>
                    </a:cubicBezTo>
                    <a:cubicBezTo>
                      <a:pt x="119" y="203"/>
                      <a:pt x="119" y="203"/>
                      <a:pt x="119" y="203"/>
                    </a:cubicBezTo>
                    <a:cubicBezTo>
                      <a:pt x="120" y="203"/>
                      <a:pt x="121" y="204"/>
                      <a:pt x="122" y="204"/>
                    </a:cubicBezTo>
                    <a:cubicBezTo>
                      <a:pt x="132" y="206"/>
                      <a:pt x="132" y="206"/>
                      <a:pt x="132" y="206"/>
                    </a:cubicBezTo>
                    <a:cubicBezTo>
                      <a:pt x="134" y="207"/>
                      <a:pt x="132" y="207"/>
                      <a:pt x="136" y="207"/>
                    </a:cubicBezTo>
                    <a:cubicBezTo>
                      <a:pt x="151" y="212"/>
                      <a:pt x="151" y="212"/>
                      <a:pt x="151" y="212"/>
                    </a:cubicBezTo>
                    <a:cubicBezTo>
                      <a:pt x="156" y="214"/>
                      <a:pt x="155" y="213"/>
                      <a:pt x="159" y="212"/>
                    </a:cubicBezTo>
                    <a:cubicBezTo>
                      <a:pt x="159" y="214"/>
                      <a:pt x="159" y="214"/>
                      <a:pt x="159" y="214"/>
                    </a:cubicBezTo>
                    <a:cubicBezTo>
                      <a:pt x="160" y="213"/>
                      <a:pt x="160" y="214"/>
                      <a:pt x="160" y="213"/>
                    </a:cubicBezTo>
                    <a:cubicBezTo>
                      <a:pt x="162" y="214"/>
                      <a:pt x="163" y="214"/>
                      <a:pt x="166" y="214"/>
                    </a:cubicBezTo>
                    <a:cubicBezTo>
                      <a:pt x="167" y="216"/>
                      <a:pt x="169" y="218"/>
                      <a:pt x="171" y="216"/>
                    </a:cubicBezTo>
                    <a:cubicBezTo>
                      <a:pt x="172" y="217"/>
                      <a:pt x="172" y="216"/>
                      <a:pt x="174" y="217"/>
                    </a:cubicBezTo>
                    <a:cubicBezTo>
                      <a:pt x="174" y="217"/>
                      <a:pt x="174" y="217"/>
                      <a:pt x="174" y="217"/>
                    </a:cubicBezTo>
                    <a:cubicBezTo>
                      <a:pt x="175" y="216"/>
                      <a:pt x="175" y="216"/>
                      <a:pt x="175" y="216"/>
                    </a:cubicBezTo>
                    <a:cubicBezTo>
                      <a:pt x="177" y="216"/>
                      <a:pt x="178" y="215"/>
                      <a:pt x="180" y="214"/>
                    </a:cubicBezTo>
                    <a:cubicBezTo>
                      <a:pt x="182" y="217"/>
                      <a:pt x="182" y="217"/>
                      <a:pt x="182" y="217"/>
                    </a:cubicBezTo>
                    <a:cubicBezTo>
                      <a:pt x="182" y="217"/>
                      <a:pt x="182" y="217"/>
                      <a:pt x="182" y="217"/>
                    </a:cubicBezTo>
                    <a:cubicBezTo>
                      <a:pt x="183" y="215"/>
                      <a:pt x="183" y="215"/>
                      <a:pt x="183" y="215"/>
                    </a:cubicBezTo>
                    <a:cubicBezTo>
                      <a:pt x="185" y="216"/>
                      <a:pt x="185" y="216"/>
                      <a:pt x="185" y="216"/>
                    </a:cubicBezTo>
                    <a:cubicBezTo>
                      <a:pt x="187" y="215"/>
                      <a:pt x="187" y="215"/>
                      <a:pt x="189" y="215"/>
                    </a:cubicBezTo>
                    <a:cubicBezTo>
                      <a:pt x="196" y="214"/>
                      <a:pt x="196" y="214"/>
                      <a:pt x="196" y="214"/>
                    </a:cubicBezTo>
                    <a:cubicBezTo>
                      <a:pt x="196" y="215"/>
                      <a:pt x="196" y="215"/>
                      <a:pt x="196" y="215"/>
                    </a:cubicBezTo>
                    <a:cubicBezTo>
                      <a:pt x="197" y="215"/>
                      <a:pt x="199" y="214"/>
                      <a:pt x="200" y="214"/>
                    </a:cubicBezTo>
                    <a:cubicBezTo>
                      <a:pt x="203" y="212"/>
                      <a:pt x="206" y="213"/>
                      <a:pt x="209" y="212"/>
                    </a:cubicBezTo>
                    <a:cubicBezTo>
                      <a:pt x="211" y="211"/>
                      <a:pt x="211" y="210"/>
                      <a:pt x="211" y="210"/>
                    </a:cubicBezTo>
                    <a:cubicBezTo>
                      <a:pt x="213" y="210"/>
                      <a:pt x="213" y="210"/>
                      <a:pt x="213" y="211"/>
                    </a:cubicBezTo>
                    <a:cubicBezTo>
                      <a:pt x="214" y="209"/>
                      <a:pt x="216" y="209"/>
                      <a:pt x="218" y="209"/>
                    </a:cubicBezTo>
                    <a:cubicBezTo>
                      <a:pt x="218" y="208"/>
                      <a:pt x="220" y="207"/>
                      <a:pt x="221" y="206"/>
                    </a:cubicBezTo>
                    <a:cubicBezTo>
                      <a:pt x="221" y="205"/>
                      <a:pt x="221" y="204"/>
                      <a:pt x="221" y="203"/>
                    </a:cubicBezTo>
                    <a:cubicBezTo>
                      <a:pt x="223" y="203"/>
                      <a:pt x="222" y="203"/>
                      <a:pt x="223" y="202"/>
                    </a:cubicBezTo>
                    <a:cubicBezTo>
                      <a:pt x="224" y="202"/>
                      <a:pt x="225" y="202"/>
                      <a:pt x="225" y="201"/>
                    </a:cubicBezTo>
                    <a:cubicBezTo>
                      <a:pt x="226" y="200"/>
                      <a:pt x="227" y="200"/>
                      <a:pt x="227" y="193"/>
                    </a:cubicBezTo>
                    <a:cubicBezTo>
                      <a:pt x="227" y="193"/>
                      <a:pt x="227" y="193"/>
                      <a:pt x="228" y="192"/>
                    </a:cubicBezTo>
                    <a:cubicBezTo>
                      <a:pt x="230" y="190"/>
                      <a:pt x="230" y="183"/>
                      <a:pt x="229" y="181"/>
                    </a:cubicBezTo>
                    <a:cubicBezTo>
                      <a:pt x="227" y="178"/>
                      <a:pt x="227" y="178"/>
                      <a:pt x="227" y="178"/>
                    </a:cubicBezTo>
                    <a:cubicBezTo>
                      <a:pt x="226" y="177"/>
                      <a:pt x="226" y="177"/>
                      <a:pt x="225" y="177"/>
                    </a:cubicBezTo>
                    <a:cubicBezTo>
                      <a:pt x="218" y="172"/>
                      <a:pt x="218" y="172"/>
                      <a:pt x="218" y="172"/>
                    </a:cubicBezTo>
                    <a:cubicBezTo>
                      <a:pt x="218" y="172"/>
                      <a:pt x="217" y="171"/>
                      <a:pt x="217" y="171"/>
                    </a:cubicBezTo>
                    <a:cubicBezTo>
                      <a:pt x="211" y="168"/>
                      <a:pt x="211" y="168"/>
                      <a:pt x="211" y="168"/>
                    </a:cubicBezTo>
                    <a:cubicBezTo>
                      <a:pt x="205" y="163"/>
                      <a:pt x="206" y="165"/>
                      <a:pt x="203" y="164"/>
                    </a:cubicBezTo>
                    <a:cubicBezTo>
                      <a:pt x="203" y="164"/>
                      <a:pt x="201" y="163"/>
                      <a:pt x="200" y="164"/>
                    </a:cubicBezTo>
                    <a:cubicBezTo>
                      <a:pt x="198" y="164"/>
                      <a:pt x="198" y="164"/>
                      <a:pt x="198" y="164"/>
                    </a:cubicBezTo>
                    <a:cubicBezTo>
                      <a:pt x="197" y="163"/>
                      <a:pt x="198" y="164"/>
                      <a:pt x="196" y="164"/>
                    </a:cubicBezTo>
                    <a:cubicBezTo>
                      <a:pt x="197" y="164"/>
                      <a:pt x="197" y="164"/>
                      <a:pt x="197" y="164"/>
                    </a:cubicBezTo>
                    <a:cubicBezTo>
                      <a:pt x="197" y="164"/>
                      <a:pt x="196" y="165"/>
                      <a:pt x="195" y="164"/>
                    </a:cubicBezTo>
                    <a:cubicBezTo>
                      <a:pt x="194" y="163"/>
                      <a:pt x="194" y="163"/>
                      <a:pt x="194" y="163"/>
                    </a:cubicBezTo>
                    <a:cubicBezTo>
                      <a:pt x="192" y="164"/>
                      <a:pt x="193" y="165"/>
                      <a:pt x="190" y="164"/>
                    </a:cubicBezTo>
                    <a:cubicBezTo>
                      <a:pt x="190" y="167"/>
                      <a:pt x="190" y="167"/>
                      <a:pt x="188" y="168"/>
                    </a:cubicBezTo>
                    <a:cubicBezTo>
                      <a:pt x="186" y="171"/>
                      <a:pt x="187" y="169"/>
                      <a:pt x="187" y="171"/>
                    </a:cubicBezTo>
                    <a:cubicBezTo>
                      <a:pt x="186" y="171"/>
                      <a:pt x="186" y="170"/>
                      <a:pt x="186" y="170"/>
                    </a:cubicBezTo>
                    <a:cubicBezTo>
                      <a:pt x="185" y="174"/>
                      <a:pt x="185" y="174"/>
                      <a:pt x="185" y="174"/>
                    </a:cubicBezTo>
                    <a:cubicBezTo>
                      <a:pt x="183" y="174"/>
                      <a:pt x="181" y="174"/>
                      <a:pt x="180" y="176"/>
                    </a:cubicBezTo>
                    <a:cubicBezTo>
                      <a:pt x="180" y="177"/>
                      <a:pt x="180" y="177"/>
                      <a:pt x="180" y="177"/>
                    </a:cubicBezTo>
                    <a:cubicBezTo>
                      <a:pt x="179" y="177"/>
                      <a:pt x="179" y="177"/>
                      <a:pt x="179" y="177"/>
                    </a:cubicBezTo>
                    <a:cubicBezTo>
                      <a:pt x="179" y="177"/>
                      <a:pt x="179" y="176"/>
                      <a:pt x="179" y="176"/>
                    </a:cubicBezTo>
                    <a:cubicBezTo>
                      <a:pt x="179" y="176"/>
                      <a:pt x="179" y="176"/>
                      <a:pt x="179" y="176"/>
                    </a:cubicBezTo>
                    <a:cubicBezTo>
                      <a:pt x="179" y="176"/>
                      <a:pt x="179" y="176"/>
                      <a:pt x="179" y="176"/>
                    </a:cubicBezTo>
                    <a:cubicBezTo>
                      <a:pt x="178" y="176"/>
                      <a:pt x="178" y="175"/>
                      <a:pt x="178" y="175"/>
                    </a:cubicBezTo>
                    <a:cubicBezTo>
                      <a:pt x="176" y="177"/>
                      <a:pt x="176" y="177"/>
                      <a:pt x="176" y="177"/>
                    </a:cubicBezTo>
                    <a:cubicBezTo>
                      <a:pt x="176" y="177"/>
                      <a:pt x="176" y="177"/>
                      <a:pt x="176" y="177"/>
                    </a:cubicBezTo>
                    <a:cubicBezTo>
                      <a:pt x="175" y="176"/>
                      <a:pt x="174" y="177"/>
                      <a:pt x="173" y="175"/>
                    </a:cubicBezTo>
                    <a:cubicBezTo>
                      <a:pt x="173" y="174"/>
                      <a:pt x="173" y="174"/>
                      <a:pt x="173" y="174"/>
                    </a:cubicBezTo>
                    <a:cubicBezTo>
                      <a:pt x="172" y="176"/>
                      <a:pt x="172" y="176"/>
                      <a:pt x="171" y="177"/>
                    </a:cubicBezTo>
                    <a:cubicBezTo>
                      <a:pt x="171" y="179"/>
                      <a:pt x="171" y="179"/>
                      <a:pt x="172" y="180"/>
                    </a:cubicBezTo>
                    <a:cubicBezTo>
                      <a:pt x="172" y="180"/>
                      <a:pt x="173" y="180"/>
                      <a:pt x="171" y="180"/>
                    </a:cubicBezTo>
                    <a:cubicBezTo>
                      <a:pt x="160" y="180"/>
                      <a:pt x="160" y="180"/>
                      <a:pt x="160" y="180"/>
                    </a:cubicBezTo>
                    <a:cubicBezTo>
                      <a:pt x="156" y="180"/>
                      <a:pt x="155" y="179"/>
                      <a:pt x="154" y="178"/>
                    </a:cubicBezTo>
                    <a:cubicBezTo>
                      <a:pt x="153" y="178"/>
                      <a:pt x="153" y="178"/>
                      <a:pt x="152" y="178"/>
                    </a:cubicBezTo>
                    <a:cubicBezTo>
                      <a:pt x="150" y="178"/>
                      <a:pt x="152" y="178"/>
                      <a:pt x="151" y="177"/>
                    </a:cubicBezTo>
                    <a:cubicBezTo>
                      <a:pt x="144" y="176"/>
                      <a:pt x="144" y="176"/>
                      <a:pt x="144" y="176"/>
                    </a:cubicBezTo>
                    <a:cubicBezTo>
                      <a:pt x="142" y="175"/>
                      <a:pt x="143" y="175"/>
                      <a:pt x="141" y="175"/>
                    </a:cubicBezTo>
                    <a:cubicBezTo>
                      <a:pt x="140" y="174"/>
                      <a:pt x="141" y="175"/>
                      <a:pt x="140" y="175"/>
                    </a:cubicBezTo>
                    <a:cubicBezTo>
                      <a:pt x="126" y="169"/>
                      <a:pt x="126" y="169"/>
                      <a:pt x="126" y="169"/>
                    </a:cubicBezTo>
                    <a:cubicBezTo>
                      <a:pt x="123" y="169"/>
                      <a:pt x="121" y="167"/>
                      <a:pt x="119" y="166"/>
                    </a:cubicBezTo>
                    <a:cubicBezTo>
                      <a:pt x="118" y="164"/>
                      <a:pt x="119" y="165"/>
                      <a:pt x="117" y="164"/>
                    </a:cubicBezTo>
                    <a:cubicBezTo>
                      <a:pt x="115" y="162"/>
                      <a:pt x="114" y="161"/>
                      <a:pt x="112" y="158"/>
                    </a:cubicBezTo>
                    <a:cubicBezTo>
                      <a:pt x="112" y="158"/>
                      <a:pt x="112" y="158"/>
                      <a:pt x="112" y="158"/>
                    </a:cubicBezTo>
                    <a:cubicBezTo>
                      <a:pt x="111" y="157"/>
                      <a:pt x="111" y="157"/>
                      <a:pt x="111" y="157"/>
                    </a:cubicBezTo>
                    <a:cubicBezTo>
                      <a:pt x="111" y="157"/>
                      <a:pt x="111" y="158"/>
                      <a:pt x="111" y="156"/>
                    </a:cubicBezTo>
                    <a:cubicBezTo>
                      <a:pt x="110" y="151"/>
                      <a:pt x="111" y="155"/>
                      <a:pt x="109" y="152"/>
                    </a:cubicBezTo>
                    <a:cubicBezTo>
                      <a:pt x="109" y="143"/>
                      <a:pt x="109" y="143"/>
                      <a:pt x="109" y="143"/>
                    </a:cubicBezTo>
                    <a:cubicBezTo>
                      <a:pt x="109" y="141"/>
                      <a:pt x="108" y="142"/>
                      <a:pt x="109" y="140"/>
                    </a:cubicBezTo>
                    <a:cubicBezTo>
                      <a:pt x="109" y="136"/>
                      <a:pt x="109" y="136"/>
                      <a:pt x="109" y="136"/>
                    </a:cubicBezTo>
                    <a:cubicBezTo>
                      <a:pt x="109" y="133"/>
                      <a:pt x="110" y="125"/>
                      <a:pt x="114" y="127"/>
                    </a:cubicBezTo>
                    <a:cubicBezTo>
                      <a:pt x="114" y="127"/>
                      <a:pt x="115" y="127"/>
                      <a:pt x="115" y="127"/>
                    </a:cubicBezTo>
                    <a:cubicBezTo>
                      <a:pt x="117" y="129"/>
                      <a:pt x="117" y="129"/>
                      <a:pt x="117" y="129"/>
                    </a:cubicBezTo>
                    <a:cubicBezTo>
                      <a:pt x="118" y="130"/>
                      <a:pt x="119" y="131"/>
                      <a:pt x="120" y="133"/>
                    </a:cubicBezTo>
                    <a:cubicBezTo>
                      <a:pt x="120" y="133"/>
                      <a:pt x="120" y="133"/>
                      <a:pt x="120" y="134"/>
                    </a:cubicBezTo>
                    <a:cubicBezTo>
                      <a:pt x="120" y="135"/>
                      <a:pt x="120" y="135"/>
                      <a:pt x="120" y="135"/>
                    </a:cubicBezTo>
                    <a:cubicBezTo>
                      <a:pt x="120" y="137"/>
                      <a:pt x="122" y="141"/>
                      <a:pt x="123" y="143"/>
                    </a:cubicBezTo>
                    <a:cubicBezTo>
                      <a:pt x="123" y="143"/>
                      <a:pt x="123" y="143"/>
                      <a:pt x="123" y="143"/>
                    </a:cubicBezTo>
                    <a:cubicBezTo>
                      <a:pt x="124" y="146"/>
                      <a:pt x="124" y="146"/>
                      <a:pt x="124" y="146"/>
                    </a:cubicBezTo>
                    <a:cubicBezTo>
                      <a:pt x="124" y="146"/>
                      <a:pt x="124" y="146"/>
                      <a:pt x="125" y="146"/>
                    </a:cubicBezTo>
                    <a:cubicBezTo>
                      <a:pt x="126" y="148"/>
                      <a:pt x="127" y="149"/>
                      <a:pt x="129" y="150"/>
                    </a:cubicBezTo>
                    <a:cubicBezTo>
                      <a:pt x="132" y="151"/>
                      <a:pt x="136" y="149"/>
                      <a:pt x="136" y="155"/>
                    </a:cubicBezTo>
                    <a:cubicBezTo>
                      <a:pt x="139" y="154"/>
                      <a:pt x="139" y="154"/>
                      <a:pt x="139" y="154"/>
                    </a:cubicBezTo>
                    <a:cubicBezTo>
                      <a:pt x="139" y="156"/>
                      <a:pt x="139" y="156"/>
                      <a:pt x="139" y="156"/>
                    </a:cubicBezTo>
                    <a:cubicBezTo>
                      <a:pt x="139" y="157"/>
                      <a:pt x="140" y="156"/>
                      <a:pt x="139" y="157"/>
                    </a:cubicBezTo>
                    <a:cubicBezTo>
                      <a:pt x="140" y="158"/>
                      <a:pt x="139" y="158"/>
                      <a:pt x="141" y="159"/>
                    </a:cubicBezTo>
                    <a:cubicBezTo>
                      <a:pt x="142" y="158"/>
                      <a:pt x="142" y="158"/>
                      <a:pt x="143" y="156"/>
                    </a:cubicBezTo>
                    <a:cubicBezTo>
                      <a:pt x="143" y="155"/>
                      <a:pt x="143" y="155"/>
                      <a:pt x="143" y="154"/>
                    </a:cubicBezTo>
                    <a:cubicBezTo>
                      <a:pt x="145" y="153"/>
                      <a:pt x="144" y="153"/>
                      <a:pt x="145" y="153"/>
                    </a:cubicBezTo>
                    <a:cubicBezTo>
                      <a:pt x="147" y="152"/>
                      <a:pt x="147" y="152"/>
                      <a:pt x="147" y="152"/>
                    </a:cubicBezTo>
                    <a:cubicBezTo>
                      <a:pt x="148" y="151"/>
                      <a:pt x="149" y="149"/>
                      <a:pt x="150" y="147"/>
                    </a:cubicBezTo>
                    <a:cubicBezTo>
                      <a:pt x="150" y="146"/>
                      <a:pt x="151" y="141"/>
                      <a:pt x="151" y="140"/>
                    </a:cubicBezTo>
                    <a:cubicBezTo>
                      <a:pt x="151" y="140"/>
                      <a:pt x="151" y="140"/>
                      <a:pt x="151" y="140"/>
                    </a:cubicBezTo>
                    <a:cubicBezTo>
                      <a:pt x="151" y="131"/>
                      <a:pt x="151" y="131"/>
                      <a:pt x="151" y="131"/>
                    </a:cubicBezTo>
                    <a:cubicBezTo>
                      <a:pt x="155" y="131"/>
                      <a:pt x="155" y="131"/>
                      <a:pt x="155" y="131"/>
                    </a:cubicBezTo>
                    <a:cubicBezTo>
                      <a:pt x="155" y="131"/>
                      <a:pt x="155" y="131"/>
                      <a:pt x="156" y="131"/>
                    </a:cubicBezTo>
                    <a:cubicBezTo>
                      <a:pt x="156" y="132"/>
                      <a:pt x="156" y="132"/>
                      <a:pt x="156" y="132"/>
                    </a:cubicBezTo>
                    <a:cubicBezTo>
                      <a:pt x="160" y="132"/>
                      <a:pt x="160" y="131"/>
                      <a:pt x="163" y="130"/>
                    </a:cubicBezTo>
                    <a:cubicBezTo>
                      <a:pt x="164" y="130"/>
                      <a:pt x="164" y="130"/>
                      <a:pt x="165" y="129"/>
                    </a:cubicBezTo>
                    <a:cubicBezTo>
                      <a:pt x="166" y="129"/>
                      <a:pt x="165" y="129"/>
                      <a:pt x="167" y="129"/>
                    </a:cubicBezTo>
                    <a:cubicBezTo>
                      <a:pt x="167" y="128"/>
                      <a:pt x="167" y="129"/>
                      <a:pt x="168" y="128"/>
                    </a:cubicBezTo>
                    <a:cubicBezTo>
                      <a:pt x="174" y="122"/>
                      <a:pt x="174" y="122"/>
                      <a:pt x="174" y="122"/>
                    </a:cubicBezTo>
                    <a:cubicBezTo>
                      <a:pt x="175" y="121"/>
                      <a:pt x="175" y="121"/>
                      <a:pt x="175" y="121"/>
                    </a:cubicBezTo>
                    <a:cubicBezTo>
                      <a:pt x="176" y="120"/>
                      <a:pt x="176" y="120"/>
                      <a:pt x="177" y="119"/>
                    </a:cubicBezTo>
                    <a:cubicBezTo>
                      <a:pt x="178" y="116"/>
                      <a:pt x="184" y="112"/>
                      <a:pt x="182" y="108"/>
                    </a:cubicBezTo>
                    <a:cubicBezTo>
                      <a:pt x="186" y="105"/>
                      <a:pt x="185" y="104"/>
                      <a:pt x="186" y="101"/>
                    </a:cubicBezTo>
                    <a:cubicBezTo>
                      <a:pt x="186" y="101"/>
                      <a:pt x="185" y="101"/>
                      <a:pt x="185" y="101"/>
                    </a:cubicBezTo>
                    <a:cubicBezTo>
                      <a:pt x="185" y="101"/>
                      <a:pt x="185" y="101"/>
                      <a:pt x="185" y="100"/>
                    </a:cubicBezTo>
                    <a:cubicBezTo>
                      <a:pt x="185" y="100"/>
                      <a:pt x="185" y="100"/>
                      <a:pt x="184" y="100"/>
                    </a:cubicBezTo>
                    <a:cubicBezTo>
                      <a:pt x="186" y="99"/>
                      <a:pt x="186" y="99"/>
                      <a:pt x="187" y="97"/>
                    </a:cubicBezTo>
                    <a:cubicBezTo>
                      <a:pt x="188" y="96"/>
                      <a:pt x="189" y="95"/>
                      <a:pt x="189" y="94"/>
                    </a:cubicBezTo>
                    <a:cubicBezTo>
                      <a:pt x="190" y="90"/>
                      <a:pt x="190" y="90"/>
                      <a:pt x="190" y="90"/>
                    </a:cubicBezTo>
                    <a:cubicBezTo>
                      <a:pt x="191" y="88"/>
                      <a:pt x="189" y="87"/>
                      <a:pt x="191" y="86"/>
                    </a:cubicBezTo>
                    <a:cubicBezTo>
                      <a:pt x="190" y="85"/>
                      <a:pt x="190" y="86"/>
                      <a:pt x="191" y="85"/>
                    </a:cubicBezTo>
                    <a:cubicBezTo>
                      <a:pt x="191" y="82"/>
                      <a:pt x="191" y="75"/>
                      <a:pt x="192" y="72"/>
                    </a:cubicBezTo>
                    <a:cubicBezTo>
                      <a:pt x="192" y="71"/>
                      <a:pt x="192" y="72"/>
                      <a:pt x="192" y="70"/>
                    </a:cubicBezTo>
                    <a:cubicBezTo>
                      <a:pt x="192" y="68"/>
                      <a:pt x="192" y="69"/>
                      <a:pt x="192" y="65"/>
                    </a:cubicBezTo>
                    <a:cubicBezTo>
                      <a:pt x="192" y="61"/>
                      <a:pt x="191" y="58"/>
                      <a:pt x="190" y="55"/>
                    </a:cubicBezTo>
                    <a:cubicBezTo>
                      <a:pt x="186" y="50"/>
                      <a:pt x="186" y="50"/>
                      <a:pt x="186" y="50"/>
                    </a:cubicBezTo>
                    <a:cubicBezTo>
                      <a:pt x="184" y="48"/>
                      <a:pt x="180" y="48"/>
                      <a:pt x="177" y="48"/>
                    </a:cubicBezTo>
                    <a:cubicBezTo>
                      <a:pt x="177" y="48"/>
                      <a:pt x="177" y="48"/>
                      <a:pt x="176" y="48"/>
                    </a:cubicBezTo>
                    <a:cubicBezTo>
                      <a:pt x="176" y="48"/>
                      <a:pt x="176" y="48"/>
                      <a:pt x="175" y="48"/>
                    </a:cubicBezTo>
                    <a:cubicBezTo>
                      <a:pt x="173" y="49"/>
                      <a:pt x="172" y="49"/>
                      <a:pt x="170" y="49"/>
                    </a:cubicBezTo>
                    <a:cubicBezTo>
                      <a:pt x="165" y="50"/>
                      <a:pt x="165" y="50"/>
                      <a:pt x="165" y="50"/>
                    </a:cubicBezTo>
                    <a:cubicBezTo>
                      <a:pt x="164" y="50"/>
                      <a:pt x="164" y="50"/>
                      <a:pt x="164" y="50"/>
                    </a:cubicBezTo>
                    <a:cubicBezTo>
                      <a:pt x="162" y="51"/>
                      <a:pt x="159" y="52"/>
                      <a:pt x="157" y="54"/>
                    </a:cubicBezTo>
                    <a:cubicBezTo>
                      <a:pt x="156" y="52"/>
                      <a:pt x="156" y="52"/>
                      <a:pt x="156" y="52"/>
                    </a:cubicBezTo>
                    <a:cubicBezTo>
                      <a:pt x="157" y="51"/>
                      <a:pt x="157" y="51"/>
                      <a:pt x="157" y="49"/>
                    </a:cubicBezTo>
                    <a:cubicBezTo>
                      <a:pt x="159" y="42"/>
                      <a:pt x="159" y="42"/>
                      <a:pt x="159" y="42"/>
                    </a:cubicBezTo>
                    <a:cubicBezTo>
                      <a:pt x="159" y="39"/>
                      <a:pt x="160" y="40"/>
                      <a:pt x="160" y="36"/>
                    </a:cubicBezTo>
                    <a:cubicBezTo>
                      <a:pt x="161" y="35"/>
                      <a:pt x="161" y="35"/>
                      <a:pt x="161" y="35"/>
                    </a:cubicBezTo>
                    <a:cubicBezTo>
                      <a:pt x="161" y="31"/>
                      <a:pt x="161" y="29"/>
                      <a:pt x="163" y="25"/>
                    </a:cubicBezTo>
                    <a:cubicBezTo>
                      <a:pt x="165" y="21"/>
                      <a:pt x="165" y="11"/>
                      <a:pt x="162" y="7"/>
                    </a:cubicBezTo>
                    <a:cubicBezTo>
                      <a:pt x="161" y="5"/>
                      <a:pt x="158" y="4"/>
                      <a:pt x="156" y="4"/>
                    </a:cubicBezTo>
                    <a:cubicBezTo>
                      <a:pt x="155" y="4"/>
                      <a:pt x="155" y="4"/>
                      <a:pt x="155" y="4"/>
                    </a:cubicBezTo>
                    <a:cubicBezTo>
                      <a:pt x="155" y="4"/>
                      <a:pt x="155" y="4"/>
                      <a:pt x="155" y="4"/>
                    </a:cubicBezTo>
                    <a:cubicBezTo>
                      <a:pt x="153" y="6"/>
                      <a:pt x="150" y="6"/>
                      <a:pt x="148" y="6"/>
                    </a:cubicBezTo>
                    <a:cubicBezTo>
                      <a:pt x="148" y="6"/>
                      <a:pt x="147" y="7"/>
                      <a:pt x="147" y="7"/>
                    </a:cubicBezTo>
                    <a:cubicBezTo>
                      <a:pt x="146" y="9"/>
                      <a:pt x="145" y="10"/>
                      <a:pt x="145" y="12"/>
                    </a:cubicBezTo>
                    <a:cubicBezTo>
                      <a:pt x="144" y="13"/>
                      <a:pt x="144" y="13"/>
                      <a:pt x="144" y="13"/>
                    </a:cubicBezTo>
                    <a:cubicBezTo>
                      <a:pt x="143" y="18"/>
                      <a:pt x="143" y="16"/>
                      <a:pt x="141" y="20"/>
                    </a:cubicBezTo>
                    <a:cubicBezTo>
                      <a:pt x="141" y="20"/>
                      <a:pt x="141" y="20"/>
                      <a:pt x="141" y="20"/>
                    </a:cubicBezTo>
                    <a:cubicBezTo>
                      <a:pt x="139" y="24"/>
                      <a:pt x="138" y="27"/>
                      <a:pt x="138" y="31"/>
                    </a:cubicBezTo>
                    <a:cubicBezTo>
                      <a:pt x="136" y="30"/>
                      <a:pt x="138" y="33"/>
                      <a:pt x="137" y="37"/>
                    </a:cubicBezTo>
                    <a:cubicBezTo>
                      <a:pt x="137" y="37"/>
                      <a:pt x="136" y="37"/>
                      <a:pt x="136" y="37"/>
                    </a:cubicBezTo>
                    <a:cubicBezTo>
                      <a:pt x="136" y="38"/>
                      <a:pt x="136" y="37"/>
                      <a:pt x="137" y="37"/>
                    </a:cubicBezTo>
                    <a:cubicBezTo>
                      <a:pt x="136" y="41"/>
                      <a:pt x="134" y="44"/>
                      <a:pt x="134" y="47"/>
                    </a:cubicBezTo>
                    <a:cubicBezTo>
                      <a:pt x="132" y="48"/>
                      <a:pt x="136" y="47"/>
                      <a:pt x="134" y="48"/>
                    </a:cubicBezTo>
                    <a:cubicBezTo>
                      <a:pt x="133" y="53"/>
                      <a:pt x="133" y="53"/>
                      <a:pt x="133" y="53"/>
                    </a:cubicBezTo>
                    <a:cubicBezTo>
                      <a:pt x="133" y="54"/>
                      <a:pt x="133" y="57"/>
                      <a:pt x="132" y="58"/>
                    </a:cubicBezTo>
                    <a:cubicBezTo>
                      <a:pt x="131" y="60"/>
                      <a:pt x="131" y="66"/>
                      <a:pt x="131" y="68"/>
                    </a:cubicBezTo>
                    <a:cubicBezTo>
                      <a:pt x="130" y="69"/>
                      <a:pt x="130" y="68"/>
                      <a:pt x="130" y="70"/>
                    </a:cubicBezTo>
                    <a:cubicBezTo>
                      <a:pt x="130" y="71"/>
                      <a:pt x="130" y="72"/>
                      <a:pt x="130" y="72"/>
                    </a:cubicBezTo>
                    <a:cubicBezTo>
                      <a:pt x="129" y="73"/>
                      <a:pt x="129" y="74"/>
                      <a:pt x="129" y="76"/>
                    </a:cubicBezTo>
                    <a:cubicBezTo>
                      <a:pt x="129" y="77"/>
                      <a:pt x="129" y="77"/>
                      <a:pt x="129" y="77"/>
                    </a:cubicBezTo>
                    <a:cubicBezTo>
                      <a:pt x="128" y="79"/>
                      <a:pt x="128" y="78"/>
                      <a:pt x="128" y="80"/>
                    </a:cubicBezTo>
                    <a:cubicBezTo>
                      <a:pt x="112" y="95"/>
                      <a:pt x="112" y="95"/>
                      <a:pt x="112" y="95"/>
                    </a:cubicBezTo>
                    <a:cubicBezTo>
                      <a:pt x="112" y="95"/>
                      <a:pt x="112" y="95"/>
                      <a:pt x="112" y="96"/>
                    </a:cubicBezTo>
                    <a:cubicBezTo>
                      <a:pt x="109" y="99"/>
                      <a:pt x="109" y="99"/>
                      <a:pt x="109" y="99"/>
                    </a:cubicBezTo>
                    <a:cubicBezTo>
                      <a:pt x="107" y="100"/>
                      <a:pt x="106" y="101"/>
                      <a:pt x="104" y="101"/>
                    </a:cubicBezTo>
                    <a:cubicBezTo>
                      <a:pt x="103" y="101"/>
                      <a:pt x="103" y="100"/>
                      <a:pt x="103" y="102"/>
                    </a:cubicBezTo>
                    <a:cubicBezTo>
                      <a:pt x="101" y="102"/>
                      <a:pt x="100" y="102"/>
                      <a:pt x="99" y="103"/>
                    </a:cubicBezTo>
                    <a:cubicBezTo>
                      <a:pt x="99" y="103"/>
                      <a:pt x="99" y="103"/>
                      <a:pt x="99" y="103"/>
                    </a:cubicBezTo>
                    <a:cubicBezTo>
                      <a:pt x="95" y="106"/>
                      <a:pt x="93" y="108"/>
                      <a:pt x="91" y="112"/>
                    </a:cubicBezTo>
                    <a:cubicBezTo>
                      <a:pt x="89" y="116"/>
                      <a:pt x="89" y="116"/>
                      <a:pt x="89" y="116"/>
                    </a:cubicBezTo>
                    <a:cubicBezTo>
                      <a:pt x="88" y="118"/>
                      <a:pt x="87" y="120"/>
                      <a:pt x="87" y="123"/>
                    </a:cubicBezTo>
                    <a:cubicBezTo>
                      <a:pt x="86" y="126"/>
                      <a:pt x="86" y="126"/>
                      <a:pt x="86" y="126"/>
                    </a:cubicBezTo>
                    <a:cubicBezTo>
                      <a:pt x="84" y="127"/>
                      <a:pt x="82" y="130"/>
                      <a:pt x="81" y="132"/>
                    </a:cubicBezTo>
                    <a:cubicBezTo>
                      <a:pt x="77" y="136"/>
                      <a:pt x="77" y="136"/>
                      <a:pt x="77" y="136"/>
                    </a:cubicBezTo>
                    <a:cubicBezTo>
                      <a:pt x="77" y="136"/>
                      <a:pt x="77" y="137"/>
                      <a:pt x="77" y="137"/>
                    </a:cubicBezTo>
                    <a:cubicBezTo>
                      <a:pt x="77" y="137"/>
                      <a:pt x="77" y="137"/>
                      <a:pt x="76" y="137"/>
                    </a:cubicBezTo>
                    <a:cubicBezTo>
                      <a:pt x="75" y="139"/>
                      <a:pt x="75" y="139"/>
                      <a:pt x="75" y="139"/>
                    </a:cubicBezTo>
                    <a:cubicBezTo>
                      <a:pt x="75" y="139"/>
                      <a:pt x="75" y="139"/>
                      <a:pt x="75" y="139"/>
                    </a:cubicBezTo>
                    <a:cubicBezTo>
                      <a:pt x="75" y="140"/>
                      <a:pt x="75" y="140"/>
                      <a:pt x="75" y="140"/>
                    </a:cubicBezTo>
                    <a:cubicBezTo>
                      <a:pt x="75" y="140"/>
                      <a:pt x="74" y="140"/>
                      <a:pt x="74" y="140"/>
                    </a:cubicBezTo>
                    <a:cubicBezTo>
                      <a:pt x="71" y="144"/>
                      <a:pt x="71" y="144"/>
                      <a:pt x="71" y="144"/>
                    </a:cubicBezTo>
                    <a:cubicBezTo>
                      <a:pt x="71" y="144"/>
                      <a:pt x="71" y="144"/>
                      <a:pt x="71" y="144"/>
                    </a:cubicBezTo>
                    <a:cubicBezTo>
                      <a:pt x="71" y="144"/>
                      <a:pt x="71" y="144"/>
                      <a:pt x="70" y="145"/>
                    </a:cubicBezTo>
                    <a:cubicBezTo>
                      <a:pt x="70" y="146"/>
                      <a:pt x="68" y="147"/>
                      <a:pt x="67" y="148"/>
                    </a:cubicBezTo>
                    <a:cubicBezTo>
                      <a:pt x="61" y="156"/>
                      <a:pt x="61" y="156"/>
                      <a:pt x="61" y="156"/>
                    </a:cubicBezTo>
                    <a:cubicBezTo>
                      <a:pt x="60" y="156"/>
                      <a:pt x="60" y="156"/>
                      <a:pt x="60" y="157"/>
                    </a:cubicBezTo>
                    <a:cubicBezTo>
                      <a:pt x="58" y="157"/>
                      <a:pt x="60" y="158"/>
                      <a:pt x="58" y="157"/>
                    </a:cubicBezTo>
                    <a:cubicBezTo>
                      <a:pt x="58" y="156"/>
                      <a:pt x="58" y="157"/>
                      <a:pt x="59" y="156"/>
                    </a:cubicBezTo>
                    <a:cubicBezTo>
                      <a:pt x="59" y="156"/>
                      <a:pt x="59" y="156"/>
                      <a:pt x="59" y="156"/>
                    </a:cubicBezTo>
                    <a:cubicBezTo>
                      <a:pt x="59" y="131"/>
                      <a:pt x="59" y="131"/>
                      <a:pt x="59" y="131"/>
                    </a:cubicBezTo>
                    <a:cubicBezTo>
                      <a:pt x="59" y="129"/>
                      <a:pt x="59" y="128"/>
                      <a:pt x="59" y="126"/>
                    </a:cubicBezTo>
                    <a:cubicBezTo>
                      <a:pt x="59" y="124"/>
                      <a:pt x="59" y="122"/>
                      <a:pt x="59" y="121"/>
                    </a:cubicBezTo>
                    <a:cubicBezTo>
                      <a:pt x="59" y="120"/>
                      <a:pt x="60" y="119"/>
                      <a:pt x="60" y="116"/>
                    </a:cubicBezTo>
                    <a:cubicBezTo>
                      <a:pt x="63" y="114"/>
                      <a:pt x="63" y="114"/>
                      <a:pt x="63" y="114"/>
                    </a:cubicBezTo>
                    <a:cubicBezTo>
                      <a:pt x="63" y="114"/>
                      <a:pt x="63" y="114"/>
                      <a:pt x="63" y="114"/>
                    </a:cubicBezTo>
                    <a:cubicBezTo>
                      <a:pt x="65" y="112"/>
                      <a:pt x="65" y="112"/>
                      <a:pt x="65" y="112"/>
                    </a:cubicBezTo>
                    <a:cubicBezTo>
                      <a:pt x="66" y="112"/>
                      <a:pt x="67" y="112"/>
                      <a:pt x="69" y="110"/>
                    </a:cubicBezTo>
                    <a:cubicBezTo>
                      <a:pt x="74" y="106"/>
                      <a:pt x="74" y="106"/>
                      <a:pt x="74" y="106"/>
                    </a:cubicBezTo>
                    <a:cubicBezTo>
                      <a:pt x="74" y="106"/>
                      <a:pt x="74" y="106"/>
                      <a:pt x="74" y="106"/>
                    </a:cubicBezTo>
                    <a:cubicBezTo>
                      <a:pt x="76" y="104"/>
                      <a:pt x="76" y="104"/>
                      <a:pt x="76" y="104"/>
                    </a:cubicBezTo>
                    <a:cubicBezTo>
                      <a:pt x="77" y="102"/>
                      <a:pt x="78" y="101"/>
                      <a:pt x="80" y="98"/>
                    </a:cubicBezTo>
                    <a:cubicBezTo>
                      <a:pt x="83" y="91"/>
                      <a:pt x="83" y="91"/>
                      <a:pt x="83" y="91"/>
                    </a:cubicBezTo>
                    <a:cubicBezTo>
                      <a:pt x="83" y="90"/>
                      <a:pt x="83" y="91"/>
                      <a:pt x="84" y="90"/>
                    </a:cubicBezTo>
                    <a:cubicBezTo>
                      <a:pt x="85" y="82"/>
                      <a:pt x="82" y="82"/>
                      <a:pt x="82" y="77"/>
                    </a:cubicBezTo>
                    <a:cubicBezTo>
                      <a:pt x="82" y="77"/>
                      <a:pt x="82" y="77"/>
                      <a:pt x="82" y="77"/>
                    </a:cubicBezTo>
                    <a:cubicBezTo>
                      <a:pt x="82" y="77"/>
                      <a:pt x="81" y="77"/>
                      <a:pt x="81" y="77"/>
                    </a:cubicBezTo>
                    <a:cubicBezTo>
                      <a:pt x="81" y="72"/>
                      <a:pt x="81" y="72"/>
                      <a:pt x="81" y="72"/>
                    </a:cubicBezTo>
                    <a:cubicBezTo>
                      <a:pt x="80" y="72"/>
                      <a:pt x="81" y="72"/>
                      <a:pt x="80" y="72"/>
                    </a:cubicBezTo>
                    <a:cubicBezTo>
                      <a:pt x="80" y="72"/>
                      <a:pt x="81" y="72"/>
                      <a:pt x="80" y="72"/>
                    </a:cubicBezTo>
                    <a:cubicBezTo>
                      <a:pt x="81" y="67"/>
                      <a:pt x="79" y="67"/>
                      <a:pt x="79" y="65"/>
                    </a:cubicBezTo>
                    <a:cubicBezTo>
                      <a:pt x="79" y="49"/>
                      <a:pt x="79" y="49"/>
                      <a:pt x="79" y="49"/>
                    </a:cubicBezTo>
                    <a:cubicBezTo>
                      <a:pt x="79" y="46"/>
                      <a:pt x="80" y="41"/>
                      <a:pt x="79" y="38"/>
                    </a:cubicBezTo>
                    <a:cubicBezTo>
                      <a:pt x="79" y="38"/>
                      <a:pt x="79" y="38"/>
                      <a:pt x="79" y="38"/>
                    </a:cubicBezTo>
                    <a:cubicBezTo>
                      <a:pt x="79" y="36"/>
                      <a:pt x="79" y="36"/>
                      <a:pt x="79" y="36"/>
                    </a:cubicBezTo>
                    <a:cubicBezTo>
                      <a:pt x="79" y="35"/>
                      <a:pt x="79" y="34"/>
                      <a:pt x="78" y="34"/>
                    </a:cubicBezTo>
                    <a:cubicBezTo>
                      <a:pt x="78" y="26"/>
                      <a:pt x="82" y="25"/>
                      <a:pt x="77" y="22"/>
                    </a:cubicBezTo>
                    <a:cubicBezTo>
                      <a:pt x="73" y="19"/>
                      <a:pt x="75" y="18"/>
                      <a:pt x="74" y="13"/>
                    </a:cubicBezTo>
                    <a:cubicBezTo>
                      <a:pt x="73" y="8"/>
                      <a:pt x="75" y="4"/>
                      <a:pt x="69" y="1"/>
                    </a:cubicBezTo>
                    <a:cubicBezTo>
                      <a:pt x="69" y="1"/>
                      <a:pt x="69" y="1"/>
                      <a:pt x="69" y="1"/>
                    </a:cubicBezTo>
                    <a:cubicBezTo>
                      <a:pt x="68" y="0"/>
                      <a:pt x="65" y="0"/>
                      <a:pt x="64" y="0"/>
                    </a:cubicBezTo>
                    <a:cubicBezTo>
                      <a:pt x="61" y="3"/>
                      <a:pt x="61" y="3"/>
                      <a:pt x="61" y="3"/>
                    </a:cubicBezTo>
                    <a:cubicBezTo>
                      <a:pt x="61" y="3"/>
                      <a:pt x="61" y="3"/>
                      <a:pt x="61" y="3"/>
                    </a:cubicBezTo>
                    <a:cubicBezTo>
                      <a:pt x="59" y="5"/>
                      <a:pt x="59" y="5"/>
                      <a:pt x="59" y="5"/>
                    </a:cubicBezTo>
                    <a:cubicBezTo>
                      <a:pt x="58" y="7"/>
                      <a:pt x="56" y="9"/>
                      <a:pt x="55" y="11"/>
                    </a:cubicBezTo>
                    <a:cubicBezTo>
                      <a:pt x="54" y="15"/>
                      <a:pt x="53" y="18"/>
                      <a:pt x="52" y="21"/>
                    </a:cubicBezTo>
                    <a:cubicBezTo>
                      <a:pt x="51" y="24"/>
                      <a:pt x="51" y="23"/>
                      <a:pt x="51" y="26"/>
                    </a:cubicBezTo>
                    <a:cubicBezTo>
                      <a:pt x="51" y="27"/>
                      <a:pt x="50" y="27"/>
                      <a:pt x="49" y="27"/>
                    </a:cubicBezTo>
                    <a:cubicBezTo>
                      <a:pt x="50" y="29"/>
                      <a:pt x="50" y="29"/>
                      <a:pt x="50" y="29"/>
                    </a:cubicBezTo>
                    <a:cubicBezTo>
                      <a:pt x="48" y="30"/>
                      <a:pt x="48" y="30"/>
                      <a:pt x="48" y="30"/>
                    </a:cubicBezTo>
                    <a:cubicBezTo>
                      <a:pt x="49" y="33"/>
                      <a:pt x="49" y="33"/>
                      <a:pt x="49" y="33"/>
                    </a:cubicBezTo>
                    <a:cubicBezTo>
                      <a:pt x="47" y="33"/>
                      <a:pt x="48" y="33"/>
                      <a:pt x="47" y="34"/>
                    </a:cubicBezTo>
                    <a:cubicBezTo>
                      <a:pt x="47" y="35"/>
                      <a:pt x="47" y="35"/>
                      <a:pt x="48" y="36"/>
                    </a:cubicBezTo>
                    <a:cubicBezTo>
                      <a:pt x="47" y="36"/>
                      <a:pt x="47" y="36"/>
                      <a:pt x="47" y="36"/>
                    </a:cubicBezTo>
                    <a:cubicBezTo>
                      <a:pt x="47" y="37"/>
                      <a:pt x="46" y="37"/>
                      <a:pt x="46" y="39"/>
                    </a:cubicBezTo>
                    <a:cubicBezTo>
                      <a:pt x="46" y="38"/>
                      <a:pt x="46" y="38"/>
                      <a:pt x="45" y="38"/>
                    </a:cubicBezTo>
                    <a:cubicBezTo>
                      <a:pt x="45" y="39"/>
                      <a:pt x="45" y="39"/>
                      <a:pt x="46" y="40"/>
                    </a:cubicBezTo>
                    <a:cubicBezTo>
                      <a:pt x="46" y="40"/>
                      <a:pt x="45" y="41"/>
                      <a:pt x="45" y="41"/>
                    </a:cubicBezTo>
                    <a:cubicBezTo>
                      <a:pt x="45" y="41"/>
                      <a:pt x="45" y="41"/>
                      <a:pt x="45" y="41"/>
                    </a:cubicBezTo>
                    <a:cubicBezTo>
                      <a:pt x="45" y="41"/>
                      <a:pt x="44" y="41"/>
                      <a:pt x="44" y="40"/>
                    </a:cubicBezTo>
                    <a:cubicBezTo>
                      <a:pt x="44" y="40"/>
                      <a:pt x="44" y="40"/>
                      <a:pt x="44" y="40"/>
                    </a:cubicBezTo>
                    <a:cubicBezTo>
                      <a:pt x="44" y="43"/>
                      <a:pt x="44" y="41"/>
                      <a:pt x="43" y="43"/>
                    </a:cubicBezTo>
                    <a:cubicBezTo>
                      <a:pt x="43" y="44"/>
                      <a:pt x="44" y="43"/>
                      <a:pt x="42" y="44"/>
                    </a:cubicBezTo>
                    <a:cubicBezTo>
                      <a:pt x="44" y="47"/>
                      <a:pt x="44" y="47"/>
                      <a:pt x="44" y="47"/>
                    </a:cubicBezTo>
                    <a:cubicBezTo>
                      <a:pt x="43" y="47"/>
                      <a:pt x="45" y="47"/>
                      <a:pt x="43" y="47"/>
                    </a:cubicBezTo>
                    <a:cubicBezTo>
                      <a:pt x="43" y="47"/>
                      <a:pt x="42" y="47"/>
                      <a:pt x="42" y="47"/>
                    </a:cubicBezTo>
                    <a:cubicBezTo>
                      <a:pt x="41" y="50"/>
                      <a:pt x="42" y="49"/>
                      <a:pt x="41" y="49"/>
                    </a:cubicBezTo>
                    <a:cubicBezTo>
                      <a:pt x="41" y="53"/>
                      <a:pt x="43" y="55"/>
                      <a:pt x="41" y="55"/>
                    </a:cubicBezTo>
                    <a:cubicBezTo>
                      <a:pt x="41" y="57"/>
                      <a:pt x="40" y="60"/>
                      <a:pt x="40" y="60"/>
                    </a:cubicBezTo>
                    <a:cubicBezTo>
                      <a:pt x="40" y="57"/>
                      <a:pt x="40" y="57"/>
                      <a:pt x="40" y="57"/>
                    </a:cubicBezTo>
                    <a:cubicBezTo>
                      <a:pt x="38" y="59"/>
                      <a:pt x="38" y="59"/>
                      <a:pt x="38" y="59"/>
                    </a:cubicBezTo>
                    <a:cubicBezTo>
                      <a:pt x="38" y="61"/>
                      <a:pt x="37" y="61"/>
                      <a:pt x="40" y="62"/>
                    </a:cubicBezTo>
                    <a:cubicBezTo>
                      <a:pt x="39" y="65"/>
                      <a:pt x="39" y="65"/>
                      <a:pt x="39" y="65"/>
                    </a:cubicBezTo>
                    <a:cubicBezTo>
                      <a:pt x="37" y="64"/>
                      <a:pt x="39" y="64"/>
                      <a:pt x="38" y="65"/>
                    </a:cubicBezTo>
                    <a:cubicBezTo>
                      <a:pt x="37" y="66"/>
                      <a:pt x="37" y="66"/>
                      <a:pt x="37" y="66"/>
                    </a:cubicBezTo>
                    <a:cubicBezTo>
                      <a:pt x="37" y="66"/>
                      <a:pt x="36" y="66"/>
                      <a:pt x="36" y="66"/>
                    </a:cubicBezTo>
                    <a:cubicBezTo>
                      <a:pt x="36" y="69"/>
                      <a:pt x="37" y="71"/>
                      <a:pt x="37" y="74"/>
                    </a:cubicBezTo>
                    <a:cubicBezTo>
                      <a:pt x="37" y="75"/>
                      <a:pt x="37" y="74"/>
                      <a:pt x="36" y="77"/>
                    </a:cubicBezTo>
                    <a:cubicBezTo>
                      <a:pt x="34" y="80"/>
                      <a:pt x="34" y="79"/>
                      <a:pt x="35" y="84"/>
                    </a:cubicBezTo>
                    <a:cubicBezTo>
                      <a:pt x="34" y="84"/>
                      <a:pt x="34" y="84"/>
                      <a:pt x="34" y="84"/>
                    </a:cubicBezTo>
                    <a:cubicBezTo>
                      <a:pt x="33" y="85"/>
                      <a:pt x="34" y="87"/>
                      <a:pt x="33" y="88"/>
                    </a:cubicBezTo>
                    <a:cubicBezTo>
                      <a:pt x="33" y="89"/>
                      <a:pt x="33" y="89"/>
                      <a:pt x="34" y="90"/>
                    </a:cubicBezTo>
                    <a:cubicBezTo>
                      <a:pt x="32" y="92"/>
                      <a:pt x="32" y="92"/>
                      <a:pt x="32" y="92"/>
                    </a:cubicBezTo>
                    <a:cubicBezTo>
                      <a:pt x="32" y="93"/>
                      <a:pt x="32" y="93"/>
                      <a:pt x="32" y="94"/>
                    </a:cubicBezTo>
                    <a:cubicBezTo>
                      <a:pt x="31" y="95"/>
                      <a:pt x="28" y="98"/>
                      <a:pt x="28" y="98"/>
                    </a:cubicBezTo>
                    <a:cubicBezTo>
                      <a:pt x="24" y="100"/>
                      <a:pt x="24" y="100"/>
                      <a:pt x="24" y="100"/>
                    </a:cubicBezTo>
                    <a:cubicBezTo>
                      <a:pt x="23" y="101"/>
                      <a:pt x="22" y="102"/>
                      <a:pt x="21" y="101"/>
                    </a:cubicBezTo>
                    <a:cubicBezTo>
                      <a:pt x="20" y="105"/>
                      <a:pt x="17" y="103"/>
                      <a:pt x="15" y="104"/>
                    </a:cubicBezTo>
                    <a:cubicBezTo>
                      <a:pt x="13" y="105"/>
                      <a:pt x="14" y="106"/>
                      <a:pt x="10" y="106"/>
                    </a:cubicBezTo>
                    <a:cubicBezTo>
                      <a:pt x="8" y="108"/>
                      <a:pt x="8" y="108"/>
                      <a:pt x="6" y="108"/>
                    </a:cubicBezTo>
                    <a:cubicBezTo>
                      <a:pt x="4" y="110"/>
                      <a:pt x="5" y="108"/>
                      <a:pt x="5" y="110"/>
                    </a:cubicBezTo>
                    <a:cubicBezTo>
                      <a:pt x="2" y="110"/>
                      <a:pt x="2" y="110"/>
                      <a:pt x="2" y="110"/>
                    </a:cubicBezTo>
                    <a:cubicBezTo>
                      <a:pt x="1" y="112"/>
                      <a:pt x="2" y="110"/>
                      <a:pt x="1" y="112"/>
                    </a:cubicBezTo>
                    <a:cubicBezTo>
                      <a:pt x="0" y="115"/>
                      <a:pt x="0" y="116"/>
                      <a:pt x="1" y="118"/>
                    </a:cubicBezTo>
                    <a:cubicBezTo>
                      <a:pt x="3" y="123"/>
                      <a:pt x="6" y="122"/>
                      <a:pt x="6" y="126"/>
                    </a:cubicBezTo>
                    <a:cubicBezTo>
                      <a:pt x="7" y="125"/>
                      <a:pt x="8" y="126"/>
                      <a:pt x="11" y="127"/>
                    </a:cubicBezTo>
                    <a:cubicBezTo>
                      <a:pt x="12" y="127"/>
                      <a:pt x="11" y="127"/>
                      <a:pt x="13" y="128"/>
                    </a:cubicBezTo>
                    <a:cubicBezTo>
                      <a:pt x="18" y="129"/>
                      <a:pt x="24" y="129"/>
                      <a:pt x="25" y="130"/>
                    </a:cubicBezTo>
                    <a:cubicBezTo>
                      <a:pt x="26" y="135"/>
                      <a:pt x="24" y="136"/>
                      <a:pt x="27" y="137"/>
                    </a:cubicBezTo>
                    <a:cubicBezTo>
                      <a:pt x="27" y="134"/>
                      <a:pt x="27" y="134"/>
                      <a:pt x="27" y="134"/>
                    </a:cubicBezTo>
                    <a:cubicBezTo>
                      <a:pt x="29" y="136"/>
                      <a:pt x="27" y="142"/>
                      <a:pt x="27" y="144"/>
                    </a:cubicBezTo>
                    <a:cubicBezTo>
                      <a:pt x="28" y="145"/>
                      <a:pt x="28" y="145"/>
                      <a:pt x="29" y="145"/>
                    </a:cubicBezTo>
                    <a:cubicBezTo>
                      <a:pt x="29" y="149"/>
                      <a:pt x="29" y="149"/>
                      <a:pt x="29" y="149"/>
                    </a:cubicBezTo>
                    <a:cubicBezTo>
                      <a:pt x="28" y="150"/>
                      <a:pt x="29" y="151"/>
                      <a:pt x="26" y="150"/>
                    </a:cubicBezTo>
                    <a:cubicBezTo>
                      <a:pt x="27" y="146"/>
                      <a:pt x="27" y="146"/>
                      <a:pt x="27" y="146"/>
                    </a:cubicBezTo>
                    <a:close/>
                    <a:moveTo>
                      <a:pt x="22" y="157"/>
                    </a:moveTo>
                    <a:cubicBezTo>
                      <a:pt x="22" y="156"/>
                      <a:pt x="22" y="152"/>
                      <a:pt x="24" y="152"/>
                    </a:cubicBezTo>
                    <a:cubicBezTo>
                      <a:pt x="24" y="156"/>
                      <a:pt x="24" y="154"/>
                      <a:pt x="23" y="156"/>
                    </a:cubicBezTo>
                    <a:cubicBezTo>
                      <a:pt x="22" y="158"/>
                      <a:pt x="23" y="157"/>
                      <a:pt x="22" y="157"/>
                    </a:cubicBezTo>
                    <a:close/>
                    <a:moveTo>
                      <a:pt x="186" y="170"/>
                    </a:moveTo>
                    <a:cubicBezTo>
                      <a:pt x="183" y="164"/>
                      <a:pt x="183" y="164"/>
                      <a:pt x="183" y="164"/>
                    </a:cubicBezTo>
                    <a:cubicBezTo>
                      <a:pt x="184" y="165"/>
                      <a:pt x="184" y="165"/>
                      <a:pt x="184" y="165"/>
                    </a:cubicBezTo>
                    <a:cubicBezTo>
                      <a:pt x="184" y="166"/>
                      <a:pt x="184" y="166"/>
                      <a:pt x="185" y="167"/>
                    </a:cubicBezTo>
                    <a:cubicBezTo>
                      <a:pt x="186" y="169"/>
                      <a:pt x="185" y="168"/>
                      <a:pt x="187" y="168"/>
                    </a:cubicBezTo>
                    <a:cubicBezTo>
                      <a:pt x="185" y="170"/>
                      <a:pt x="186" y="168"/>
                      <a:pt x="186" y="170"/>
                    </a:cubicBezTo>
                    <a:close/>
                    <a:moveTo>
                      <a:pt x="21" y="180"/>
                    </a:moveTo>
                    <a:cubicBezTo>
                      <a:pt x="20" y="179"/>
                      <a:pt x="20" y="177"/>
                      <a:pt x="21" y="176"/>
                    </a:cubicBezTo>
                    <a:cubicBezTo>
                      <a:pt x="21" y="178"/>
                      <a:pt x="22" y="179"/>
                      <a:pt x="21" y="180"/>
                    </a:cubicBezTo>
                    <a:close/>
                    <a:moveTo>
                      <a:pt x="183" y="164"/>
                    </a:moveTo>
                    <a:cubicBezTo>
                      <a:pt x="183" y="164"/>
                      <a:pt x="182" y="164"/>
                      <a:pt x="182" y="164"/>
                    </a:cubicBezTo>
                    <a:cubicBezTo>
                      <a:pt x="181" y="161"/>
                      <a:pt x="182" y="163"/>
                      <a:pt x="182" y="162"/>
                    </a:cubicBezTo>
                    <a:cubicBezTo>
                      <a:pt x="183" y="164"/>
                      <a:pt x="183" y="164"/>
                      <a:pt x="183" y="164"/>
                    </a:cubicBezTo>
                    <a:close/>
                    <a:moveTo>
                      <a:pt x="21" y="180"/>
                    </a:moveTo>
                    <a:cubicBezTo>
                      <a:pt x="21" y="182"/>
                      <a:pt x="20" y="180"/>
                      <a:pt x="21" y="182"/>
                    </a:cubicBezTo>
                    <a:cubicBezTo>
                      <a:pt x="20" y="181"/>
                      <a:pt x="20" y="181"/>
                      <a:pt x="20" y="180"/>
                    </a:cubicBezTo>
                    <a:cubicBezTo>
                      <a:pt x="21" y="180"/>
                      <a:pt x="21" y="180"/>
                      <a:pt x="21" y="180"/>
                    </a:cubicBezTo>
                    <a:close/>
                    <a:moveTo>
                      <a:pt x="77" y="172"/>
                    </a:moveTo>
                    <a:cubicBezTo>
                      <a:pt x="77" y="172"/>
                      <a:pt x="77" y="172"/>
                      <a:pt x="77" y="172"/>
                    </a:cubicBezTo>
                    <a:cubicBezTo>
                      <a:pt x="76" y="172"/>
                      <a:pt x="77" y="171"/>
                      <a:pt x="77" y="172"/>
                    </a:cubicBezTo>
                    <a:close/>
                    <a:moveTo>
                      <a:pt x="165" y="76"/>
                    </a:moveTo>
                    <a:cubicBezTo>
                      <a:pt x="164" y="76"/>
                      <a:pt x="165" y="78"/>
                      <a:pt x="165" y="75"/>
                    </a:cubicBezTo>
                    <a:cubicBezTo>
                      <a:pt x="164" y="77"/>
                      <a:pt x="164" y="77"/>
                      <a:pt x="164" y="77"/>
                    </a:cubicBezTo>
                    <a:cubicBezTo>
                      <a:pt x="166" y="77"/>
                      <a:pt x="164" y="77"/>
                      <a:pt x="165" y="76"/>
                    </a:cubicBezTo>
                    <a:close/>
                    <a:moveTo>
                      <a:pt x="178" y="217"/>
                    </a:moveTo>
                    <a:cubicBezTo>
                      <a:pt x="177" y="218"/>
                      <a:pt x="177" y="217"/>
                      <a:pt x="177" y="218"/>
                    </a:cubicBezTo>
                    <a:cubicBezTo>
                      <a:pt x="177" y="217"/>
                      <a:pt x="176" y="216"/>
                      <a:pt x="178" y="217"/>
                    </a:cubicBezTo>
                    <a:close/>
                    <a:moveTo>
                      <a:pt x="27" y="146"/>
                    </a:moveTo>
                    <a:cubicBezTo>
                      <a:pt x="28" y="145"/>
                      <a:pt x="28" y="145"/>
                      <a:pt x="28" y="145"/>
                    </a:cubicBezTo>
                    <a:cubicBezTo>
                      <a:pt x="28" y="147"/>
                      <a:pt x="28" y="147"/>
                      <a:pt x="28" y="147"/>
                    </a:cubicBezTo>
                    <a:cubicBezTo>
                      <a:pt x="28" y="145"/>
                      <a:pt x="28" y="146"/>
                      <a:pt x="27" y="146"/>
                    </a:cubicBezTo>
                    <a:close/>
                    <a:moveTo>
                      <a:pt x="80" y="168"/>
                    </a:moveTo>
                    <a:cubicBezTo>
                      <a:pt x="80" y="170"/>
                      <a:pt x="80" y="169"/>
                      <a:pt x="79" y="169"/>
                    </a:cubicBezTo>
                    <a:cubicBezTo>
                      <a:pt x="80" y="168"/>
                      <a:pt x="80" y="168"/>
                      <a:pt x="80" y="168"/>
                    </a:cubicBezTo>
                    <a:close/>
                    <a:moveTo>
                      <a:pt x="25" y="140"/>
                    </a:moveTo>
                    <a:cubicBezTo>
                      <a:pt x="25" y="139"/>
                      <a:pt x="25" y="139"/>
                      <a:pt x="25" y="139"/>
                    </a:cubicBezTo>
                    <a:cubicBezTo>
                      <a:pt x="26" y="141"/>
                      <a:pt x="25" y="140"/>
                      <a:pt x="25" y="140"/>
                    </a:cubicBezTo>
                    <a:close/>
                    <a:moveTo>
                      <a:pt x="164" y="216"/>
                    </a:moveTo>
                    <a:cubicBezTo>
                      <a:pt x="163" y="215"/>
                      <a:pt x="163" y="215"/>
                      <a:pt x="163" y="215"/>
                    </a:cubicBezTo>
                    <a:cubicBezTo>
                      <a:pt x="164" y="216"/>
                      <a:pt x="164" y="215"/>
                      <a:pt x="164" y="2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" name="Freeform 14"/>
              <p:cNvSpPr>
                <a:spLocks noEditPoints="1"/>
              </p:cNvSpPr>
              <p:nvPr/>
            </p:nvSpPr>
            <p:spPr bwMode="auto">
              <a:xfrm>
                <a:off x="3987622" y="4298681"/>
                <a:ext cx="220663" cy="300038"/>
              </a:xfrm>
              <a:custGeom>
                <a:avLst/>
                <a:gdLst>
                  <a:gd name="T0" fmla="*/ 120 w 192"/>
                  <a:gd name="T1" fmla="*/ 186 h 261"/>
                  <a:gd name="T2" fmla="*/ 87 w 192"/>
                  <a:gd name="T3" fmla="*/ 148 h 261"/>
                  <a:gd name="T4" fmla="*/ 92 w 192"/>
                  <a:gd name="T5" fmla="*/ 150 h 261"/>
                  <a:gd name="T6" fmla="*/ 92 w 192"/>
                  <a:gd name="T7" fmla="*/ 145 h 261"/>
                  <a:gd name="T8" fmla="*/ 54 w 192"/>
                  <a:gd name="T9" fmla="*/ 140 h 261"/>
                  <a:gd name="T10" fmla="*/ 56 w 192"/>
                  <a:gd name="T11" fmla="*/ 128 h 261"/>
                  <a:gd name="T12" fmla="*/ 54 w 192"/>
                  <a:gd name="T13" fmla="*/ 113 h 261"/>
                  <a:gd name="T14" fmla="*/ 112 w 192"/>
                  <a:gd name="T15" fmla="*/ 182 h 261"/>
                  <a:gd name="T16" fmla="*/ 92 w 192"/>
                  <a:gd name="T17" fmla="*/ 193 h 261"/>
                  <a:gd name="T18" fmla="*/ 104 w 192"/>
                  <a:gd name="T19" fmla="*/ 179 h 261"/>
                  <a:gd name="T20" fmla="*/ 111 w 192"/>
                  <a:gd name="T21" fmla="*/ 169 h 261"/>
                  <a:gd name="T22" fmla="*/ 104 w 192"/>
                  <a:gd name="T23" fmla="*/ 114 h 261"/>
                  <a:gd name="T24" fmla="*/ 100 w 192"/>
                  <a:gd name="T25" fmla="*/ 169 h 261"/>
                  <a:gd name="T26" fmla="*/ 57 w 192"/>
                  <a:gd name="T27" fmla="*/ 177 h 261"/>
                  <a:gd name="T28" fmla="*/ 59 w 192"/>
                  <a:gd name="T29" fmla="*/ 160 h 261"/>
                  <a:gd name="T30" fmla="*/ 44 w 192"/>
                  <a:gd name="T31" fmla="*/ 180 h 261"/>
                  <a:gd name="T32" fmla="*/ 51 w 192"/>
                  <a:gd name="T33" fmla="*/ 214 h 261"/>
                  <a:gd name="T34" fmla="*/ 80 w 192"/>
                  <a:gd name="T35" fmla="*/ 202 h 261"/>
                  <a:gd name="T36" fmla="*/ 108 w 192"/>
                  <a:gd name="T37" fmla="*/ 197 h 261"/>
                  <a:gd name="T38" fmla="*/ 114 w 192"/>
                  <a:gd name="T39" fmla="*/ 191 h 261"/>
                  <a:gd name="T40" fmla="*/ 118 w 192"/>
                  <a:gd name="T41" fmla="*/ 184 h 261"/>
                  <a:gd name="T42" fmla="*/ 56 w 192"/>
                  <a:gd name="T43" fmla="*/ 132 h 261"/>
                  <a:gd name="T44" fmla="*/ 56 w 192"/>
                  <a:gd name="T45" fmla="*/ 127 h 261"/>
                  <a:gd name="T46" fmla="*/ 60 w 192"/>
                  <a:gd name="T47" fmla="*/ 113 h 261"/>
                  <a:gd name="T48" fmla="*/ 92 w 192"/>
                  <a:gd name="T49" fmla="*/ 93 h 261"/>
                  <a:gd name="T50" fmla="*/ 105 w 192"/>
                  <a:gd name="T51" fmla="*/ 99 h 261"/>
                  <a:gd name="T52" fmla="*/ 97 w 192"/>
                  <a:gd name="T53" fmla="*/ 124 h 261"/>
                  <a:gd name="T54" fmla="*/ 54 w 192"/>
                  <a:gd name="T55" fmla="*/ 140 h 261"/>
                  <a:gd name="T56" fmla="*/ 66 w 192"/>
                  <a:gd name="T57" fmla="*/ 81 h 261"/>
                  <a:gd name="T58" fmla="*/ 70 w 192"/>
                  <a:gd name="T59" fmla="*/ 75 h 261"/>
                  <a:gd name="T60" fmla="*/ 145 w 192"/>
                  <a:gd name="T61" fmla="*/ 89 h 261"/>
                  <a:gd name="T62" fmla="*/ 141 w 192"/>
                  <a:gd name="T63" fmla="*/ 166 h 261"/>
                  <a:gd name="T64" fmla="*/ 143 w 192"/>
                  <a:gd name="T65" fmla="*/ 126 h 261"/>
                  <a:gd name="T66" fmla="*/ 141 w 192"/>
                  <a:gd name="T67" fmla="*/ 92 h 261"/>
                  <a:gd name="T68" fmla="*/ 84 w 192"/>
                  <a:gd name="T69" fmla="*/ 64 h 261"/>
                  <a:gd name="T70" fmla="*/ 65 w 192"/>
                  <a:gd name="T71" fmla="*/ 87 h 261"/>
                  <a:gd name="T72" fmla="*/ 83 w 192"/>
                  <a:gd name="T73" fmla="*/ 76 h 261"/>
                  <a:gd name="T74" fmla="*/ 92 w 192"/>
                  <a:gd name="T75" fmla="*/ 57 h 261"/>
                  <a:gd name="T76" fmla="*/ 124 w 192"/>
                  <a:gd name="T77" fmla="*/ 46 h 261"/>
                  <a:gd name="T78" fmla="*/ 128 w 192"/>
                  <a:gd name="T79" fmla="*/ 86 h 261"/>
                  <a:gd name="T80" fmla="*/ 120 w 192"/>
                  <a:gd name="T81" fmla="*/ 104 h 261"/>
                  <a:gd name="T82" fmla="*/ 111 w 192"/>
                  <a:gd name="T83" fmla="*/ 62 h 261"/>
                  <a:gd name="T84" fmla="*/ 119 w 192"/>
                  <a:gd name="T85" fmla="*/ 36 h 261"/>
                  <a:gd name="T86" fmla="*/ 128 w 192"/>
                  <a:gd name="T87" fmla="*/ 31 h 261"/>
                  <a:gd name="T88" fmla="*/ 137 w 192"/>
                  <a:gd name="T89" fmla="*/ 6 h 261"/>
                  <a:gd name="T90" fmla="*/ 82 w 192"/>
                  <a:gd name="T91" fmla="*/ 39 h 261"/>
                  <a:gd name="T92" fmla="*/ 50 w 192"/>
                  <a:gd name="T93" fmla="*/ 82 h 261"/>
                  <a:gd name="T94" fmla="*/ 31 w 192"/>
                  <a:gd name="T95" fmla="*/ 132 h 261"/>
                  <a:gd name="T96" fmla="*/ 30 w 192"/>
                  <a:gd name="T97" fmla="*/ 80 h 261"/>
                  <a:gd name="T98" fmla="*/ 13 w 192"/>
                  <a:gd name="T99" fmla="*/ 92 h 261"/>
                  <a:gd name="T100" fmla="*/ 1 w 192"/>
                  <a:gd name="T101" fmla="*/ 168 h 261"/>
                  <a:gd name="T102" fmla="*/ 40 w 192"/>
                  <a:gd name="T103" fmla="*/ 231 h 261"/>
                  <a:gd name="T104" fmla="*/ 138 w 192"/>
                  <a:gd name="T105" fmla="*/ 227 h 261"/>
                  <a:gd name="T106" fmla="*/ 166 w 192"/>
                  <a:gd name="T107" fmla="*/ 252 h 261"/>
                  <a:gd name="T108" fmla="*/ 180 w 192"/>
                  <a:gd name="T109" fmla="*/ 167 h 261"/>
                  <a:gd name="T110" fmla="*/ 181 w 192"/>
                  <a:gd name="T111" fmla="*/ 130 h 261"/>
                  <a:gd name="T112" fmla="*/ 179 w 192"/>
                  <a:gd name="T113" fmla="*/ 97 h 261"/>
                  <a:gd name="T114" fmla="*/ 191 w 192"/>
                  <a:gd name="T115" fmla="*/ 38 h 261"/>
                  <a:gd name="T116" fmla="*/ 94 w 192"/>
                  <a:gd name="T117" fmla="*/ 94 h 261"/>
                  <a:gd name="T118" fmla="*/ 58 w 192"/>
                  <a:gd name="T119" fmla="*/ 117 h 261"/>
                  <a:gd name="T120" fmla="*/ 92 w 192"/>
                  <a:gd name="T121" fmla="*/ 97 h 261"/>
                  <a:gd name="T122" fmla="*/ 14 w 192"/>
                  <a:gd name="T123" fmla="*/ 61 h 2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92" h="261">
                    <a:moveTo>
                      <a:pt x="129" y="187"/>
                    </a:moveTo>
                    <a:cubicBezTo>
                      <a:pt x="129" y="188"/>
                      <a:pt x="129" y="188"/>
                      <a:pt x="129" y="188"/>
                    </a:cubicBezTo>
                    <a:cubicBezTo>
                      <a:pt x="128" y="188"/>
                      <a:pt x="129" y="189"/>
                      <a:pt x="129" y="187"/>
                    </a:cubicBezTo>
                    <a:close/>
                    <a:moveTo>
                      <a:pt x="118" y="187"/>
                    </a:moveTo>
                    <a:cubicBezTo>
                      <a:pt x="119" y="188"/>
                      <a:pt x="119" y="187"/>
                      <a:pt x="119" y="188"/>
                    </a:cubicBezTo>
                    <a:cubicBezTo>
                      <a:pt x="118" y="188"/>
                      <a:pt x="118" y="189"/>
                      <a:pt x="118" y="187"/>
                    </a:cubicBezTo>
                    <a:close/>
                    <a:moveTo>
                      <a:pt x="120" y="186"/>
                    </a:moveTo>
                    <a:cubicBezTo>
                      <a:pt x="121" y="186"/>
                      <a:pt x="121" y="186"/>
                      <a:pt x="121" y="186"/>
                    </a:cubicBezTo>
                    <a:cubicBezTo>
                      <a:pt x="121" y="187"/>
                      <a:pt x="121" y="187"/>
                      <a:pt x="121" y="187"/>
                    </a:cubicBezTo>
                    <a:cubicBezTo>
                      <a:pt x="121" y="187"/>
                      <a:pt x="121" y="187"/>
                      <a:pt x="121" y="187"/>
                    </a:cubicBezTo>
                    <a:cubicBezTo>
                      <a:pt x="123" y="188"/>
                      <a:pt x="125" y="189"/>
                      <a:pt x="126" y="190"/>
                    </a:cubicBezTo>
                    <a:cubicBezTo>
                      <a:pt x="125" y="191"/>
                      <a:pt x="126" y="191"/>
                      <a:pt x="123" y="189"/>
                    </a:cubicBezTo>
                    <a:cubicBezTo>
                      <a:pt x="122" y="189"/>
                      <a:pt x="122" y="189"/>
                      <a:pt x="122" y="189"/>
                    </a:cubicBezTo>
                    <a:cubicBezTo>
                      <a:pt x="120" y="188"/>
                      <a:pt x="121" y="189"/>
                      <a:pt x="120" y="186"/>
                    </a:cubicBezTo>
                    <a:close/>
                    <a:moveTo>
                      <a:pt x="40" y="177"/>
                    </a:moveTo>
                    <a:cubicBezTo>
                      <a:pt x="39" y="176"/>
                      <a:pt x="39" y="177"/>
                      <a:pt x="39" y="176"/>
                    </a:cubicBezTo>
                    <a:cubicBezTo>
                      <a:pt x="39" y="174"/>
                      <a:pt x="39" y="175"/>
                      <a:pt x="40" y="175"/>
                    </a:cubicBezTo>
                    <a:cubicBezTo>
                      <a:pt x="40" y="177"/>
                      <a:pt x="40" y="177"/>
                      <a:pt x="40" y="177"/>
                    </a:cubicBezTo>
                    <a:close/>
                    <a:moveTo>
                      <a:pt x="46" y="157"/>
                    </a:moveTo>
                    <a:cubicBezTo>
                      <a:pt x="49" y="155"/>
                      <a:pt x="47" y="157"/>
                      <a:pt x="48" y="157"/>
                    </a:cubicBezTo>
                    <a:cubicBezTo>
                      <a:pt x="46" y="157"/>
                      <a:pt x="46" y="157"/>
                      <a:pt x="46" y="157"/>
                    </a:cubicBezTo>
                    <a:close/>
                    <a:moveTo>
                      <a:pt x="83" y="152"/>
                    </a:moveTo>
                    <a:cubicBezTo>
                      <a:pt x="83" y="151"/>
                      <a:pt x="84" y="154"/>
                      <a:pt x="83" y="152"/>
                    </a:cubicBezTo>
                    <a:close/>
                    <a:moveTo>
                      <a:pt x="87" y="147"/>
                    </a:moveTo>
                    <a:cubicBezTo>
                      <a:pt x="86" y="149"/>
                      <a:pt x="86" y="149"/>
                      <a:pt x="86" y="149"/>
                    </a:cubicBezTo>
                    <a:cubicBezTo>
                      <a:pt x="85" y="146"/>
                      <a:pt x="86" y="147"/>
                      <a:pt x="87" y="147"/>
                    </a:cubicBezTo>
                    <a:close/>
                    <a:moveTo>
                      <a:pt x="87" y="147"/>
                    </a:moveTo>
                    <a:cubicBezTo>
                      <a:pt x="87" y="148"/>
                      <a:pt x="87" y="148"/>
                      <a:pt x="87" y="148"/>
                    </a:cubicBezTo>
                    <a:cubicBezTo>
                      <a:pt x="88" y="145"/>
                      <a:pt x="88" y="147"/>
                      <a:pt x="88" y="145"/>
                    </a:cubicBezTo>
                    <a:cubicBezTo>
                      <a:pt x="88" y="145"/>
                      <a:pt x="88" y="144"/>
                      <a:pt x="87" y="144"/>
                    </a:cubicBezTo>
                    <a:cubicBezTo>
                      <a:pt x="87" y="146"/>
                      <a:pt x="87" y="145"/>
                      <a:pt x="87" y="147"/>
                    </a:cubicBezTo>
                    <a:close/>
                    <a:moveTo>
                      <a:pt x="88" y="145"/>
                    </a:moveTo>
                    <a:cubicBezTo>
                      <a:pt x="89" y="141"/>
                      <a:pt x="89" y="145"/>
                      <a:pt x="89" y="142"/>
                    </a:cubicBezTo>
                    <a:cubicBezTo>
                      <a:pt x="89" y="142"/>
                      <a:pt x="89" y="142"/>
                      <a:pt x="90" y="142"/>
                    </a:cubicBezTo>
                    <a:cubicBezTo>
                      <a:pt x="91" y="143"/>
                      <a:pt x="91" y="143"/>
                      <a:pt x="91" y="143"/>
                    </a:cubicBezTo>
                    <a:cubicBezTo>
                      <a:pt x="91" y="143"/>
                      <a:pt x="91" y="144"/>
                      <a:pt x="91" y="144"/>
                    </a:cubicBezTo>
                    <a:cubicBezTo>
                      <a:pt x="93" y="143"/>
                      <a:pt x="92" y="143"/>
                      <a:pt x="93" y="142"/>
                    </a:cubicBezTo>
                    <a:cubicBezTo>
                      <a:pt x="95" y="140"/>
                      <a:pt x="95" y="140"/>
                      <a:pt x="95" y="140"/>
                    </a:cubicBezTo>
                    <a:cubicBezTo>
                      <a:pt x="96" y="140"/>
                      <a:pt x="96" y="140"/>
                      <a:pt x="97" y="140"/>
                    </a:cubicBezTo>
                    <a:cubicBezTo>
                      <a:pt x="95" y="142"/>
                      <a:pt x="95" y="143"/>
                      <a:pt x="94" y="146"/>
                    </a:cubicBezTo>
                    <a:cubicBezTo>
                      <a:pt x="94" y="146"/>
                      <a:pt x="94" y="147"/>
                      <a:pt x="94" y="147"/>
                    </a:cubicBezTo>
                    <a:cubicBezTo>
                      <a:pt x="92" y="150"/>
                      <a:pt x="92" y="150"/>
                      <a:pt x="92" y="150"/>
                    </a:cubicBezTo>
                    <a:cubicBezTo>
                      <a:pt x="91" y="151"/>
                      <a:pt x="92" y="151"/>
                      <a:pt x="91" y="152"/>
                    </a:cubicBezTo>
                    <a:cubicBezTo>
                      <a:pt x="92" y="153"/>
                      <a:pt x="92" y="153"/>
                      <a:pt x="92" y="153"/>
                    </a:cubicBezTo>
                    <a:cubicBezTo>
                      <a:pt x="91" y="153"/>
                      <a:pt x="91" y="153"/>
                      <a:pt x="90" y="155"/>
                    </a:cubicBezTo>
                    <a:cubicBezTo>
                      <a:pt x="86" y="160"/>
                      <a:pt x="86" y="160"/>
                      <a:pt x="86" y="160"/>
                    </a:cubicBezTo>
                    <a:cubicBezTo>
                      <a:pt x="86" y="161"/>
                      <a:pt x="81" y="167"/>
                      <a:pt x="80" y="168"/>
                    </a:cubicBezTo>
                    <a:cubicBezTo>
                      <a:pt x="79" y="168"/>
                      <a:pt x="79" y="167"/>
                      <a:pt x="79" y="167"/>
                    </a:cubicBezTo>
                    <a:cubicBezTo>
                      <a:pt x="80" y="165"/>
                      <a:pt x="80" y="167"/>
                      <a:pt x="80" y="163"/>
                    </a:cubicBezTo>
                    <a:cubicBezTo>
                      <a:pt x="82" y="162"/>
                      <a:pt x="82" y="162"/>
                      <a:pt x="82" y="162"/>
                    </a:cubicBezTo>
                    <a:cubicBezTo>
                      <a:pt x="82" y="160"/>
                      <a:pt x="82" y="160"/>
                      <a:pt x="82" y="160"/>
                    </a:cubicBezTo>
                    <a:cubicBezTo>
                      <a:pt x="82" y="160"/>
                      <a:pt x="83" y="159"/>
                      <a:pt x="83" y="159"/>
                    </a:cubicBezTo>
                    <a:cubicBezTo>
                      <a:pt x="86" y="157"/>
                      <a:pt x="84" y="156"/>
                      <a:pt x="86" y="156"/>
                    </a:cubicBezTo>
                    <a:cubicBezTo>
                      <a:pt x="86" y="155"/>
                      <a:pt x="86" y="155"/>
                      <a:pt x="86" y="154"/>
                    </a:cubicBezTo>
                    <a:cubicBezTo>
                      <a:pt x="89" y="152"/>
                      <a:pt x="88" y="151"/>
                      <a:pt x="90" y="148"/>
                    </a:cubicBezTo>
                    <a:cubicBezTo>
                      <a:pt x="91" y="146"/>
                      <a:pt x="91" y="147"/>
                      <a:pt x="92" y="145"/>
                    </a:cubicBezTo>
                    <a:cubicBezTo>
                      <a:pt x="89" y="145"/>
                      <a:pt x="90" y="144"/>
                      <a:pt x="88" y="145"/>
                    </a:cubicBezTo>
                    <a:close/>
                    <a:moveTo>
                      <a:pt x="53" y="140"/>
                    </a:moveTo>
                    <a:cubicBezTo>
                      <a:pt x="53" y="141"/>
                      <a:pt x="53" y="142"/>
                      <a:pt x="52" y="144"/>
                    </a:cubicBezTo>
                    <a:cubicBezTo>
                      <a:pt x="51" y="142"/>
                      <a:pt x="51" y="143"/>
                      <a:pt x="52" y="141"/>
                    </a:cubicBezTo>
                    <a:cubicBezTo>
                      <a:pt x="53" y="140"/>
                      <a:pt x="53" y="140"/>
                      <a:pt x="53" y="140"/>
                    </a:cubicBezTo>
                    <a:close/>
                    <a:moveTo>
                      <a:pt x="51" y="140"/>
                    </a:moveTo>
                    <a:cubicBezTo>
                      <a:pt x="49" y="140"/>
                      <a:pt x="50" y="141"/>
                      <a:pt x="50" y="138"/>
                    </a:cubicBezTo>
                    <a:cubicBezTo>
                      <a:pt x="50" y="137"/>
                      <a:pt x="50" y="136"/>
                      <a:pt x="50" y="136"/>
                    </a:cubicBezTo>
                    <a:cubicBezTo>
                      <a:pt x="51" y="140"/>
                      <a:pt x="51" y="140"/>
                      <a:pt x="51" y="140"/>
                    </a:cubicBezTo>
                    <a:close/>
                    <a:moveTo>
                      <a:pt x="97" y="138"/>
                    </a:moveTo>
                    <a:cubicBezTo>
                      <a:pt x="97" y="137"/>
                      <a:pt x="97" y="138"/>
                      <a:pt x="96" y="137"/>
                    </a:cubicBezTo>
                    <a:cubicBezTo>
                      <a:pt x="96" y="139"/>
                      <a:pt x="96" y="138"/>
                      <a:pt x="97" y="139"/>
                    </a:cubicBezTo>
                    <a:cubicBezTo>
                      <a:pt x="97" y="139"/>
                      <a:pt x="97" y="140"/>
                      <a:pt x="97" y="138"/>
                    </a:cubicBezTo>
                    <a:close/>
                    <a:moveTo>
                      <a:pt x="54" y="140"/>
                    </a:moveTo>
                    <a:cubicBezTo>
                      <a:pt x="54" y="136"/>
                      <a:pt x="54" y="139"/>
                      <a:pt x="55" y="137"/>
                    </a:cubicBezTo>
                    <a:cubicBezTo>
                      <a:pt x="55" y="134"/>
                      <a:pt x="55" y="136"/>
                      <a:pt x="54" y="135"/>
                    </a:cubicBezTo>
                    <a:cubicBezTo>
                      <a:pt x="54" y="138"/>
                      <a:pt x="53" y="137"/>
                      <a:pt x="53" y="140"/>
                    </a:cubicBezTo>
                    <a:cubicBezTo>
                      <a:pt x="54" y="140"/>
                      <a:pt x="54" y="140"/>
                      <a:pt x="54" y="140"/>
                    </a:cubicBezTo>
                    <a:close/>
                    <a:moveTo>
                      <a:pt x="51" y="134"/>
                    </a:moveTo>
                    <a:cubicBezTo>
                      <a:pt x="52" y="132"/>
                      <a:pt x="51" y="132"/>
                      <a:pt x="52" y="130"/>
                    </a:cubicBezTo>
                    <a:cubicBezTo>
                      <a:pt x="53" y="131"/>
                      <a:pt x="53" y="132"/>
                      <a:pt x="54" y="132"/>
                    </a:cubicBezTo>
                    <a:cubicBezTo>
                      <a:pt x="53" y="133"/>
                      <a:pt x="54" y="132"/>
                      <a:pt x="53" y="133"/>
                    </a:cubicBezTo>
                    <a:cubicBezTo>
                      <a:pt x="52" y="135"/>
                      <a:pt x="53" y="134"/>
                      <a:pt x="53" y="134"/>
                    </a:cubicBezTo>
                    <a:cubicBezTo>
                      <a:pt x="53" y="134"/>
                      <a:pt x="52" y="134"/>
                      <a:pt x="51" y="134"/>
                    </a:cubicBezTo>
                    <a:close/>
                    <a:moveTo>
                      <a:pt x="55" y="134"/>
                    </a:moveTo>
                    <a:cubicBezTo>
                      <a:pt x="55" y="133"/>
                      <a:pt x="55" y="133"/>
                      <a:pt x="55" y="132"/>
                    </a:cubicBezTo>
                    <a:cubicBezTo>
                      <a:pt x="57" y="134"/>
                      <a:pt x="56" y="134"/>
                      <a:pt x="55" y="134"/>
                    </a:cubicBezTo>
                    <a:close/>
                    <a:moveTo>
                      <a:pt x="56" y="128"/>
                    </a:moveTo>
                    <a:cubicBezTo>
                      <a:pt x="57" y="130"/>
                      <a:pt x="57" y="130"/>
                      <a:pt x="57" y="130"/>
                    </a:cubicBezTo>
                    <a:cubicBezTo>
                      <a:pt x="56" y="129"/>
                      <a:pt x="56" y="129"/>
                      <a:pt x="55" y="128"/>
                    </a:cubicBezTo>
                    <a:cubicBezTo>
                      <a:pt x="56" y="127"/>
                      <a:pt x="55" y="127"/>
                      <a:pt x="56" y="128"/>
                    </a:cubicBezTo>
                    <a:close/>
                    <a:moveTo>
                      <a:pt x="56" y="128"/>
                    </a:moveTo>
                    <a:cubicBezTo>
                      <a:pt x="58" y="130"/>
                      <a:pt x="56" y="128"/>
                      <a:pt x="58" y="129"/>
                    </a:cubicBezTo>
                    <a:cubicBezTo>
                      <a:pt x="58" y="127"/>
                      <a:pt x="58" y="127"/>
                      <a:pt x="58" y="127"/>
                    </a:cubicBezTo>
                    <a:cubicBezTo>
                      <a:pt x="57" y="127"/>
                      <a:pt x="58" y="127"/>
                      <a:pt x="56" y="127"/>
                    </a:cubicBezTo>
                    <a:cubicBezTo>
                      <a:pt x="56" y="128"/>
                      <a:pt x="56" y="128"/>
                      <a:pt x="56" y="128"/>
                    </a:cubicBezTo>
                    <a:close/>
                    <a:moveTo>
                      <a:pt x="56" y="117"/>
                    </a:moveTo>
                    <a:cubicBezTo>
                      <a:pt x="56" y="116"/>
                      <a:pt x="56" y="116"/>
                      <a:pt x="56" y="116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56" y="117"/>
                      <a:pt x="56" y="117"/>
                      <a:pt x="56" y="117"/>
                    </a:cubicBezTo>
                    <a:close/>
                    <a:moveTo>
                      <a:pt x="55" y="112"/>
                    </a:moveTo>
                    <a:cubicBezTo>
                      <a:pt x="54" y="113"/>
                      <a:pt x="54" y="113"/>
                      <a:pt x="54" y="113"/>
                    </a:cubicBezTo>
                    <a:cubicBezTo>
                      <a:pt x="54" y="112"/>
                      <a:pt x="54" y="113"/>
                      <a:pt x="55" y="112"/>
                    </a:cubicBezTo>
                    <a:close/>
                    <a:moveTo>
                      <a:pt x="56" y="112"/>
                    </a:moveTo>
                    <a:cubicBezTo>
                      <a:pt x="56" y="110"/>
                      <a:pt x="56" y="111"/>
                      <a:pt x="55" y="110"/>
                    </a:cubicBezTo>
                    <a:cubicBezTo>
                      <a:pt x="55" y="112"/>
                      <a:pt x="55" y="112"/>
                      <a:pt x="55" y="112"/>
                    </a:cubicBezTo>
                    <a:cubicBezTo>
                      <a:pt x="56" y="112"/>
                      <a:pt x="56" y="112"/>
                      <a:pt x="56" y="112"/>
                    </a:cubicBezTo>
                    <a:close/>
                    <a:moveTo>
                      <a:pt x="129" y="187"/>
                    </a:moveTo>
                    <a:cubicBezTo>
                      <a:pt x="128" y="185"/>
                      <a:pt x="127" y="183"/>
                      <a:pt x="127" y="181"/>
                    </a:cubicBezTo>
                    <a:cubicBezTo>
                      <a:pt x="127" y="179"/>
                      <a:pt x="126" y="179"/>
                      <a:pt x="126" y="178"/>
                    </a:cubicBezTo>
                    <a:cubicBezTo>
                      <a:pt x="126" y="177"/>
                      <a:pt x="126" y="177"/>
                      <a:pt x="126" y="177"/>
                    </a:cubicBezTo>
                    <a:cubicBezTo>
                      <a:pt x="126" y="177"/>
                      <a:pt x="126" y="176"/>
                      <a:pt x="126" y="176"/>
                    </a:cubicBezTo>
                    <a:cubicBezTo>
                      <a:pt x="125" y="174"/>
                      <a:pt x="125" y="174"/>
                      <a:pt x="125" y="174"/>
                    </a:cubicBezTo>
                    <a:cubicBezTo>
                      <a:pt x="124" y="174"/>
                      <a:pt x="124" y="174"/>
                      <a:pt x="122" y="175"/>
                    </a:cubicBezTo>
                    <a:cubicBezTo>
                      <a:pt x="117" y="179"/>
                      <a:pt x="117" y="179"/>
                      <a:pt x="117" y="179"/>
                    </a:cubicBezTo>
                    <a:cubicBezTo>
                      <a:pt x="114" y="180"/>
                      <a:pt x="114" y="179"/>
                      <a:pt x="112" y="182"/>
                    </a:cubicBezTo>
                    <a:cubicBezTo>
                      <a:pt x="111" y="182"/>
                      <a:pt x="112" y="182"/>
                      <a:pt x="111" y="183"/>
                    </a:cubicBezTo>
                    <a:cubicBezTo>
                      <a:pt x="109" y="184"/>
                      <a:pt x="109" y="184"/>
                      <a:pt x="109" y="184"/>
                    </a:cubicBezTo>
                    <a:cubicBezTo>
                      <a:pt x="109" y="187"/>
                      <a:pt x="109" y="187"/>
                      <a:pt x="109" y="187"/>
                    </a:cubicBezTo>
                    <a:cubicBezTo>
                      <a:pt x="106" y="187"/>
                      <a:pt x="106" y="187"/>
                      <a:pt x="108" y="189"/>
                    </a:cubicBezTo>
                    <a:cubicBezTo>
                      <a:pt x="104" y="188"/>
                      <a:pt x="104" y="188"/>
                      <a:pt x="104" y="188"/>
                    </a:cubicBezTo>
                    <a:cubicBezTo>
                      <a:pt x="102" y="190"/>
                      <a:pt x="102" y="190"/>
                      <a:pt x="102" y="190"/>
                    </a:cubicBezTo>
                    <a:cubicBezTo>
                      <a:pt x="99" y="188"/>
                      <a:pt x="99" y="188"/>
                      <a:pt x="99" y="188"/>
                    </a:cubicBezTo>
                    <a:cubicBezTo>
                      <a:pt x="98" y="187"/>
                      <a:pt x="99" y="188"/>
                      <a:pt x="98" y="187"/>
                    </a:cubicBezTo>
                    <a:cubicBezTo>
                      <a:pt x="98" y="190"/>
                      <a:pt x="98" y="189"/>
                      <a:pt x="100" y="190"/>
                    </a:cubicBezTo>
                    <a:cubicBezTo>
                      <a:pt x="99" y="190"/>
                      <a:pt x="98" y="191"/>
                      <a:pt x="98" y="192"/>
                    </a:cubicBezTo>
                    <a:cubicBezTo>
                      <a:pt x="97" y="191"/>
                      <a:pt x="98" y="191"/>
                      <a:pt x="96" y="192"/>
                    </a:cubicBezTo>
                    <a:cubicBezTo>
                      <a:pt x="95" y="192"/>
                      <a:pt x="96" y="193"/>
                      <a:pt x="94" y="192"/>
                    </a:cubicBezTo>
                    <a:cubicBezTo>
                      <a:pt x="94" y="193"/>
                      <a:pt x="93" y="192"/>
                      <a:pt x="94" y="193"/>
                    </a:cubicBezTo>
                    <a:cubicBezTo>
                      <a:pt x="92" y="193"/>
                      <a:pt x="92" y="193"/>
                      <a:pt x="92" y="193"/>
                    </a:cubicBezTo>
                    <a:cubicBezTo>
                      <a:pt x="91" y="195"/>
                      <a:pt x="91" y="195"/>
                      <a:pt x="91" y="195"/>
                    </a:cubicBezTo>
                    <a:cubicBezTo>
                      <a:pt x="90" y="194"/>
                      <a:pt x="90" y="195"/>
                      <a:pt x="90" y="195"/>
                    </a:cubicBezTo>
                    <a:cubicBezTo>
                      <a:pt x="90" y="194"/>
                      <a:pt x="90" y="195"/>
                      <a:pt x="90" y="194"/>
                    </a:cubicBezTo>
                    <a:cubicBezTo>
                      <a:pt x="91" y="192"/>
                      <a:pt x="91" y="192"/>
                      <a:pt x="91" y="192"/>
                    </a:cubicBezTo>
                    <a:cubicBezTo>
                      <a:pt x="91" y="192"/>
                      <a:pt x="91" y="192"/>
                      <a:pt x="91" y="192"/>
                    </a:cubicBezTo>
                    <a:cubicBezTo>
                      <a:pt x="93" y="190"/>
                      <a:pt x="93" y="190"/>
                      <a:pt x="93" y="190"/>
                    </a:cubicBezTo>
                    <a:cubicBezTo>
                      <a:pt x="93" y="191"/>
                      <a:pt x="94" y="192"/>
                      <a:pt x="94" y="191"/>
                    </a:cubicBezTo>
                    <a:cubicBezTo>
                      <a:pt x="95" y="189"/>
                      <a:pt x="93" y="191"/>
                      <a:pt x="94" y="189"/>
                    </a:cubicBezTo>
                    <a:cubicBezTo>
                      <a:pt x="95" y="189"/>
                      <a:pt x="95" y="190"/>
                      <a:pt x="96" y="190"/>
                    </a:cubicBezTo>
                    <a:cubicBezTo>
                      <a:pt x="96" y="190"/>
                      <a:pt x="96" y="190"/>
                      <a:pt x="98" y="189"/>
                    </a:cubicBezTo>
                    <a:cubicBezTo>
                      <a:pt x="97" y="188"/>
                      <a:pt x="98" y="189"/>
                      <a:pt x="97" y="187"/>
                    </a:cubicBezTo>
                    <a:cubicBezTo>
                      <a:pt x="98" y="186"/>
                      <a:pt x="100" y="184"/>
                      <a:pt x="101" y="182"/>
                    </a:cubicBezTo>
                    <a:cubicBezTo>
                      <a:pt x="102" y="181"/>
                      <a:pt x="102" y="181"/>
                      <a:pt x="102" y="181"/>
                    </a:cubicBezTo>
                    <a:cubicBezTo>
                      <a:pt x="104" y="180"/>
                      <a:pt x="103" y="180"/>
                      <a:pt x="104" y="179"/>
                    </a:cubicBezTo>
                    <a:cubicBezTo>
                      <a:pt x="103" y="177"/>
                      <a:pt x="104" y="179"/>
                      <a:pt x="103" y="178"/>
                    </a:cubicBezTo>
                    <a:cubicBezTo>
                      <a:pt x="104" y="177"/>
                      <a:pt x="104" y="178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5"/>
                      <a:pt x="103" y="175"/>
                      <a:pt x="103" y="174"/>
                    </a:cubicBezTo>
                    <a:cubicBezTo>
                      <a:pt x="104" y="175"/>
                      <a:pt x="103" y="174"/>
                      <a:pt x="105" y="175"/>
                    </a:cubicBezTo>
                    <a:cubicBezTo>
                      <a:pt x="105" y="175"/>
                      <a:pt x="106" y="175"/>
                      <a:pt x="106" y="175"/>
                    </a:cubicBezTo>
                    <a:cubicBezTo>
                      <a:pt x="106" y="175"/>
                      <a:pt x="106" y="175"/>
                      <a:pt x="106" y="175"/>
                    </a:cubicBezTo>
                    <a:cubicBezTo>
                      <a:pt x="106" y="175"/>
                      <a:pt x="106" y="175"/>
                      <a:pt x="106" y="175"/>
                    </a:cubicBezTo>
                    <a:cubicBezTo>
                      <a:pt x="107" y="175"/>
                      <a:pt x="107" y="175"/>
                      <a:pt x="107" y="175"/>
                    </a:cubicBezTo>
                    <a:cubicBezTo>
                      <a:pt x="108" y="174"/>
                      <a:pt x="107" y="175"/>
                      <a:pt x="108" y="174"/>
                    </a:cubicBezTo>
                    <a:cubicBezTo>
                      <a:pt x="110" y="171"/>
                      <a:pt x="110" y="171"/>
                      <a:pt x="110" y="171"/>
                    </a:cubicBezTo>
                    <a:cubicBezTo>
                      <a:pt x="110" y="171"/>
                      <a:pt x="110" y="171"/>
                      <a:pt x="110" y="170"/>
                    </a:cubicBezTo>
                    <a:cubicBezTo>
                      <a:pt x="111" y="169"/>
                      <a:pt x="110" y="170"/>
                      <a:pt x="111" y="169"/>
                    </a:cubicBezTo>
                    <a:cubicBezTo>
                      <a:pt x="111" y="169"/>
                      <a:pt x="111" y="169"/>
                      <a:pt x="111" y="169"/>
                    </a:cubicBezTo>
                    <a:cubicBezTo>
                      <a:pt x="112" y="168"/>
                      <a:pt x="113" y="166"/>
                      <a:pt x="114" y="165"/>
                    </a:cubicBezTo>
                    <a:cubicBezTo>
                      <a:pt x="114" y="163"/>
                      <a:pt x="114" y="163"/>
                      <a:pt x="115" y="162"/>
                    </a:cubicBezTo>
                    <a:cubicBezTo>
                      <a:pt x="118" y="157"/>
                      <a:pt x="117" y="153"/>
                      <a:pt x="115" y="148"/>
                    </a:cubicBezTo>
                    <a:cubicBezTo>
                      <a:pt x="114" y="145"/>
                      <a:pt x="114" y="145"/>
                      <a:pt x="114" y="145"/>
                    </a:cubicBezTo>
                    <a:cubicBezTo>
                      <a:pt x="113" y="143"/>
                      <a:pt x="114" y="143"/>
                      <a:pt x="113" y="142"/>
                    </a:cubicBezTo>
                    <a:cubicBezTo>
                      <a:pt x="112" y="139"/>
                      <a:pt x="112" y="139"/>
                      <a:pt x="112" y="139"/>
                    </a:cubicBezTo>
                    <a:cubicBezTo>
                      <a:pt x="111" y="136"/>
                      <a:pt x="110" y="128"/>
                      <a:pt x="109" y="125"/>
                    </a:cubicBezTo>
                    <a:cubicBezTo>
                      <a:pt x="108" y="117"/>
                      <a:pt x="108" y="117"/>
                      <a:pt x="108" y="117"/>
                    </a:cubicBezTo>
                    <a:cubicBezTo>
                      <a:pt x="107" y="113"/>
                      <a:pt x="109" y="114"/>
                      <a:pt x="106" y="111"/>
                    </a:cubicBezTo>
                    <a:cubicBezTo>
                      <a:pt x="107" y="108"/>
                      <a:pt x="107" y="108"/>
                      <a:pt x="107" y="108"/>
                    </a:cubicBezTo>
                    <a:cubicBezTo>
                      <a:pt x="105" y="109"/>
                      <a:pt x="105" y="109"/>
                      <a:pt x="105" y="109"/>
                    </a:cubicBezTo>
                    <a:cubicBezTo>
                      <a:pt x="106" y="109"/>
                      <a:pt x="105" y="108"/>
                      <a:pt x="105" y="109"/>
                    </a:cubicBezTo>
                    <a:cubicBezTo>
                      <a:pt x="105" y="110"/>
                      <a:pt x="104" y="108"/>
                      <a:pt x="105" y="110"/>
                    </a:cubicBezTo>
                    <a:cubicBezTo>
                      <a:pt x="104" y="111"/>
                      <a:pt x="104" y="112"/>
                      <a:pt x="104" y="114"/>
                    </a:cubicBezTo>
                    <a:cubicBezTo>
                      <a:pt x="105" y="113"/>
                      <a:pt x="105" y="113"/>
                      <a:pt x="106" y="112"/>
                    </a:cubicBezTo>
                    <a:cubicBezTo>
                      <a:pt x="107" y="113"/>
                      <a:pt x="107" y="115"/>
                      <a:pt x="107" y="116"/>
                    </a:cubicBezTo>
                    <a:cubicBezTo>
                      <a:pt x="106" y="123"/>
                      <a:pt x="107" y="122"/>
                      <a:pt x="107" y="123"/>
                    </a:cubicBezTo>
                    <a:cubicBezTo>
                      <a:pt x="107" y="126"/>
                      <a:pt x="107" y="124"/>
                      <a:pt x="106" y="125"/>
                    </a:cubicBezTo>
                    <a:cubicBezTo>
                      <a:pt x="106" y="130"/>
                      <a:pt x="106" y="130"/>
                      <a:pt x="106" y="130"/>
                    </a:cubicBezTo>
                    <a:cubicBezTo>
                      <a:pt x="105" y="134"/>
                      <a:pt x="106" y="132"/>
                      <a:pt x="107" y="136"/>
                    </a:cubicBezTo>
                    <a:cubicBezTo>
                      <a:pt x="107" y="145"/>
                      <a:pt x="107" y="145"/>
                      <a:pt x="107" y="145"/>
                    </a:cubicBezTo>
                    <a:cubicBezTo>
                      <a:pt x="107" y="145"/>
                      <a:pt x="107" y="144"/>
                      <a:pt x="108" y="146"/>
                    </a:cubicBezTo>
                    <a:cubicBezTo>
                      <a:pt x="108" y="147"/>
                      <a:pt x="108" y="149"/>
                      <a:pt x="108" y="150"/>
                    </a:cubicBezTo>
                    <a:cubicBezTo>
                      <a:pt x="108" y="153"/>
                      <a:pt x="108" y="152"/>
                      <a:pt x="107" y="153"/>
                    </a:cubicBezTo>
                    <a:cubicBezTo>
                      <a:pt x="107" y="155"/>
                      <a:pt x="107" y="155"/>
                      <a:pt x="106" y="156"/>
                    </a:cubicBezTo>
                    <a:cubicBezTo>
                      <a:pt x="106" y="158"/>
                      <a:pt x="105" y="159"/>
                      <a:pt x="105" y="160"/>
                    </a:cubicBezTo>
                    <a:cubicBezTo>
                      <a:pt x="104" y="164"/>
                      <a:pt x="102" y="165"/>
                      <a:pt x="100" y="168"/>
                    </a:cubicBezTo>
                    <a:cubicBezTo>
                      <a:pt x="100" y="169"/>
                      <a:pt x="100" y="168"/>
                      <a:pt x="100" y="169"/>
                    </a:cubicBezTo>
                    <a:cubicBezTo>
                      <a:pt x="98" y="171"/>
                      <a:pt x="98" y="174"/>
                      <a:pt x="96" y="175"/>
                    </a:cubicBezTo>
                    <a:cubicBezTo>
                      <a:pt x="96" y="176"/>
                      <a:pt x="96" y="176"/>
                      <a:pt x="96" y="176"/>
                    </a:cubicBezTo>
                    <a:cubicBezTo>
                      <a:pt x="96" y="176"/>
                      <a:pt x="95" y="176"/>
                      <a:pt x="95" y="176"/>
                    </a:cubicBezTo>
                    <a:cubicBezTo>
                      <a:pt x="77" y="191"/>
                      <a:pt x="77" y="191"/>
                      <a:pt x="77" y="191"/>
                    </a:cubicBezTo>
                    <a:cubicBezTo>
                      <a:pt x="77" y="191"/>
                      <a:pt x="76" y="191"/>
                      <a:pt x="75" y="192"/>
                    </a:cubicBezTo>
                    <a:cubicBezTo>
                      <a:pt x="74" y="192"/>
                      <a:pt x="73" y="193"/>
                      <a:pt x="73" y="193"/>
                    </a:cubicBezTo>
                    <a:cubicBezTo>
                      <a:pt x="70" y="195"/>
                      <a:pt x="70" y="196"/>
                      <a:pt x="66" y="198"/>
                    </a:cubicBezTo>
                    <a:cubicBezTo>
                      <a:pt x="64" y="198"/>
                      <a:pt x="64" y="198"/>
                      <a:pt x="64" y="198"/>
                    </a:cubicBezTo>
                    <a:cubicBezTo>
                      <a:pt x="62" y="199"/>
                      <a:pt x="61" y="198"/>
                      <a:pt x="60" y="197"/>
                    </a:cubicBezTo>
                    <a:cubicBezTo>
                      <a:pt x="57" y="195"/>
                      <a:pt x="57" y="195"/>
                      <a:pt x="57" y="195"/>
                    </a:cubicBezTo>
                    <a:cubicBezTo>
                      <a:pt x="53" y="193"/>
                      <a:pt x="53" y="191"/>
                      <a:pt x="53" y="187"/>
                    </a:cubicBezTo>
                    <a:cubicBezTo>
                      <a:pt x="54" y="186"/>
                      <a:pt x="55" y="183"/>
                      <a:pt x="55" y="181"/>
                    </a:cubicBezTo>
                    <a:cubicBezTo>
                      <a:pt x="57" y="179"/>
                      <a:pt x="57" y="179"/>
                      <a:pt x="57" y="179"/>
                    </a:cubicBezTo>
                    <a:cubicBezTo>
                      <a:pt x="57" y="179"/>
                      <a:pt x="57" y="178"/>
                      <a:pt x="57" y="177"/>
                    </a:cubicBezTo>
                    <a:cubicBezTo>
                      <a:pt x="57" y="177"/>
                      <a:pt x="57" y="177"/>
                      <a:pt x="57" y="177"/>
                    </a:cubicBezTo>
                    <a:cubicBezTo>
                      <a:pt x="59" y="171"/>
                      <a:pt x="58" y="170"/>
                      <a:pt x="58" y="167"/>
                    </a:cubicBezTo>
                    <a:cubicBezTo>
                      <a:pt x="58" y="167"/>
                      <a:pt x="59" y="166"/>
                      <a:pt x="59" y="166"/>
                    </a:cubicBezTo>
                    <a:cubicBezTo>
                      <a:pt x="65" y="154"/>
                      <a:pt x="65" y="154"/>
                      <a:pt x="65" y="154"/>
                    </a:cubicBezTo>
                    <a:cubicBezTo>
                      <a:pt x="67" y="151"/>
                      <a:pt x="67" y="152"/>
                      <a:pt x="69" y="148"/>
                    </a:cubicBezTo>
                    <a:cubicBezTo>
                      <a:pt x="68" y="148"/>
                      <a:pt x="67" y="148"/>
                      <a:pt x="67" y="148"/>
                    </a:cubicBezTo>
                    <a:cubicBezTo>
                      <a:pt x="66" y="149"/>
                      <a:pt x="68" y="148"/>
                      <a:pt x="67" y="148"/>
                    </a:cubicBezTo>
                    <a:cubicBezTo>
                      <a:pt x="66" y="149"/>
                      <a:pt x="66" y="149"/>
                      <a:pt x="66" y="149"/>
                    </a:cubicBezTo>
                    <a:cubicBezTo>
                      <a:pt x="66" y="149"/>
                      <a:pt x="65" y="149"/>
                      <a:pt x="65" y="149"/>
                    </a:cubicBezTo>
                    <a:cubicBezTo>
                      <a:pt x="64" y="151"/>
                      <a:pt x="65" y="149"/>
                      <a:pt x="65" y="150"/>
                    </a:cubicBezTo>
                    <a:cubicBezTo>
                      <a:pt x="62" y="154"/>
                      <a:pt x="62" y="154"/>
                      <a:pt x="62" y="154"/>
                    </a:cubicBezTo>
                    <a:cubicBezTo>
                      <a:pt x="61" y="154"/>
                      <a:pt x="61" y="154"/>
                      <a:pt x="61" y="154"/>
                    </a:cubicBezTo>
                    <a:cubicBezTo>
                      <a:pt x="61" y="154"/>
                      <a:pt x="61" y="154"/>
                      <a:pt x="61" y="154"/>
                    </a:cubicBezTo>
                    <a:cubicBezTo>
                      <a:pt x="59" y="160"/>
                      <a:pt x="59" y="160"/>
                      <a:pt x="59" y="160"/>
                    </a:cubicBezTo>
                    <a:cubicBezTo>
                      <a:pt x="58" y="158"/>
                      <a:pt x="59" y="159"/>
                      <a:pt x="57" y="159"/>
                    </a:cubicBezTo>
                    <a:cubicBezTo>
                      <a:pt x="54" y="158"/>
                      <a:pt x="55" y="157"/>
                      <a:pt x="53" y="159"/>
                    </a:cubicBezTo>
                    <a:cubicBezTo>
                      <a:pt x="52" y="160"/>
                      <a:pt x="52" y="160"/>
                      <a:pt x="52" y="160"/>
                    </a:cubicBezTo>
                    <a:cubicBezTo>
                      <a:pt x="51" y="159"/>
                      <a:pt x="49" y="159"/>
                      <a:pt x="49" y="158"/>
                    </a:cubicBezTo>
                    <a:cubicBezTo>
                      <a:pt x="48" y="159"/>
                      <a:pt x="46" y="162"/>
                      <a:pt x="47" y="163"/>
                    </a:cubicBezTo>
                    <a:cubicBezTo>
                      <a:pt x="46" y="163"/>
                      <a:pt x="46" y="163"/>
                      <a:pt x="46" y="163"/>
                    </a:cubicBezTo>
                    <a:cubicBezTo>
                      <a:pt x="47" y="161"/>
                      <a:pt x="47" y="161"/>
                      <a:pt x="45" y="160"/>
                    </a:cubicBezTo>
                    <a:cubicBezTo>
                      <a:pt x="45" y="163"/>
                      <a:pt x="45" y="166"/>
                      <a:pt x="46" y="168"/>
                    </a:cubicBezTo>
                    <a:cubicBezTo>
                      <a:pt x="46" y="169"/>
                      <a:pt x="46" y="169"/>
                      <a:pt x="46" y="169"/>
                    </a:cubicBezTo>
                    <a:cubicBezTo>
                      <a:pt x="44" y="169"/>
                      <a:pt x="44" y="171"/>
                      <a:pt x="44" y="172"/>
                    </a:cubicBezTo>
                    <a:cubicBezTo>
                      <a:pt x="44" y="174"/>
                      <a:pt x="44" y="174"/>
                      <a:pt x="44" y="174"/>
                    </a:cubicBezTo>
                    <a:cubicBezTo>
                      <a:pt x="43" y="174"/>
                      <a:pt x="43" y="174"/>
                      <a:pt x="43" y="174"/>
                    </a:cubicBezTo>
                    <a:cubicBezTo>
                      <a:pt x="43" y="176"/>
                      <a:pt x="43" y="176"/>
                      <a:pt x="43" y="176"/>
                    </a:cubicBezTo>
                    <a:cubicBezTo>
                      <a:pt x="44" y="177"/>
                      <a:pt x="44" y="178"/>
                      <a:pt x="44" y="180"/>
                    </a:cubicBezTo>
                    <a:cubicBezTo>
                      <a:pt x="45" y="179"/>
                      <a:pt x="45" y="180"/>
                      <a:pt x="45" y="179"/>
                    </a:cubicBezTo>
                    <a:cubicBezTo>
                      <a:pt x="46" y="182"/>
                      <a:pt x="44" y="179"/>
                      <a:pt x="45" y="182"/>
                    </a:cubicBezTo>
                    <a:cubicBezTo>
                      <a:pt x="44" y="182"/>
                      <a:pt x="44" y="182"/>
                      <a:pt x="43" y="182"/>
                    </a:cubicBezTo>
                    <a:cubicBezTo>
                      <a:pt x="43" y="183"/>
                      <a:pt x="43" y="183"/>
                      <a:pt x="43" y="183"/>
                    </a:cubicBezTo>
                    <a:cubicBezTo>
                      <a:pt x="43" y="183"/>
                      <a:pt x="43" y="183"/>
                      <a:pt x="43" y="183"/>
                    </a:cubicBezTo>
                    <a:cubicBezTo>
                      <a:pt x="43" y="185"/>
                      <a:pt x="43" y="185"/>
                      <a:pt x="43" y="185"/>
                    </a:cubicBezTo>
                    <a:cubicBezTo>
                      <a:pt x="43" y="187"/>
                      <a:pt x="43" y="187"/>
                      <a:pt x="43" y="188"/>
                    </a:cubicBezTo>
                    <a:cubicBezTo>
                      <a:pt x="43" y="190"/>
                      <a:pt x="44" y="192"/>
                      <a:pt x="45" y="192"/>
                    </a:cubicBezTo>
                    <a:cubicBezTo>
                      <a:pt x="45" y="193"/>
                      <a:pt x="45" y="193"/>
                      <a:pt x="45" y="193"/>
                    </a:cubicBezTo>
                    <a:cubicBezTo>
                      <a:pt x="46" y="194"/>
                      <a:pt x="44" y="193"/>
                      <a:pt x="46" y="195"/>
                    </a:cubicBezTo>
                    <a:cubicBezTo>
                      <a:pt x="45" y="196"/>
                      <a:pt x="47" y="195"/>
                      <a:pt x="46" y="196"/>
                    </a:cubicBezTo>
                    <a:cubicBezTo>
                      <a:pt x="45" y="197"/>
                      <a:pt x="45" y="197"/>
                      <a:pt x="45" y="197"/>
                    </a:cubicBezTo>
                    <a:cubicBezTo>
                      <a:pt x="47" y="199"/>
                      <a:pt x="45" y="197"/>
                      <a:pt x="46" y="199"/>
                    </a:cubicBezTo>
                    <a:cubicBezTo>
                      <a:pt x="46" y="202"/>
                      <a:pt x="50" y="212"/>
                      <a:pt x="51" y="214"/>
                    </a:cubicBezTo>
                    <a:cubicBezTo>
                      <a:pt x="54" y="213"/>
                      <a:pt x="54" y="213"/>
                      <a:pt x="54" y="213"/>
                    </a:cubicBezTo>
                    <a:cubicBezTo>
                      <a:pt x="54" y="213"/>
                      <a:pt x="55" y="214"/>
                      <a:pt x="54" y="212"/>
                    </a:cubicBezTo>
                    <a:cubicBezTo>
                      <a:pt x="56" y="212"/>
                      <a:pt x="56" y="210"/>
                      <a:pt x="57" y="209"/>
                    </a:cubicBezTo>
                    <a:cubicBezTo>
                      <a:pt x="57" y="209"/>
                      <a:pt x="57" y="209"/>
                      <a:pt x="58" y="209"/>
                    </a:cubicBezTo>
                    <a:cubicBezTo>
                      <a:pt x="58" y="209"/>
                      <a:pt x="58" y="209"/>
                      <a:pt x="58" y="208"/>
                    </a:cubicBezTo>
                    <a:cubicBezTo>
                      <a:pt x="60" y="208"/>
                      <a:pt x="60" y="208"/>
                      <a:pt x="60" y="208"/>
                    </a:cubicBezTo>
                    <a:cubicBezTo>
                      <a:pt x="60" y="208"/>
                      <a:pt x="60" y="208"/>
                      <a:pt x="60" y="208"/>
                    </a:cubicBezTo>
                    <a:cubicBezTo>
                      <a:pt x="61" y="208"/>
                      <a:pt x="61" y="208"/>
                      <a:pt x="61" y="208"/>
                    </a:cubicBezTo>
                    <a:cubicBezTo>
                      <a:pt x="61" y="208"/>
                      <a:pt x="61" y="208"/>
                      <a:pt x="61" y="208"/>
                    </a:cubicBezTo>
                    <a:cubicBezTo>
                      <a:pt x="72" y="206"/>
                      <a:pt x="72" y="206"/>
                      <a:pt x="72" y="206"/>
                    </a:cubicBezTo>
                    <a:cubicBezTo>
                      <a:pt x="73" y="206"/>
                      <a:pt x="73" y="206"/>
                      <a:pt x="74" y="206"/>
                    </a:cubicBezTo>
                    <a:cubicBezTo>
                      <a:pt x="75" y="204"/>
                      <a:pt x="77" y="206"/>
                      <a:pt x="79" y="203"/>
                    </a:cubicBezTo>
                    <a:cubicBezTo>
                      <a:pt x="80" y="204"/>
                      <a:pt x="80" y="203"/>
                      <a:pt x="81" y="204"/>
                    </a:cubicBezTo>
                    <a:cubicBezTo>
                      <a:pt x="81" y="204"/>
                      <a:pt x="80" y="203"/>
                      <a:pt x="80" y="202"/>
                    </a:cubicBezTo>
                    <a:cubicBezTo>
                      <a:pt x="83" y="202"/>
                      <a:pt x="84" y="197"/>
                      <a:pt x="87" y="196"/>
                    </a:cubicBezTo>
                    <a:cubicBezTo>
                      <a:pt x="83" y="202"/>
                      <a:pt x="83" y="202"/>
                      <a:pt x="83" y="202"/>
                    </a:cubicBezTo>
                    <a:cubicBezTo>
                      <a:pt x="84" y="202"/>
                      <a:pt x="85" y="202"/>
                      <a:pt x="87" y="202"/>
                    </a:cubicBezTo>
                    <a:cubicBezTo>
                      <a:pt x="87" y="202"/>
                      <a:pt x="87" y="202"/>
                      <a:pt x="87" y="202"/>
                    </a:cubicBezTo>
                    <a:cubicBezTo>
                      <a:pt x="98" y="200"/>
                      <a:pt x="98" y="200"/>
                      <a:pt x="98" y="200"/>
                    </a:cubicBezTo>
                    <a:cubicBezTo>
                      <a:pt x="99" y="197"/>
                      <a:pt x="98" y="202"/>
                      <a:pt x="99" y="199"/>
                    </a:cubicBezTo>
                    <a:cubicBezTo>
                      <a:pt x="103" y="199"/>
                      <a:pt x="103" y="199"/>
                      <a:pt x="103" y="199"/>
                    </a:cubicBezTo>
                    <a:cubicBezTo>
                      <a:pt x="102" y="198"/>
                      <a:pt x="103" y="198"/>
                      <a:pt x="106" y="198"/>
                    </a:cubicBezTo>
                    <a:cubicBezTo>
                      <a:pt x="105" y="196"/>
                      <a:pt x="105" y="196"/>
                      <a:pt x="105" y="196"/>
                    </a:cubicBezTo>
                    <a:cubicBezTo>
                      <a:pt x="107" y="197"/>
                      <a:pt x="107" y="197"/>
                      <a:pt x="107" y="197"/>
                    </a:cubicBezTo>
                    <a:cubicBezTo>
                      <a:pt x="107" y="197"/>
                      <a:pt x="107" y="197"/>
                      <a:pt x="107" y="197"/>
                    </a:cubicBezTo>
                    <a:cubicBezTo>
                      <a:pt x="108" y="197"/>
                      <a:pt x="108" y="197"/>
                      <a:pt x="108" y="197"/>
                    </a:cubicBezTo>
                    <a:cubicBezTo>
                      <a:pt x="107" y="195"/>
                      <a:pt x="107" y="196"/>
                      <a:pt x="108" y="196"/>
                    </a:cubicBezTo>
                    <a:cubicBezTo>
                      <a:pt x="108" y="196"/>
                      <a:pt x="108" y="194"/>
                      <a:pt x="108" y="197"/>
                    </a:cubicBezTo>
                    <a:cubicBezTo>
                      <a:pt x="109" y="196"/>
                      <a:pt x="109" y="196"/>
                      <a:pt x="109" y="196"/>
                    </a:cubicBezTo>
                    <a:cubicBezTo>
                      <a:pt x="109" y="196"/>
                      <a:pt x="110" y="196"/>
                      <a:pt x="110" y="196"/>
                    </a:cubicBezTo>
                    <a:cubicBezTo>
                      <a:pt x="109" y="194"/>
                      <a:pt x="109" y="194"/>
                      <a:pt x="109" y="194"/>
                    </a:cubicBezTo>
                    <a:cubicBezTo>
                      <a:pt x="111" y="195"/>
                      <a:pt x="110" y="195"/>
                      <a:pt x="110" y="196"/>
                    </a:cubicBezTo>
                    <a:cubicBezTo>
                      <a:pt x="113" y="196"/>
                      <a:pt x="111" y="196"/>
                      <a:pt x="114" y="196"/>
                    </a:cubicBezTo>
                    <a:cubicBezTo>
                      <a:pt x="116" y="194"/>
                      <a:pt x="115" y="195"/>
                      <a:pt x="118" y="194"/>
                    </a:cubicBezTo>
                    <a:cubicBezTo>
                      <a:pt x="117" y="193"/>
                      <a:pt x="117" y="193"/>
                      <a:pt x="117" y="193"/>
                    </a:cubicBezTo>
                    <a:cubicBezTo>
                      <a:pt x="117" y="193"/>
                      <a:pt x="116" y="193"/>
                      <a:pt x="116" y="193"/>
                    </a:cubicBezTo>
                    <a:cubicBezTo>
                      <a:pt x="116" y="193"/>
                      <a:pt x="116" y="193"/>
                      <a:pt x="115" y="192"/>
                    </a:cubicBezTo>
                    <a:cubicBezTo>
                      <a:pt x="115" y="193"/>
                      <a:pt x="115" y="191"/>
                      <a:pt x="115" y="193"/>
                    </a:cubicBezTo>
                    <a:cubicBezTo>
                      <a:pt x="113" y="193"/>
                      <a:pt x="114" y="194"/>
                      <a:pt x="113" y="191"/>
                    </a:cubicBezTo>
                    <a:cubicBezTo>
                      <a:pt x="114" y="192"/>
                      <a:pt x="113" y="192"/>
                      <a:pt x="114" y="192"/>
                    </a:cubicBezTo>
                    <a:cubicBezTo>
                      <a:pt x="114" y="192"/>
                      <a:pt x="114" y="191"/>
                      <a:pt x="114" y="190"/>
                    </a:cubicBezTo>
                    <a:cubicBezTo>
                      <a:pt x="114" y="191"/>
                      <a:pt x="113" y="190"/>
                      <a:pt x="114" y="191"/>
                    </a:cubicBezTo>
                    <a:cubicBezTo>
                      <a:pt x="115" y="192"/>
                      <a:pt x="114" y="191"/>
                      <a:pt x="115" y="192"/>
                    </a:cubicBezTo>
                    <a:cubicBezTo>
                      <a:pt x="115" y="189"/>
                      <a:pt x="115" y="189"/>
                      <a:pt x="115" y="189"/>
                    </a:cubicBezTo>
                    <a:cubicBezTo>
                      <a:pt x="116" y="189"/>
                      <a:pt x="116" y="190"/>
                      <a:pt x="117" y="192"/>
                    </a:cubicBezTo>
                    <a:cubicBezTo>
                      <a:pt x="119" y="195"/>
                      <a:pt x="118" y="191"/>
                      <a:pt x="119" y="193"/>
                    </a:cubicBezTo>
                    <a:cubicBezTo>
                      <a:pt x="121" y="193"/>
                      <a:pt x="121" y="193"/>
                      <a:pt x="121" y="193"/>
                    </a:cubicBezTo>
                    <a:cubicBezTo>
                      <a:pt x="122" y="191"/>
                      <a:pt x="122" y="191"/>
                      <a:pt x="122" y="191"/>
                    </a:cubicBezTo>
                    <a:cubicBezTo>
                      <a:pt x="120" y="191"/>
                      <a:pt x="121" y="191"/>
                      <a:pt x="120" y="191"/>
                    </a:cubicBezTo>
                    <a:cubicBezTo>
                      <a:pt x="116" y="188"/>
                      <a:pt x="117" y="189"/>
                      <a:pt x="115" y="186"/>
                    </a:cubicBezTo>
                    <a:cubicBezTo>
                      <a:pt x="117" y="187"/>
                      <a:pt x="115" y="187"/>
                      <a:pt x="118" y="187"/>
                    </a:cubicBezTo>
                    <a:cubicBezTo>
                      <a:pt x="118" y="186"/>
                      <a:pt x="118" y="187"/>
                      <a:pt x="118" y="186"/>
                    </a:cubicBezTo>
                    <a:cubicBezTo>
                      <a:pt x="120" y="186"/>
                      <a:pt x="120" y="186"/>
                      <a:pt x="120" y="186"/>
                    </a:cubicBezTo>
                    <a:cubicBezTo>
                      <a:pt x="119" y="185"/>
                      <a:pt x="119" y="185"/>
                      <a:pt x="118" y="184"/>
                    </a:cubicBezTo>
                    <a:cubicBezTo>
                      <a:pt x="118" y="184"/>
                      <a:pt x="118" y="184"/>
                      <a:pt x="118" y="184"/>
                    </a:cubicBezTo>
                    <a:cubicBezTo>
                      <a:pt x="118" y="184"/>
                      <a:pt x="118" y="184"/>
                      <a:pt x="118" y="184"/>
                    </a:cubicBezTo>
                    <a:cubicBezTo>
                      <a:pt x="120" y="183"/>
                      <a:pt x="122" y="185"/>
                      <a:pt x="125" y="186"/>
                    </a:cubicBezTo>
                    <a:cubicBezTo>
                      <a:pt x="126" y="187"/>
                      <a:pt x="126" y="186"/>
                      <a:pt x="126" y="186"/>
                    </a:cubicBezTo>
                    <a:cubicBezTo>
                      <a:pt x="126" y="187"/>
                      <a:pt x="127" y="188"/>
                      <a:pt x="129" y="187"/>
                    </a:cubicBezTo>
                    <a:close/>
                    <a:moveTo>
                      <a:pt x="93" y="89"/>
                    </a:moveTo>
                    <a:cubicBezTo>
                      <a:pt x="93" y="89"/>
                      <a:pt x="93" y="89"/>
                      <a:pt x="93" y="90"/>
                    </a:cubicBezTo>
                    <a:cubicBezTo>
                      <a:pt x="93" y="90"/>
                      <a:pt x="94" y="90"/>
                      <a:pt x="92" y="90"/>
                    </a:cubicBezTo>
                    <a:cubicBezTo>
                      <a:pt x="92" y="89"/>
                      <a:pt x="92" y="89"/>
                      <a:pt x="93" y="89"/>
                    </a:cubicBezTo>
                    <a:close/>
                    <a:moveTo>
                      <a:pt x="94" y="88"/>
                    </a:moveTo>
                    <a:cubicBezTo>
                      <a:pt x="94" y="88"/>
                      <a:pt x="95" y="89"/>
                      <a:pt x="94" y="88"/>
                    </a:cubicBezTo>
                    <a:cubicBezTo>
                      <a:pt x="94" y="88"/>
                      <a:pt x="93" y="87"/>
                      <a:pt x="94" y="88"/>
                    </a:cubicBezTo>
                    <a:close/>
                    <a:moveTo>
                      <a:pt x="54" y="140"/>
                    </a:moveTo>
                    <a:cubicBezTo>
                      <a:pt x="56" y="139"/>
                      <a:pt x="55" y="139"/>
                      <a:pt x="56" y="140"/>
                    </a:cubicBezTo>
                    <a:cubicBezTo>
                      <a:pt x="56" y="136"/>
                      <a:pt x="57" y="139"/>
                      <a:pt x="57" y="136"/>
                    </a:cubicBezTo>
                    <a:cubicBezTo>
                      <a:pt x="57" y="134"/>
                      <a:pt x="56" y="135"/>
                      <a:pt x="56" y="132"/>
                    </a:cubicBezTo>
                    <a:cubicBezTo>
                      <a:pt x="56" y="132"/>
                      <a:pt x="57" y="132"/>
                      <a:pt x="57" y="132"/>
                    </a:cubicBezTo>
                    <a:cubicBezTo>
                      <a:pt x="58" y="132"/>
                      <a:pt x="58" y="132"/>
                      <a:pt x="58" y="132"/>
                    </a:cubicBezTo>
                    <a:cubicBezTo>
                      <a:pt x="60" y="130"/>
                      <a:pt x="59" y="120"/>
                      <a:pt x="59" y="120"/>
                    </a:cubicBezTo>
                    <a:cubicBezTo>
                      <a:pt x="59" y="119"/>
                      <a:pt x="59" y="119"/>
                      <a:pt x="59" y="119"/>
                    </a:cubicBezTo>
                    <a:cubicBezTo>
                      <a:pt x="59" y="118"/>
                      <a:pt x="59" y="118"/>
                      <a:pt x="59" y="118"/>
                    </a:cubicBezTo>
                    <a:cubicBezTo>
                      <a:pt x="58" y="119"/>
                      <a:pt x="58" y="117"/>
                      <a:pt x="58" y="120"/>
                    </a:cubicBezTo>
                    <a:cubicBezTo>
                      <a:pt x="58" y="120"/>
                      <a:pt x="58" y="120"/>
                      <a:pt x="58" y="120"/>
                    </a:cubicBezTo>
                    <a:cubicBezTo>
                      <a:pt x="58" y="120"/>
                      <a:pt x="58" y="121"/>
                      <a:pt x="59" y="121"/>
                    </a:cubicBezTo>
                    <a:cubicBezTo>
                      <a:pt x="59" y="121"/>
                      <a:pt x="59" y="121"/>
                      <a:pt x="59" y="121"/>
                    </a:cubicBezTo>
                    <a:cubicBezTo>
                      <a:pt x="57" y="122"/>
                      <a:pt x="57" y="122"/>
                      <a:pt x="57" y="122"/>
                    </a:cubicBezTo>
                    <a:cubicBezTo>
                      <a:pt x="58" y="122"/>
                      <a:pt x="56" y="123"/>
                      <a:pt x="58" y="123"/>
                    </a:cubicBezTo>
                    <a:cubicBezTo>
                      <a:pt x="57" y="123"/>
                      <a:pt x="58" y="123"/>
                      <a:pt x="57" y="124"/>
                    </a:cubicBezTo>
                    <a:cubicBezTo>
                      <a:pt x="56" y="125"/>
                      <a:pt x="58" y="123"/>
                      <a:pt x="57" y="125"/>
                    </a:cubicBezTo>
                    <a:cubicBezTo>
                      <a:pt x="56" y="127"/>
                      <a:pt x="56" y="127"/>
                      <a:pt x="56" y="127"/>
                    </a:cubicBezTo>
                    <a:cubicBezTo>
                      <a:pt x="55" y="127"/>
                      <a:pt x="55" y="127"/>
                      <a:pt x="55" y="127"/>
                    </a:cubicBezTo>
                    <a:cubicBezTo>
                      <a:pt x="55" y="129"/>
                      <a:pt x="55" y="129"/>
                      <a:pt x="55" y="129"/>
                    </a:cubicBezTo>
                    <a:cubicBezTo>
                      <a:pt x="54" y="128"/>
                      <a:pt x="54" y="127"/>
                      <a:pt x="55" y="125"/>
                    </a:cubicBezTo>
                    <a:cubicBezTo>
                      <a:pt x="54" y="124"/>
                      <a:pt x="54" y="124"/>
                      <a:pt x="54" y="124"/>
                    </a:cubicBezTo>
                    <a:cubicBezTo>
                      <a:pt x="54" y="118"/>
                      <a:pt x="55" y="121"/>
                      <a:pt x="55" y="118"/>
                    </a:cubicBezTo>
                    <a:cubicBezTo>
                      <a:pt x="55" y="118"/>
                      <a:pt x="55" y="117"/>
                      <a:pt x="55" y="116"/>
                    </a:cubicBezTo>
                    <a:cubicBezTo>
                      <a:pt x="56" y="117"/>
                      <a:pt x="56" y="117"/>
                      <a:pt x="56" y="117"/>
                    </a:cubicBezTo>
                    <a:cubicBezTo>
                      <a:pt x="57" y="118"/>
                      <a:pt x="55" y="118"/>
                      <a:pt x="57" y="118"/>
                    </a:cubicBezTo>
                    <a:cubicBezTo>
                      <a:pt x="57" y="118"/>
                      <a:pt x="58" y="116"/>
                      <a:pt x="58" y="116"/>
                    </a:cubicBezTo>
                    <a:cubicBezTo>
                      <a:pt x="56" y="114"/>
                      <a:pt x="56" y="117"/>
                      <a:pt x="56" y="112"/>
                    </a:cubicBezTo>
                    <a:cubicBezTo>
                      <a:pt x="58" y="113"/>
                      <a:pt x="56" y="112"/>
                      <a:pt x="58" y="113"/>
                    </a:cubicBezTo>
                    <a:cubicBezTo>
                      <a:pt x="58" y="112"/>
                      <a:pt x="58" y="112"/>
                      <a:pt x="59" y="111"/>
                    </a:cubicBezTo>
                    <a:cubicBezTo>
                      <a:pt x="59" y="112"/>
                      <a:pt x="59" y="111"/>
                      <a:pt x="59" y="112"/>
                    </a:cubicBezTo>
                    <a:cubicBezTo>
                      <a:pt x="59" y="112"/>
                      <a:pt x="60" y="113"/>
                      <a:pt x="60" y="113"/>
                    </a:cubicBezTo>
                    <a:cubicBezTo>
                      <a:pt x="60" y="112"/>
                      <a:pt x="60" y="111"/>
                      <a:pt x="60" y="111"/>
                    </a:cubicBezTo>
                    <a:cubicBezTo>
                      <a:pt x="60" y="111"/>
                      <a:pt x="61" y="110"/>
                      <a:pt x="61" y="109"/>
                    </a:cubicBezTo>
                    <a:cubicBezTo>
                      <a:pt x="63" y="109"/>
                      <a:pt x="63" y="109"/>
                      <a:pt x="63" y="109"/>
                    </a:cubicBezTo>
                    <a:cubicBezTo>
                      <a:pt x="64" y="109"/>
                      <a:pt x="68" y="106"/>
                      <a:pt x="71" y="105"/>
                    </a:cubicBezTo>
                    <a:cubicBezTo>
                      <a:pt x="71" y="105"/>
                      <a:pt x="72" y="105"/>
                      <a:pt x="72" y="105"/>
                    </a:cubicBezTo>
                    <a:cubicBezTo>
                      <a:pt x="72" y="104"/>
                      <a:pt x="72" y="104"/>
                      <a:pt x="72" y="104"/>
                    </a:cubicBezTo>
                    <a:cubicBezTo>
                      <a:pt x="74" y="104"/>
                      <a:pt x="76" y="103"/>
                      <a:pt x="78" y="102"/>
                    </a:cubicBezTo>
                    <a:cubicBezTo>
                      <a:pt x="82" y="100"/>
                      <a:pt x="81" y="99"/>
                      <a:pt x="83" y="99"/>
                    </a:cubicBezTo>
                    <a:cubicBezTo>
                      <a:pt x="82" y="98"/>
                      <a:pt x="82" y="98"/>
                      <a:pt x="82" y="98"/>
                    </a:cubicBezTo>
                    <a:cubicBezTo>
                      <a:pt x="84" y="98"/>
                      <a:pt x="85" y="97"/>
                      <a:pt x="85" y="95"/>
                    </a:cubicBezTo>
                    <a:cubicBezTo>
                      <a:pt x="86" y="95"/>
                      <a:pt x="87" y="95"/>
                      <a:pt x="87" y="96"/>
                    </a:cubicBezTo>
                    <a:cubicBezTo>
                      <a:pt x="88" y="93"/>
                      <a:pt x="88" y="93"/>
                      <a:pt x="88" y="93"/>
                    </a:cubicBezTo>
                    <a:cubicBezTo>
                      <a:pt x="91" y="92"/>
                      <a:pt x="90" y="93"/>
                      <a:pt x="91" y="90"/>
                    </a:cubicBezTo>
                    <a:cubicBezTo>
                      <a:pt x="91" y="92"/>
                      <a:pt x="91" y="92"/>
                      <a:pt x="92" y="93"/>
                    </a:cubicBezTo>
                    <a:cubicBezTo>
                      <a:pt x="93" y="93"/>
                      <a:pt x="93" y="93"/>
                      <a:pt x="93" y="93"/>
                    </a:cubicBezTo>
                    <a:cubicBezTo>
                      <a:pt x="94" y="91"/>
                      <a:pt x="94" y="91"/>
                      <a:pt x="94" y="91"/>
                    </a:cubicBezTo>
                    <a:cubicBezTo>
                      <a:pt x="94" y="90"/>
                      <a:pt x="95" y="89"/>
                      <a:pt x="96" y="89"/>
                    </a:cubicBezTo>
                    <a:cubicBezTo>
                      <a:pt x="95" y="87"/>
                      <a:pt x="95" y="89"/>
                      <a:pt x="96" y="87"/>
                    </a:cubicBezTo>
                    <a:cubicBezTo>
                      <a:pt x="98" y="86"/>
                      <a:pt x="97" y="86"/>
                      <a:pt x="98" y="86"/>
                    </a:cubicBezTo>
                    <a:cubicBezTo>
                      <a:pt x="98" y="85"/>
                      <a:pt x="99" y="84"/>
                      <a:pt x="99" y="83"/>
                    </a:cubicBezTo>
                    <a:cubicBezTo>
                      <a:pt x="101" y="82"/>
                      <a:pt x="101" y="82"/>
                      <a:pt x="101" y="82"/>
                    </a:cubicBezTo>
                    <a:cubicBezTo>
                      <a:pt x="102" y="84"/>
                      <a:pt x="102" y="82"/>
                      <a:pt x="102" y="85"/>
                    </a:cubicBezTo>
                    <a:cubicBezTo>
                      <a:pt x="103" y="88"/>
                      <a:pt x="103" y="88"/>
                      <a:pt x="103" y="88"/>
                    </a:cubicBezTo>
                    <a:cubicBezTo>
                      <a:pt x="103" y="89"/>
                      <a:pt x="103" y="88"/>
                      <a:pt x="103" y="90"/>
                    </a:cubicBezTo>
                    <a:cubicBezTo>
                      <a:pt x="103" y="90"/>
                      <a:pt x="103" y="90"/>
                      <a:pt x="103" y="90"/>
                    </a:cubicBezTo>
                    <a:cubicBezTo>
                      <a:pt x="103" y="92"/>
                      <a:pt x="103" y="92"/>
                      <a:pt x="104" y="93"/>
                    </a:cubicBezTo>
                    <a:cubicBezTo>
                      <a:pt x="102" y="94"/>
                      <a:pt x="102" y="94"/>
                      <a:pt x="102" y="94"/>
                    </a:cubicBezTo>
                    <a:cubicBezTo>
                      <a:pt x="104" y="96"/>
                      <a:pt x="104" y="96"/>
                      <a:pt x="105" y="99"/>
                    </a:cubicBezTo>
                    <a:cubicBezTo>
                      <a:pt x="106" y="105"/>
                      <a:pt x="106" y="105"/>
                      <a:pt x="106" y="105"/>
                    </a:cubicBezTo>
                    <a:cubicBezTo>
                      <a:pt x="106" y="105"/>
                      <a:pt x="105" y="105"/>
                      <a:pt x="105" y="105"/>
                    </a:cubicBezTo>
                    <a:cubicBezTo>
                      <a:pt x="104" y="106"/>
                      <a:pt x="104" y="106"/>
                      <a:pt x="104" y="106"/>
                    </a:cubicBezTo>
                    <a:cubicBezTo>
                      <a:pt x="104" y="104"/>
                      <a:pt x="105" y="107"/>
                      <a:pt x="102" y="103"/>
                    </a:cubicBezTo>
                    <a:cubicBezTo>
                      <a:pt x="102" y="108"/>
                      <a:pt x="102" y="115"/>
                      <a:pt x="105" y="116"/>
                    </a:cubicBezTo>
                    <a:cubicBezTo>
                      <a:pt x="104" y="123"/>
                      <a:pt x="104" y="123"/>
                      <a:pt x="104" y="123"/>
                    </a:cubicBezTo>
                    <a:cubicBezTo>
                      <a:pt x="103" y="123"/>
                      <a:pt x="103" y="124"/>
                      <a:pt x="103" y="123"/>
                    </a:cubicBezTo>
                    <a:cubicBezTo>
                      <a:pt x="103" y="123"/>
                      <a:pt x="103" y="124"/>
                      <a:pt x="103" y="124"/>
                    </a:cubicBezTo>
                    <a:cubicBezTo>
                      <a:pt x="102" y="123"/>
                      <a:pt x="102" y="123"/>
                      <a:pt x="101" y="122"/>
                    </a:cubicBezTo>
                    <a:cubicBezTo>
                      <a:pt x="99" y="125"/>
                      <a:pt x="99" y="125"/>
                      <a:pt x="99" y="125"/>
                    </a:cubicBezTo>
                    <a:cubicBezTo>
                      <a:pt x="99" y="125"/>
                      <a:pt x="99" y="125"/>
                      <a:pt x="98" y="125"/>
                    </a:cubicBezTo>
                    <a:cubicBezTo>
                      <a:pt x="98" y="125"/>
                      <a:pt x="98" y="125"/>
                      <a:pt x="98" y="125"/>
                    </a:cubicBezTo>
                    <a:cubicBezTo>
                      <a:pt x="98" y="125"/>
                      <a:pt x="98" y="124"/>
                      <a:pt x="98" y="124"/>
                    </a:cubicBezTo>
                    <a:cubicBezTo>
                      <a:pt x="98" y="124"/>
                      <a:pt x="98" y="124"/>
                      <a:pt x="97" y="124"/>
                    </a:cubicBezTo>
                    <a:cubicBezTo>
                      <a:pt x="97" y="124"/>
                      <a:pt x="97" y="124"/>
                      <a:pt x="97" y="123"/>
                    </a:cubicBezTo>
                    <a:cubicBezTo>
                      <a:pt x="93" y="122"/>
                      <a:pt x="93" y="122"/>
                      <a:pt x="93" y="122"/>
                    </a:cubicBezTo>
                    <a:cubicBezTo>
                      <a:pt x="89" y="121"/>
                      <a:pt x="83" y="123"/>
                      <a:pt x="79" y="125"/>
                    </a:cubicBezTo>
                    <a:cubicBezTo>
                      <a:pt x="78" y="126"/>
                      <a:pt x="77" y="128"/>
                      <a:pt x="77" y="130"/>
                    </a:cubicBezTo>
                    <a:cubicBezTo>
                      <a:pt x="76" y="130"/>
                      <a:pt x="76" y="130"/>
                      <a:pt x="75" y="131"/>
                    </a:cubicBezTo>
                    <a:cubicBezTo>
                      <a:pt x="75" y="131"/>
                      <a:pt x="75" y="131"/>
                      <a:pt x="75" y="131"/>
                    </a:cubicBezTo>
                    <a:cubicBezTo>
                      <a:pt x="58" y="145"/>
                      <a:pt x="58" y="145"/>
                      <a:pt x="58" y="145"/>
                    </a:cubicBezTo>
                    <a:cubicBezTo>
                      <a:pt x="57" y="144"/>
                      <a:pt x="57" y="144"/>
                      <a:pt x="57" y="144"/>
                    </a:cubicBezTo>
                    <a:cubicBezTo>
                      <a:pt x="56" y="145"/>
                      <a:pt x="56" y="145"/>
                      <a:pt x="56" y="145"/>
                    </a:cubicBezTo>
                    <a:cubicBezTo>
                      <a:pt x="56" y="143"/>
                      <a:pt x="56" y="144"/>
                      <a:pt x="56" y="142"/>
                    </a:cubicBezTo>
                    <a:cubicBezTo>
                      <a:pt x="55" y="143"/>
                      <a:pt x="55" y="143"/>
                      <a:pt x="55" y="143"/>
                    </a:cubicBezTo>
                    <a:cubicBezTo>
                      <a:pt x="55" y="143"/>
                      <a:pt x="54" y="145"/>
                      <a:pt x="55" y="143"/>
                    </a:cubicBezTo>
                    <a:cubicBezTo>
                      <a:pt x="54" y="143"/>
                      <a:pt x="54" y="143"/>
                      <a:pt x="54" y="142"/>
                    </a:cubicBezTo>
                    <a:cubicBezTo>
                      <a:pt x="54" y="141"/>
                      <a:pt x="54" y="141"/>
                      <a:pt x="54" y="140"/>
                    </a:cubicBezTo>
                    <a:close/>
                    <a:moveTo>
                      <a:pt x="96" y="87"/>
                    </a:moveTo>
                    <a:cubicBezTo>
                      <a:pt x="95" y="88"/>
                      <a:pt x="96" y="88"/>
                      <a:pt x="94" y="87"/>
                    </a:cubicBezTo>
                    <a:cubicBezTo>
                      <a:pt x="95" y="87"/>
                      <a:pt x="94" y="87"/>
                      <a:pt x="95" y="86"/>
                    </a:cubicBezTo>
                    <a:cubicBezTo>
                      <a:pt x="97" y="86"/>
                      <a:pt x="96" y="87"/>
                      <a:pt x="96" y="87"/>
                    </a:cubicBezTo>
                    <a:close/>
                    <a:moveTo>
                      <a:pt x="59" y="92"/>
                    </a:moveTo>
                    <a:cubicBezTo>
                      <a:pt x="62" y="94"/>
                      <a:pt x="62" y="91"/>
                      <a:pt x="63" y="90"/>
                    </a:cubicBezTo>
                    <a:cubicBezTo>
                      <a:pt x="63" y="90"/>
                      <a:pt x="63" y="90"/>
                      <a:pt x="63" y="90"/>
                    </a:cubicBezTo>
                    <a:cubicBezTo>
                      <a:pt x="63" y="88"/>
                      <a:pt x="63" y="88"/>
                      <a:pt x="63" y="88"/>
                    </a:cubicBezTo>
                    <a:cubicBezTo>
                      <a:pt x="65" y="84"/>
                      <a:pt x="62" y="88"/>
                      <a:pt x="66" y="83"/>
                    </a:cubicBezTo>
                    <a:cubicBezTo>
                      <a:pt x="65" y="81"/>
                      <a:pt x="66" y="82"/>
                      <a:pt x="65" y="81"/>
                    </a:cubicBezTo>
                    <a:cubicBezTo>
                      <a:pt x="64" y="84"/>
                      <a:pt x="65" y="81"/>
                      <a:pt x="63" y="84"/>
                    </a:cubicBezTo>
                    <a:cubicBezTo>
                      <a:pt x="62" y="86"/>
                      <a:pt x="61" y="91"/>
                      <a:pt x="59" y="92"/>
                    </a:cubicBezTo>
                    <a:close/>
                    <a:moveTo>
                      <a:pt x="66" y="80"/>
                    </a:moveTo>
                    <a:cubicBezTo>
                      <a:pt x="66" y="81"/>
                      <a:pt x="66" y="81"/>
                      <a:pt x="66" y="81"/>
                    </a:cubicBezTo>
                    <a:cubicBezTo>
                      <a:pt x="66" y="81"/>
                      <a:pt x="66" y="81"/>
                      <a:pt x="65" y="80"/>
                    </a:cubicBezTo>
                    <a:cubicBezTo>
                      <a:pt x="66" y="80"/>
                      <a:pt x="66" y="80"/>
                      <a:pt x="66" y="80"/>
                    </a:cubicBezTo>
                    <a:close/>
                    <a:moveTo>
                      <a:pt x="67" y="78"/>
                    </a:moveTo>
                    <a:cubicBezTo>
                      <a:pt x="66" y="79"/>
                      <a:pt x="67" y="78"/>
                      <a:pt x="66" y="80"/>
                    </a:cubicBezTo>
                    <a:cubicBezTo>
                      <a:pt x="67" y="80"/>
                      <a:pt x="67" y="80"/>
                      <a:pt x="67" y="80"/>
                    </a:cubicBezTo>
                    <a:lnTo>
                      <a:pt x="67" y="78"/>
                    </a:lnTo>
                    <a:close/>
                    <a:moveTo>
                      <a:pt x="67" y="78"/>
                    </a:moveTo>
                    <a:cubicBezTo>
                      <a:pt x="68" y="77"/>
                      <a:pt x="67" y="77"/>
                      <a:pt x="68" y="77"/>
                    </a:cubicBezTo>
                    <a:cubicBezTo>
                      <a:pt x="68" y="78"/>
                      <a:pt x="68" y="77"/>
                      <a:pt x="67" y="78"/>
                    </a:cubicBezTo>
                    <a:close/>
                    <a:moveTo>
                      <a:pt x="70" y="75"/>
                    </a:moveTo>
                    <a:cubicBezTo>
                      <a:pt x="69" y="75"/>
                      <a:pt x="69" y="75"/>
                      <a:pt x="69" y="75"/>
                    </a:cubicBezTo>
                    <a:cubicBezTo>
                      <a:pt x="68" y="77"/>
                      <a:pt x="68" y="77"/>
                      <a:pt x="68" y="77"/>
                    </a:cubicBezTo>
                    <a:cubicBezTo>
                      <a:pt x="69" y="76"/>
                      <a:pt x="69" y="77"/>
                      <a:pt x="69" y="76"/>
                    </a:cubicBezTo>
                    <a:cubicBezTo>
                      <a:pt x="70" y="75"/>
                      <a:pt x="69" y="76"/>
                      <a:pt x="70" y="75"/>
                    </a:cubicBezTo>
                    <a:close/>
                    <a:moveTo>
                      <a:pt x="70" y="75"/>
                    </a:moveTo>
                    <a:cubicBezTo>
                      <a:pt x="69" y="74"/>
                      <a:pt x="69" y="74"/>
                      <a:pt x="69" y="74"/>
                    </a:cubicBezTo>
                    <a:cubicBezTo>
                      <a:pt x="71" y="74"/>
                      <a:pt x="70" y="74"/>
                      <a:pt x="71" y="74"/>
                    </a:cubicBezTo>
                    <a:cubicBezTo>
                      <a:pt x="70" y="75"/>
                      <a:pt x="70" y="75"/>
                      <a:pt x="70" y="75"/>
                    </a:cubicBezTo>
                    <a:close/>
                    <a:moveTo>
                      <a:pt x="71" y="72"/>
                    </a:moveTo>
                    <a:cubicBezTo>
                      <a:pt x="72" y="71"/>
                      <a:pt x="72" y="72"/>
                      <a:pt x="72" y="71"/>
                    </a:cubicBezTo>
                    <a:cubicBezTo>
                      <a:pt x="72" y="72"/>
                      <a:pt x="72" y="72"/>
                      <a:pt x="71" y="73"/>
                    </a:cubicBezTo>
                    <a:cubicBezTo>
                      <a:pt x="71" y="72"/>
                      <a:pt x="71" y="72"/>
                      <a:pt x="71" y="72"/>
                    </a:cubicBezTo>
                    <a:close/>
                    <a:moveTo>
                      <a:pt x="138" y="63"/>
                    </a:moveTo>
                    <a:cubicBezTo>
                      <a:pt x="140" y="61"/>
                      <a:pt x="142" y="60"/>
                      <a:pt x="143" y="58"/>
                    </a:cubicBezTo>
                    <a:cubicBezTo>
                      <a:pt x="144" y="59"/>
                      <a:pt x="144" y="58"/>
                      <a:pt x="144" y="61"/>
                    </a:cubicBezTo>
                    <a:cubicBezTo>
                      <a:pt x="144" y="62"/>
                      <a:pt x="144" y="64"/>
                      <a:pt x="144" y="65"/>
                    </a:cubicBezTo>
                    <a:cubicBezTo>
                      <a:pt x="144" y="65"/>
                      <a:pt x="145" y="70"/>
                      <a:pt x="144" y="72"/>
                    </a:cubicBezTo>
                    <a:cubicBezTo>
                      <a:pt x="144" y="73"/>
                      <a:pt x="144" y="88"/>
                      <a:pt x="145" y="89"/>
                    </a:cubicBezTo>
                    <a:cubicBezTo>
                      <a:pt x="146" y="96"/>
                      <a:pt x="146" y="96"/>
                      <a:pt x="146" y="96"/>
                    </a:cubicBezTo>
                    <a:cubicBezTo>
                      <a:pt x="146" y="98"/>
                      <a:pt x="146" y="100"/>
                      <a:pt x="146" y="102"/>
                    </a:cubicBezTo>
                    <a:cubicBezTo>
                      <a:pt x="147" y="103"/>
                      <a:pt x="147" y="113"/>
                      <a:pt x="148" y="115"/>
                    </a:cubicBezTo>
                    <a:cubicBezTo>
                      <a:pt x="148" y="120"/>
                      <a:pt x="148" y="126"/>
                      <a:pt x="148" y="130"/>
                    </a:cubicBezTo>
                    <a:cubicBezTo>
                      <a:pt x="149" y="139"/>
                      <a:pt x="148" y="149"/>
                      <a:pt x="149" y="158"/>
                    </a:cubicBezTo>
                    <a:cubicBezTo>
                      <a:pt x="148" y="159"/>
                      <a:pt x="149" y="159"/>
                      <a:pt x="148" y="159"/>
                    </a:cubicBezTo>
                    <a:cubicBezTo>
                      <a:pt x="149" y="160"/>
                      <a:pt x="148" y="160"/>
                      <a:pt x="149" y="160"/>
                    </a:cubicBezTo>
                    <a:cubicBezTo>
                      <a:pt x="149" y="161"/>
                      <a:pt x="149" y="162"/>
                      <a:pt x="148" y="162"/>
                    </a:cubicBezTo>
                    <a:cubicBezTo>
                      <a:pt x="148" y="180"/>
                      <a:pt x="148" y="180"/>
                      <a:pt x="148" y="180"/>
                    </a:cubicBezTo>
                    <a:cubicBezTo>
                      <a:pt x="148" y="180"/>
                      <a:pt x="148" y="180"/>
                      <a:pt x="148" y="180"/>
                    </a:cubicBezTo>
                    <a:cubicBezTo>
                      <a:pt x="143" y="169"/>
                      <a:pt x="143" y="169"/>
                      <a:pt x="143" y="169"/>
                    </a:cubicBezTo>
                    <a:cubicBezTo>
                      <a:pt x="143" y="169"/>
                      <a:pt x="143" y="169"/>
                      <a:pt x="143" y="169"/>
                    </a:cubicBezTo>
                    <a:cubicBezTo>
                      <a:pt x="143" y="169"/>
                      <a:pt x="143" y="169"/>
                      <a:pt x="143" y="169"/>
                    </a:cubicBezTo>
                    <a:cubicBezTo>
                      <a:pt x="142" y="166"/>
                      <a:pt x="142" y="166"/>
                      <a:pt x="141" y="166"/>
                    </a:cubicBezTo>
                    <a:cubicBezTo>
                      <a:pt x="141" y="164"/>
                      <a:pt x="141" y="164"/>
                      <a:pt x="140" y="162"/>
                    </a:cubicBezTo>
                    <a:cubicBezTo>
                      <a:pt x="140" y="162"/>
                      <a:pt x="140" y="162"/>
                      <a:pt x="140" y="162"/>
                    </a:cubicBezTo>
                    <a:cubicBezTo>
                      <a:pt x="138" y="160"/>
                      <a:pt x="138" y="160"/>
                      <a:pt x="138" y="160"/>
                    </a:cubicBezTo>
                    <a:cubicBezTo>
                      <a:pt x="138" y="156"/>
                      <a:pt x="135" y="152"/>
                      <a:pt x="136" y="149"/>
                    </a:cubicBezTo>
                    <a:cubicBezTo>
                      <a:pt x="136" y="148"/>
                      <a:pt x="136" y="148"/>
                      <a:pt x="136" y="148"/>
                    </a:cubicBezTo>
                    <a:cubicBezTo>
                      <a:pt x="137" y="144"/>
                      <a:pt x="137" y="144"/>
                      <a:pt x="137" y="144"/>
                    </a:cubicBezTo>
                    <a:cubicBezTo>
                      <a:pt x="136" y="142"/>
                      <a:pt x="136" y="142"/>
                      <a:pt x="136" y="142"/>
                    </a:cubicBezTo>
                    <a:cubicBezTo>
                      <a:pt x="136" y="141"/>
                      <a:pt x="137" y="141"/>
                      <a:pt x="137" y="140"/>
                    </a:cubicBezTo>
                    <a:cubicBezTo>
                      <a:pt x="137" y="137"/>
                      <a:pt x="139" y="137"/>
                      <a:pt x="138" y="135"/>
                    </a:cubicBezTo>
                    <a:cubicBezTo>
                      <a:pt x="140" y="135"/>
                      <a:pt x="140" y="135"/>
                      <a:pt x="140" y="135"/>
                    </a:cubicBezTo>
                    <a:cubicBezTo>
                      <a:pt x="140" y="133"/>
                      <a:pt x="140" y="133"/>
                      <a:pt x="142" y="132"/>
                    </a:cubicBezTo>
                    <a:cubicBezTo>
                      <a:pt x="142" y="129"/>
                      <a:pt x="142" y="129"/>
                      <a:pt x="142" y="129"/>
                    </a:cubicBezTo>
                    <a:cubicBezTo>
                      <a:pt x="140" y="130"/>
                      <a:pt x="142" y="129"/>
                      <a:pt x="140" y="130"/>
                    </a:cubicBezTo>
                    <a:cubicBezTo>
                      <a:pt x="140" y="128"/>
                      <a:pt x="141" y="128"/>
                      <a:pt x="143" y="126"/>
                    </a:cubicBezTo>
                    <a:cubicBezTo>
                      <a:pt x="142" y="125"/>
                      <a:pt x="142" y="125"/>
                      <a:pt x="143" y="123"/>
                    </a:cubicBezTo>
                    <a:cubicBezTo>
                      <a:pt x="141" y="122"/>
                      <a:pt x="141" y="122"/>
                      <a:pt x="141" y="122"/>
                    </a:cubicBezTo>
                    <a:cubicBezTo>
                      <a:pt x="142" y="120"/>
                      <a:pt x="141" y="119"/>
                      <a:pt x="142" y="116"/>
                    </a:cubicBezTo>
                    <a:cubicBezTo>
                      <a:pt x="142" y="113"/>
                      <a:pt x="143" y="113"/>
                      <a:pt x="143" y="111"/>
                    </a:cubicBezTo>
                    <a:cubicBezTo>
                      <a:pt x="143" y="111"/>
                      <a:pt x="142" y="110"/>
                      <a:pt x="142" y="110"/>
                    </a:cubicBezTo>
                    <a:cubicBezTo>
                      <a:pt x="141" y="110"/>
                      <a:pt x="141" y="110"/>
                      <a:pt x="141" y="110"/>
                    </a:cubicBezTo>
                    <a:cubicBezTo>
                      <a:pt x="142" y="108"/>
                      <a:pt x="141" y="109"/>
                      <a:pt x="142" y="109"/>
                    </a:cubicBezTo>
                    <a:cubicBezTo>
                      <a:pt x="142" y="106"/>
                      <a:pt x="142" y="107"/>
                      <a:pt x="143" y="106"/>
                    </a:cubicBezTo>
                    <a:cubicBezTo>
                      <a:pt x="144" y="103"/>
                      <a:pt x="142" y="106"/>
                      <a:pt x="143" y="104"/>
                    </a:cubicBezTo>
                    <a:cubicBezTo>
                      <a:pt x="143" y="102"/>
                      <a:pt x="143" y="105"/>
                      <a:pt x="144" y="102"/>
                    </a:cubicBezTo>
                    <a:cubicBezTo>
                      <a:pt x="144" y="102"/>
                      <a:pt x="144" y="101"/>
                      <a:pt x="144" y="100"/>
                    </a:cubicBezTo>
                    <a:cubicBezTo>
                      <a:pt x="144" y="101"/>
                      <a:pt x="144" y="101"/>
                      <a:pt x="144" y="100"/>
                    </a:cubicBezTo>
                    <a:cubicBezTo>
                      <a:pt x="145" y="96"/>
                      <a:pt x="144" y="96"/>
                      <a:pt x="141" y="95"/>
                    </a:cubicBezTo>
                    <a:cubicBezTo>
                      <a:pt x="141" y="92"/>
                      <a:pt x="141" y="92"/>
                      <a:pt x="141" y="92"/>
                    </a:cubicBezTo>
                    <a:cubicBezTo>
                      <a:pt x="141" y="92"/>
                      <a:pt x="141" y="91"/>
                      <a:pt x="142" y="91"/>
                    </a:cubicBezTo>
                    <a:cubicBezTo>
                      <a:pt x="144" y="89"/>
                      <a:pt x="141" y="92"/>
                      <a:pt x="142" y="91"/>
                    </a:cubicBezTo>
                    <a:cubicBezTo>
                      <a:pt x="143" y="90"/>
                      <a:pt x="143" y="90"/>
                      <a:pt x="143" y="90"/>
                    </a:cubicBezTo>
                    <a:cubicBezTo>
                      <a:pt x="144" y="80"/>
                      <a:pt x="143" y="85"/>
                      <a:pt x="140" y="81"/>
                    </a:cubicBezTo>
                    <a:cubicBezTo>
                      <a:pt x="141" y="80"/>
                      <a:pt x="140" y="77"/>
                      <a:pt x="142" y="76"/>
                    </a:cubicBezTo>
                    <a:cubicBezTo>
                      <a:pt x="142" y="73"/>
                      <a:pt x="142" y="75"/>
                      <a:pt x="140" y="72"/>
                    </a:cubicBezTo>
                    <a:cubicBezTo>
                      <a:pt x="140" y="71"/>
                      <a:pt x="140" y="70"/>
                      <a:pt x="140" y="69"/>
                    </a:cubicBezTo>
                    <a:cubicBezTo>
                      <a:pt x="139" y="65"/>
                      <a:pt x="139" y="65"/>
                      <a:pt x="139" y="65"/>
                    </a:cubicBezTo>
                    <a:cubicBezTo>
                      <a:pt x="138" y="64"/>
                      <a:pt x="138" y="65"/>
                      <a:pt x="138" y="63"/>
                    </a:cubicBezTo>
                    <a:close/>
                    <a:moveTo>
                      <a:pt x="92" y="57"/>
                    </a:moveTo>
                    <a:cubicBezTo>
                      <a:pt x="93" y="58"/>
                      <a:pt x="93" y="58"/>
                      <a:pt x="93" y="58"/>
                    </a:cubicBezTo>
                    <a:cubicBezTo>
                      <a:pt x="91" y="57"/>
                      <a:pt x="93" y="58"/>
                      <a:pt x="91" y="58"/>
                    </a:cubicBezTo>
                    <a:cubicBezTo>
                      <a:pt x="90" y="60"/>
                      <a:pt x="90" y="59"/>
                      <a:pt x="89" y="60"/>
                    </a:cubicBezTo>
                    <a:cubicBezTo>
                      <a:pt x="84" y="64"/>
                      <a:pt x="84" y="64"/>
                      <a:pt x="84" y="64"/>
                    </a:cubicBezTo>
                    <a:cubicBezTo>
                      <a:pt x="84" y="64"/>
                      <a:pt x="84" y="64"/>
                      <a:pt x="84" y="64"/>
                    </a:cubicBezTo>
                    <a:cubicBezTo>
                      <a:pt x="84" y="64"/>
                      <a:pt x="84" y="64"/>
                      <a:pt x="84" y="64"/>
                    </a:cubicBezTo>
                    <a:cubicBezTo>
                      <a:pt x="82" y="66"/>
                      <a:pt x="82" y="66"/>
                      <a:pt x="82" y="66"/>
                    </a:cubicBezTo>
                    <a:cubicBezTo>
                      <a:pt x="80" y="67"/>
                      <a:pt x="81" y="66"/>
                      <a:pt x="80" y="68"/>
                    </a:cubicBezTo>
                    <a:cubicBezTo>
                      <a:pt x="79" y="70"/>
                      <a:pt x="78" y="70"/>
                      <a:pt x="77" y="71"/>
                    </a:cubicBezTo>
                    <a:cubicBezTo>
                      <a:pt x="75" y="72"/>
                      <a:pt x="77" y="72"/>
                      <a:pt x="75" y="73"/>
                    </a:cubicBezTo>
                    <a:cubicBezTo>
                      <a:pt x="76" y="73"/>
                      <a:pt x="76" y="73"/>
                      <a:pt x="75" y="74"/>
                    </a:cubicBezTo>
                    <a:cubicBezTo>
                      <a:pt x="75" y="75"/>
                      <a:pt x="75" y="75"/>
                      <a:pt x="75" y="75"/>
                    </a:cubicBezTo>
                    <a:cubicBezTo>
                      <a:pt x="74" y="74"/>
                      <a:pt x="75" y="74"/>
                      <a:pt x="73" y="75"/>
                    </a:cubicBezTo>
                    <a:cubicBezTo>
                      <a:pt x="72" y="76"/>
                      <a:pt x="71" y="79"/>
                      <a:pt x="71" y="79"/>
                    </a:cubicBezTo>
                    <a:cubicBezTo>
                      <a:pt x="70" y="79"/>
                      <a:pt x="70" y="79"/>
                      <a:pt x="70" y="79"/>
                    </a:cubicBezTo>
                    <a:cubicBezTo>
                      <a:pt x="69" y="83"/>
                      <a:pt x="67" y="81"/>
                      <a:pt x="67" y="85"/>
                    </a:cubicBezTo>
                    <a:cubicBezTo>
                      <a:pt x="66" y="87"/>
                      <a:pt x="66" y="87"/>
                      <a:pt x="66" y="87"/>
                    </a:cubicBezTo>
                    <a:cubicBezTo>
                      <a:pt x="65" y="85"/>
                      <a:pt x="66" y="87"/>
                      <a:pt x="65" y="87"/>
                    </a:cubicBezTo>
                    <a:cubicBezTo>
                      <a:pt x="65" y="87"/>
                      <a:pt x="65" y="87"/>
                      <a:pt x="65" y="87"/>
                    </a:cubicBezTo>
                    <a:cubicBezTo>
                      <a:pt x="65" y="87"/>
                      <a:pt x="65" y="87"/>
                      <a:pt x="65" y="87"/>
                    </a:cubicBezTo>
                    <a:cubicBezTo>
                      <a:pt x="64" y="87"/>
                      <a:pt x="64" y="87"/>
                      <a:pt x="64" y="87"/>
                    </a:cubicBezTo>
                    <a:cubicBezTo>
                      <a:pt x="64" y="87"/>
                      <a:pt x="64" y="87"/>
                      <a:pt x="64" y="87"/>
                    </a:cubicBezTo>
                    <a:cubicBezTo>
                      <a:pt x="64" y="88"/>
                      <a:pt x="64" y="88"/>
                      <a:pt x="65" y="89"/>
                    </a:cubicBezTo>
                    <a:cubicBezTo>
                      <a:pt x="65" y="90"/>
                      <a:pt x="65" y="89"/>
                      <a:pt x="66" y="89"/>
                    </a:cubicBezTo>
                    <a:cubicBezTo>
                      <a:pt x="67" y="90"/>
                      <a:pt x="66" y="90"/>
                      <a:pt x="68" y="88"/>
                    </a:cubicBezTo>
                    <a:cubicBezTo>
                      <a:pt x="70" y="86"/>
                      <a:pt x="70" y="86"/>
                      <a:pt x="70" y="86"/>
                    </a:cubicBezTo>
                    <a:cubicBezTo>
                      <a:pt x="71" y="86"/>
                      <a:pt x="70" y="86"/>
                      <a:pt x="71" y="86"/>
                    </a:cubicBezTo>
                    <a:cubicBezTo>
                      <a:pt x="76" y="82"/>
                      <a:pt x="76" y="82"/>
                      <a:pt x="76" y="82"/>
                    </a:cubicBezTo>
                    <a:cubicBezTo>
                      <a:pt x="77" y="81"/>
                      <a:pt x="77" y="82"/>
                      <a:pt x="77" y="79"/>
                    </a:cubicBezTo>
                    <a:cubicBezTo>
                      <a:pt x="80" y="79"/>
                      <a:pt x="79" y="79"/>
                      <a:pt x="81" y="77"/>
                    </a:cubicBezTo>
                    <a:cubicBezTo>
                      <a:pt x="82" y="77"/>
                      <a:pt x="81" y="77"/>
                      <a:pt x="82" y="76"/>
                    </a:cubicBezTo>
                    <a:cubicBezTo>
                      <a:pt x="83" y="76"/>
                      <a:pt x="82" y="76"/>
                      <a:pt x="83" y="76"/>
                    </a:cubicBezTo>
                    <a:cubicBezTo>
                      <a:pt x="84" y="75"/>
                      <a:pt x="84" y="76"/>
                      <a:pt x="85" y="76"/>
                    </a:cubicBezTo>
                    <a:cubicBezTo>
                      <a:pt x="83" y="75"/>
                      <a:pt x="83" y="75"/>
                      <a:pt x="83" y="75"/>
                    </a:cubicBezTo>
                    <a:cubicBezTo>
                      <a:pt x="87" y="74"/>
                      <a:pt x="87" y="72"/>
                      <a:pt x="90" y="70"/>
                    </a:cubicBezTo>
                    <a:cubicBezTo>
                      <a:pt x="90" y="70"/>
                      <a:pt x="91" y="70"/>
                      <a:pt x="91" y="70"/>
                    </a:cubicBezTo>
                    <a:cubicBezTo>
                      <a:pt x="92" y="69"/>
                      <a:pt x="91" y="69"/>
                      <a:pt x="92" y="69"/>
                    </a:cubicBezTo>
                    <a:cubicBezTo>
                      <a:pt x="93" y="68"/>
                      <a:pt x="95" y="67"/>
                      <a:pt x="97" y="67"/>
                    </a:cubicBezTo>
                    <a:cubicBezTo>
                      <a:pt x="97" y="60"/>
                      <a:pt x="97" y="64"/>
                      <a:pt x="96" y="62"/>
                    </a:cubicBezTo>
                    <a:cubicBezTo>
                      <a:pt x="96" y="61"/>
                      <a:pt x="96" y="60"/>
                      <a:pt x="96" y="58"/>
                    </a:cubicBezTo>
                    <a:cubicBezTo>
                      <a:pt x="96" y="58"/>
                      <a:pt x="96" y="58"/>
                      <a:pt x="96" y="57"/>
                    </a:cubicBezTo>
                    <a:cubicBezTo>
                      <a:pt x="96" y="57"/>
                      <a:pt x="96" y="57"/>
                      <a:pt x="96" y="57"/>
                    </a:cubicBezTo>
                    <a:cubicBezTo>
                      <a:pt x="96" y="56"/>
                      <a:pt x="96" y="56"/>
                      <a:pt x="96" y="56"/>
                    </a:cubicBezTo>
                    <a:cubicBezTo>
                      <a:pt x="96" y="56"/>
                      <a:pt x="96" y="56"/>
                      <a:pt x="96" y="56"/>
                    </a:cubicBezTo>
                    <a:cubicBezTo>
                      <a:pt x="96" y="54"/>
                      <a:pt x="96" y="54"/>
                      <a:pt x="96" y="54"/>
                    </a:cubicBezTo>
                    <a:cubicBezTo>
                      <a:pt x="95" y="55"/>
                      <a:pt x="94" y="56"/>
                      <a:pt x="92" y="57"/>
                    </a:cubicBezTo>
                    <a:close/>
                    <a:moveTo>
                      <a:pt x="109" y="39"/>
                    </a:moveTo>
                    <a:cubicBezTo>
                      <a:pt x="108" y="40"/>
                      <a:pt x="108" y="40"/>
                      <a:pt x="108" y="40"/>
                    </a:cubicBezTo>
                    <a:cubicBezTo>
                      <a:pt x="106" y="39"/>
                      <a:pt x="107" y="42"/>
                      <a:pt x="105" y="40"/>
                    </a:cubicBezTo>
                    <a:cubicBezTo>
                      <a:pt x="107" y="39"/>
                      <a:pt x="105" y="39"/>
                      <a:pt x="109" y="39"/>
                    </a:cubicBezTo>
                    <a:close/>
                    <a:moveTo>
                      <a:pt x="109" y="39"/>
                    </a:moveTo>
                    <a:cubicBezTo>
                      <a:pt x="109" y="38"/>
                      <a:pt x="109" y="38"/>
                      <a:pt x="109" y="38"/>
                    </a:cubicBezTo>
                    <a:cubicBezTo>
                      <a:pt x="108" y="38"/>
                      <a:pt x="109" y="38"/>
                      <a:pt x="109" y="39"/>
                    </a:cubicBezTo>
                    <a:close/>
                    <a:moveTo>
                      <a:pt x="123" y="34"/>
                    </a:moveTo>
                    <a:cubicBezTo>
                      <a:pt x="124" y="33"/>
                      <a:pt x="124" y="32"/>
                      <a:pt x="125" y="32"/>
                    </a:cubicBezTo>
                    <a:cubicBezTo>
                      <a:pt x="126" y="32"/>
                      <a:pt x="126" y="32"/>
                      <a:pt x="126" y="32"/>
                    </a:cubicBezTo>
                    <a:cubicBezTo>
                      <a:pt x="126" y="32"/>
                      <a:pt x="127" y="32"/>
                      <a:pt x="127" y="32"/>
                    </a:cubicBezTo>
                    <a:cubicBezTo>
                      <a:pt x="125" y="33"/>
                      <a:pt x="126" y="33"/>
                      <a:pt x="125" y="34"/>
                    </a:cubicBezTo>
                    <a:cubicBezTo>
                      <a:pt x="125" y="37"/>
                      <a:pt x="124" y="38"/>
                      <a:pt x="124" y="42"/>
                    </a:cubicBezTo>
                    <a:cubicBezTo>
                      <a:pt x="123" y="42"/>
                      <a:pt x="123" y="45"/>
                      <a:pt x="124" y="46"/>
                    </a:cubicBezTo>
                    <a:cubicBezTo>
                      <a:pt x="123" y="47"/>
                      <a:pt x="123" y="47"/>
                      <a:pt x="123" y="47"/>
                    </a:cubicBezTo>
                    <a:cubicBezTo>
                      <a:pt x="123" y="49"/>
                      <a:pt x="123" y="49"/>
                      <a:pt x="124" y="51"/>
                    </a:cubicBezTo>
                    <a:cubicBezTo>
                      <a:pt x="124" y="52"/>
                      <a:pt x="124" y="50"/>
                      <a:pt x="124" y="52"/>
                    </a:cubicBezTo>
                    <a:cubicBezTo>
                      <a:pt x="124" y="52"/>
                      <a:pt x="124" y="53"/>
                      <a:pt x="124" y="53"/>
                    </a:cubicBezTo>
                    <a:cubicBezTo>
                      <a:pt x="124" y="55"/>
                      <a:pt x="124" y="58"/>
                      <a:pt x="125" y="60"/>
                    </a:cubicBezTo>
                    <a:cubicBezTo>
                      <a:pt x="125" y="60"/>
                      <a:pt x="125" y="60"/>
                      <a:pt x="125" y="60"/>
                    </a:cubicBezTo>
                    <a:cubicBezTo>
                      <a:pt x="125" y="61"/>
                      <a:pt x="125" y="61"/>
                      <a:pt x="125" y="61"/>
                    </a:cubicBezTo>
                    <a:cubicBezTo>
                      <a:pt x="125" y="61"/>
                      <a:pt x="125" y="63"/>
                      <a:pt x="125" y="64"/>
                    </a:cubicBezTo>
                    <a:cubicBezTo>
                      <a:pt x="125" y="67"/>
                      <a:pt x="126" y="64"/>
                      <a:pt x="126" y="71"/>
                    </a:cubicBezTo>
                    <a:cubicBezTo>
                      <a:pt x="126" y="74"/>
                      <a:pt x="126" y="73"/>
                      <a:pt x="127" y="74"/>
                    </a:cubicBezTo>
                    <a:cubicBezTo>
                      <a:pt x="127" y="75"/>
                      <a:pt x="127" y="76"/>
                      <a:pt x="127" y="77"/>
                    </a:cubicBezTo>
                    <a:cubicBezTo>
                      <a:pt x="127" y="78"/>
                      <a:pt x="127" y="79"/>
                      <a:pt x="127" y="80"/>
                    </a:cubicBezTo>
                    <a:cubicBezTo>
                      <a:pt x="127" y="80"/>
                      <a:pt x="127" y="80"/>
                      <a:pt x="127" y="80"/>
                    </a:cubicBezTo>
                    <a:cubicBezTo>
                      <a:pt x="128" y="82"/>
                      <a:pt x="128" y="84"/>
                      <a:pt x="128" y="86"/>
                    </a:cubicBezTo>
                    <a:cubicBezTo>
                      <a:pt x="129" y="89"/>
                      <a:pt x="128" y="95"/>
                      <a:pt x="130" y="98"/>
                    </a:cubicBezTo>
                    <a:cubicBezTo>
                      <a:pt x="129" y="98"/>
                      <a:pt x="129" y="98"/>
                      <a:pt x="129" y="98"/>
                    </a:cubicBezTo>
                    <a:cubicBezTo>
                      <a:pt x="130" y="100"/>
                      <a:pt x="129" y="101"/>
                      <a:pt x="128" y="102"/>
                    </a:cubicBezTo>
                    <a:cubicBezTo>
                      <a:pt x="127" y="105"/>
                      <a:pt x="128" y="105"/>
                      <a:pt x="129" y="109"/>
                    </a:cubicBezTo>
                    <a:cubicBezTo>
                      <a:pt x="128" y="109"/>
                      <a:pt x="128" y="109"/>
                      <a:pt x="128" y="110"/>
                    </a:cubicBezTo>
                    <a:cubicBezTo>
                      <a:pt x="128" y="112"/>
                      <a:pt x="128" y="113"/>
                      <a:pt x="128" y="115"/>
                    </a:cubicBezTo>
                    <a:cubicBezTo>
                      <a:pt x="127" y="118"/>
                      <a:pt x="128" y="123"/>
                      <a:pt x="127" y="127"/>
                    </a:cubicBezTo>
                    <a:cubicBezTo>
                      <a:pt x="126" y="126"/>
                      <a:pt x="126" y="126"/>
                      <a:pt x="126" y="126"/>
                    </a:cubicBezTo>
                    <a:cubicBezTo>
                      <a:pt x="125" y="124"/>
                      <a:pt x="125" y="123"/>
                      <a:pt x="125" y="121"/>
                    </a:cubicBezTo>
                    <a:cubicBezTo>
                      <a:pt x="123" y="117"/>
                      <a:pt x="123" y="117"/>
                      <a:pt x="123" y="117"/>
                    </a:cubicBezTo>
                    <a:cubicBezTo>
                      <a:pt x="123" y="117"/>
                      <a:pt x="123" y="117"/>
                      <a:pt x="123" y="117"/>
                    </a:cubicBezTo>
                    <a:cubicBezTo>
                      <a:pt x="123" y="115"/>
                      <a:pt x="122" y="113"/>
                      <a:pt x="121" y="111"/>
                    </a:cubicBezTo>
                    <a:cubicBezTo>
                      <a:pt x="122" y="110"/>
                      <a:pt x="122" y="110"/>
                      <a:pt x="122" y="110"/>
                    </a:cubicBezTo>
                    <a:cubicBezTo>
                      <a:pt x="120" y="104"/>
                      <a:pt x="120" y="104"/>
                      <a:pt x="120" y="104"/>
                    </a:cubicBezTo>
                    <a:cubicBezTo>
                      <a:pt x="120" y="103"/>
                      <a:pt x="120" y="101"/>
                      <a:pt x="120" y="100"/>
                    </a:cubicBezTo>
                    <a:cubicBezTo>
                      <a:pt x="120" y="97"/>
                      <a:pt x="119" y="99"/>
                      <a:pt x="119" y="97"/>
                    </a:cubicBezTo>
                    <a:cubicBezTo>
                      <a:pt x="119" y="96"/>
                      <a:pt x="119" y="94"/>
                      <a:pt x="119" y="92"/>
                    </a:cubicBezTo>
                    <a:cubicBezTo>
                      <a:pt x="117" y="83"/>
                      <a:pt x="117" y="83"/>
                      <a:pt x="117" y="83"/>
                    </a:cubicBezTo>
                    <a:cubicBezTo>
                      <a:pt x="117" y="83"/>
                      <a:pt x="117" y="83"/>
                      <a:pt x="117" y="82"/>
                    </a:cubicBezTo>
                    <a:cubicBezTo>
                      <a:pt x="116" y="81"/>
                      <a:pt x="117" y="81"/>
                      <a:pt x="116" y="79"/>
                    </a:cubicBezTo>
                    <a:cubicBezTo>
                      <a:pt x="118" y="77"/>
                      <a:pt x="117" y="77"/>
                      <a:pt x="119" y="76"/>
                    </a:cubicBezTo>
                    <a:cubicBezTo>
                      <a:pt x="119" y="75"/>
                      <a:pt x="119" y="75"/>
                      <a:pt x="120" y="74"/>
                    </a:cubicBezTo>
                    <a:cubicBezTo>
                      <a:pt x="121" y="73"/>
                      <a:pt x="121" y="73"/>
                      <a:pt x="121" y="73"/>
                    </a:cubicBezTo>
                    <a:cubicBezTo>
                      <a:pt x="119" y="72"/>
                      <a:pt x="118" y="71"/>
                      <a:pt x="116" y="70"/>
                    </a:cubicBezTo>
                    <a:cubicBezTo>
                      <a:pt x="115" y="68"/>
                      <a:pt x="115" y="68"/>
                      <a:pt x="115" y="68"/>
                    </a:cubicBezTo>
                    <a:cubicBezTo>
                      <a:pt x="113" y="69"/>
                      <a:pt x="113" y="69"/>
                      <a:pt x="113" y="69"/>
                    </a:cubicBezTo>
                    <a:cubicBezTo>
                      <a:pt x="112" y="66"/>
                      <a:pt x="112" y="66"/>
                      <a:pt x="112" y="63"/>
                    </a:cubicBezTo>
                    <a:cubicBezTo>
                      <a:pt x="112" y="63"/>
                      <a:pt x="112" y="63"/>
                      <a:pt x="111" y="62"/>
                    </a:cubicBezTo>
                    <a:cubicBezTo>
                      <a:pt x="107" y="47"/>
                      <a:pt x="107" y="47"/>
                      <a:pt x="107" y="47"/>
                    </a:cubicBezTo>
                    <a:cubicBezTo>
                      <a:pt x="107" y="46"/>
                      <a:pt x="106" y="43"/>
                      <a:pt x="107" y="42"/>
                    </a:cubicBezTo>
                    <a:cubicBezTo>
                      <a:pt x="108" y="42"/>
                      <a:pt x="108" y="42"/>
                      <a:pt x="108" y="42"/>
                    </a:cubicBezTo>
                    <a:cubicBezTo>
                      <a:pt x="108" y="42"/>
                      <a:pt x="109" y="41"/>
                      <a:pt x="109" y="41"/>
                    </a:cubicBezTo>
                    <a:cubicBezTo>
                      <a:pt x="109" y="41"/>
                      <a:pt x="109" y="41"/>
                      <a:pt x="109" y="41"/>
                    </a:cubicBezTo>
                    <a:cubicBezTo>
                      <a:pt x="110" y="40"/>
                      <a:pt x="109" y="40"/>
                      <a:pt x="110" y="40"/>
                    </a:cubicBezTo>
                    <a:cubicBezTo>
                      <a:pt x="110" y="36"/>
                      <a:pt x="110" y="36"/>
                      <a:pt x="110" y="36"/>
                    </a:cubicBezTo>
                    <a:cubicBezTo>
                      <a:pt x="113" y="36"/>
                      <a:pt x="113" y="36"/>
                      <a:pt x="113" y="36"/>
                    </a:cubicBezTo>
                    <a:cubicBezTo>
                      <a:pt x="112" y="34"/>
                      <a:pt x="112" y="34"/>
                      <a:pt x="112" y="34"/>
                    </a:cubicBezTo>
                    <a:cubicBezTo>
                      <a:pt x="115" y="34"/>
                      <a:pt x="112" y="33"/>
                      <a:pt x="115" y="33"/>
                    </a:cubicBezTo>
                    <a:cubicBezTo>
                      <a:pt x="115" y="35"/>
                      <a:pt x="115" y="36"/>
                      <a:pt x="115" y="39"/>
                    </a:cubicBezTo>
                    <a:cubicBezTo>
                      <a:pt x="116" y="39"/>
                      <a:pt x="117" y="39"/>
                      <a:pt x="118" y="39"/>
                    </a:cubicBezTo>
                    <a:cubicBezTo>
                      <a:pt x="120" y="38"/>
                      <a:pt x="118" y="39"/>
                      <a:pt x="120" y="38"/>
                    </a:cubicBezTo>
                    <a:cubicBezTo>
                      <a:pt x="120" y="37"/>
                      <a:pt x="119" y="37"/>
                      <a:pt x="119" y="36"/>
                    </a:cubicBezTo>
                    <a:cubicBezTo>
                      <a:pt x="120" y="35"/>
                      <a:pt x="121" y="35"/>
                      <a:pt x="122" y="34"/>
                    </a:cubicBezTo>
                    <a:cubicBezTo>
                      <a:pt x="123" y="33"/>
                      <a:pt x="123" y="33"/>
                      <a:pt x="123" y="33"/>
                    </a:cubicBezTo>
                    <a:cubicBezTo>
                      <a:pt x="124" y="33"/>
                      <a:pt x="122" y="34"/>
                      <a:pt x="123" y="34"/>
                    </a:cubicBezTo>
                    <a:close/>
                    <a:moveTo>
                      <a:pt x="116" y="33"/>
                    </a:moveTo>
                    <a:cubicBezTo>
                      <a:pt x="117" y="33"/>
                      <a:pt x="117" y="33"/>
                      <a:pt x="117" y="33"/>
                    </a:cubicBezTo>
                    <a:cubicBezTo>
                      <a:pt x="114" y="31"/>
                      <a:pt x="116" y="32"/>
                      <a:pt x="116" y="33"/>
                    </a:cubicBezTo>
                    <a:close/>
                    <a:moveTo>
                      <a:pt x="144" y="44"/>
                    </a:moveTo>
                    <a:cubicBezTo>
                      <a:pt x="144" y="43"/>
                      <a:pt x="144" y="41"/>
                      <a:pt x="144" y="39"/>
                    </a:cubicBezTo>
                    <a:cubicBezTo>
                      <a:pt x="143" y="36"/>
                      <a:pt x="144" y="37"/>
                      <a:pt x="143" y="33"/>
                    </a:cubicBezTo>
                    <a:cubicBezTo>
                      <a:pt x="143" y="32"/>
                      <a:pt x="143" y="32"/>
                      <a:pt x="142" y="31"/>
                    </a:cubicBezTo>
                    <a:cubicBezTo>
                      <a:pt x="142" y="30"/>
                      <a:pt x="142" y="30"/>
                      <a:pt x="142" y="30"/>
                    </a:cubicBezTo>
                    <a:cubicBezTo>
                      <a:pt x="142" y="29"/>
                      <a:pt x="142" y="30"/>
                      <a:pt x="142" y="29"/>
                    </a:cubicBezTo>
                    <a:cubicBezTo>
                      <a:pt x="137" y="29"/>
                      <a:pt x="136" y="28"/>
                      <a:pt x="131" y="30"/>
                    </a:cubicBezTo>
                    <a:cubicBezTo>
                      <a:pt x="129" y="30"/>
                      <a:pt x="130" y="31"/>
                      <a:pt x="128" y="31"/>
                    </a:cubicBezTo>
                    <a:cubicBezTo>
                      <a:pt x="135" y="36"/>
                      <a:pt x="135" y="36"/>
                      <a:pt x="135" y="36"/>
                    </a:cubicBezTo>
                    <a:cubicBezTo>
                      <a:pt x="141" y="42"/>
                      <a:pt x="138" y="41"/>
                      <a:pt x="141" y="42"/>
                    </a:cubicBezTo>
                    <a:cubicBezTo>
                      <a:pt x="140" y="43"/>
                      <a:pt x="140" y="42"/>
                      <a:pt x="141" y="43"/>
                    </a:cubicBezTo>
                    <a:cubicBezTo>
                      <a:pt x="141" y="44"/>
                      <a:pt x="141" y="44"/>
                      <a:pt x="142" y="45"/>
                    </a:cubicBezTo>
                    <a:cubicBezTo>
                      <a:pt x="144" y="48"/>
                      <a:pt x="144" y="48"/>
                      <a:pt x="144" y="48"/>
                    </a:cubicBezTo>
                    <a:cubicBezTo>
                      <a:pt x="145" y="47"/>
                      <a:pt x="144" y="47"/>
                      <a:pt x="144" y="47"/>
                    </a:cubicBezTo>
                    <a:cubicBezTo>
                      <a:pt x="143" y="45"/>
                      <a:pt x="144" y="46"/>
                      <a:pt x="144" y="44"/>
                    </a:cubicBezTo>
                    <a:close/>
                    <a:moveTo>
                      <a:pt x="153" y="1"/>
                    </a:moveTo>
                    <a:cubicBezTo>
                      <a:pt x="153" y="1"/>
                      <a:pt x="152" y="1"/>
                      <a:pt x="152" y="1"/>
                    </a:cubicBezTo>
                    <a:cubicBezTo>
                      <a:pt x="151" y="3"/>
                      <a:pt x="151" y="1"/>
                      <a:pt x="149" y="4"/>
                    </a:cubicBezTo>
                    <a:cubicBezTo>
                      <a:pt x="148" y="4"/>
                      <a:pt x="146" y="4"/>
                      <a:pt x="145" y="4"/>
                    </a:cubicBezTo>
                    <a:cubicBezTo>
                      <a:pt x="145" y="4"/>
                      <a:pt x="144" y="5"/>
                      <a:pt x="144" y="5"/>
                    </a:cubicBezTo>
                    <a:cubicBezTo>
                      <a:pt x="142" y="5"/>
                      <a:pt x="143" y="5"/>
                      <a:pt x="142" y="5"/>
                    </a:cubicBezTo>
                    <a:cubicBezTo>
                      <a:pt x="140" y="5"/>
                      <a:pt x="140" y="6"/>
                      <a:pt x="137" y="6"/>
                    </a:cubicBezTo>
                    <a:cubicBezTo>
                      <a:pt x="136" y="7"/>
                      <a:pt x="135" y="6"/>
                      <a:pt x="133" y="7"/>
                    </a:cubicBezTo>
                    <a:cubicBezTo>
                      <a:pt x="133" y="8"/>
                      <a:pt x="133" y="8"/>
                      <a:pt x="133" y="8"/>
                    </a:cubicBezTo>
                    <a:cubicBezTo>
                      <a:pt x="130" y="8"/>
                      <a:pt x="131" y="8"/>
                      <a:pt x="129" y="9"/>
                    </a:cubicBezTo>
                    <a:cubicBezTo>
                      <a:pt x="128" y="10"/>
                      <a:pt x="127" y="10"/>
                      <a:pt x="126" y="10"/>
                    </a:cubicBezTo>
                    <a:cubicBezTo>
                      <a:pt x="123" y="11"/>
                      <a:pt x="116" y="14"/>
                      <a:pt x="115" y="16"/>
                    </a:cubicBezTo>
                    <a:cubicBezTo>
                      <a:pt x="113" y="18"/>
                      <a:pt x="113" y="19"/>
                      <a:pt x="109" y="19"/>
                    </a:cubicBezTo>
                    <a:cubicBezTo>
                      <a:pt x="109" y="21"/>
                      <a:pt x="109" y="19"/>
                      <a:pt x="109" y="19"/>
                    </a:cubicBezTo>
                    <a:cubicBezTo>
                      <a:pt x="90" y="33"/>
                      <a:pt x="90" y="33"/>
                      <a:pt x="90" y="33"/>
                    </a:cubicBezTo>
                    <a:cubicBezTo>
                      <a:pt x="90" y="33"/>
                      <a:pt x="89" y="34"/>
                      <a:pt x="89" y="34"/>
                    </a:cubicBezTo>
                    <a:cubicBezTo>
                      <a:pt x="88" y="35"/>
                      <a:pt x="88" y="36"/>
                      <a:pt x="86" y="36"/>
                    </a:cubicBezTo>
                    <a:cubicBezTo>
                      <a:pt x="86" y="37"/>
                      <a:pt x="86" y="37"/>
                      <a:pt x="86" y="37"/>
                    </a:cubicBezTo>
                    <a:cubicBezTo>
                      <a:pt x="84" y="37"/>
                      <a:pt x="86" y="37"/>
                      <a:pt x="84" y="38"/>
                    </a:cubicBezTo>
                    <a:cubicBezTo>
                      <a:pt x="83" y="39"/>
                      <a:pt x="83" y="39"/>
                      <a:pt x="83" y="39"/>
                    </a:cubicBezTo>
                    <a:cubicBezTo>
                      <a:pt x="83" y="39"/>
                      <a:pt x="82" y="39"/>
                      <a:pt x="82" y="39"/>
                    </a:cubicBezTo>
                    <a:cubicBezTo>
                      <a:pt x="82" y="39"/>
                      <a:pt x="82" y="40"/>
                      <a:pt x="82" y="40"/>
                    </a:cubicBezTo>
                    <a:cubicBezTo>
                      <a:pt x="78" y="43"/>
                      <a:pt x="78" y="43"/>
                      <a:pt x="78" y="43"/>
                    </a:cubicBezTo>
                    <a:cubicBezTo>
                      <a:pt x="78" y="43"/>
                      <a:pt x="78" y="43"/>
                      <a:pt x="78" y="43"/>
                    </a:cubicBezTo>
                    <a:cubicBezTo>
                      <a:pt x="77" y="44"/>
                      <a:pt x="77" y="44"/>
                      <a:pt x="77" y="44"/>
                    </a:cubicBezTo>
                    <a:cubicBezTo>
                      <a:pt x="77" y="44"/>
                      <a:pt x="77" y="44"/>
                      <a:pt x="77" y="44"/>
                    </a:cubicBezTo>
                    <a:cubicBezTo>
                      <a:pt x="66" y="55"/>
                      <a:pt x="66" y="55"/>
                      <a:pt x="66" y="55"/>
                    </a:cubicBezTo>
                    <a:cubicBezTo>
                      <a:pt x="65" y="56"/>
                      <a:pt x="64" y="57"/>
                      <a:pt x="65" y="58"/>
                    </a:cubicBezTo>
                    <a:cubicBezTo>
                      <a:pt x="62" y="59"/>
                      <a:pt x="63" y="60"/>
                      <a:pt x="60" y="63"/>
                    </a:cubicBezTo>
                    <a:cubicBezTo>
                      <a:pt x="57" y="68"/>
                      <a:pt x="57" y="70"/>
                      <a:pt x="56" y="70"/>
                    </a:cubicBezTo>
                    <a:cubicBezTo>
                      <a:pt x="56" y="72"/>
                      <a:pt x="56" y="72"/>
                      <a:pt x="56" y="72"/>
                    </a:cubicBezTo>
                    <a:cubicBezTo>
                      <a:pt x="56" y="72"/>
                      <a:pt x="56" y="72"/>
                      <a:pt x="56" y="72"/>
                    </a:cubicBezTo>
                    <a:cubicBezTo>
                      <a:pt x="51" y="80"/>
                      <a:pt x="51" y="80"/>
                      <a:pt x="51" y="80"/>
                    </a:cubicBezTo>
                    <a:cubicBezTo>
                      <a:pt x="51" y="80"/>
                      <a:pt x="50" y="81"/>
                      <a:pt x="50" y="81"/>
                    </a:cubicBezTo>
                    <a:cubicBezTo>
                      <a:pt x="50" y="81"/>
                      <a:pt x="50" y="82"/>
                      <a:pt x="50" y="82"/>
                    </a:cubicBezTo>
                    <a:cubicBezTo>
                      <a:pt x="49" y="85"/>
                      <a:pt x="49" y="85"/>
                      <a:pt x="49" y="85"/>
                    </a:cubicBezTo>
                    <a:cubicBezTo>
                      <a:pt x="49" y="85"/>
                      <a:pt x="49" y="85"/>
                      <a:pt x="49" y="85"/>
                    </a:cubicBezTo>
                    <a:cubicBezTo>
                      <a:pt x="49" y="85"/>
                      <a:pt x="48" y="85"/>
                      <a:pt x="48" y="85"/>
                    </a:cubicBezTo>
                    <a:cubicBezTo>
                      <a:pt x="47" y="89"/>
                      <a:pt x="47" y="89"/>
                      <a:pt x="47" y="89"/>
                    </a:cubicBezTo>
                    <a:cubicBezTo>
                      <a:pt x="46" y="91"/>
                      <a:pt x="47" y="91"/>
                      <a:pt x="45" y="92"/>
                    </a:cubicBezTo>
                    <a:cubicBezTo>
                      <a:pt x="46" y="92"/>
                      <a:pt x="46" y="92"/>
                      <a:pt x="46" y="92"/>
                    </a:cubicBezTo>
                    <a:cubicBezTo>
                      <a:pt x="42" y="103"/>
                      <a:pt x="42" y="103"/>
                      <a:pt x="42" y="103"/>
                    </a:cubicBezTo>
                    <a:cubicBezTo>
                      <a:pt x="41" y="105"/>
                      <a:pt x="42" y="101"/>
                      <a:pt x="41" y="104"/>
                    </a:cubicBezTo>
                    <a:cubicBezTo>
                      <a:pt x="41" y="105"/>
                      <a:pt x="40" y="108"/>
                      <a:pt x="40" y="109"/>
                    </a:cubicBezTo>
                    <a:cubicBezTo>
                      <a:pt x="39" y="109"/>
                      <a:pt x="39" y="109"/>
                      <a:pt x="39" y="109"/>
                    </a:cubicBezTo>
                    <a:cubicBezTo>
                      <a:pt x="39" y="110"/>
                      <a:pt x="39" y="112"/>
                      <a:pt x="38" y="112"/>
                    </a:cubicBezTo>
                    <a:cubicBezTo>
                      <a:pt x="38" y="114"/>
                      <a:pt x="38" y="114"/>
                      <a:pt x="37" y="115"/>
                    </a:cubicBezTo>
                    <a:cubicBezTo>
                      <a:pt x="32" y="130"/>
                      <a:pt x="32" y="130"/>
                      <a:pt x="32" y="130"/>
                    </a:cubicBezTo>
                    <a:cubicBezTo>
                      <a:pt x="31" y="133"/>
                      <a:pt x="33" y="131"/>
                      <a:pt x="31" y="132"/>
                    </a:cubicBezTo>
                    <a:cubicBezTo>
                      <a:pt x="31" y="131"/>
                      <a:pt x="30" y="131"/>
                      <a:pt x="30" y="130"/>
                    </a:cubicBezTo>
                    <a:cubicBezTo>
                      <a:pt x="31" y="128"/>
                      <a:pt x="32" y="128"/>
                      <a:pt x="30" y="127"/>
                    </a:cubicBezTo>
                    <a:cubicBezTo>
                      <a:pt x="30" y="115"/>
                      <a:pt x="30" y="115"/>
                      <a:pt x="30" y="115"/>
                    </a:cubicBezTo>
                    <a:cubicBezTo>
                      <a:pt x="29" y="114"/>
                      <a:pt x="31" y="114"/>
                      <a:pt x="30" y="114"/>
                    </a:cubicBezTo>
                    <a:cubicBezTo>
                      <a:pt x="30" y="114"/>
                      <a:pt x="30" y="116"/>
                      <a:pt x="30" y="115"/>
                    </a:cubicBezTo>
                    <a:cubicBezTo>
                      <a:pt x="30" y="114"/>
                      <a:pt x="30" y="115"/>
                      <a:pt x="30" y="115"/>
                    </a:cubicBezTo>
                    <a:cubicBezTo>
                      <a:pt x="30" y="112"/>
                      <a:pt x="30" y="112"/>
                      <a:pt x="30" y="112"/>
                    </a:cubicBezTo>
                    <a:cubicBezTo>
                      <a:pt x="30" y="110"/>
                      <a:pt x="30" y="107"/>
                      <a:pt x="30" y="104"/>
                    </a:cubicBezTo>
                    <a:cubicBezTo>
                      <a:pt x="30" y="100"/>
                      <a:pt x="29" y="97"/>
                      <a:pt x="30" y="92"/>
                    </a:cubicBezTo>
                    <a:cubicBezTo>
                      <a:pt x="30" y="92"/>
                      <a:pt x="30" y="92"/>
                      <a:pt x="30" y="92"/>
                    </a:cubicBezTo>
                    <a:cubicBezTo>
                      <a:pt x="30" y="91"/>
                      <a:pt x="30" y="91"/>
                      <a:pt x="30" y="91"/>
                    </a:cubicBezTo>
                    <a:cubicBezTo>
                      <a:pt x="30" y="89"/>
                      <a:pt x="30" y="88"/>
                      <a:pt x="30" y="87"/>
                    </a:cubicBezTo>
                    <a:cubicBezTo>
                      <a:pt x="29" y="85"/>
                      <a:pt x="30" y="82"/>
                      <a:pt x="30" y="81"/>
                    </a:cubicBezTo>
                    <a:cubicBezTo>
                      <a:pt x="30" y="80"/>
                      <a:pt x="30" y="81"/>
                      <a:pt x="30" y="80"/>
                    </a:cubicBezTo>
                    <a:cubicBezTo>
                      <a:pt x="29" y="74"/>
                      <a:pt x="32" y="64"/>
                      <a:pt x="26" y="60"/>
                    </a:cubicBezTo>
                    <a:cubicBezTo>
                      <a:pt x="21" y="58"/>
                      <a:pt x="21" y="58"/>
                      <a:pt x="21" y="58"/>
                    </a:cubicBezTo>
                    <a:cubicBezTo>
                      <a:pt x="21" y="58"/>
                      <a:pt x="20" y="59"/>
                      <a:pt x="20" y="59"/>
                    </a:cubicBezTo>
                    <a:cubicBezTo>
                      <a:pt x="17" y="59"/>
                      <a:pt x="16" y="61"/>
                      <a:pt x="15" y="62"/>
                    </a:cubicBezTo>
                    <a:cubicBezTo>
                      <a:pt x="15" y="64"/>
                      <a:pt x="15" y="65"/>
                      <a:pt x="15" y="67"/>
                    </a:cubicBezTo>
                    <a:cubicBezTo>
                      <a:pt x="15" y="68"/>
                      <a:pt x="16" y="69"/>
                      <a:pt x="16" y="69"/>
                    </a:cubicBezTo>
                    <a:cubicBezTo>
                      <a:pt x="16" y="70"/>
                      <a:pt x="16" y="70"/>
                      <a:pt x="16" y="70"/>
                    </a:cubicBezTo>
                    <a:cubicBezTo>
                      <a:pt x="16" y="70"/>
                      <a:pt x="16" y="70"/>
                      <a:pt x="16" y="70"/>
                    </a:cubicBezTo>
                    <a:cubicBezTo>
                      <a:pt x="16" y="73"/>
                      <a:pt x="16" y="73"/>
                      <a:pt x="16" y="73"/>
                    </a:cubicBezTo>
                    <a:cubicBezTo>
                      <a:pt x="16" y="73"/>
                      <a:pt x="16" y="73"/>
                      <a:pt x="16" y="73"/>
                    </a:cubicBezTo>
                    <a:cubicBezTo>
                      <a:pt x="16" y="76"/>
                      <a:pt x="16" y="76"/>
                      <a:pt x="16" y="76"/>
                    </a:cubicBezTo>
                    <a:cubicBezTo>
                      <a:pt x="16" y="77"/>
                      <a:pt x="16" y="77"/>
                      <a:pt x="16" y="77"/>
                    </a:cubicBezTo>
                    <a:cubicBezTo>
                      <a:pt x="15" y="81"/>
                      <a:pt x="15" y="82"/>
                      <a:pt x="14" y="85"/>
                    </a:cubicBezTo>
                    <a:cubicBezTo>
                      <a:pt x="14" y="87"/>
                      <a:pt x="12" y="90"/>
                      <a:pt x="13" y="92"/>
                    </a:cubicBezTo>
                    <a:cubicBezTo>
                      <a:pt x="12" y="92"/>
                      <a:pt x="12" y="92"/>
                      <a:pt x="12" y="92"/>
                    </a:cubicBezTo>
                    <a:cubicBezTo>
                      <a:pt x="12" y="98"/>
                      <a:pt x="11" y="95"/>
                      <a:pt x="10" y="99"/>
                    </a:cubicBezTo>
                    <a:cubicBezTo>
                      <a:pt x="10" y="101"/>
                      <a:pt x="9" y="101"/>
                      <a:pt x="8" y="103"/>
                    </a:cubicBezTo>
                    <a:cubicBezTo>
                      <a:pt x="8" y="106"/>
                      <a:pt x="8" y="106"/>
                      <a:pt x="8" y="108"/>
                    </a:cubicBezTo>
                    <a:cubicBezTo>
                      <a:pt x="7" y="110"/>
                      <a:pt x="7" y="109"/>
                      <a:pt x="7" y="111"/>
                    </a:cubicBezTo>
                    <a:cubicBezTo>
                      <a:pt x="7" y="114"/>
                      <a:pt x="6" y="116"/>
                      <a:pt x="6" y="120"/>
                    </a:cubicBezTo>
                    <a:cubicBezTo>
                      <a:pt x="5" y="120"/>
                      <a:pt x="5" y="120"/>
                      <a:pt x="5" y="121"/>
                    </a:cubicBezTo>
                    <a:cubicBezTo>
                      <a:pt x="6" y="123"/>
                      <a:pt x="5" y="126"/>
                      <a:pt x="4" y="127"/>
                    </a:cubicBezTo>
                    <a:cubicBezTo>
                      <a:pt x="4" y="131"/>
                      <a:pt x="4" y="131"/>
                      <a:pt x="4" y="131"/>
                    </a:cubicBezTo>
                    <a:cubicBezTo>
                      <a:pt x="3" y="133"/>
                      <a:pt x="4" y="133"/>
                      <a:pt x="4" y="135"/>
                    </a:cubicBezTo>
                    <a:cubicBezTo>
                      <a:pt x="2" y="150"/>
                      <a:pt x="2" y="150"/>
                      <a:pt x="2" y="150"/>
                    </a:cubicBezTo>
                    <a:cubicBezTo>
                      <a:pt x="2" y="152"/>
                      <a:pt x="2" y="152"/>
                      <a:pt x="1" y="153"/>
                    </a:cubicBezTo>
                    <a:cubicBezTo>
                      <a:pt x="1" y="156"/>
                      <a:pt x="2" y="165"/>
                      <a:pt x="1" y="167"/>
                    </a:cubicBezTo>
                    <a:cubicBezTo>
                      <a:pt x="1" y="167"/>
                      <a:pt x="1" y="168"/>
                      <a:pt x="1" y="168"/>
                    </a:cubicBezTo>
                    <a:cubicBezTo>
                      <a:pt x="0" y="170"/>
                      <a:pt x="1" y="194"/>
                      <a:pt x="2" y="196"/>
                    </a:cubicBezTo>
                    <a:cubicBezTo>
                      <a:pt x="2" y="197"/>
                      <a:pt x="2" y="199"/>
                      <a:pt x="3" y="200"/>
                    </a:cubicBezTo>
                    <a:cubicBezTo>
                      <a:pt x="7" y="209"/>
                      <a:pt x="7" y="209"/>
                      <a:pt x="7" y="209"/>
                    </a:cubicBezTo>
                    <a:cubicBezTo>
                      <a:pt x="6" y="212"/>
                      <a:pt x="6" y="210"/>
                      <a:pt x="6" y="212"/>
                    </a:cubicBezTo>
                    <a:cubicBezTo>
                      <a:pt x="7" y="215"/>
                      <a:pt x="8" y="217"/>
                      <a:pt x="11" y="219"/>
                    </a:cubicBezTo>
                    <a:cubicBezTo>
                      <a:pt x="11" y="220"/>
                      <a:pt x="12" y="221"/>
                      <a:pt x="13" y="221"/>
                    </a:cubicBezTo>
                    <a:cubicBezTo>
                      <a:pt x="13" y="221"/>
                      <a:pt x="13" y="221"/>
                      <a:pt x="13" y="222"/>
                    </a:cubicBezTo>
                    <a:cubicBezTo>
                      <a:pt x="17" y="224"/>
                      <a:pt x="17" y="224"/>
                      <a:pt x="17" y="224"/>
                    </a:cubicBezTo>
                    <a:cubicBezTo>
                      <a:pt x="17" y="224"/>
                      <a:pt x="17" y="224"/>
                      <a:pt x="17" y="224"/>
                    </a:cubicBezTo>
                    <a:cubicBezTo>
                      <a:pt x="20" y="227"/>
                      <a:pt x="20" y="226"/>
                      <a:pt x="23" y="227"/>
                    </a:cubicBezTo>
                    <a:cubicBezTo>
                      <a:pt x="25" y="228"/>
                      <a:pt x="23" y="227"/>
                      <a:pt x="25" y="228"/>
                    </a:cubicBezTo>
                    <a:cubicBezTo>
                      <a:pt x="27" y="229"/>
                      <a:pt x="30" y="231"/>
                      <a:pt x="33" y="231"/>
                    </a:cubicBezTo>
                    <a:cubicBezTo>
                      <a:pt x="35" y="231"/>
                      <a:pt x="37" y="231"/>
                      <a:pt x="39" y="232"/>
                    </a:cubicBezTo>
                    <a:cubicBezTo>
                      <a:pt x="39" y="231"/>
                      <a:pt x="39" y="231"/>
                      <a:pt x="40" y="231"/>
                    </a:cubicBezTo>
                    <a:cubicBezTo>
                      <a:pt x="43" y="230"/>
                      <a:pt x="45" y="230"/>
                      <a:pt x="47" y="227"/>
                    </a:cubicBezTo>
                    <a:cubicBezTo>
                      <a:pt x="51" y="224"/>
                      <a:pt x="51" y="225"/>
                      <a:pt x="59" y="225"/>
                    </a:cubicBezTo>
                    <a:cubicBezTo>
                      <a:pt x="60" y="226"/>
                      <a:pt x="59" y="226"/>
                      <a:pt x="60" y="226"/>
                    </a:cubicBezTo>
                    <a:cubicBezTo>
                      <a:pt x="60" y="226"/>
                      <a:pt x="60" y="226"/>
                      <a:pt x="60" y="225"/>
                    </a:cubicBezTo>
                    <a:cubicBezTo>
                      <a:pt x="65" y="226"/>
                      <a:pt x="65" y="226"/>
                      <a:pt x="65" y="226"/>
                    </a:cubicBezTo>
                    <a:cubicBezTo>
                      <a:pt x="66" y="226"/>
                      <a:pt x="66" y="226"/>
                      <a:pt x="66" y="225"/>
                    </a:cubicBezTo>
                    <a:cubicBezTo>
                      <a:pt x="72" y="226"/>
                      <a:pt x="72" y="226"/>
                      <a:pt x="72" y="226"/>
                    </a:cubicBezTo>
                    <a:cubicBezTo>
                      <a:pt x="72" y="226"/>
                      <a:pt x="72" y="226"/>
                      <a:pt x="72" y="226"/>
                    </a:cubicBezTo>
                    <a:cubicBezTo>
                      <a:pt x="72" y="225"/>
                      <a:pt x="72" y="225"/>
                      <a:pt x="72" y="225"/>
                    </a:cubicBezTo>
                    <a:cubicBezTo>
                      <a:pt x="76" y="224"/>
                      <a:pt x="79" y="226"/>
                      <a:pt x="83" y="224"/>
                    </a:cubicBezTo>
                    <a:cubicBezTo>
                      <a:pt x="89" y="223"/>
                      <a:pt x="108" y="224"/>
                      <a:pt x="111" y="223"/>
                    </a:cubicBezTo>
                    <a:cubicBezTo>
                      <a:pt x="114" y="222"/>
                      <a:pt x="118" y="223"/>
                      <a:pt x="122" y="222"/>
                    </a:cubicBezTo>
                    <a:cubicBezTo>
                      <a:pt x="126" y="221"/>
                      <a:pt x="127" y="222"/>
                      <a:pt x="131" y="222"/>
                    </a:cubicBezTo>
                    <a:cubicBezTo>
                      <a:pt x="136" y="222"/>
                      <a:pt x="135" y="225"/>
                      <a:pt x="138" y="227"/>
                    </a:cubicBezTo>
                    <a:cubicBezTo>
                      <a:pt x="137" y="229"/>
                      <a:pt x="137" y="229"/>
                      <a:pt x="137" y="229"/>
                    </a:cubicBezTo>
                    <a:cubicBezTo>
                      <a:pt x="137" y="229"/>
                      <a:pt x="137" y="229"/>
                      <a:pt x="137" y="229"/>
                    </a:cubicBezTo>
                    <a:cubicBezTo>
                      <a:pt x="139" y="230"/>
                      <a:pt x="138" y="230"/>
                      <a:pt x="138" y="232"/>
                    </a:cubicBezTo>
                    <a:cubicBezTo>
                      <a:pt x="140" y="233"/>
                      <a:pt x="138" y="232"/>
                      <a:pt x="140" y="233"/>
                    </a:cubicBezTo>
                    <a:cubicBezTo>
                      <a:pt x="141" y="234"/>
                      <a:pt x="141" y="234"/>
                      <a:pt x="141" y="234"/>
                    </a:cubicBezTo>
                    <a:cubicBezTo>
                      <a:pt x="141" y="238"/>
                      <a:pt x="141" y="238"/>
                      <a:pt x="141" y="238"/>
                    </a:cubicBezTo>
                    <a:cubicBezTo>
                      <a:pt x="140" y="239"/>
                      <a:pt x="142" y="242"/>
                      <a:pt x="140" y="245"/>
                    </a:cubicBezTo>
                    <a:cubicBezTo>
                      <a:pt x="140" y="246"/>
                      <a:pt x="141" y="246"/>
                      <a:pt x="141" y="248"/>
                    </a:cubicBezTo>
                    <a:cubicBezTo>
                      <a:pt x="141" y="252"/>
                      <a:pt x="144" y="253"/>
                      <a:pt x="146" y="255"/>
                    </a:cubicBezTo>
                    <a:cubicBezTo>
                      <a:pt x="147" y="255"/>
                      <a:pt x="147" y="255"/>
                      <a:pt x="147" y="255"/>
                    </a:cubicBezTo>
                    <a:cubicBezTo>
                      <a:pt x="148" y="256"/>
                      <a:pt x="148" y="256"/>
                      <a:pt x="149" y="257"/>
                    </a:cubicBezTo>
                    <a:cubicBezTo>
                      <a:pt x="150" y="258"/>
                      <a:pt x="150" y="258"/>
                      <a:pt x="153" y="259"/>
                    </a:cubicBezTo>
                    <a:cubicBezTo>
                      <a:pt x="159" y="261"/>
                      <a:pt x="161" y="254"/>
                      <a:pt x="163" y="253"/>
                    </a:cubicBezTo>
                    <a:cubicBezTo>
                      <a:pt x="165" y="252"/>
                      <a:pt x="164" y="253"/>
                      <a:pt x="166" y="252"/>
                    </a:cubicBezTo>
                    <a:cubicBezTo>
                      <a:pt x="167" y="251"/>
                      <a:pt x="165" y="251"/>
                      <a:pt x="168" y="251"/>
                    </a:cubicBezTo>
                    <a:cubicBezTo>
                      <a:pt x="171" y="247"/>
                      <a:pt x="171" y="247"/>
                      <a:pt x="171" y="247"/>
                    </a:cubicBezTo>
                    <a:cubicBezTo>
                      <a:pt x="173" y="246"/>
                      <a:pt x="174" y="247"/>
                      <a:pt x="174" y="244"/>
                    </a:cubicBezTo>
                    <a:cubicBezTo>
                      <a:pt x="175" y="244"/>
                      <a:pt x="175" y="244"/>
                      <a:pt x="176" y="244"/>
                    </a:cubicBezTo>
                    <a:cubicBezTo>
                      <a:pt x="176" y="238"/>
                      <a:pt x="176" y="237"/>
                      <a:pt x="177" y="233"/>
                    </a:cubicBezTo>
                    <a:cubicBezTo>
                      <a:pt x="178" y="232"/>
                      <a:pt x="177" y="233"/>
                      <a:pt x="178" y="232"/>
                    </a:cubicBezTo>
                    <a:cubicBezTo>
                      <a:pt x="178" y="229"/>
                      <a:pt x="178" y="223"/>
                      <a:pt x="178" y="221"/>
                    </a:cubicBezTo>
                    <a:cubicBezTo>
                      <a:pt x="176" y="217"/>
                      <a:pt x="178" y="218"/>
                      <a:pt x="178" y="212"/>
                    </a:cubicBezTo>
                    <a:cubicBezTo>
                      <a:pt x="179" y="211"/>
                      <a:pt x="178" y="206"/>
                      <a:pt x="179" y="202"/>
                    </a:cubicBezTo>
                    <a:cubicBezTo>
                      <a:pt x="177" y="201"/>
                      <a:pt x="178" y="200"/>
                      <a:pt x="179" y="198"/>
                    </a:cubicBezTo>
                    <a:cubicBezTo>
                      <a:pt x="177" y="195"/>
                      <a:pt x="179" y="189"/>
                      <a:pt x="177" y="186"/>
                    </a:cubicBezTo>
                    <a:cubicBezTo>
                      <a:pt x="178" y="184"/>
                      <a:pt x="180" y="182"/>
                      <a:pt x="179" y="179"/>
                    </a:cubicBezTo>
                    <a:cubicBezTo>
                      <a:pt x="177" y="174"/>
                      <a:pt x="180" y="177"/>
                      <a:pt x="179" y="172"/>
                    </a:cubicBezTo>
                    <a:cubicBezTo>
                      <a:pt x="182" y="170"/>
                      <a:pt x="180" y="169"/>
                      <a:pt x="180" y="167"/>
                    </a:cubicBezTo>
                    <a:cubicBezTo>
                      <a:pt x="179" y="166"/>
                      <a:pt x="180" y="163"/>
                      <a:pt x="180" y="162"/>
                    </a:cubicBezTo>
                    <a:cubicBezTo>
                      <a:pt x="181" y="162"/>
                      <a:pt x="181" y="162"/>
                      <a:pt x="181" y="162"/>
                    </a:cubicBezTo>
                    <a:cubicBezTo>
                      <a:pt x="181" y="158"/>
                      <a:pt x="182" y="161"/>
                      <a:pt x="180" y="159"/>
                    </a:cubicBezTo>
                    <a:cubicBezTo>
                      <a:pt x="180" y="157"/>
                      <a:pt x="179" y="155"/>
                      <a:pt x="180" y="152"/>
                    </a:cubicBezTo>
                    <a:cubicBezTo>
                      <a:pt x="180" y="152"/>
                      <a:pt x="180" y="152"/>
                      <a:pt x="180" y="152"/>
                    </a:cubicBezTo>
                    <a:cubicBezTo>
                      <a:pt x="180" y="152"/>
                      <a:pt x="180" y="152"/>
                      <a:pt x="180" y="152"/>
                    </a:cubicBezTo>
                    <a:cubicBezTo>
                      <a:pt x="181" y="150"/>
                      <a:pt x="181" y="150"/>
                      <a:pt x="181" y="150"/>
                    </a:cubicBezTo>
                    <a:cubicBezTo>
                      <a:pt x="181" y="141"/>
                      <a:pt x="181" y="141"/>
                      <a:pt x="181" y="141"/>
                    </a:cubicBezTo>
                    <a:cubicBezTo>
                      <a:pt x="181" y="141"/>
                      <a:pt x="181" y="140"/>
                      <a:pt x="181" y="139"/>
                    </a:cubicBezTo>
                    <a:cubicBezTo>
                      <a:pt x="182" y="138"/>
                      <a:pt x="182" y="138"/>
                      <a:pt x="182" y="138"/>
                    </a:cubicBezTo>
                    <a:cubicBezTo>
                      <a:pt x="182" y="137"/>
                      <a:pt x="182" y="136"/>
                      <a:pt x="181" y="135"/>
                    </a:cubicBezTo>
                    <a:cubicBezTo>
                      <a:pt x="181" y="133"/>
                      <a:pt x="180" y="134"/>
                      <a:pt x="181" y="133"/>
                    </a:cubicBezTo>
                    <a:cubicBezTo>
                      <a:pt x="180" y="133"/>
                      <a:pt x="180" y="133"/>
                      <a:pt x="180" y="133"/>
                    </a:cubicBezTo>
                    <a:cubicBezTo>
                      <a:pt x="180" y="131"/>
                      <a:pt x="180" y="131"/>
                      <a:pt x="181" y="130"/>
                    </a:cubicBezTo>
                    <a:cubicBezTo>
                      <a:pt x="179" y="129"/>
                      <a:pt x="179" y="129"/>
                      <a:pt x="179" y="129"/>
                    </a:cubicBezTo>
                    <a:cubicBezTo>
                      <a:pt x="179" y="128"/>
                      <a:pt x="179" y="128"/>
                      <a:pt x="179" y="128"/>
                    </a:cubicBezTo>
                    <a:cubicBezTo>
                      <a:pt x="179" y="127"/>
                      <a:pt x="179" y="127"/>
                      <a:pt x="179" y="127"/>
                    </a:cubicBezTo>
                    <a:cubicBezTo>
                      <a:pt x="181" y="127"/>
                      <a:pt x="180" y="127"/>
                      <a:pt x="181" y="125"/>
                    </a:cubicBezTo>
                    <a:cubicBezTo>
                      <a:pt x="181" y="124"/>
                      <a:pt x="181" y="124"/>
                      <a:pt x="182" y="124"/>
                    </a:cubicBezTo>
                    <a:cubicBezTo>
                      <a:pt x="180" y="121"/>
                      <a:pt x="180" y="120"/>
                      <a:pt x="179" y="118"/>
                    </a:cubicBezTo>
                    <a:cubicBezTo>
                      <a:pt x="179" y="118"/>
                      <a:pt x="179" y="117"/>
                      <a:pt x="179" y="117"/>
                    </a:cubicBezTo>
                    <a:cubicBezTo>
                      <a:pt x="179" y="117"/>
                      <a:pt x="179" y="117"/>
                      <a:pt x="179" y="117"/>
                    </a:cubicBezTo>
                    <a:cubicBezTo>
                      <a:pt x="179" y="117"/>
                      <a:pt x="179" y="116"/>
                      <a:pt x="179" y="116"/>
                    </a:cubicBezTo>
                    <a:cubicBezTo>
                      <a:pt x="179" y="115"/>
                      <a:pt x="180" y="108"/>
                      <a:pt x="179" y="105"/>
                    </a:cubicBezTo>
                    <a:cubicBezTo>
                      <a:pt x="179" y="105"/>
                      <a:pt x="179" y="104"/>
                      <a:pt x="179" y="104"/>
                    </a:cubicBezTo>
                    <a:cubicBezTo>
                      <a:pt x="179" y="102"/>
                      <a:pt x="178" y="100"/>
                      <a:pt x="179" y="99"/>
                    </a:cubicBezTo>
                    <a:cubicBezTo>
                      <a:pt x="179" y="99"/>
                      <a:pt x="179" y="99"/>
                      <a:pt x="179" y="99"/>
                    </a:cubicBezTo>
                    <a:cubicBezTo>
                      <a:pt x="179" y="98"/>
                      <a:pt x="179" y="98"/>
                      <a:pt x="179" y="97"/>
                    </a:cubicBezTo>
                    <a:cubicBezTo>
                      <a:pt x="179" y="97"/>
                      <a:pt x="179" y="98"/>
                      <a:pt x="179" y="96"/>
                    </a:cubicBezTo>
                    <a:cubicBezTo>
                      <a:pt x="180" y="91"/>
                      <a:pt x="180" y="91"/>
                      <a:pt x="180" y="91"/>
                    </a:cubicBezTo>
                    <a:cubicBezTo>
                      <a:pt x="180" y="88"/>
                      <a:pt x="178" y="89"/>
                      <a:pt x="179" y="84"/>
                    </a:cubicBezTo>
                    <a:cubicBezTo>
                      <a:pt x="180" y="81"/>
                      <a:pt x="180" y="81"/>
                      <a:pt x="180" y="81"/>
                    </a:cubicBezTo>
                    <a:cubicBezTo>
                      <a:pt x="178" y="80"/>
                      <a:pt x="179" y="81"/>
                      <a:pt x="179" y="79"/>
                    </a:cubicBezTo>
                    <a:cubicBezTo>
                      <a:pt x="179" y="78"/>
                      <a:pt x="180" y="73"/>
                      <a:pt x="181" y="71"/>
                    </a:cubicBezTo>
                    <a:cubicBezTo>
                      <a:pt x="181" y="70"/>
                      <a:pt x="181" y="69"/>
                      <a:pt x="181" y="68"/>
                    </a:cubicBezTo>
                    <a:cubicBezTo>
                      <a:pt x="183" y="62"/>
                      <a:pt x="183" y="62"/>
                      <a:pt x="183" y="62"/>
                    </a:cubicBezTo>
                    <a:cubicBezTo>
                      <a:pt x="183" y="60"/>
                      <a:pt x="183" y="61"/>
                      <a:pt x="184" y="60"/>
                    </a:cubicBezTo>
                    <a:cubicBezTo>
                      <a:pt x="184" y="57"/>
                      <a:pt x="185" y="56"/>
                      <a:pt x="185" y="54"/>
                    </a:cubicBezTo>
                    <a:cubicBezTo>
                      <a:pt x="185" y="51"/>
                      <a:pt x="185" y="50"/>
                      <a:pt x="186" y="48"/>
                    </a:cubicBezTo>
                    <a:cubicBezTo>
                      <a:pt x="190" y="40"/>
                      <a:pt x="190" y="40"/>
                      <a:pt x="190" y="40"/>
                    </a:cubicBezTo>
                    <a:cubicBezTo>
                      <a:pt x="191" y="39"/>
                      <a:pt x="190" y="40"/>
                      <a:pt x="191" y="39"/>
                    </a:cubicBezTo>
                    <a:cubicBezTo>
                      <a:pt x="190" y="38"/>
                      <a:pt x="189" y="38"/>
                      <a:pt x="191" y="38"/>
                    </a:cubicBezTo>
                    <a:cubicBezTo>
                      <a:pt x="191" y="33"/>
                      <a:pt x="192" y="25"/>
                      <a:pt x="190" y="21"/>
                    </a:cubicBezTo>
                    <a:cubicBezTo>
                      <a:pt x="180" y="8"/>
                      <a:pt x="180" y="8"/>
                      <a:pt x="180" y="8"/>
                    </a:cubicBezTo>
                    <a:cubicBezTo>
                      <a:pt x="179" y="8"/>
                      <a:pt x="179" y="7"/>
                      <a:pt x="178" y="8"/>
                    </a:cubicBezTo>
                    <a:cubicBezTo>
                      <a:pt x="177" y="5"/>
                      <a:pt x="170" y="3"/>
                      <a:pt x="167" y="3"/>
                    </a:cubicBezTo>
                    <a:cubicBezTo>
                      <a:pt x="165" y="2"/>
                      <a:pt x="165" y="2"/>
                      <a:pt x="165" y="2"/>
                    </a:cubicBezTo>
                    <a:cubicBezTo>
                      <a:pt x="164" y="2"/>
                      <a:pt x="163" y="2"/>
                      <a:pt x="162" y="2"/>
                    </a:cubicBezTo>
                    <a:cubicBezTo>
                      <a:pt x="162" y="0"/>
                      <a:pt x="162" y="2"/>
                      <a:pt x="161" y="2"/>
                    </a:cubicBezTo>
                    <a:cubicBezTo>
                      <a:pt x="159" y="1"/>
                      <a:pt x="155" y="1"/>
                      <a:pt x="153" y="1"/>
                    </a:cubicBezTo>
                    <a:close/>
                    <a:moveTo>
                      <a:pt x="93" y="93"/>
                    </a:moveTo>
                    <a:cubicBezTo>
                      <a:pt x="93" y="95"/>
                      <a:pt x="93" y="95"/>
                      <a:pt x="93" y="95"/>
                    </a:cubicBezTo>
                    <a:cubicBezTo>
                      <a:pt x="92" y="95"/>
                      <a:pt x="91" y="95"/>
                      <a:pt x="92" y="96"/>
                    </a:cubicBezTo>
                    <a:cubicBezTo>
                      <a:pt x="93" y="95"/>
                      <a:pt x="93" y="96"/>
                      <a:pt x="94" y="95"/>
                    </a:cubicBezTo>
                    <a:cubicBezTo>
                      <a:pt x="94" y="95"/>
                      <a:pt x="94" y="94"/>
                      <a:pt x="94" y="94"/>
                    </a:cubicBezTo>
                    <a:cubicBezTo>
                      <a:pt x="94" y="94"/>
                      <a:pt x="94" y="94"/>
                      <a:pt x="94" y="94"/>
                    </a:cubicBezTo>
                    <a:cubicBezTo>
                      <a:pt x="93" y="93"/>
                      <a:pt x="95" y="93"/>
                      <a:pt x="93" y="93"/>
                    </a:cubicBezTo>
                    <a:close/>
                    <a:moveTo>
                      <a:pt x="103" y="102"/>
                    </a:moveTo>
                    <a:cubicBezTo>
                      <a:pt x="104" y="102"/>
                      <a:pt x="103" y="101"/>
                      <a:pt x="104" y="100"/>
                    </a:cubicBezTo>
                    <a:cubicBezTo>
                      <a:pt x="103" y="100"/>
                      <a:pt x="103" y="100"/>
                      <a:pt x="102" y="99"/>
                    </a:cubicBezTo>
                    <a:cubicBezTo>
                      <a:pt x="103" y="101"/>
                      <a:pt x="103" y="100"/>
                      <a:pt x="103" y="102"/>
                    </a:cubicBezTo>
                    <a:close/>
                    <a:moveTo>
                      <a:pt x="97" y="96"/>
                    </a:moveTo>
                    <a:cubicBezTo>
                      <a:pt x="99" y="96"/>
                      <a:pt x="99" y="97"/>
                      <a:pt x="99" y="95"/>
                    </a:cubicBezTo>
                    <a:cubicBezTo>
                      <a:pt x="98" y="95"/>
                      <a:pt x="99" y="94"/>
                      <a:pt x="98" y="95"/>
                    </a:cubicBezTo>
                    <a:cubicBezTo>
                      <a:pt x="98" y="95"/>
                      <a:pt x="97" y="96"/>
                      <a:pt x="97" y="96"/>
                    </a:cubicBezTo>
                    <a:close/>
                    <a:moveTo>
                      <a:pt x="115" y="193"/>
                    </a:moveTo>
                    <a:cubicBezTo>
                      <a:pt x="116" y="193"/>
                      <a:pt x="116" y="193"/>
                      <a:pt x="116" y="193"/>
                    </a:cubicBezTo>
                    <a:cubicBezTo>
                      <a:pt x="116" y="194"/>
                      <a:pt x="117" y="194"/>
                      <a:pt x="115" y="194"/>
                    </a:cubicBezTo>
                    <a:cubicBezTo>
                      <a:pt x="114" y="194"/>
                      <a:pt x="115" y="194"/>
                      <a:pt x="115" y="193"/>
                    </a:cubicBezTo>
                    <a:close/>
                    <a:moveTo>
                      <a:pt x="58" y="117"/>
                    </a:moveTo>
                    <a:cubicBezTo>
                      <a:pt x="60" y="116"/>
                      <a:pt x="60" y="116"/>
                      <a:pt x="60" y="118"/>
                    </a:cubicBezTo>
                    <a:cubicBezTo>
                      <a:pt x="59" y="116"/>
                      <a:pt x="59" y="117"/>
                      <a:pt x="58" y="117"/>
                    </a:cubicBezTo>
                    <a:close/>
                    <a:moveTo>
                      <a:pt x="46" y="165"/>
                    </a:moveTo>
                    <a:cubicBezTo>
                      <a:pt x="46" y="165"/>
                      <a:pt x="45" y="164"/>
                      <a:pt x="47" y="165"/>
                    </a:cubicBezTo>
                    <a:cubicBezTo>
                      <a:pt x="47" y="166"/>
                      <a:pt x="47" y="166"/>
                      <a:pt x="46" y="165"/>
                    </a:cubicBezTo>
                    <a:close/>
                    <a:moveTo>
                      <a:pt x="90" y="99"/>
                    </a:moveTo>
                    <a:cubicBezTo>
                      <a:pt x="91" y="99"/>
                      <a:pt x="91" y="99"/>
                      <a:pt x="91" y="99"/>
                    </a:cubicBezTo>
                    <a:cubicBezTo>
                      <a:pt x="91" y="99"/>
                      <a:pt x="91" y="98"/>
                      <a:pt x="90" y="99"/>
                    </a:cubicBezTo>
                    <a:close/>
                    <a:moveTo>
                      <a:pt x="45" y="182"/>
                    </a:moveTo>
                    <a:cubicBezTo>
                      <a:pt x="45" y="181"/>
                      <a:pt x="46" y="181"/>
                      <a:pt x="46" y="182"/>
                    </a:cubicBezTo>
                    <a:cubicBezTo>
                      <a:pt x="47" y="183"/>
                      <a:pt x="45" y="182"/>
                      <a:pt x="45" y="182"/>
                    </a:cubicBezTo>
                    <a:close/>
                    <a:moveTo>
                      <a:pt x="92" y="97"/>
                    </a:moveTo>
                    <a:cubicBezTo>
                      <a:pt x="91" y="96"/>
                      <a:pt x="91" y="96"/>
                      <a:pt x="91" y="96"/>
                    </a:cubicBezTo>
                    <a:cubicBezTo>
                      <a:pt x="91" y="97"/>
                      <a:pt x="90" y="97"/>
                      <a:pt x="92" y="97"/>
                    </a:cubicBezTo>
                    <a:close/>
                    <a:moveTo>
                      <a:pt x="75" y="116"/>
                    </a:moveTo>
                    <a:cubicBezTo>
                      <a:pt x="74" y="115"/>
                      <a:pt x="74" y="116"/>
                      <a:pt x="75" y="115"/>
                    </a:cubicBezTo>
                    <a:cubicBezTo>
                      <a:pt x="75" y="116"/>
                      <a:pt x="75" y="116"/>
                      <a:pt x="75" y="116"/>
                    </a:cubicBezTo>
                    <a:close/>
                    <a:moveTo>
                      <a:pt x="101" y="92"/>
                    </a:moveTo>
                    <a:cubicBezTo>
                      <a:pt x="101" y="90"/>
                      <a:pt x="101" y="90"/>
                      <a:pt x="101" y="90"/>
                    </a:cubicBezTo>
                    <a:cubicBezTo>
                      <a:pt x="101" y="92"/>
                      <a:pt x="101" y="91"/>
                      <a:pt x="101" y="92"/>
                    </a:cubicBezTo>
                    <a:close/>
                    <a:moveTo>
                      <a:pt x="101" y="176"/>
                    </a:moveTo>
                    <a:cubicBezTo>
                      <a:pt x="102" y="176"/>
                      <a:pt x="102" y="176"/>
                      <a:pt x="102" y="176"/>
                    </a:cubicBezTo>
                    <a:cubicBezTo>
                      <a:pt x="101" y="176"/>
                      <a:pt x="101" y="176"/>
                      <a:pt x="101" y="176"/>
                    </a:cubicBezTo>
                    <a:close/>
                    <a:moveTo>
                      <a:pt x="85" y="105"/>
                    </a:moveTo>
                    <a:cubicBezTo>
                      <a:pt x="85" y="105"/>
                      <a:pt x="86" y="106"/>
                      <a:pt x="85" y="105"/>
                    </a:cubicBezTo>
                    <a:cubicBezTo>
                      <a:pt x="85" y="105"/>
                      <a:pt x="85" y="105"/>
                      <a:pt x="85" y="105"/>
                    </a:cubicBezTo>
                    <a:close/>
                    <a:moveTo>
                      <a:pt x="13" y="59"/>
                    </a:moveTo>
                    <a:cubicBezTo>
                      <a:pt x="14" y="60"/>
                      <a:pt x="13" y="59"/>
                      <a:pt x="14" y="61"/>
                    </a:cubicBezTo>
                    <a:cubicBezTo>
                      <a:pt x="13" y="59"/>
                      <a:pt x="13" y="59"/>
                      <a:pt x="13" y="59"/>
                    </a:cubicBezTo>
                    <a:close/>
                    <a:moveTo>
                      <a:pt x="180" y="152"/>
                    </a:moveTo>
                    <a:cubicBezTo>
                      <a:pt x="181" y="152"/>
                      <a:pt x="181" y="153"/>
                      <a:pt x="181" y="153"/>
                    </a:cubicBezTo>
                    <a:cubicBezTo>
                      <a:pt x="181" y="153"/>
                      <a:pt x="180" y="153"/>
                      <a:pt x="180" y="152"/>
                    </a:cubicBezTo>
                    <a:close/>
                    <a:moveTo>
                      <a:pt x="46" y="172"/>
                    </a:moveTo>
                    <a:cubicBezTo>
                      <a:pt x="46" y="172"/>
                      <a:pt x="46" y="172"/>
                      <a:pt x="46" y="172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" name="Freeform 15"/>
              <p:cNvSpPr>
                <a:spLocks noEditPoints="1"/>
              </p:cNvSpPr>
              <p:nvPr/>
            </p:nvSpPr>
            <p:spPr bwMode="auto">
              <a:xfrm>
                <a:off x="3732034" y="4258993"/>
                <a:ext cx="214313" cy="395288"/>
              </a:xfrm>
              <a:custGeom>
                <a:avLst/>
                <a:gdLst>
                  <a:gd name="T0" fmla="*/ 68 w 187"/>
                  <a:gd name="T1" fmla="*/ 285 h 344"/>
                  <a:gd name="T2" fmla="*/ 80 w 187"/>
                  <a:gd name="T3" fmla="*/ 274 h 344"/>
                  <a:gd name="T4" fmla="*/ 74 w 187"/>
                  <a:gd name="T5" fmla="*/ 272 h 344"/>
                  <a:gd name="T6" fmla="*/ 141 w 187"/>
                  <a:gd name="T7" fmla="*/ 162 h 344"/>
                  <a:gd name="T8" fmla="*/ 142 w 187"/>
                  <a:gd name="T9" fmla="*/ 163 h 344"/>
                  <a:gd name="T10" fmla="*/ 146 w 187"/>
                  <a:gd name="T11" fmla="*/ 159 h 344"/>
                  <a:gd name="T12" fmla="*/ 69 w 187"/>
                  <a:gd name="T13" fmla="*/ 173 h 344"/>
                  <a:gd name="T14" fmla="*/ 63 w 187"/>
                  <a:gd name="T15" fmla="*/ 174 h 344"/>
                  <a:gd name="T16" fmla="*/ 64 w 187"/>
                  <a:gd name="T17" fmla="*/ 148 h 344"/>
                  <a:gd name="T18" fmla="*/ 65 w 187"/>
                  <a:gd name="T19" fmla="*/ 145 h 344"/>
                  <a:gd name="T20" fmla="*/ 72 w 187"/>
                  <a:gd name="T21" fmla="*/ 134 h 344"/>
                  <a:gd name="T22" fmla="*/ 116 w 187"/>
                  <a:gd name="T23" fmla="*/ 140 h 344"/>
                  <a:gd name="T24" fmla="*/ 115 w 187"/>
                  <a:gd name="T25" fmla="*/ 132 h 344"/>
                  <a:gd name="T26" fmla="*/ 148 w 187"/>
                  <a:gd name="T27" fmla="*/ 106 h 344"/>
                  <a:gd name="T28" fmla="*/ 140 w 187"/>
                  <a:gd name="T29" fmla="*/ 118 h 344"/>
                  <a:gd name="T30" fmla="*/ 137 w 187"/>
                  <a:gd name="T31" fmla="*/ 111 h 344"/>
                  <a:gd name="T32" fmla="*/ 138 w 187"/>
                  <a:gd name="T33" fmla="*/ 117 h 344"/>
                  <a:gd name="T34" fmla="*/ 132 w 187"/>
                  <a:gd name="T35" fmla="*/ 80 h 344"/>
                  <a:gd name="T36" fmla="*/ 67 w 187"/>
                  <a:gd name="T37" fmla="*/ 293 h 344"/>
                  <a:gd name="T38" fmla="*/ 69 w 187"/>
                  <a:gd name="T39" fmla="*/ 308 h 344"/>
                  <a:gd name="T40" fmla="*/ 77 w 187"/>
                  <a:gd name="T41" fmla="*/ 325 h 344"/>
                  <a:gd name="T42" fmla="*/ 83 w 187"/>
                  <a:gd name="T43" fmla="*/ 334 h 344"/>
                  <a:gd name="T44" fmla="*/ 88 w 187"/>
                  <a:gd name="T45" fmla="*/ 344 h 344"/>
                  <a:gd name="T46" fmla="*/ 94 w 187"/>
                  <a:gd name="T47" fmla="*/ 341 h 344"/>
                  <a:gd name="T48" fmla="*/ 107 w 187"/>
                  <a:gd name="T49" fmla="*/ 334 h 344"/>
                  <a:gd name="T50" fmla="*/ 107 w 187"/>
                  <a:gd name="T51" fmla="*/ 324 h 344"/>
                  <a:gd name="T52" fmla="*/ 108 w 187"/>
                  <a:gd name="T53" fmla="*/ 287 h 344"/>
                  <a:gd name="T54" fmla="*/ 106 w 187"/>
                  <a:gd name="T55" fmla="*/ 236 h 344"/>
                  <a:gd name="T56" fmla="*/ 106 w 187"/>
                  <a:gd name="T57" fmla="*/ 215 h 344"/>
                  <a:gd name="T58" fmla="*/ 118 w 187"/>
                  <a:gd name="T59" fmla="*/ 204 h 344"/>
                  <a:gd name="T60" fmla="*/ 130 w 187"/>
                  <a:gd name="T61" fmla="*/ 181 h 344"/>
                  <a:gd name="T62" fmla="*/ 141 w 187"/>
                  <a:gd name="T63" fmla="*/ 170 h 344"/>
                  <a:gd name="T64" fmla="*/ 154 w 187"/>
                  <a:gd name="T65" fmla="*/ 159 h 344"/>
                  <a:gd name="T66" fmla="*/ 153 w 187"/>
                  <a:gd name="T67" fmla="*/ 157 h 344"/>
                  <a:gd name="T68" fmla="*/ 155 w 187"/>
                  <a:gd name="T69" fmla="*/ 154 h 344"/>
                  <a:gd name="T70" fmla="*/ 168 w 187"/>
                  <a:gd name="T71" fmla="*/ 144 h 344"/>
                  <a:gd name="T72" fmla="*/ 179 w 187"/>
                  <a:gd name="T73" fmla="*/ 136 h 344"/>
                  <a:gd name="T74" fmla="*/ 186 w 187"/>
                  <a:gd name="T75" fmla="*/ 119 h 344"/>
                  <a:gd name="T76" fmla="*/ 186 w 187"/>
                  <a:gd name="T77" fmla="*/ 105 h 344"/>
                  <a:gd name="T78" fmla="*/ 173 w 187"/>
                  <a:gd name="T79" fmla="*/ 80 h 344"/>
                  <a:gd name="T80" fmla="*/ 140 w 187"/>
                  <a:gd name="T81" fmla="*/ 80 h 344"/>
                  <a:gd name="T82" fmla="*/ 134 w 187"/>
                  <a:gd name="T83" fmla="*/ 71 h 344"/>
                  <a:gd name="T84" fmla="*/ 135 w 187"/>
                  <a:gd name="T85" fmla="*/ 65 h 344"/>
                  <a:gd name="T86" fmla="*/ 128 w 187"/>
                  <a:gd name="T87" fmla="*/ 39 h 344"/>
                  <a:gd name="T88" fmla="*/ 119 w 187"/>
                  <a:gd name="T89" fmla="*/ 13 h 344"/>
                  <a:gd name="T90" fmla="*/ 103 w 187"/>
                  <a:gd name="T91" fmla="*/ 1 h 344"/>
                  <a:gd name="T92" fmla="*/ 95 w 187"/>
                  <a:gd name="T93" fmla="*/ 23 h 344"/>
                  <a:gd name="T94" fmla="*/ 88 w 187"/>
                  <a:gd name="T95" fmla="*/ 60 h 344"/>
                  <a:gd name="T96" fmla="*/ 85 w 187"/>
                  <a:gd name="T97" fmla="*/ 68 h 344"/>
                  <a:gd name="T98" fmla="*/ 83 w 187"/>
                  <a:gd name="T99" fmla="*/ 83 h 344"/>
                  <a:gd name="T100" fmla="*/ 75 w 187"/>
                  <a:gd name="T101" fmla="*/ 105 h 344"/>
                  <a:gd name="T102" fmla="*/ 67 w 187"/>
                  <a:gd name="T103" fmla="*/ 111 h 344"/>
                  <a:gd name="T104" fmla="*/ 32 w 187"/>
                  <a:gd name="T105" fmla="*/ 134 h 344"/>
                  <a:gd name="T106" fmla="*/ 10 w 187"/>
                  <a:gd name="T107" fmla="*/ 123 h 344"/>
                  <a:gd name="T108" fmla="*/ 2 w 187"/>
                  <a:gd name="T109" fmla="*/ 145 h 344"/>
                  <a:gd name="T110" fmla="*/ 23 w 187"/>
                  <a:gd name="T111" fmla="*/ 181 h 344"/>
                  <a:gd name="T112" fmla="*/ 47 w 187"/>
                  <a:gd name="T113" fmla="*/ 192 h 344"/>
                  <a:gd name="T114" fmla="*/ 57 w 187"/>
                  <a:gd name="T115" fmla="*/ 213 h 344"/>
                  <a:gd name="T116" fmla="*/ 74 w 187"/>
                  <a:gd name="T117" fmla="*/ 240 h 344"/>
                  <a:gd name="T118" fmla="*/ 69 w 187"/>
                  <a:gd name="T119" fmla="*/ 275 h 3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87" h="344">
                    <a:moveTo>
                      <a:pt x="92" y="335"/>
                    </a:moveTo>
                    <a:cubicBezTo>
                      <a:pt x="94" y="336"/>
                      <a:pt x="93" y="336"/>
                      <a:pt x="92" y="336"/>
                    </a:cubicBezTo>
                    <a:cubicBezTo>
                      <a:pt x="92" y="335"/>
                      <a:pt x="92" y="335"/>
                      <a:pt x="92" y="335"/>
                    </a:cubicBezTo>
                    <a:close/>
                    <a:moveTo>
                      <a:pt x="66" y="283"/>
                    </a:moveTo>
                    <a:cubicBezTo>
                      <a:pt x="66" y="283"/>
                      <a:pt x="67" y="283"/>
                      <a:pt x="67" y="281"/>
                    </a:cubicBezTo>
                    <a:cubicBezTo>
                      <a:pt x="67" y="282"/>
                      <a:pt x="68" y="284"/>
                      <a:pt x="68" y="285"/>
                    </a:cubicBezTo>
                    <a:cubicBezTo>
                      <a:pt x="66" y="285"/>
                      <a:pt x="67" y="285"/>
                      <a:pt x="66" y="283"/>
                    </a:cubicBezTo>
                    <a:close/>
                    <a:moveTo>
                      <a:pt x="74" y="272"/>
                    </a:moveTo>
                    <a:cubicBezTo>
                      <a:pt x="76" y="273"/>
                      <a:pt x="73" y="273"/>
                      <a:pt x="76" y="273"/>
                    </a:cubicBezTo>
                    <a:cubicBezTo>
                      <a:pt x="77" y="272"/>
                      <a:pt x="77" y="272"/>
                      <a:pt x="77" y="271"/>
                    </a:cubicBezTo>
                    <a:cubicBezTo>
                      <a:pt x="79" y="269"/>
                      <a:pt x="79" y="269"/>
                      <a:pt x="80" y="269"/>
                    </a:cubicBezTo>
                    <a:cubicBezTo>
                      <a:pt x="80" y="270"/>
                      <a:pt x="81" y="269"/>
                      <a:pt x="80" y="274"/>
                    </a:cubicBezTo>
                    <a:cubicBezTo>
                      <a:pt x="80" y="276"/>
                      <a:pt x="79" y="276"/>
                      <a:pt x="81" y="278"/>
                    </a:cubicBezTo>
                    <a:cubicBezTo>
                      <a:pt x="79" y="278"/>
                      <a:pt x="80" y="277"/>
                      <a:pt x="80" y="279"/>
                    </a:cubicBezTo>
                    <a:cubicBezTo>
                      <a:pt x="78" y="277"/>
                      <a:pt x="79" y="279"/>
                      <a:pt x="78" y="277"/>
                    </a:cubicBezTo>
                    <a:cubicBezTo>
                      <a:pt x="77" y="276"/>
                      <a:pt x="78" y="277"/>
                      <a:pt x="77" y="276"/>
                    </a:cubicBezTo>
                    <a:cubicBezTo>
                      <a:pt x="75" y="274"/>
                      <a:pt x="76" y="275"/>
                      <a:pt x="75" y="274"/>
                    </a:cubicBezTo>
                    <a:cubicBezTo>
                      <a:pt x="74" y="272"/>
                      <a:pt x="74" y="272"/>
                      <a:pt x="74" y="272"/>
                    </a:cubicBezTo>
                    <a:close/>
                    <a:moveTo>
                      <a:pt x="142" y="163"/>
                    </a:moveTo>
                    <a:cubicBezTo>
                      <a:pt x="141" y="164"/>
                      <a:pt x="141" y="164"/>
                      <a:pt x="142" y="165"/>
                    </a:cubicBezTo>
                    <a:cubicBezTo>
                      <a:pt x="139" y="165"/>
                      <a:pt x="141" y="165"/>
                      <a:pt x="139" y="166"/>
                    </a:cubicBezTo>
                    <a:cubicBezTo>
                      <a:pt x="138" y="167"/>
                      <a:pt x="137" y="166"/>
                      <a:pt x="137" y="167"/>
                    </a:cubicBezTo>
                    <a:cubicBezTo>
                      <a:pt x="137" y="165"/>
                      <a:pt x="137" y="165"/>
                      <a:pt x="137" y="165"/>
                    </a:cubicBezTo>
                    <a:cubicBezTo>
                      <a:pt x="139" y="165"/>
                      <a:pt x="140" y="165"/>
                      <a:pt x="141" y="162"/>
                    </a:cubicBezTo>
                    <a:cubicBezTo>
                      <a:pt x="142" y="163"/>
                      <a:pt x="142" y="163"/>
                      <a:pt x="142" y="163"/>
                    </a:cubicBezTo>
                    <a:close/>
                    <a:moveTo>
                      <a:pt x="144" y="162"/>
                    </a:moveTo>
                    <a:cubicBezTo>
                      <a:pt x="146" y="162"/>
                      <a:pt x="146" y="162"/>
                      <a:pt x="147" y="163"/>
                    </a:cubicBezTo>
                    <a:cubicBezTo>
                      <a:pt x="147" y="163"/>
                      <a:pt x="146" y="163"/>
                      <a:pt x="146" y="163"/>
                    </a:cubicBezTo>
                    <a:cubicBezTo>
                      <a:pt x="144" y="163"/>
                      <a:pt x="145" y="163"/>
                      <a:pt x="144" y="162"/>
                    </a:cubicBezTo>
                    <a:close/>
                    <a:moveTo>
                      <a:pt x="142" y="163"/>
                    </a:moveTo>
                    <a:cubicBezTo>
                      <a:pt x="143" y="162"/>
                      <a:pt x="143" y="163"/>
                      <a:pt x="142" y="162"/>
                    </a:cubicBezTo>
                    <a:cubicBezTo>
                      <a:pt x="142" y="163"/>
                      <a:pt x="143" y="162"/>
                      <a:pt x="142" y="163"/>
                    </a:cubicBezTo>
                    <a:close/>
                    <a:moveTo>
                      <a:pt x="146" y="159"/>
                    </a:moveTo>
                    <a:cubicBezTo>
                      <a:pt x="146" y="159"/>
                      <a:pt x="147" y="158"/>
                      <a:pt x="147" y="158"/>
                    </a:cubicBezTo>
                    <a:cubicBezTo>
                      <a:pt x="148" y="158"/>
                      <a:pt x="147" y="158"/>
                      <a:pt x="147" y="159"/>
                    </a:cubicBezTo>
                    <a:cubicBezTo>
                      <a:pt x="146" y="159"/>
                      <a:pt x="146" y="159"/>
                      <a:pt x="146" y="159"/>
                    </a:cubicBezTo>
                    <a:close/>
                    <a:moveTo>
                      <a:pt x="76" y="135"/>
                    </a:moveTo>
                    <a:cubicBezTo>
                      <a:pt x="76" y="136"/>
                      <a:pt x="76" y="138"/>
                      <a:pt x="75" y="139"/>
                    </a:cubicBezTo>
                    <a:cubicBezTo>
                      <a:pt x="75" y="140"/>
                      <a:pt x="75" y="142"/>
                      <a:pt x="75" y="144"/>
                    </a:cubicBezTo>
                    <a:cubicBezTo>
                      <a:pt x="75" y="148"/>
                      <a:pt x="75" y="149"/>
                      <a:pt x="75" y="153"/>
                    </a:cubicBezTo>
                    <a:cubicBezTo>
                      <a:pt x="74" y="170"/>
                      <a:pt x="74" y="170"/>
                      <a:pt x="74" y="170"/>
                    </a:cubicBezTo>
                    <a:cubicBezTo>
                      <a:pt x="73" y="172"/>
                      <a:pt x="71" y="172"/>
                      <a:pt x="69" y="173"/>
                    </a:cubicBezTo>
                    <a:cubicBezTo>
                      <a:pt x="69" y="173"/>
                      <a:pt x="69" y="173"/>
                      <a:pt x="69" y="173"/>
                    </a:cubicBezTo>
                    <a:cubicBezTo>
                      <a:pt x="69" y="173"/>
                      <a:pt x="69" y="173"/>
                      <a:pt x="69" y="173"/>
                    </a:cubicBezTo>
                    <a:cubicBezTo>
                      <a:pt x="66" y="177"/>
                      <a:pt x="66" y="177"/>
                      <a:pt x="66" y="177"/>
                    </a:cubicBezTo>
                    <a:cubicBezTo>
                      <a:pt x="66" y="177"/>
                      <a:pt x="66" y="177"/>
                      <a:pt x="65" y="177"/>
                    </a:cubicBezTo>
                    <a:cubicBezTo>
                      <a:pt x="64" y="178"/>
                      <a:pt x="64" y="178"/>
                      <a:pt x="64" y="178"/>
                    </a:cubicBezTo>
                    <a:cubicBezTo>
                      <a:pt x="64" y="173"/>
                      <a:pt x="64" y="176"/>
                      <a:pt x="63" y="174"/>
                    </a:cubicBezTo>
                    <a:cubicBezTo>
                      <a:pt x="63" y="172"/>
                      <a:pt x="63" y="171"/>
                      <a:pt x="63" y="169"/>
                    </a:cubicBezTo>
                    <a:cubicBezTo>
                      <a:pt x="62" y="167"/>
                      <a:pt x="62" y="165"/>
                      <a:pt x="64" y="163"/>
                    </a:cubicBezTo>
                    <a:cubicBezTo>
                      <a:pt x="63" y="159"/>
                      <a:pt x="63" y="163"/>
                      <a:pt x="63" y="159"/>
                    </a:cubicBezTo>
                    <a:cubicBezTo>
                      <a:pt x="64" y="159"/>
                      <a:pt x="64" y="159"/>
                      <a:pt x="64" y="159"/>
                    </a:cubicBezTo>
                    <a:cubicBezTo>
                      <a:pt x="64" y="155"/>
                      <a:pt x="63" y="159"/>
                      <a:pt x="63" y="155"/>
                    </a:cubicBezTo>
                    <a:cubicBezTo>
                      <a:pt x="63" y="153"/>
                      <a:pt x="63" y="150"/>
                      <a:pt x="64" y="148"/>
                    </a:cubicBezTo>
                    <a:cubicBezTo>
                      <a:pt x="65" y="148"/>
                      <a:pt x="65" y="147"/>
                      <a:pt x="65" y="147"/>
                    </a:cubicBezTo>
                    <a:cubicBezTo>
                      <a:pt x="66" y="146"/>
                      <a:pt x="66" y="146"/>
                      <a:pt x="66" y="146"/>
                    </a:cubicBezTo>
                    <a:cubicBezTo>
                      <a:pt x="66" y="146"/>
                      <a:pt x="66" y="146"/>
                      <a:pt x="66" y="146"/>
                    </a:cubicBezTo>
                    <a:cubicBezTo>
                      <a:pt x="66" y="146"/>
                      <a:pt x="65" y="146"/>
                      <a:pt x="65" y="146"/>
                    </a:cubicBezTo>
                    <a:cubicBezTo>
                      <a:pt x="64" y="146"/>
                      <a:pt x="64" y="146"/>
                      <a:pt x="64" y="146"/>
                    </a:cubicBezTo>
                    <a:cubicBezTo>
                      <a:pt x="64" y="145"/>
                      <a:pt x="64" y="146"/>
                      <a:pt x="65" y="145"/>
                    </a:cubicBezTo>
                    <a:cubicBezTo>
                      <a:pt x="66" y="142"/>
                      <a:pt x="66" y="145"/>
                      <a:pt x="66" y="141"/>
                    </a:cubicBezTo>
                    <a:cubicBezTo>
                      <a:pt x="67" y="141"/>
                      <a:pt x="67" y="141"/>
                      <a:pt x="68" y="140"/>
                    </a:cubicBezTo>
                    <a:cubicBezTo>
                      <a:pt x="69" y="139"/>
                      <a:pt x="69" y="139"/>
                      <a:pt x="69" y="139"/>
                    </a:cubicBezTo>
                    <a:cubicBezTo>
                      <a:pt x="69" y="139"/>
                      <a:pt x="69" y="139"/>
                      <a:pt x="69" y="139"/>
                    </a:cubicBezTo>
                    <a:cubicBezTo>
                      <a:pt x="70" y="138"/>
                      <a:pt x="70" y="138"/>
                      <a:pt x="70" y="138"/>
                    </a:cubicBezTo>
                    <a:cubicBezTo>
                      <a:pt x="74" y="134"/>
                      <a:pt x="71" y="136"/>
                      <a:pt x="72" y="134"/>
                    </a:cubicBezTo>
                    <a:cubicBezTo>
                      <a:pt x="76" y="130"/>
                      <a:pt x="76" y="130"/>
                      <a:pt x="76" y="130"/>
                    </a:cubicBezTo>
                    <a:cubicBezTo>
                      <a:pt x="76" y="133"/>
                      <a:pt x="76" y="131"/>
                      <a:pt x="76" y="133"/>
                    </a:cubicBezTo>
                    <a:cubicBezTo>
                      <a:pt x="76" y="134"/>
                      <a:pt x="76" y="134"/>
                      <a:pt x="76" y="135"/>
                    </a:cubicBezTo>
                    <a:close/>
                    <a:moveTo>
                      <a:pt x="118" y="121"/>
                    </a:moveTo>
                    <a:cubicBezTo>
                      <a:pt x="117" y="134"/>
                      <a:pt x="117" y="134"/>
                      <a:pt x="117" y="134"/>
                    </a:cubicBezTo>
                    <a:cubicBezTo>
                      <a:pt x="117" y="136"/>
                      <a:pt x="117" y="137"/>
                      <a:pt x="116" y="140"/>
                    </a:cubicBezTo>
                    <a:cubicBezTo>
                      <a:pt x="114" y="143"/>
                      <a:pt x="114" y="143"/>
                      <a:pt x="114" y="143"/>
                    </a:cubicBezTo>
                    <a:cubicBezTo>
                      <a:pt x="113" y="144"/>
                      <a:pt x="114" y="144"/>
                      <a:pt x="113" y="144"/>
                    </a:cubicBezTo>
                    <a:cubicBezTo>
                      <a:pt x="113" y="137"/>
                      <a:pt x="114" y="143"/>
                      <a:pt x="114" y="137"/>
                    </a:cubicBezTo>
                    <a:cubicBezTo>
                      <a:pt x="115" y="136"/>
                      <a:pt x="115" y="138"/>
                      <a:pt x="115" y="133"/>
                    </a:cubicBezTo>
                    <a:cubicBezTo>
                      <a:pt x="116" y="133"/>
                      <a:pt x="115" y="133"/>
                      <a:pt x="115" y="133"/>
                    </a:cubicBezTo>
                    <a:cubicBezTo>
                      <a:pt x="115" y="132"/>
                      <a:pt x="115" y="132"/>
                      <a:pt x="115" y="132"/>
                    </a:cubicBezTo>
                    <a:cubicBezTo>
                      <a:pt x="116" y="132"/>
                      <a:pt x="116" y="132"/>
                      <a:pt x="116" y="132"/>
                    </a:cubicBezTo>
                    <a:cubicBezTo>
                      <a:pt x="116" y="129"/>
                      <a:pt x="116" y="127"/>
                      <a:pt x="117" y="126"/>
                    </a:cubicBezTo>
                    <a:cubicBezTo>
                      <a:pt x="117" y="124"/>
                      <a:pt x="117" y="121"/>
                      <a:pt x="118" y="121"/>
                    </a:cubicBezTo>
                    <a:close/>
                    <a:moveTo>
                      <a:pt x="139" y="107"/>
                    </a:moveTo>
                    <a:cubicBezTo>
                      <a:pt x="140" y="106"/>
                      <a:pt x="140" y="106"/>
                      <a:pt x="141" y="105"/>
                    </a:cubicBezTo>
                    <a:cubicBezTo>
                      <a:pt x="143" y="107"/>
                      <a:pt x="145" y="105"/>
                      <a:pt x="148" y="106"/>
                    </a:cubicBezTo>
                    <a:cubicBezTo>
                      <a:pt x="148" y="109"/>
                      <a:pt x="148" y="109"/>
                      <a:pt x="148" y="111"/>
                    </a:cubicBezTo>
                    <a:cubicBezTo>
                      <a:pt x="148" y="111"/>
                      <a:pt x="148" y="111"/>
                      <a:pt x="148" y="111"/>
                    </a:cubicBezTo>
                    <a:cubicBezTo>
                      <a:pt x="148" y="111"/>
                      <a:pt x="148" y="111"/>
                      <a:pt x="147" y="111"/>
                    </a:cubicBezTo>
                    <a:cubicBezTo>
                      <a:pt x="147" y="113"/>
                      <a:pt x="148" y="112"/>
                      <a:pt x="146" y="114"/>
                    </a:cubicBezTo>
                    <a:cubicBezTo>
                      <a:pt x="142" y="120"/>
                      <a:pt x="142" y="120"/>
                      <a:pt x="142" y="120"/>
                    </a:cubicBezTo>
                    <a:cubicBezTo>
                      <a:pt x="141" y="119"/>
                      <a:pt x="141" y="119"/>
                      <a:pt x="140" y="118"/>
                    </a:cubicBezTo>
                    <a:cubicBezTo>
                      <a:pt x="140" y="116"/>
                      <a:pt x="139" y="115"/>
                      <a:pt x="139" y="113"/>
                    </a:cubicBezTo>
                    <a:cubicBezTo>
                      <a:pt x="139" y="111"/>
                      <a:pt x="139" y="113"/>
                      <a:pt x="139" y="110"/>
                    </a:cubicBezTo>
                    <a:cubicBezTo>
                      <a:pt x="139" y="108"/>
                      <a:pt x="139" y="111"/>
                      <a:pt x="139" y="109"/>
                    </a:cubicBezTo>
                    <a:cubicBezTo>
                      <a:pt x="139" y="108"/>
                      <a:pt x="139" y="108"/>
                      <a:pt x="139" y="107"/>
                    </a:cubicBezTo>
                    <a:close/>
                    <a:moveTo>
                      <a:pt x="136" y="111"/>
                    </a:moveTo>
                    <a:cubicBezTo>
                      <a:pt x="137" y="111"/>
                      <a:pt x="137" y="111"/>
                      <a:pt x="137" y="111"/>
                    </a:cubicBezTo>
                    <a:cubicBezTo>
                      <a:pt x="139" y="109"/>
                      <a:pt x="137" y="112"/>
                      <a:pt x="137" y="110"/>
                    </a:cubicBezTo>
                    <a:cubicBezTo>
                      <a:pt x="138" y="108"/>
                      <a:pt x="138" y="109"/>
                      <a:pt x="137" y="108"/>
                    </a:cubicBezTo>
                    <a:cubicBezTo>
                      <a:pt x="137" y="108"/>
                      <a:pt x="136" y="109"/>
                      <a:pt x="135" y="110"/>
                    </a:cubicBezTo>
                    <a:cubicBezTo>
                      <a:pt x="136" y="110"/>
                      <a:pt x="135" y="110"/>
                      <a:pt x="136" y="110"/>
                    </a:cubicBezTo>
                    <a:cubicBezTo>
                      <a:pt x="136" y="114"/>
                      <a:pt x="136" y="113"/>
                      <a:pt x="137" y="115"/>
                    </a:cubicBezTo>
                    <a:cubicBezTo>
                      <a:pt x="137" y="117"/>
                      <a:pt x="136" y="115"/>
                      <a:pt x="138" y="117"/>
                    </a:cubicBezTo>
                    <a:cubicBezTo>
                      <a:pt x="138" y="112"/>
                      <a:pt x="138" y="112"/>
                      <a:pt x="138" y="112"/>
                    </a:cubicBezTo>
                    <a:cubicBezTo>
                      <a:pt x="137" y="111"/>
                      <a:pt x="138" y="111"/>
                      <a:pt x="136" y="111"/>
                    </a:cubicBezTo>
                    <a:close/>
                    <a:moveTo>
                      <a:pt x="130" y="81"/>
                    </a:moveTo>
                    <a:cubicBezTo>
                      <a:pt x="130" y="81"/>
                      <a:pt x="131" y="80"/>
                      <a:pt x="130" y="81"/>
                    </a:cubicBezTo>
                    <a:cubicBezTo>
                      <a:pt x="130" y="82"/>
                      <a:pt x="130" y="82"/>
                      <a:pt x="130" y="81"/>
                    </a:cubicBezTo>
                    <a:close/>
                    <a:moveTo>
                      <a:pt x="132" y="80"/>
                    </a:moveTo>
                    <a:cubicBezTo>
                      <a:pt x="132" y="80"/>
                      <a:pt x="133" y="80"/>
                      <a:pt x="132" y="80"/>
                    </a:cubicBezTo>
                    <a:cubicBezTo>
                      <a:pt x="132" y="81"/>
                      <a:pt x="131" y="80"/>
                      <a:pt x="132" y="80"/>
                    </a:cubicBezTo>
                    <a:close/>
                    <a:moveTo>
                      <a:pt x="66" y="283"/>
                    </a:moveTo>
                    <a:cubicBezTo>
                      <a:pt x="65" y="285"/>
                      <a:pt x="65" y="289"/>
                      <a:pt x="67" y="291"/>
                    </a:cubicBezTo>
                    <a:cubicBezTo>
                      <a:pt x="67" y="292"/>
                      <a:pt x="67" y="292"/>
                      <a:pt x="67" y="293"/>
                    </a:cubicBezTo>
                    <a:cubicBezTo>
                      <a:pt x="67" y="293"/>
                      <a:pt x="67" y="293"/>
                      <a:pt x="67" y="293"/>
                    </a:cubicBezTo>
                    <a:cubicBezTo>
                      <a:pt x="67" y="294"/>
                      <a:pt x="67" y="294"/>
                      <a:pt x="67" y="294"/>
                    </a:cubicBezTo>
                    <a:cubicBezTo>
                      <a:pt x="67" y="295"/>
                      <a:pt x="66" y="296"/>
                      <a:pt x="66" y="297"/>
                    </a:cubicBezTo>
                    <a:cubicBezTo>
                      <a:pt x="67" y="299"/>
                      <a:pt x="67" y="298"/>
                      <a:pt x="67" y="299"/>
                    </a:cubicBezTo>
                    <a:cubicBezTo>
                      <a:pt x="68" y="301"/>
                      <a:pt x="67" y="302"/>
                      <a:pt x="68" y="304"/>
                    </a:cubicBezTo>
                    <a:cubicBezTo>
                      <a:pt x="68" y="304"/>
                      <a:pt x="68" y="304"/>
                      <a:pt x="68" y="304"/>
                    </a:cubicBezTo>
                    <a:cubicBezTo>
                      <a:pt x="69" y="308"/>
                      <a:pt x="69" y="308"/>
                      <a:pt x="69" y="308"/>
                    </a:cubicBezTo>
                    <a:cubicBezTo>
                      <a:pt x="71" y="310"/>
                      <a:pt x="71" y="311"/>
                      <a:pt x="71" y="314"/>
                    </a:cubicBezTo>
                    <a:cubicBezTo>
                      <a:pt x="72" y="316"/>
                      <a:pt x="71" y="312"/>
                      <a:pt x="72" y="315"/>
                    </a:cubicBezTo>
                    <a:cubicBezTo>
                      <a:pt x="73" y="319"/>
                      <a:pt x="71" y="315"/>
                      <a:pt x="74" y="321"/>
                    </a:cubicBezTo>
                    <a:cubicBezTo>
                      <a:pt x="75" y="323"/>
                      <a:pt x="75" y="325"/>
                      <a:pt x="78" y="325"/>
                    </a:cubicBezTo>
                    <a:cubicBezTo>
                      <a:pt x="78" y="325"/>
                      <a:pt x="78" y="325"/>
                      <a:pt x="78" y="325"/>
                    </a:cubicBezTo>
                    <a:cubicBezTo>
                      <a:pt x="77" y="325"/>
                      <a:pt x="77" y="325"/>
                      <a:pt x="77" y="325"/>
                    </a:cubicBezTo>
                    <a:cubicBezTo>
                      <a:pt x="79" y="324"/>
                      <a:pt x="79" y="324"/>
                      <a:pt x="79" y="327"/>
                    </a:cubicBezTo>
                    <a:cubicBezTo>
                      <a:pt x="79" y="331"/>
                      <a:pt x="79" y="331"/>
                      <a:pt x="79" y="331"/>
                    </a:cubicBezTo>
                    <a:cubicBezTo>
                      <a:pt x="79" y="332"/>
                      <a:pt x="80" y="331"/>
                      <a:pt x="79" y="332"/>
                    </a:cubicBezTo>
                    <a:cubicBezTo>
                      <a:pt x="81" y="332"/>
                      <a:pt x="81" y="332"/>
                      <a:pt x="82" y="331"/>
                    </a:cubicBezTo>
                    <a:cubicBezTo>
                      <a:pt x="82" y="331"/>
                      <a:pt x="82" y="331"/>
                      <a:pt x="82" y="331"/>
                    </a:cubicBezTo>
                    <a:cubicBezTo>
                      <a:pt x="82" y="332"/>
                      <a:pt x="83" y="332"/>
                      <a:pt x="83" y="334"/>
                    </a:cubicBezTo>
                    <a:cubicBezTo>
                      <a:pt x="84" y="335"/>
                      <a:pt x="84" y="337"/>
                      <a:pt x="84" y="338"/>
                    </a:cubicBezTo>
                    <a:cubicBezTo>
                      <a:pt x="85" y="339"/>
                      <a:pt x="86" y="339"/>
                      <a:pt x="87" y="339"/>
                    </a:cubicBezTo>
                    <a:cubicBezTo>
                      <a:pt x="87" y="341"/>
                      <a:pt x="87" y="341"/>
                      <a:pt x="87" y="341"/>
                    </a:cubicBezTo>
                    <a:cubicBezTo>
                      <a:pt x="88" y="342"/>
                      <a:pt x="87" y="341"/>
                      <a:pt x="87" y="342"/>
                    </a:cubicBezTo>
                    <a:cubicBezTo>
                      <a:pt x="87" y="342"/>
                      <a:pt x="87" y="343"/>
                      <a:pt x="87" y="343"/>
                    </a:cubicBezTo>
                    <a:cubicBezTo>
                      <a:pt x="88" y="344"/>
                      <a:pt x="88" y="344"/>
                      <a:pt x="88" y="344"/>
                    </a:cubicBezTo>
                    <a:cubicBezTo>
                      <a:pt x="89" y="344"/>
                      <a:pt x="89" y="344"/>
                      <a:pt x="89" y="344"/>
                    </a:cubicBezTo>
                    <a:cubicBezTo>
                      <a:pt x="89" y="343"/>
                      <a:pt x="89" y="343"/>
                      <a:pt x="89" y="343"/>
                    </a:cubicBezTo>
                    <a:cubicBezTo>
                      <a:pt x="90" y="342"/>
                      <a:pt x="90" y="342"/>
                      <a:pt x="90" y="342"/>
                    </a:cubicBezTo>
                    <a:cubicBezTo>
                      <a:pt x="91" y="342"/>
                      <a:pt x="91" y="342"/>
                      <a:pt x="91" y="342"/>
                    </a:cubicBezTo>
                    <a:cubicBezTo>
                      <a:pt x="92" y="342"/>
                      <a:pt x="91" y="342"/>
                      <a:pt x="93" y="342"/>
                    </a:cubicBezTo>
                    <a:cubicBezTo>
                      <a:pt x="93" y="341"/>
                      <a:pt x="94" y="341"/>
                      <a:pt x="94" y="341"/>
                    </a:cubicBezTo>
                    <a:cubicBezTo>
                      <a:pt x="99" y="340"/>
                      <a:pt x="99" y="340"/>
                      <a:pt x="99" y="340"/>
                    </a:cubicBezTo>
                    <a:cubicBezTo>
                      <a:pt x="99" y="338"/>
                      <a:pt x="99" y="338"/>
                      <a:pt x="99" y="338"/>
                    </a:cubicBezTo>
                    <a:cubicBezTo>
                      <a:pt x="101" y="338"/>
                      <a:pt x="100" y="338"/>
                      <a:pt x="101" y="338"/>
                    </a:cubicBezTo>
                    <a:cubicBezTo>
                      <a:pt x="104" y="337"/>
                      <a:pt x="104" y="337"/>
                      <a:pt x="104" y="337"/>
                    </a:cubicBezTo>
                    <a:cubicBezTo>
                      <a:pt x="105" y="336"/>
                      <a:pt x="106" y="336"/>
                      <a:pt x="107" y="336"/>
                    </a:cubicBezTo>
                    <a:cubicBezTo>
                      <a:pt x="107" y="334"/>
                      <a:pt x="107" y="334"/>
                      <a:pt x="107" y="334"/>
                    </a:cubicBezTo>
                    <a:cubicBezTo>
                      <a:pt x="108" y="334"/>
                      <a:pt x="108" y="334"/>
                      <a:pt x="108" y="334"/>
                    </a:cubicBezTo>
                    <a:cubicBezTo>
                      <a:pt x="108" y="334"/>
                      <a:pt x="108" y="333"/>
                      <a:pt x="108" y="333"/>
                    </a:cubicBezTo>
                    <a:cubicBezTo>
                      <a:pt x="109" y="333"/>
                      <a:pt x="109" y="332"/>
                      <a:pt x="109" y="330"/>
                    </a:cubicBezTo>
                    <a:cubicBezTo>
                      <a:pt x="109" y="330"/>
                      <a:pt x="108" y="330"/>
                      <a:pt x="108" y="330"/>
                    </a:cubicBezTo>
                    <a:cubicBezTo>
                      <a:pt x="108" y="330"/>
                      <a:pt x="108" y="330"/>
                      <a:pt x="108" y="330"/>
                    </a:cubicBezTo>
                    <a:cubicBezTo>
                      <a:pt x="108" y="327"/>
                      <a:pt x="107" y="326"/>
                      <a:pt x="107" y="324"/>
                    </a:cubicBezTo>
                    <a:cubicBezTo>
                      <a:pt x="107" y="322"/>
                      <a:pt x="108" y="321"/>
                      <a:pt x="108" y="319"/>
                    </a:cubicBezTo>
                    <a:cubicBezTo>
                      <a:pt x="107" y="314"/>
                      <a:pt x="107" y="316"/>
                      <a:pt x="108" y="314"/>
                    </a:cubicBezTo>
                    <a:cubicBezTo>
                      <a:pt x="108" y="311"/>
                      <a:pt x="107" y="310"/>
                      <a:pt x="106" y="309"/>
                    </a:cubicBezTo>
                    <a:cubicBezTo>
                      <a:pt x="106" y="307"/>
                      <a:pt x="106" y="298"/>
                      <a:pt x="106" y="296"/>
                    </a:cubicBezTo>
                    <a:cubicBezTo>
                      <a:pt x="106" y="291"/>
                      <a:pt x="106" y="294"/>
                      <a:pt x="107" y="291"/>
                    </a:cubicBezTo>
                    <a:cubicBezTo>
                      <a:pt x="107" y="289"/>
                      <a:pt x="107" y="288"/>
                      <a:pt x="108" y="287"/>
                    </a:cubicBezTo>
                    <a:cubicBezTo>
                      <a:pt x="108" y="284"/>
                      <a:pt x="108" y="282"/>
                      <a:pt x="108" y="280"/>
                    </a:cubicBezTo>
                    <a:cubicBezTo>
                      <a:pt x="107" y="274"/>
                      <a:pt x="107" y="274"/>
                      <a:pt x="107" y="274"/>
                    </a:cubicBezTo>
                    <a:cubicBezTo>
                      <a:pt x="108" y="273"/>
                      <a:pt x="107" y="271"/>
                      <a:pt x="107" y="269"/>
                    </a:cubicBezTo>
                    <a:cubicBezTo>
                      <a:pt x="107" y="260"/>
                      <a:pt x="107" y="251"/>
                      <a:pt x="107" y="242"/>
                    </a:cubicBezTo>
                    <a:cubicBezTo>
                      <a:pt x="107" y="240"/>
                      <a:pt x="107" y="241"/>
                      <a:pt x="106" y="240"/>
                    </a:cubicBezTo>
                    <a:cubicBezTo>
                      <a:pt x="106" y="236"/>
                      <a:pt x="106" y="236"/>
                      <a:pt x="106" y="236"/>
                    </a:cubicBezTo>
                    <a:cubicBezTo>
                      <a:pt x="106" y="235"/>
                      <a:pt x="106" y="236"/>
                      <a:pt x="107" y="236"/>
                    </a:cubicBezTo>
                    <a:cubicBezTo>
                      <a:pt x="106" y="232"/>
                      <a:pt x="107" y="233"/>
                      <a:pt x="106" y="230"/>
                    </a:cubicBezTo>
                    <a:cubicBezTo>
                      <a:pt x="106" y="229"/>
                      <a:pt x="106" y="226"/>
                      <a:pt x="106" y="224"/>
                    </a:cubicBezTo>
                    <a:cubicBezTo>
                      <a:pt x="104" y="223"/>
                      <a:pt x="106" y="225"/>
                      <a:pt x="104" y="223"/>
                    </a:cubicBezTo>
                    <a:cubicBezTo>
                      <a:pt x="106" y="222"/>
                      <a:pt x="106" y="222"/>
                      <a:pt x="106" y="222"/>
                    </a:cubicBezTo>
                    <a:cubicBezTo>
                      <a:pt x="106" y="219"/>
                      <a:pt x="106" y="217"/>
                      <a:pt x="106" y="215"/>
                    </a:cubicBezTo>
                    <a:cubicBezTo>
                      <a:pt x="107" y="212"/>
                      <a:pt x="107" y="211"/>
                      <a:pt x="108" y="209"/>
                    </a:cubicBezTo>
                    <a:cubicBezTo>
                      <a:pt x="109" y="210"/>
                      <a:pt x="109" y="210"/>
                      <a:pt x="109" y="210"/>
                    </a:cubicBezTo>
                    <a:cubicBezTo>
                      <a:pt x="111" y="210"/>
                      <a:pt x="112" y="209"/>
                      <a:pt x="114" y="208"/>
                    </a:cubicBezTo>
                    <a:cubicBezTo>
                      <a:pt x="116" y="207"/>
                      <a:pt x="114" y="208"/>
                      <a:pt x="115" y="207"/>
                    </a:cubicBezTo>
                    <a:cubicBezTo>
                      <a:pt x="117" y="205"/>
                      <a:pt x="117" y="205"/>
                      <a:pt x="117" y="205"/>
                    </a:cubicBezTo>
                    <a:cubicBezTo>
                      <a:pt x="117" y="205"/>
                      <a:pt x="118" y="205"/>
                      <a:pt x="118" y="204"/>
                    </a:cubicBezTo>
                    <a:cubicBezTo>
                      <a:pt x="121" y="201"/>
                      <a:pt x="125" y="197"/>
                      <a:pt x="126" y="193"/>
                    </a:cubicBezTo>
                    <a:cubicBezTo>
                      <a:pt x="126" y="191"/>
                      <a:pt x="128" y="188"/>
                      <a:pt x="128" y="187"/>
                    </a:cubicBezTo>
                    <a:cubicBezTo>
                      <a:pt x="129" y="186"/>
                      <a:pt x="128" y="186"/>
                      <a:pt x="129" y="186"/>
                    </a:cubicBezTo>
                    <a:cubicBezTo>
                      <a:pt x="129" y="183"/>
                      <a:pt x="129" y="183"/>
                      <a:pt x="129" y="183"/>
                    </a:cubicBezTo>
                    <a:cubicBezTo>
                      <a:pt x="131" y="182"/>
                      <a:pt x="131" y="182"/>
                      <a:pt x="131" y="182"/>
                    </a:cubicBezTo>
                    <a:cubicBezTo>
                      <a:pt x="130" y="181"/>
                      <a:pt x="130" y="181"/>
                      <a:pt x="130" y="181"/>
                    </a:cubicBezTo>
                    <a:cubicBezTo>
                      <a:pt x="132" y="180"/>
                      <a:pt x="131" y="179"/>
                      <a:pt x="132" y="177"/>
                    </a:cubicBezTo>
                    <a:cubicBezTo>
                      <a:pt x="133" y="176"/>
                      <a:pt x="133" y="176"/>
                      <a:pt x="135" y="176"/>
                    </a:cubicBezTo>
                    <a:cubicBezTo>
                      <a:pt x="134" y="175"/>
                      <a:pt x="134" y="175"/>
                      <a:pt x="134" y="175"/>
                    </a:cubicBezTo>
                    <a:cubicBezTo>
                      <a:pt x="137" y="175"/>
                      <a:pt x="136" y="175"/>
                      <a:pt x="136" y="174"/>
                    </a:cubicBezTo>
                    <a:cubicBezTo>
                      <a:pt x="136" y="170"/>
                      <a:pt x="136" y="170"/>
                      <a:pt x="136" y="170"/>
                    </a:cubicBezTo>
                    <a:cubicBezTo>
                      <a:pt x="138" y="170"/>
                      <a:pt x="139" y="170"/>
                      <a:pt x="141" y="170"/>
                    </a:cubicBezTo>
                    <a:cubicBezTo>
                      <a:pt x="143" y="170"/>
                      <a:pt x="144" y="169"/>
                      <a:pt x="147" y="167"/>
                    </a:cubicBezTo>
                    <a:cubicBezTo>
                      <a:pt x="153" y="162"/>
                      <a:pt x="153" y="162"/>
                      <a:pt x="153" y="162"/>
                    </a:cubicBezTo>
                    <a:cubicBezTo>
                      <a:pt x="154" y="161"/>
                      <a:pt x="157" y="159"/>
                      <a:pt x="158" y="158"/>
                    </a:cubicBezTo>
                    <a:cubicBezTo>
                      <a:pt x="157" y="157"/>
                      <a:pt x="157" y="157"/>
                      <a:pt x="157" y="157"/>
                    </a:cubicBezTo>
                    <a:cubicBezTo>
                      <a:pt x="156" y="157"/>
                      <a:pt x="157" y="157"/>
                      <a:pt x="155" y="158"/>
                    </a:cubicBezTo>
                    <a:cubicBezTo>
                      <a:pt x="155" y="158"/>
                      <a:pt x="155" y="159"/>
                      <a:pt x="154" y="159"/>
                    </a:cubicBezTo>
                    <a:cubicBezTo>
                      <a:pt x="154" y="159"/>
                      <a:pt x="152" y="161"/>
                      <a:pt x="151" y="161"/>
                    </a:cubicBezTo>
                    <a:cubicBezTo>
                      <a:pt x="148" y="162"/>
                      <a:pt x="148" y="162"/>
                      <a:pt x="148" y="162"/>
                    </a:cubicBezTo>
                    <a:cubicBezTo>
                      <a:pt x="148" y="161"/>
                      <a:pt x="148" y="160"/>
                      <a:pt x="149" y="159"/>
                    </a:cubicBezTo>
                    <a:cubicBezTo>
                      <a:pt x="150" y="161"/>
                      <a:pt x="150" y="160"/>
                      <a:pt x="152" y="158"/>
                    </a:cubicBezTo>
                    <a:cubicBezTo>
                      <a:pt x="153" y="158"/>
                      <a:pt x="153" y="158"/>
                      <a:pt x="153" y="158"/>
                    </a:cubicBezTo>
                    <a:cubicBezTo>
                      <a:pt x="153" y="157"/>
                      <a:pt x="153" y="157"/>
                      <a:pt x="153" y="157"/>
                    </a:cubicBezTo>
                    <a:cubicBezTo>
                      <a:pt x="153" y="157"/>
                      <a:pt x="153" y="157"/>
                      <a:pt x="154" y="157"/>
                    </a:cubicBezTo>
                    <a:cubicBezTo>
                      <a:pt x="154" y="157"/>
                      <a:pt x="154" y="157"/>
                      <a:pt x="154" y="157"/>
                    </a:cubicBezTo>
                    <a:cubicBezTo>
                      <a:pt x="153" y="156"/>
                      <a:pt x="153" y="156"/>
                      <a:pt x="153" y="156"/>
                    </a:cubicBezTo>
                    <a:cubicBezTo>
                      <a:pt x="153" y="155"/>
                      <a:pt x="153" y="156"/>
                      <a:pt x="154" y="154"/>
                    </a:cubicBezTo>
                    <a:cubicBezTo>
                      <a:pt x="156" y="156"/>
                      <a:pt x="153" y="156"/>
                      <a:pt x="156" y="156"/>
                    </a:cubicBezTo>
                    <a:cubicBezTo>
                      <a:pt x="156" y="155"/>
                      <a:pt x="156" y="155"/>
                      <a:pt x="155" y="154"/>
                    </a:cubicBezTo>
                    <a:cubicBezTo>
                      <a:pt x="156" y="154"/>
                      <a:pt x="155" y="154"/>
                      <a:pt x="156" y="154"/>
                    </a:cubicBezTo>
                    <a:cubicBezTo>
                      <a:pt x="156" y="151"/>
                      <a:pt x="157" y="151"/>
                      <a:pt x="160" y="151"/>
                    </a:cubicBezTo>
                    <a:cubicBezTo>
                      <a:pt x="162" y="150"/>
                      <a:pt x="162" y="150"/>
                      <a:pt x="162" y="150"/>
                    </a:cubicBezTo>
                    <a:cubicBezTo>
                      <a:pt x="162" y="147"/>
                      <a:pt x="160" y="147"/>
                      <a:pt x="159" y="146"/>
                    </a:cubicBezTo>
                    <a:cubicBezTo>
                      <a:pt x="159" y="145"/>
                      <a:pt x="159" y="144"/>
                      <a:pt x="161" y="145"/>
                    </a:cubicBezTo>
                    <a:cubicBezTo>
                      <a:pt x="164" y="145"/>
                      <a:pt x="164" y="144"/>
                      <a:pt x="168" y="144"/>
                    </a:cubicBezTo>
                    <a:cubicBezTo>
                      <a:pt x="169" y="143"/>
                      <a:pt x="168" y="143"/>
                      <a:pt x="169" y="144"/>
                    </a:cubicBezTo>
                    <a:cubicBezTo>
                      <a:pt x="170" y="142"/>
                      <a:pt x="172" y="142"/>
                      <a:pt x="174" y="141"/>
                    </a:cubicBezTo>
                    <a:cubicBezTo>
                      <a:pt x="174" y="141"/>
                      <a:pt x="174" y="141"/>
                      <a:pt x="174" y="141"/>
                    </a:cubicBezTo>
                    <a:cubicBezTo>
                      <a:pt x="177" y="138"/>
                      <a:pt x="177" y="138"/>
                      <a:pt x="177" y="138"/>
                    </a:cubicBezTo>
                    <a:cubicBezTo>
                      <a:pt x="178" y="137"/>
                      <a:pt x="177" y="138"/>
                      <a:pt x="178" y="137"/>
                    </a:cubicBezTo>
                    <a:cubicBezTo>
                      <a:pt x="179" y="137"/>
                      <a:pt x="178" y="137"/>
                      <a:pt x="179" y="136"/>
                    </a:cubicBezTo>
                    <a:cubicBezTo>
                      <a:pt x="182" y="130"/>
                      <a:pt x="182" y="130"/>
                      <a:pt x="182" y="130"/>
                    </a:cubicBezTo>
                    <a:cubicBezTo>
                      <a:pt x="183" y="128"/>
                      <a:pt x="182" y="130"/>
                      <a:pt x="183" y="129"/>
                    </a:cubicBezTo>
                    <a:cubicBezTo>
                      <a:pt x="186" y="125"/>
                      <a:pt x="186" y="125"/>
                      <a:pt x="186" y="125"/>
                    </a:cubicBezTo>
                    <a:cubicBezTo>
                      <a:pt x="186" y="121"/>
                      <a:pt x="186" y="121"/>
                      <a:pt x="186" y="121"/>
                    </a:cubicBezTo>
                    <a:cubicBezTo>
                      <a:pt x="187" y="121"/>
                      <a:pt x="187" y="121"/>
                      <a:pt x="187" y="121"/>
                    </a:cubicBezTo>
                    <a:cubicBezTo>
                      <a:pt x="186" y="119"/>
                      <a:pt x="186" y="119"/>
                      <a:pt x="186" y="119"/>
                    </a:cubicBezTo>
                    <a:cubicBezTo>
                      <a:pt x="186" y="118"/>
                      <a:pt x="186" y="119"/>
                      <a:pt x="186" y="118"/>
                    </a:cubicBezTo>
                    <a:cubicBezTo>
                      <a:pt x="187" y="115"/>
                      <a:pt x="185" y="115"/>
                      <a:pt x="187" y="115"/>
                    </a:cubicBezTo>
                    <a:cubicBezTo>
                      <a:pt x="187" y="114"/>
                      <a:pt x="187" y="113"/>
                      <a:pt x="187" y="112"/>
                    </a:cubicBezTo>
                    <a:cubicBezTo>
                      <a:pt x="187" y="109"/>
                      <a:pt x="187" y="113"/>
                      <a:pt x="187" y="111"/>
                    </a:cubicBezTo>
                    <a:cubicBezTo>
                      <a:pt x="186" y="108"/>
                      <a:pt x="186" y="108"/>
                      <a:pt x="186" y="108"/>
                    </a:cubicBezTo>
                    <a:cubicBezTo>
                      <a:pt x="186" y="107"/>
                      <a:pt x="186" y="106"/>
                      <a:pt x="186" y="105"/>
                    </a:cubicBezTo>
                    <a:cubicBezTo>
                      <a:pt x="186" y="100"/>
                      <a:pt x="185" y="99"/>
                      <a:pt x="184" y="96"/>
                    </a:cubicBezTo>
                    <a:cubicBezTo>
                      <a:pt x="183" y="96"/>
                      <a:pt x="183" y="96"/>
                      <a:pt x="183" y="96"/>
                    </a:cubicBezTo>
                    <a:cubicBezTo>
                      <a:pt x="183" y="91"/>
                      <a:pt x="180" y="88"/>
                      <a:pt x="178" y="85"/>
                    </a:cubicBezTo>
                    <a:cubicBezTo>
                      <a:pt x="177" y="83"/>
                      <a:pt x="176" y="82"/>
                      <a:pt x="174" y="82"/>
                    </a:cubicBezTo>
                    <a:cubicBezTo>
                      <a:pt x="172" y="81"/>
                      <a:pt x="176" y="83"/>
                      <a:pt x="173" y="81"/>
                    </a:cubicBezTo>
                    <a:cubicBezTo>
                      <a:pt x="173" y="81"/>
                      <a:pt x="173" y="80"/>
                      <a:pt x="173" y="80"/>
                    </a:cubicBezTo>
                    <a:cubicBezTo>
                      <a:pt x="171" y="78"/>
                      <a:pt x="168" y="78"/>
                      <a:pt x="165" y="77"/>
                    </a:cubicBezTo>
                    <a:cubicBezTo>
                      <a:pt x="161" y="76"/>
                      <a:pt x="155" y="77"/>
                      <a:pt x="151" y="78"/>
                    </a:cubicBezTo>
                    <a:cubicBezTo>
                      <a:pt x="151" y="78"/>
                      <a:pt x="149" y="78"/>
                      <a:pt x="148" y="78"/>
                    </a:cubicBezTo>
                    <a:cubicBezTo>
                      <a:pt x="146" y="80"/>
                      <a:pt x="148" y="77"/>
                      <a:pt x="146" y="79"/>
                    </a:cubicBezTo>
                    <a:cubicBezTo>
                      <a:pt x="145" y="79"/>
                      <a:pt x="144" y="79"/>
                      <a:pt x="142" y="79"/>
                    </a:cubicBezTo>
                    <a:cubicBezTo>
                      <a:pt x="141" y="79"/>
                      <a:pt x="141" y="80"/>
                      <a:pt x="140" y="80"/>
                    </a:cubicBezTo>
                    <a:cubicBezTo>
                      <a:pt x="136" y="80"/>
                      <a:pt x="134" y="78"/>
                      <a:pt x="138" y="77"/>
                    </a:cubicBezTo>
                    <a:cubicBezTo>
                      <a:pt x="137" y="77"/>
                      <a:pt x="137" y="77"/>
                      <a:pt x="136" y="76"/>
                    </a:cubicBezTo>
                    <a:cubicBezTo>
                      <a:pt x="136" y="75"/>
                      <a:pt x="136" y="75"/>
                      <a:pt x="135" y="75"/>
                    </a:cubicBezTo>
                    <a:cubicBezTo>
                      <a:pt x="133" y="75"/>
                      <a:pt x="133" y="75"/>
                      <a:pt x="133" y="75"/>
                    </a:cubicBezTo>
                    <a:cubicBezTo>
                      <a:pt x="131" y="72"/>
                      <a:pt x="131" y="72"/>
                      <a:pt x="131" y="72"/>
                    </a:cubicBezTo>
                    <a:cubicBezTo>
                      <a:pt x="132" y="71"/>
                      <a:pt x="132" y="71"/>
                      <a:pt x="134" y="71"/>
                    </a:cubicBezTo>
                    <a:cubicBezTo>
                      <a:pt x="134" y="71"/>
                      <a:pt x="134" y="71"/>
                      <a:pt x="133" y="70"/>
                    </a:cubicBezTo>
                    <a:cubicBezTo>
                      <a:pt x="133" y="70"/>
                      <a:pt x="134" y="69"/>
                      <a:pt x="134" y="70"/>
                    </a:cubicBezTo>
                    <a:cubicBezTo>
                      <a:pt x="134" y="69"/>
                      <a:pt x="134" y="69"/>
                      <a:pt x="134" y="69"/>
                    </a:cubicBezTo>
                    <a:cubicBezTo>
                      <a:pt x="135" y="69"/>
                      <a:pt x="134" y="69"/>
                      <a:pt x="135" y="69"/>
                    </a:cubicBezTo>
                    <a:cubicBezTo>
                      <a:pt x="135" y="66"/>
                      <a:pt x="135" y="66"/>
                      <a:pt x="135" y="66"/>
                    </a:cubicBezTo>
                    <a:cubicBezTo>
                      <a:pt x="135" y="65"/>
                      <a:pt x="135" y="66"/>
                      <a:pt x="135" y="65"/>
                    </a:cubicBezTo>
                    <a:cubicBezTo>
                      <a:pt x="133" y="66"/>
                      <a:pt x="135" y="65"/>
                      <a:pt x="132" y="66"/>
                    </a:cubicBezTo>
                    <a:cubicBezTo>
                      <a:pt x="132" y="64"/>
                      <a:pt x="132" y="65"/>
                      <a:pt x="132" y="63"/>
                    </a:cubicBezTo>
                    <a:cubicBezTo>
                      <a:pt x="133" y="63"/>
                      <a:pt x="133" y="64"/>
                      <a:pt x="135" y="64"/>
                    </a:cubicBezTo>
                    <a:cubicBezTo>
                      <a:pt x="133" y="52"/>
                      <a:pt x="133" y="52"/>
                      <a:pt x="133" y="52"/>
                    </a:cubicBezTo>
                    <a:cubicBezTo>
                      <a:pt x="133" y="52"/>
                      <a:pt x="133" y="51"/>
                      <a:pt x="132" y="50"/>
                    </a:cubicBezTo>
                    <a:cubicBezTo>
                      <a:pt x="128" y="39"/>
                      <a:pt x="128" y="39"/>
                      <a:pt x="128" y="39"/>
                    </a:cubicBezTo>
                    <a:cubicBezTo>
                      <a:pt x="127" y="37"/>
                      <a:pt x="128" y="37"/>
                      <a:pt x="126" y="35"/>
                    </a:cubicBezTo>
                    <a:cubicBezTo>
                      <a:pt x="125" y="31"/>
                      <a:pt x="125" y="31"/>
                      <a:pt x="125" y="31"/>
                    </a:cubicBezTo>
                    <a:cubicBezTo>
                      <a:pt x="124" y="30"/>
                      <a:pt x="124" y="29"/>
                      <a:pt x="124" y="28"/>
                    </a:cubicBezTo>
                    <a:cubicBezTo>
                      <a:pt x="123" y="26"/>
                      <a:pt x="123" y="26"/>
                      <a:pt x="123" y="26"/>
                    </a:cubicBezTo>
                    <a:cubicBezTo>
                      <a:pt x="123" y="24"/>
                      <a:pt x="122" y="25"/>
                      <a:pt x="122" y="22"/>
                    </a:cubicBezTo>
                    <a:cubicBezTo>
                      <a:pt x="121" y="19"/>
                      <a:pt x="121" y="16"/>
                      <a:pt x="119" y="13"/>
                    </a:cubicBezTo>
                    <a:cubicBezTo>
                      <a:pt x="118" y="13"/>
                      <a:pt x="119" y="14"/>
                      <a:pt x="118" y="12"/>
                    </a:cubicBezTo>
                    <a:cubicBezTo>
                      <a:pt x="115" y="7"/>
                      <a:pt x="115" y="7"/>
                      <a:pt x="115" y="7"/>
                    </a:cubicBezTo>
                    <a:cubicBezTo>
                      <a:pt x="109" y="1"/>
                      <a:pt x="110" y="5"/>
                      <a:pt x="107" y="3"/>
                    </a:cubicBezTo>
                    <a:cubicBezTo>
                      <a:pt x="105" y="2"/>
                      <a:pt x="105" y="2"/>
                      <a:pt x="105" y="2"/>
                    </a:cubicBezTo>
                    <a:cubicBezTo>
                      <a:pt x="105" y="2"/>
                      <a:pt x="105" y="2"/>
                      <a:pt x="105" y="1"/>
                    </a:cubicBezTo>
                    <a:cubicBezTo>
                      <a:pt x="104" y="1"/>
                      <a:pt x="103" y="0"/>
                      <a:pt x="103" y="1"/>
                    </a:cubicBezTo>
                    <a:cubicBezTo>
                      <a:pt x="99" y="3"/>
                      <a:pt x="99" y="3"/>
                      <a:pt x="99" y="3"/>
                    </a:cubicBezTo>
                    <a:cubicBezTo>
                      <a:pt x="99" y="3"/>
                      <a:pt x="99" y="4"/>
                      <a:pt x="99" y="4"/>
                    </a:cubicBezTo>
                    <a:cubicBezTo>
                      <a:pt x="94" y="8"/>
                      <a:pt x="96" y="12"/>
                      <a:pt x="95" y="13"/>
                    </a:cubicBezTo>
                    <a:cubicBezTo>
                      <a:pt x="95" y="16"/>
                      <a:pt x="96" y="15"/>
                      <a:pt x="96" y="17"/>
                    </a:cubicBezTo>
                    <a:cubicBezTo>
                      <a:pt x="96" y="20"/>
                      <a:pt x="95" y="17"/>
                      <a:pt x="95" y="20"/>
                    </a:cubicBezTo>
                    <a:cubicBezTo>
                      <a:pt x="95" y="22"/>
                      <a:pt x="95" y="20"/>
                      <a:pt x="95" y="23"/>
                    </a:cubicBezTo>
                    <a:cubicBezTo>
                      <a:pt x="95" y="25"/>
                      <a:pt x="95" y="26"/>
                      <a:pt x="95" y="28"/>
                    </a:cubicBezTo>
                    <a:cubicBezTo>
                      <a:pt x="94" y="29"/>
                      <a:pt x="94" y="28"/>
                      <a:pt x="93" y="30"/>
                    </a:cubicBezTo>
                    <a:cubicBezTo>
                      <a:pt x="93" y="31"/>
                      <a:pt x="93" y="32"/>
                      <a:pt x="93" y="32"/>
                    </a:cubicBezTo>
                    <a:cubicBezTo>
                      <a:pt x="90" y="43"/>
                      <a:pt x="90" y="43"/>
                      <a:pt x="90" y="43"/>
                    </a:cubicBezTo>
                    <a:cubicBezTo>
                      <a:pt x="88" y="48"/>
                      <a:pt x="89" y="53"/>
                      <a:pt x="88" y="58"/>
                    </a:cubicBezTo>
                    <a:cubicBezTo>
                      <a:pt x="88" y="60"/>
                      <a:pt x="88" y="60"/>
                      <a:pt x="88" y="60"/>
                    </a:cubicBezTo>
                    <a:cubicBezTo>
                      <a:pt x="87" y="60"/>
                      <a:pt x="87" y="61"/>
                      <a:pt x="87" y="61"/>
                    </a:cubicBezTo>
                    <a:cubicBezTo>
                      <a:pt x="87" y="61"/>
                      <a:pt x="87" y="61"/>
                      <a:pt x="87" y="61"/>
                    </a:cubicBezTo>
                    <a:cubicBezTo>
                      <a:pt x="87" y="62"/>
                      <a:pt x="88" y="61"/>
                      <a:pt x="87" y="62"/>
                    </a:cubicBezTo>
                    <a:cubicBezTo>
                      <a:pt x="87" y="64"/>
                      <a:pt x="86" y="65"/>
                      <a:pt x="86" y="66"/>
                    </a:cubicBezTo>
                    <a:cubicBezTo>
                      <a:pt x="86" y="68"/>
                      <a:pt x="86" y="68"/>
                      <a:pt x="86" y="68"/>
                    </a:cubicBezTo>
                    <a:cubicBezTo>
                      <a:pt x="86" y="68"/>
                      <a:pt x="86" y="68"/>
                      <a:pt x="85" y="68"/>
                    </a:cubicBezTo>
                    <a:cubicBezTo>
                      <a:pt x="85" y="68"/>
                      <a:pt x="85" y="68"/>
                      <a:pt x="85" y="68"/>
                    </a:cubicBezTo>
                    <a:cubicBezTo>
                      <a:pt x="85" y="69"/>
                      <a:pt x="85" y="72"/>
                      <a:pt x="85" y="73"/>
                    </a:cubicBezTo>
                    <a:cubicBezTo>
                      <a:pt x="84" y="77"/>
                      <a:pt x="84" y="77"/>
                      <a:pt x="84" y="77"/>
                    </a:cubicBezTo>
                    <a:cubicBezTo>
                      <a:pt x="83" y="78"/>
                      <a:pt x="83" y="81"/>
                      <a:pt x="83" y="83"/>
                    </a:cubicBezTo>
                    <a:cubicBezTo>
                      <a:pt x="83" y="83"/>
                      <a:pt x="83" y="83"/>
                      <a:pt x="83" y="83"/>
                    </a:cubicBezTo>
                    <a:cubicBezTo>
                      <a:pt x="83" y="83"/>
                      <a:pt x="83" y="83"/>
                      <a:pt x="83" y="83"/>
                    </a:cubicBezTo>
                    <a:cubicBezTo>
                      <a:pt x="82" y="84"/>
                      <a:pt x="82" y="84"/>
                      <a:pt x="82" y="84"/>
                    </a:cubicBezTo>
                    <a:cubicBezTo>
                      <a:pt x="82" y="88"/>
                      <a:pt x="81" y="89"/>
                      <a:pt x="81" y="94"/>
                    </a:cubicBezTo>
                    <a:cubicBezTo>
                      <a:pt x="81" y="94"/>
                      <a:pt x="81" y="94"/>
                      <a:pt x="81" y="94"/>
                    </a:cubicBezTo>
                    <a:cubicBezTo>
                      <a:pt x="81" y="99"/>
                      <a:pt x="81" y="99"/>
                      <a:pt x="79" y="102"/>
                    </a:cubicBezTo>
                    <a:cubicBezTo>
                      <a:pt x="75" y="105"/>
                      <a:pt x="75" y="105"/>
                      <a:pt x="75" y="105"/>
                    </a:cubicBezTo>
                    <a:cubicBezTo>
                      <a:pt x="75" y="105"/>
                      <a:pt x="75" y="105"/>
                      <a:pt x="75" y="105"/>
                    </a:cubicBezTo>
                    <a:cubicBezTo>
                      <a:pt x="75" y="105"/>
                      <a:pt x="75" y="105"/>
                      <a:pt x="75" y="105"/>
                    </a:cubicBezTo>
                    <a:cubicBezTo>
                      <a:pt x="73" y="106"/>
                      <a:pt x="73" y="106"/>
                      <a:pt x="73" y="106"/>
                    </a:cubicBezTo>
                    <a:cubicBezTo>
                      <a:pt x="73" y="106"/>
                      <a:pt x="73" y="106"/>
                      <a:pt x="73" y="106"/>
                    </a:cubicBezTo>
                    <a:cubicBezTo>
                      <a:pt x="73" y="106"/>
                      <a:pt x="73" y="106"/>
                      <a:pt x="73" y="106"/>
                    </a:cubicBezTo>
                    <a:cubicBezTo>
                      <a:pt x="71" y="107"/>
                      <a:pt x="69" y="108"/>
                      <a:pt x="67" y="109"/>
                    </a:cubicBezTo>
                    <a:cubicBezTo>
                      <a:pt x="66" y="110"/>
                      <a:pt x="67" y="109"/>
                      <a:pt x="67" y="111"/>
                    </a:cubicBezTo>
                    <a:cubicBezTo>
                      <a:pt x="62" y="111"/>
                      <a:pt x="61" y="114"/>
                      <a:pt x="57" y="116"/>
                    </a:cubicBezTo>
                    <a:cubicBezTo>
                      <a:pt x="54" y="118"/>
                      <a:pt x="54" y="118"/>
                      <a:pt x="54" y="118"/>
                    </a:cubicBezTo>
                    <a:cubicBezTo>
                      <a:pt x="51" y="120"/>
                      <a:pt x="49" y="123"/>
                      <a:pt x="45" y="124"/>
                    </a:cubicBezTo>
                    <a:cubicBezTo>
                      <a:pt x="40" y="128"/>
                      <a:pt x="40" y="128"/>
                      <a:pt x="40" y="128"/>
                    </a:cubicBezTo>
                    <a:cubicBezTo>
                      <a:pt x="40" y="128"/>
                      <a:pt x="40" y="128"/>
                      <a:pt x="39" y="129"/>
                    </a:cubicBezTo>
                    <a:cubicBezTo>
                      <a:pt x="32" y="134"/>
                      <a:pt x="32" y="134"/>
                      <a:pt x="32" y="134"/>
                    </a:cubicBezTo>
                    <a:cubicBezTo>
                      <a:pt x="32" y="135"/>
                      <a:pt x="32" y="135"/>
                      <a:pt x="32" y="135"/>
                    </a:cubicBezTo>
                    <a:cubicBezTo>
                      <a:pt x="30" y="136"/>
                      <a:pt x="30" y="136"/>
                      <a:pt x="30" y="136"/>
                    </a:cubicBezTo>
                    <a:cubicBezTo>
                      <a:pt x="29" y="136"/>
                      <a:pt x="29" y="136"/>
                      <a:pt x="29" y="136"/>
                    </a:cubicBezTo>
                    <a:cubicBezTo>
                      <a:pt x="29" y="135"/>
                      <a:pt x="29" y="136"/>
                      <a:pt x="27" y="135"/>
                    </a:cubicBezTo>
                    <a:cubicBezTo>
                      <a:pt x="16" y="125"/>
                      <a:pt x="16" y="125"/>
                      <a:pt x="16" y="125"/>
                    </a:cubicBezTo>
                    <a:cubicBezTo>
                      <a:pt x="13" y="123"/>
                      <a:pt x="12" y="126"/>
                      <a:pt x="10" y="123"/>
                    </a:cubicBezTo>
                    <a:cubicBezTo>
                      <a:pt x="10" y="122"/>
                      <a:pt x="10" y="122"/>
                      <a:pt x="9" y="121"/>
                    </a:cubicBezTo>
                    <a:cubicBezTo>
                      <a:pt x="8" y="124"/>
                      <a:pt x="9" y="124"/>
                      <a:pt x="10" y="126"/>
                    </a:cubicBezTo>
                    <a:cubicBezTo>
                      <a:pt x="6" y="130"/>
                      <a:pt x="6" y="130"/>
                      <a:pt x="6" y="130"/>
                    </a:cubicBezTo>
                    <a:cubicBezTo>
                      <a:pt x="6" y="131"/>
                      <a:pt x="5" y="131"/>
                      <a:pt x="5" y="132"/>
                    </a:cubicBezTo>
                    <a:cubicBezTo>
                      <a:pt x="4" y="134"/>
                      <a:pt x="5" y="133"/>
                      <a:pt x="4" y="134"/>
                    </a:cubicBezTo>
                    <a:cubicBezTo>
                      <a:pt x="4" y="134"/>
                      <a:pt x="0" y="138"/>
                      <a:pt x="2" y="145"/>
                    </a:cubicBezTo>
                    <a:cubicBezTo>
                      <a:pt x="2" y="146"/>
                      <a:pt x="2" y="146"/>
                      <a:pt x="3" y="147"/>
                    </a:cubicBezTo>
                    <a:cubicBezTo>
                      <a:pt x="3" y="153"/>
                      <a:pt x="3" y="153"/>
                      <a:pt x="3" y="153"/>
                    </a:cubicBezTo>
                    <a:cubicBezTo>
                      <a:pt x="3" y="157"/>
                      <a:pt x="7" y="166"/>
                      <a:pt x="10" y="168"/>
                    </a:cubicBezTo>
                    <a:cubicBezTo>
                      <a:pt x="16" y="175"/>
                      <a:pt x="13" y="172"/>
                      <a:pt x="18" y="177"/>
                    </a:cubicBezTo>
                    <a:cubicBezTo>
                      <a:pt x="23" y="181"/>
                      <a:pt x="23" y="181"/>
                      <a:pt x="23" y="181"/>
                    </a:cubicBezTo>
                    <a:cubicBezTo>
                      <a:pt x="23" y="181"/>
                      <a:pt x="23" y="181"/>
                      <a:pt x="23" y="181"/>
                    </a:cubicBezTo>
                    <a:cubicBezTo>
                      <a:pt x="25" y="183"/>
                      <a:pt x="26" y="184"/>
                      <a:pt x="29" y="185"/>
                    </a:cubicBezTo>
                    <a:cubicBezTo>
                      <a:pt x="31" y="186"/>
                      <a:pt x="32" y="187"/>
                      <a:pt x="37" y="189"/>
                    </a:cubicBezTo>
                    <a:cubicBezTo>
                      <a:pt x="39" y="190"/>
                      <a:pt x="39" y="190"/>
                      <a:pt x="39" y="190"/>
                    </a:cubicBezTo>
                    <a:cubicBezTo>
                      <a:pt x="40" y="191"/>
                      <a:pt x="41" y="191"/>
                      <a:pt x="41" y="191"/>
                    </a:cubicBezTo>
                    <a:cubicBezTo>
                      <a:pt x="42" y="191"/>
                      <a:pt x="43" y="192"/>
                      <a:pt x="44" y="192"/>
                    </a:cubicBezTo>
                    <a:cubicBezTo>
                      <a:pt x="46" y="192"/>
                      <a:pt x="45" y="192"/>
                      <a:pt x="47" y="192"/>
                    </a:cubicBezTo>
                    <a:cubicBezTo>
                      <a:pt x="55" y="193"/>
                      <a:pt x="55" y="193"/>
                      <a:pt x="55" y="193"/>
                    </a:cubicBezTo>
                    <a:cubicBezTo>
                      <a:pt x="56" y="193"/>
                      <a:pt x="55" y="193"/>
                      <a:pt x="58" y="193"/>
                    </a:cubicBezTo>
                    <a:cubicBezTo>
                      <a:pt x="58" y="197"/>
                      <a:pt x="57" y="198"/>
                      <a:pt x="56" y="201"/>
                    </a:cubicBezTo>
                    <a:cubicBezTo>
                      <a:pt x="56" y="201"/>
                      <a:pt x="56" y="201"/>
                      <a:pt x="56" y="201"/>
                    </a:cubicBezTo>
                    <a:cubicBezTo>
                      <a:pt x="55" y="202"/>
                      <a:pt x="56" y="201"/>
                      <a:pt x="55" y="202"/>
                    </a:cubicBezTo>
                    <a:cubicBezTo>
                      <a:pt x="55" y="205"/>
                      <a:pt x="55" y="211"/>
                      <a:pt x="57" y="213"/>
                    </a:cubicBezTo>
                    <a:cubicBezTo>
                      <a:pt x="59" y="215"/>
                      <a:pt x="58" y="214"/>
                      <a:pt x="59" y="215"/>
                    </a:cubicBezTo>
                    <a:cubicBezTo>
                      <a:pt x="63" y="217"/>
                      <a:pt x="63" y="217"/>
                      <a:pt x="63" y="217"/>
                    </a:cubicBezTo>
                    <a:cubicBezTo>
                      <a:pt x="68" y="219"/>
                      <a:pt x="65" y="220"/>
                      <a:pt x="72" y="220"/>
                    </a:cubicBezTo>
                    <a:cubicBezTo>
                      <a:pt x="72" y="223"/>
                      <a:pt x="72" y="223"/>
                      <a:pt x="72" y="226"/>
                    </a:cubicBezTo>
                    <a:cubicBezTo>
                      <a:pt x="74" y="242"/>
                      <a:pt x="74" y="242"/>
                      <a:pt x="74" y="242"/>
                    </a:cubicBezTo>
                    <a:cubicBezTo>
                      <a:pt x="74" y="239"/>
                      <a:pt x="74" y="241"/>
                      <a:pt x="74" y="240"/>
                    </a:cubicBezTo>
                    <a:cubicBezTo>
                      <a:pt x="76" y="244"/>
                      <a:pt x="74" y="253"/>
                      <a:pt x="74" y="257"/>
                    </a:cubicBezTo>
                    <a:cubicBezTo>
                      <a:pt x="74" y="259"/>
                      <a:pt x="75" y="260"/>
                      <a:pt x="74" y="261"/>
                    </a:cubicBezTo>
                    <a:cubicBezTo>
                      <a:pt x="74" y="265"/>
                      <a:pt x="74" y="267"/>
                      <a:pt x="73" y="267"/>
                    </a:cubicBezTo>
                    <a:cubicBezTo>
                      <a:pt x="73" y="270"/>
                      <a:pt x="73" y="270"/>
                      <a:pt x="73" y="270"/>
                    </a:cubicBezTo>
                    <a:cubicBezTo>
                      <a:pt x="70" y="270"/>
                      <a:pt x="70" y="270"/>
                      <a:pt x="70" y="270"/>
                    </a:cubicBezTo>
                    <a:cubicBezTo>
                      <a:pt x="70" y="273"/>
                      <a:pt x="69" y="273"/>
                      <a:pt x="69" y="275"/>
                    </a:cubicBezTo>
                    <a:cubicBezTo>
                      <a:pt x="68" y="277"/>
                      <a:pt x="68" y="278"/>
                      <a:pt x="67" y="279"/>
                    </a:cubicBezTo>
                    <a:cubicBezTo>
                      <a:pt x="66" y="280"/>
                      <a:pt x="67" y="279"/>
                      <a:pt x="66" y="280"/>
                    </a:cubicBezTo>
                    <a:lnTo>
                      <a:pt x="66" y="28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sp>
          <p:nvSpPr>
            <p:cNvPr id="16" name="矩形 15"/>
            <p:cNvSpPr/>
            <p:nvPr/>
          </p:nvSpPr>
          <p:spPr>
            <a:xfrm>
              <a:off x="10633855" y="703992"/>
              <a:ext cx="1070151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600" b="1">
                  <a:solidFill>
                    <a:schemeClr val="bg2">
                      <a:lumMod val="50000"/>
                    </a:schemeClr>
                  </a:solidFill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CHINA UNIVERSITY OF GEOSCIENCES </a:t>
              </a:r>
              <a:endParaRPr lang="zh-CN" altLang="en-US" sz="600" b="1">
                <a:solidFill>
                  <a:schemeClr val="bg2">
                    <a:lumMod val="50000"/>
                  </a:schemeClr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endParaRPr>
            </a:p>
          </p:txBody>
        </p:sp>
      </p:grpSp>
      <p:sp>
        <p:nvSpPr>
          <p:cNvPr id="29" name="Freeform 6"/>
          <p:cNvSpPr>
            <a:spLocks noEditPoints="1"/>
          </p:cNvSpPr>
          <p:nvPr userDrawn="1"/>
        </p:nvSpPr>
        <p:spPr bwMode="auto">
          <a:xfrm>
            <a:off x="8763000" y="19050"/>
            <a:ext cx="6858000" cy="6858000"/>
          </a:xfrm>
          <a:custGeom>
            <a:avLst/>
            <a:gdLst>
              <a:gd name="T0" fmla="*/ 299 w 619"/>
              <a:gd name="T1" fmla="*/ 284 h 605"/>
              <a:gd name="T2" fmla="*/ 299 w 619"/>
              <a:gd name="T3" fmla="*/ 308 h 605"/>
              <a:gd name="T4" fmla="*/ 310 w 619"/>
              <a:gd name="T5" fmla="*/ 605 h 605"/>
              <a:gd name="T6" fmla="*/ 404 w 619"/>
              <a:gd name="T7" fmla="*/ 180 h 605"/>
              <a:gd name="T8" fmla="*/ 213 w 619"/>
              <a:gd name="T9" fmla="*/ 439 h 605"/>
              <a:gd name="T10" fmla="*/ 420 w 619"/>
              <a:gd name="T11" fmla="*/ 511 h 605"/>
              <a:gd name="T12" fmla="*/ 518 w 619"/>
              <a:gd name="T13" fmla="*/ 421 h 605"/>
              <a:gd name="T14" fmla="*/ 140 w 619"/>
              <a:gd name="T15" fmla="*/ 469 h 605"/>
              <a:gd name="T16" fmla="*/ 492 w 619"/>
              <a:gd name="T17" fmla="*/ 312 h 605"/>
              <a:gd name="T18" fmla="*/ 448 w 619"/>
              <a:gd name="T19" fmla="*/ 397 h 605"/>
              <a:gd name="T20" fmla="*/ 100 w 619"/>
              <a:gd name="T21" fmla="*/ 195 h 605"/>
              <a:gd name="T22" fmla="*/ 168 w 619"/>
              <a:gd name="T23" fmla="*/ 231 h 605"/>
              <a:gd name="T24" fmla="*/ 275 w 619"/>
              <a:gd name="T25" fmla="*/ 499 h 605"/>
              <a:gd name="T26" fmla="*/ 302 w 619"/>
              <a:gd name="T27" fmla="*/ 500 h 605"/>
              <a:gd name="T28" fmla="*/ 289 w 619"/>
              <a:gd name="T29" fmla="*/ 523 h 605"/>
              <a:gd name="T30" fmla="*/ 328 w 619"/>
              <a:gd name="T31" fmla="*/ 513 h 605"/>
              <a:gd name="T32" fmla="*/ 317 w 619"/>
              <a:gd name="T33" fmla="*/ 527 h 605"/>
              <a:gd name="T34" fmla="*/ 340 w 619"/>
              <a:gd name="T35" fmla="*/ 504 h 605"/>
              <a:gd name="T36" fmla="*/ 83 w 619"/>
              <a:gd name="T37" fmla="*/ 161 h 605"/>
              <a:gd name="T38" fmla="*/ 108 w 619"/>
              <a:gd name="T39" fmla="*/ 139 h 605"/>
              <a:gd name="T40" fmla="*/ 139 w 619"/>
              <a:gd name="T41" fmla="*/ 76 h 605"/>
              <a:gd name="T42" fmla="*/ 176 w 619"/>
              <a:gd name="T43" fmla="*/ 63 h 605"/>
              <a:gd name="T44" fmla="*/ 227 w 619"/>
              <a:gd name="T45" fmla="*/ 37 h 605"/>
              <a:gd name="T46" fmla="*/ 239 w 619"/>
              <a:gd name="T47" fmla="*/ 26 h 605"/>
              <a:gd name="T48" fmla="*/ 296 w 619"/>
              <a:gd name="T49" fmla="*/ 52 h 605"/>
              <a:gd name="T50" fmla="*/ 274 w 619"/>
              <a:gd name="T51" fmla="*/ 18 h 605"/>
              <a:gd name="T52" fmla="*/ 361 w 619"/>
              <a:gd name="T53" fmla="*/ 43 h 605"/>
              <a:gd name="T54" fmla="*/ 372 w 619"/>
              <a:gd name="T55" fmla="*/ 40 h 605"/>
              <a:gd name="T56" fmla="*/ 429 w 619"/>
              <a:gd name="T57" fmla="*/ 71 h 605"/>
              <a:gd name="T58" fmla="*/ 451 w 619"/>
              <a:gd name="T59" fmla="*/ 65 h 605"/>
              <a:gd name="T60" fmla="*/ 520 w 619"/>
              <a:gd name="T61" fmla="*/ 125 h 605"/>
              <a:gd name="T62" fmla="*/ 545 w 619"/>
              <a:gd name="T63" fmla="*/ 155 h 605"/>
              <a:gd name="T64" fmla="*/ 507 w 619"/>
              <a:gd name="T65" fmla="*/ 97 h 605"/>
              <a:gd name="T66" fmla="*/ 590 w 619"/>
              <a:gd name="T67" fmla="*/ 251 h 605"/>
              <a:gd name="T68" fmla="*/ 553 w 619"/>
              <a:gd name="T69" fmla="*/ 384 h 605"/>
              <a:gd name="T70" fmla="*/ 583 w 619"/>
              <a:gd name="T71" fmla="*/ 405 h 605"/>
              <a:gd name="T72" fmla="*/ 541 w 619"/>
              <a:gd name="T73" fmla="*/ 416 h 605"/>
              <a:gd name="T74" fmla="*/ 55 w 619"/>
              <a:gd name="T75" fmla="*/ 238 h 605"/>
              <a:gd name="T76" fmla="*/ 19 w 619"/>
              <a:gd name="T77" fmla="*/ 290 h 605"/>
              <a:gd name="T78" fmla="*/ 56 w 619"/>
              <a:gd name="T79" fmla="*/ 315 h 605"/>
              <a:gd name="T80" fmla="*/ 50 w 619"/>
              <a:gd name="T81" fmla="*/ 359 h 605"/>
              <a:gd name="T82" fmla="*/ 57 w 619"/>
              <a:gd name="T83" fmla="*/ 436 h 605"/>
              <a:gd name="T84" fmla="*/ 86 w 619"/>
              <a:gd name="T85" fmla="*/ 471 h 605"/>
              <a:gd name="T86" fmla="*/ 118 w 619"/>
              <a:gd name="T87" fmla="*/ 465 h 605"/>
              <a:gd name="T88" fmla="*/ 113 w 619"/>
              <a:gd name="T89" fmla="*/ 513 h 605"/>
              <a:gd name="T90" fmla="*/ 177 w 619"/>
              <a:gd name="T91" fmla="*/ 521 h 605"/>
              <a:gd name="T92" fmla="*/ 186 w 619"/>
              <a:gd name="T93" fmla="*/ 548 h 605"/>
              <a:gd name="T94" fmla="*/ 211 w 619"/>
              <a:gd name="T95" fmla="*/ 567 h 605"/>
              <a:gd name="T96" fmla="*/ 216 w 619"/>
              <a:gd name="T97" fmla="*/ 537 h 605"/>
              <a:gd name="T98" fmla="*/ 272 w 619"/>
              <a:gd name="T99" fmla="*/ 553 h 605"/>
              <a:gd name="T100" fmla="*/ 306 w 619"/>
              <a:gd name="T101" fmla="*/ 553 h 605"/>
              <a:gd name="T102" fmla="*/ 374 w 619"/>
              <a:gd name="T103" fmla="*/ 578 h 605"/>
              <a:gd name="T104" fmla="*/ 464 w 619"/>
              <a:gd name="T105" fmla="*/ 514 h 605"/>
              <a:gd name="T106" fmla="*/ 471 w 619"/>
              <a:gd name="T107" fmla="*/ 534 h 605"/>
              <a:gd name="T108" fmla="*/ 494 w 619"/>
              <a:gd name="T109" fmla="*/ 502 h 605"/>
              <a:gd name="T110" fmla="*/ 498 w 619"/>
              <a:gd name="T111" fmla="*/ 470 h 605"/>
              <a:gd name="T112" fmla="*/ 538 w 619"/>
              <a:gd name="T113" fmla="*/ 455 h 605"/>
              <a:gd name="T114" fmla="*/ 529 w 619"/>
              <a:gd name="T115" fmla="*/ 457 h 605"/>
              <a:gd name="T116" fmla="*/ 597 w 619"/>
              <a:gd name="T117" fmla="*/ 359 h 605"/>
              <a:gd name="T118" fmla="*/ 597 w 619"/>
              <a:gd name="T119" fmla="*/ 319 h 605"/>
              <a:gd name="T120" fmla="*/ 597 w 619"/>
              <a:gd name="T121" fmla="*/ 261 h 6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619" h="605">
                <a:moveTo>
                  <a:pt x="321" y="293"/>
                </a:moveTo>
                <a:cubicBezTo>
                  <a:pt x="321" y="308"/>
                  <a:pt x="321" y="308"/>
                  <a:pt x="321" y="308"/>
                </a:cubicBezTo>
                <a:cubicBezTo>
                  <a:pt x="440" y="308"/>
                  <a:pt x="440" y="308"/>
                  <a:pt x="440" y="308"/>
                </a:cubicBezTo>
                <a:cubicBezTo>
                  <a:pt x="321" y="293"/>
                  <a:pt x="321" y="293"/>
                  <a:pt x="321" y="293"/>
                </a:cubicBezTo>
                <a:close/>
                <a:moveTo>
                  <a:pt x="321" y="234"/>
                </a:moveTo>
                <a:cubicBezTo>
                  <a:pt x="320" y="216"/>
                  <a:pt x="354" y="219"/>
                  <a:pt x="365" y="219"/>
                </a:cubicBezTo>
                <a:cubicBezTo>
                  <a:pt x="391" y="219"/>
                  <a:pt x="424" y="220"/>
                  <a:pt x="424" y="220"/>
                </a:cubicBezTo>
                <a:cubicBezTo>
                  <a:pt x="422" y="217"/>
                  <a:pt x="417" y="214"/>
                  <a:pt x="411" y="210"/>
                </a:cubicBezTo>
                <a:cubicBezTo>
                  <a:pt x="385" y="195"/>
                  <a:pt x="322" y="188"/>
                  <a:pt x="307" y="188"/>
                </a:cubicBezTo>
                <a:cubicBezTo>
                  <a:pt x="265" y="188"/>
                  <a:pt x="216" y="198"/>
                  <a:pt x="216" y="198"/>
                </a:cubicBezTo>
                <a:cubicBezTo>
                  <a:pt x="216" y="218"/>
                  <a:pt x="216" y="218"/>
                  <a:pt x="216" y="218"/>
                </a:cubicBezTo>
                <a:cubicBezTo>
                  <a:pt x="216" y="218"/>
                  <a:pt x="279" y="218"/>
                  <a:pt x="284" y="219"/>
                </a:cubicBezTo>
                <a:cubicBezTo>
                  <a:pt x="286" y="220"/>
                  <a:pt x="290" y="220"/>
                  <a:pt x="293" y="222"/>
                </a:cubicBezTo>
                <a:cubicBezTo>
                  <a:pt x="297" y="224"/>
                  <a:pt x="299" y="231"/>
                  <a:pt x="299" y="234"/>
                </a:cubicBezTo>
                <a:cubicBezTo>
                  <a:pt x="299" y="243"/>
                  <a:pt x="299" y="251"/>
                  <a:pt x="299" y="284"/>
                </a:cubicBezTo>
                <a:cubicBezTo>
                  <a:pt x="154" y="304"/>
                  <a:pt x="154" y="304"/>
                  <a:pt x="154" y="304"/>
                </a:cubicBezTo>
                <a:cubicBezTo>
                  <a:pt x="155" y="266"/>
                  <a:pt x="172" y="230"/>
                  <a:pt x="199" y="204"/>
                </a:cubicBezTo>
                <a:cubicBezTo>
                  <a:pt x="202" y="201"/>
                  <a:pt x="205" y="199"/>
                  <a:pt x="207" y="197"/>
                </a:cubicBezTo>
                <a:cubicBezTo>
                  <a:pt x="208" y="197"/>
                  <a:pt x="208" y="197"/>
                  <a:pt x="208" y="197"/>
                </a:cubicBezTo>
                <a:cubicBezTo>
                  <a:pt x="208" y="196"/>
                  <a:pt x="208" y="196"/>
                  <a:pt x="208" y="196"/>
                </a:cubicBezTo>
                <a:cubicBezTo>
                  <a:pt x="235" y="173"/>
                  <a:pt x="271" y="159"/>
                  <a:pt x="310" y="159"/>
                </a:cubicBezTo>
                <a:cubicBezTo>
                  <a:pt x="353" y="159"/>
                  <a:pt x="392" y="176"/>
                  <a:pt x="420" y="204"/>
                </a:cubicBezTo>
                <a:cubicBezTo>
                  <a:pt x="447" y="229"/>
                  <a:pt x="464" y="264"/>
                  <a:pt x="466" y="303"/>
                </a:cubicBezTo>
                <a:cubicBezTo>
                  <a:pt x="461" y="303"/>
                  <a:pt x="461" y="303"/>
                  <a:pt x="461" y="303"/>
                </a:cubicBezTo>
                <a:cubicBezTo>
                  <a:pt x="321" y="284"/>
                  <a:pt x="321" y="284"/>
                  <a:pt x="321" y="284"/>
                </a:cubicBezTo>
                <a:cubicBezTo>
                  <a:pt x="321" y="234"/>
                  <a:pt x="321" y="234"/>
                  <a:pt x="321" y="234"/>
                </a:cubicBezTo>
                <a:close/>
                <a:moveTo>
                  <a:pt x="299" y="308"/>
                </a:moveTo>
                <a:cubicBezTo>
                  <a:pt x="176" y="308"/>
                  <a:pt x="176" y="308"/>
                  <a:pt x="176" y="308"/>
                </a:cubicBezTo>
                <a:cubicBezTo>
                  <a:pt x="299" y="324"/>
                  <a:pt x="299" y="324"/>
                  <a:pt x="299" y="324"/>
                </a:cubicBezTo>
                <a:cubicBezTo>
                  <a:pt x="299" y="318"/>
                  <a:pt x="299" y="314"/>
                  <a:pt x="299" y="308"/>
                </a:cubicBezTo>
                <a:close/>
                <a:moveTo>
                  <a:pt x="299" y="332"/>
                </a:moveTo>
                <a:cubicBezTo>
                  <a:pt x="299" y="452"/>
                  <a:pt x="299" y="452"/>
                  <a:pt x="299" y="452"/>
                </a:cubicBezTo>
                <a:cubicBezTo>
                  <a:pt x="321" y="452"/>
                  <a:pt x="321" y="452"/>
                  <a:pt x="321" y="452"/>
                </a:cubicBezTo>
                <a:cubicBezTo>
                  <a:pt x="321" y="332"/>
                  <a:pt x="321" y="332"/>
                  <a:pt x="321" y="332"/>
                </a:cubicBezTo>
                <a:cubicBezTo>
                  <a:pt x="466" y="313"/>
                  <a:pt x="466" y="313"/>
                  <a:pt x="466" y="313"/>
                </a:cubicBezTo>
                <a:cubicBezTo>
                  <a:pt x="465" y="354"/>
                  <a:pt x="448" y="390"/>
                  <a:pt x="420" y="417"/>
                </a:cubicBezTo>
                <a:cubicBezTo>
                  <a:pt x="392" y="444"/>
                  <a:pt x="353" y="461"/>
                  <a:pt x="310" y="461"/>
                </a:cubicBezTo>
                <a:cubicBezTo>
                  <a:pt x="267" y="461"/>
                  <a:pt x="228" y="444"/>
                  <a:pt x="199" y="417"/>
                </a:cubicBezTo>
                <a:cubicBezTo>
                  <a:pt x="172" y="390"/>
                  <a:pt x="155" y="354"/>
                  <a:pt x="154" y="314"/>
                </a:cubicBezTo>
                <a:cubicBezTo>
                  <a:pt x="299" y="332"/>
                  <a:pt x="299" y="332"/>
                  <a:pt x="299" y="332"/>
                </a:cubicBezTo>
                <a:close/>
                <a:moveTo>
                  <a:pt x="310" y="0"/>
                </a:moveTo>
                <a:cubicBezTo>
                  <a:pt x="395" y="0"/>
                  <a:pt x="473" y="34"/>
                  <a:pt x="529" y="89"/>
                </a:cubicBezTo>
                <a:cubicBezTo>
                  <a:pt x="585" y="144"/>
                  <a:pt x="619" y="219"/>
                  <a:pt x="619" y="303"/>
                </a:cubicBezTo>
                <a:cubicBezTo>
                  <a:pt x="619" y="386"/>
                  <a:pt x="585" y="462"/>
                  <a:pt x="529" y="517"/>
                </a:cubicBezTo>
                <a:cubicBezTo>
                  <a:pt x="473" y="571"/>
                  <a:pt x="395" y="605"/>
                  <a:pt x="310" y="605"/>
                </a:cubicBezTo>
                <a:cubicBezTo>
                  <a:pt x="224" y="605"/>
                  <a:pt x="147" y="571"/>
                  <a:pt x="91" y="517"/>
                </a:cubicBezTo>
                <a:cubicBezTo>
                  <a:pt x="35" y="462"/>
                  <a:pt x="0" y="386"/>
                  <a:pt x="0" y="303"/>
                </a:cubicBezTo>
                <a:cubicBezTo>
                  <a:pt x="0" y="219"/>
                  <a:pt x="35" y="144"/>
                  <a:pt x="91" y="89"/>
                </a:cubicBezTo>
                <a:cubicBezTo>
                  <a:pt x="147" y="34"/>
                  <a:pt x="224" y="0"/>
                  <a:pt x="310" y="0"/>
                </a:cubicBezTo>
                <a:close/>
                <a:moveTo>
                  <a:pt x="523" y="95"/>
                </a:moveTo>
                <a:cubicBezTo>
                  <a:pt x="577" y="148"/>
                  <a:pt x="611" y="222"/>
                  <a:pt x="611" y="303"/>
                </a:cubicBezTo>
                <a:cubicBezTo>
                  <a:pt x="611" y="384"/>
                  <a:pt x="577" y="458"/>
                  <a:pt x="523" y="511"/>
                </a:cubicBezTo>
                <a:cubicBezTo>
                  <a:pt x="468" y="564"/>
                  <a:pt x="393" y="597"/>
                  <a:pt x="310" y="597"/>
                </a:cubicBezTo>
                <a:cubicBezTo>
                  <a:pt x="227" y="597"/>
                  <a:pt x="151" y="564"/>
                  <a:pt x="97" y="511"/>
                </a:cubicBezTo>
                <a:cubicBezTo>
                  <a:pt x="42" y="458"/>
                  <a:pt x="9" y="384"/>
                  <a:pt x="9" y="303"/>
                </a:cubicBezTo>
                <a:cubicBezTo>
                  <a:pt x="9" y="222"/>
                  <a:pt x="42" y="148"/>
                  <a:pt x="97" y="95"/>
                </a:cubicBezTo>
                <a:cubicBezTo>
                  <a:pt x="151" y="42"/>
                  <a:pt x="227" y="9"/>
                  <a:pt x="310" y="9"/>
                </a:cubicBezTo>
                <a:cubicBezTo>
                  <a:pt x="393" y="9"/>
                  <a:pt x="468" y="42"/>
                  <a:pt x="523" y="95"/>
                </a:cubicBezTo>
                <a:close/>
                <a:moveTo>
                  <a:pt x="314" y="151"/>
                </a:moveTo>
                <a:cubicBezTo>
                  <a:pt x="348" y="152"/>
                  <a:pt x="379" y="163"/>
                  <a:pt x="404" y="180"/>
                </a:cubicBezTo>
                <a:cubicBezTo>
                  <a:pt x="387" y="147"/>
                  <a:pt x="367" y="127"/>
                  <a:pt x="360" y="120"/>
                </a:cubicBezTo>
                <a:cubicBezTo>
                  <a:pt x="347" y="123"/>
                  <a:pt x="332" y="125"/>
                  <a:pt x="314" y="125"/>
                </a:cubicBezTo>
                <a:cubicBezTo>
                  <a:pt x="314" y="151"/>
                  <a:pt x="314" y="151"/>
                  <a:pt x="314" y="151"/>
                </a:cubicBezTo>
                <a:close/>
                <a:moveTo>
                  <a:pt x="167" y="390"/>
                </a:moveTo>
                <a:cubicBezTo>
                  <a:pt x="154" y="367"/>
                  <a:pt x="146" y="341"/>
                  <a:pt x="145" y="313"/>
                </a:cubicBezTo>
                <a:cubicBezTo>
                  <a:pt x="126" y="313"/>
                  <a:pt x="126" y="313"/>
                  <a:pt x="126" y="313"/>
                </a:cubicBezTo>
                <a:cubicBezTo>
                  <a:pt x="127" y="344"/>
                  <a:pt x="135" y="373"/>
                  <a:pt x="147" y="398"/>
                </a:cubicBezTo>
                <a:cubicBezTo>
                  <a:pt x="153" y="395"/>
                  <a:pt x="160" y="392"/>
                  <a:pt x="167" y="390"/>
                </a:cubicBezTo>
                <a:close/>
                <a:moveTo>
                  <a:pt x="213" y="439"/>
                </a:moveTo>
                <a:cubicBezTo>
                  <a:pt x="206" y="434"/>
                  <a:pt x="200" y="429"/>
                  <a:pt x="194" y="423"/>
                </a:cubicBezTo>
                <a:cubicBezTo>
                  <a:pt x="185" y="415"/>
                  <a:pt x="178" y="406"/>
                  <a:pt x="172" y="397"/>
                </a:cubicBezTo>
                <a:cubicBezTo>
                  <a:pt x="164" y="400"/>
                  <a:pt x="157" y="402"/>
                  <a:pt x="151" y="405"/>
                </a:cubicBezTo>
                <a:cubicBezTo>
                  <a:pt x="178" y="457"/>
                  <a:pt x="217" y="491"/>
                  <a:pt x="227" y="499"/>
                </a:cubicBezTo>
                <a:cubicBezTo>
                  <a:pt x="234" y="496"/>
                  <a:pt x="242" y="493"/>
                  <a:pt x="252" y="491"/>
                </a:cubicBezTo>
                <a:cubicBezTo>
                  <a:pt x="243" y="483"/>
                  <a:pt x="228" y="466"/>
                  <a:pt x="213" y="439"/>
                </a:cubicBezTo>
                <a:close/>
                <a:moveTo>
                  <a:pt x="306" y="469"/>
                </a:moveTo>
                <a:cubicBezTo>
                  <a:pt x="278" y="469"/>
                  <a:pt x="252" y="461"/>
                  <a:pt x="229" y="449"/>
                </a:cubicBezTo>
                <a:cubicBezTo>
                  <a:pt x="243" y="472"/>
                  <a:pt x="257" y="485"/>
                  <a:pt x="261" y="489"/>
                </a:cubicBezTo>
                <a:cubicBezTo>
                  <a:pt x="274" y="486"/>
                  <a:pt x="289" y="485"/>
                  <a:pt x="306" y="484"/>
                </a:cubicBezTo>
                <a:cubicBezTo>
                  <a:pt x="306" y="469"/>
                  <a:pt x="306" y="469"/>
                  <a:pt x="306" y="469"/>
                </a:cubicBezTo>
                <a:close/>
                <a:moveTo>
                  <a:pt x="389" y="450"/>
                </a:moveTo>
                <a:cubicBezTo>
                  <a:pt x="367" y="462"/>
                  <a:pt x="341" y="469"/>
                  <a:pt x="314" y="469"/>
                </a:cubicBezTo>
                <a:cubicBezTo>
                  <a:pt x="314" y="484"/>
                  <a:pt x="314" y="484"/>
                  <a:pt x="314" y="484"/>
                </a:cubicBezTo>
                <a:cubicBezTo>
                  <a:pt x="331" y="485"/>
                  <a:pt x="346" y="487"/>
                  <a:pt x="359" y="489"/>
                </a:cubicBezTo>
                <a:cubicBezTo>
                  <a:pt x="363" y="485"/>
                  <a:pt x="376" y="472"/>
                  <a:pt x="389" y="450"/>
                </a:cubicBezTo>
                <a:close/>
                <a:moveTo>
                  <a:pt x="480" y="469"/>
                </a:moveTo>
                <a:cubicBezTo>
                  <a:pt x="493" y="457"/>
                  <a:pt x="504" y="443"/>
                  <a:pt x="514" y="428"/>
                </a:cubicBezTo>
                <a:cubicBezTo>
                  <a:pt x="508" y="425"/>
                  <a:pt x="495" y="417"/>
                  <a:pt x="477" y="409"/>
                </a:cubicBezTo>
                <a:cubicBezTo>
                  <a:pt x="453" y="458"/>
                  <a:pt x="417" y="492"/>
                  <a:pt x="404" y="503"/>
                </a:cubicBezTo>
                <a:cubicBezTo>
                  <a:pt x="412" y="507"/>
                  <a:pt x="417" y="510"/>
                  <a:pt x="420" y="511"/>
                </a:cubicBezTo>
                <a:cubicBezTo>
                  <a:pt x="442" y="500"/>
                  <a:pt x="462" y="486"/>
                  <a:pt x="480" y="469"/>
                </a:cubicBezTo>
                <a:close/>
                <a:moveTo>
                  <a:pt x="550" y="304"/>
                </a:moveTo>
                <a:cubicBezTo>
                  <a:pt x="550" y="265"/>
                  <a:pt x="539" y="228"/>
                  <a:pt x="521" y="196"/>
                </a:cubicBezTo>
                <a:cubicBezTo>
                  <a:pt x="515" y="200"/>
                  <a:pt x="501" y="209"/>
                  <a:pt x="481" y="218"/>
                </a:cubicBezTo>
                <a:cubicBezTo>
                  <a:pt x="492" y="244"/>
                  <a:pt x="500" y="273"/>
                  <a:pt x="501" y="304"/>
                </a:cubicBezTo>
                <a:cubicBezTo>
                  <a:pt x="550" y="304"/>
                  <a:pt x="550" y="304"/>
                  <a:pt x="550" y="304"/>
                </a:cubicBezTo>
                <a:close/>
                <a:moveTo>
                  <a:pt x="310" y="537"/>
                </a:moveTo>
                <a:cubicBezTo>
                  <a:pt x="346" y="537"/>
                  <a:pt x="380" y="529"/>
                  <a:pt x="411" y="516"/>
                </a:cubicBezTo>
                <a:cubicBezTo>
                  <a:pt x="407" y="514"/>
                  <a:pt x="402" y="511"/>
                  <a:pt x="395" y="508"/>
                </a:cubicBezTo>
                <a:cubicBezTo>
                  <a:pt x="395" y="508"/>
                  <a:pt x="395" y="508"/>
                  <a:pt x="395" y="508"/>
                </a:cubicBezTo>
                <a:cubicBezTo>
                  <a:pt x="395" y="508"/>
                  <a:pt x="394" y="508"/>
                  <a:pt x="394" y="508"/>
                </a:cubicBezTo>
                <a:cubicBezTo>
                  <a:pt x="377" y="501"/>
                  <a:pt x="349" y="493"/>
                  <a:pt x="311" y="493"/>
                </a:cubicBezTo>
                <a:cubicBezTo>
                  <a:pt x="255" y="492"/>
                  <a:pt x="223" y="509"/>
                  <a:pt x="211" y="516"/>
                </a:cubicBezTo>
                <a:cubicBezTo>
                  <a:pt x="241" y="530"/>
                  <a:pt x="275" y="537"/>
                  <a:pt x="310" y="537"/>
                </a:cubicBezTo>
                <a:close/>
                <a:moveTo>
                  <a:pt x="518" y="421"/>
                </a:moveTo>
                <a:cubicBezTo>
                  <a:pt x="537" y="389"/>
                  <a:pt x="549" y="352"/>
                  <a:pt x="550" y="312"/>
                </a:cubicBezTo>
                <a:cubicBezTo>
                  <a:pt x="501" y="312"/>
                  <a:pt x="501" y="312"/>
                  <a:pt x="501" y="312"/>
                </a:cubicBezTo>
                <a:cubicBezTo>
                  <a:pt x="500" y="345"/>
                  <a:pt x="492" y="375"/>
                  <a:pt x="480" y="401"/>
                </a:cubicBezTo>
                <a:cubicBezTo>
                  <a:pt x="499" y="410"/>
                  <a:pt x="512" y="418"/>
                  <a:pt x="518" y="421"/>
                </a:cubicBezTo>
                <a:close/>
                <a:moveTo>
                  <a:pt x="70" y="312"/>
                </a:moveTo>
                <a:cubicBezTo>
                  <a:pt x="71" y="352"/>
                  <a:pt x="83" y="390"/>
                  <a:pt x="103" y="422"/>
                </a:cubicBezTo>
                <a:cubicBezTo>
                  <a:pt x="109" y="418"/>
                  <a:pt x="121" y="410"/>
                  <a:pt x="140" y="401"/>
                </a:cubicBezTo>
                <a:cubicBezTo>
                  <a:pt x="128" y="375"/>
                  <a:pt x="119" y="346"/>
                  <a:pt x="118" y="313"/>
                </a:cubicBezTo>
                <a:cubicBezTo>
                  <a:pt x="70" y="312"/>
                  <a:pt x="70" y="312"/>
                  <a:pt x="70" y="312"/>
                </a:cubicBezTo>
                <a:close/>
                <a:moveTo>
                  <a:pt x="140" y="469"/>
                </a:moveTo>
                <a:cubicBezTo>
                  <a:pt x="158" y="487"/>
                  <a:pt x="179" y="501"/>
                  <a:pt x="202" y="512"/>
                </a:cubicBezTo>
                <a:cubicBezTo>
                  <a:pt x="205" y="510"/>
                  <a:pt x="210" y="507"/>
                  <a:pt x="218" y="503"/>
                </a:cubicBezTo>
                <a:cubicBezTo>
                  <a:pt x="205" y="491"/>
                  <a:pt x="169" y="457"/>
                  <a:pt x="144" y="409"/>
                </a:cubicBezTo>
                <a:cubicBezTo>
                  <a:pt x="125" y="418"/>
                  <a:pt x="113" y="426"/>
                  <a:pt x="107" y="429"/>
                </a:cubicBezTo>
                <a:cubicBezTo>
                  <a:pt x="117" y="444"/>
                  <a:pt x="128" y="457"/>
                  <a:pt x="140" y="469"/>
                </a:cubicBezTo>
                <a:close/>
                <a:moveTo>
                  <a:pt x="140" y="142"/>
                </a:moveTo>
                <a:cubicBezTo>
                  <a:pt x="126" y="156"/>
                  <a:pt x="114" y="171"/>
                  <a:pt x="104" y="188"/>
                </a:cubicBezTo>
                <a:cubicBezTo>
                  <a:pt x="109" y="192"/>
                  <a:pt x="122" y="200"/>
                  <a:pt x="141" y="210"/>
                </a:cubicBezTo>
                <a:cubicBezTo>
                  <a:pt x="167" y="157"/>
                  <a:pt x="204" y="120"/>
                  <a:pt x="218" y="107"/>
                </a:cubicBezTo>
                <a:cubicBezTo>
                  <a:pt x="210" y="104"/>
                  <a:pt x="204" y="101"/>
                  <a:pt x="201" y="99"/>
                </a:cubicBezTo>
                <a:cubicBezTo>
                  <a:pt x="179" y="111"/>
                  <a:pt x="158" y="125"/>
                  <a:pt x="140" y="142"/>
                </a:cubicBezTo>
                <a:close/>
                <a:moveTo>
                  <a:pt x="216" y="180"/>
                </a:moveTo>
                <a:cubicBezTo>
                  <a:pt x="241" y="162"/>
                  <a:pt x="272" y="152"/>
                  <a:pt x="306" y="151"/>
                </a:cubicBezTo>
                <a:cubicBezTo>
                  <a:pt x="306" y="125"/>
                  <a:pt x="306" y="125"/>
                  <a:pt x="306" y="125"/>
                </a:cubicBezTo>
                <a:cubicBezTo>
                  <a:pt x="289" y="125"/>
                  <a:pt x="273" y="123"/>
                  <a:pt x="259" y="120"/>
                </a:cubicBezTo>
                <a:cubicBezTo>
                  <a:pt x="252" y="127"/>
                  <a:pt x="233" y="147"/>
                  <a:pt x="216" y="180"/>
                </a:cubicBezTo>
                <a:close/>
                <a:moveTo>
                  <a:pt x="474" y="312"/>
                </a:moveTo>
                <a:cubicBezTo>
                  <a:pt x="474" y="341"/>
                  <a:pt x="466" y="367"/>
                  <a:pt x="452" y="390"/>
                </a:cubicBezTo>
                <a:cubicBezTo>
                  <a:pt x="459" y="393"/>
                  <a:pt x="466" y="395"/>
                  <a:pt x="473" y="398"/>
                </a:cubicBezTo>
                <a:cubicBezTo>
                  <a:pt x="484" y="373"/>
                  <a:pt x="492" y="344"/>
                  <a:pt x="492" y="312"/>
                </a:cubicBezTo>
                <a:cubicBezTo>
                  <a:pt x="474" y="312"/>
                  <a:pt x="474" y="312"/>
                  <a:pt x="474" y="312"/>
                </a:cubicBezTo>
                <a:close/>
                <a:moveTo>
                  <a:pt x="172" y="224"/>
                </a:moveTo>
                <a:cubicBezTo>
                  <a:pt x="178" y="214"/>
                  <a:pt x="186" y="206"/>
                  <a:pt x="194" y="198"/>
                </a:cubicBezTo>
                <a:cubicBezTo>
                  <a:pt x="196" y="195"/>
                  <a:pt x="199" y="193"/>
                  <a:pt x="201" y="191"/>
                </a:cubicBezTo>
                <a:cubicBezTo>
                  <a:pt x="218" y="154"/>
                  <a:pt x="239" y="129"/>
                  <a:pt x="250" y="118"/>
                </a:cubicBezTo>
                <a:cubicBezTo>
                  <a:pt x="241" y="116"/>
                  <a:pt x="233" y="113"/>
                  <a:pt x="226" y="111"/>
                </a:cubicBezTo>
                <a:cubicBezTo>
                  <a:pt x="217" y="119"/>
                  <a:pt x="176" y="158"/>
                  <a:pt x="149" y="214"/>
                </a:cubicBezTo>
                <a:cubicBezTo>
                  <a:pt x="156" y="217"/>
                  <a:pt x="164" y="220"/>
                  <a:pt x="172" y="224"/>
                </a:cubicBezTo>
                <a:close/>
                <a:moveTo>
                  <a:pt x="448" y="397"/>
                </a:moveTo>
                <a:cubicBezTo>
                  <a:pt x="441" y="406"/>
                  <a:pt x="434" y="415"/>
                  <a:pt x="426" y="423"/>
                </a:cubicBezTo>
                <a:cubicBezTo>
                  <a:pt x="419" y="429"/>
                  <a:pt x="412" y="435"/>
                  <a:pt x="404" y="441"/>
                </a:cubicBezTo>
                <a:cubicBezTo>
                  <a:pt x="390" y="466"/>
                  <a:pt x="376" y="483"/>
                  <a:pt x="368" y="491"/>
                </a:cubicBezTo>
                <a:cubicBezTo>
                  <a:pt x="379" y="494"/>
                  <a:pt x="388" y="497"/>
                  <a:pt x="396" y="500"/>
                </a:cubicBezTo>
                <a:cubicBezTo>
                  <a:pt x="405" y="492"/>
                  <a:pt x="443" y="458"/>
                  <a:pt x="469" y="405"/>
                </a:cubicBezTo>
                <a:cubicBezTo>
                  <a:pt x="463" y="403"/>
                  <a:pt x="455" y="400"/>
                  <a:pt x="448" y="397"/>
                </a:cubicBezTo>
                <a:close/>
                <a:moveTo>
                  <a:pt x="409" y="95"/>
                </a:moveTo>
                <a:cubicBezTo>
                  <a:pt x="379" y="82"/>
                  <a:pt x="345" y="74"/>
                  <a:pt x="310" y="74"/>
                </a:cubicBezTo>
                <a:cubicBezTo>
                  <a:pt x="275" y="74"/>
                  <a:pt x="241" y="82"/>
                  <a:pt x="211" y="95"/>
                </a:cubicBezTo>
                <a:cubicBezTo>
                  <a:pt x="225" y="102"/>
                  <a:pt x="262" y="118"/>
                  <a:pt x="310" y="117"/>
                </a:cubicBezTo>
                <a:cubicBezTo>
                  <a:pt x="367" y="116"/>
                  <a:pt x="397" y="102"/>
                  <a:pt x="409" y="95"/>
                </a:cubicBezTo>
                <a:close/>
                <a:moveTo>
                  <a:pt x="452" y="231"/>
                </a:moveTo>
                <a:cubicBezTo>
                  <a:pt x="465" y="253"/>
                  <a:pt x="473" y="278"/>
                  <a:pt x="474" y="304"/>
                </a:cubicBezTo>
                <a:cubicBezTo>
                  <a:pt x="492" y="304"/>
                  <a:pt x="492" y="304"/>
                  <a:pt x="492" y="304"/>
                </a:cubicBezTo>
                <a:cubicBezTo>
                  <a:pt x="492" y="274"/>
                  <a:pt x="484" y="246"/>
                  <a:pt x="474" y="222"/>
                </a:cubicBezTo>
                <a:cubicBezTo>
                  <a:pt x="467" y="225"/>
                  <a:pt x="460" y="228"/>
                  <a:pt x="452" y="231"/>
                </a:cubicBezTo>
                <a:close/>
                <a:moveTo>
                  <a:pt x="100" y="195"/>
                </a:moveTo>
                <a:cubicBezTo>
                  <a:pt x="81" y="227"/>
                  <a:pt x="70" y="264"/>
                  <a:pt x="70" y="304"/>
                </a:cubicBezTo>
                <a:cubicBezTo>
                  <a:pt x="118" y="305"/>
                  <a:pt x="118" y="305"/>
                  <a:pt x="118" y="305"/>
                </a:cubicBezTo>
                <a:cubicBezTo>
                  <a:pt x="118" y="273"/>
                  <a:pt x="127" y="243"/>
                  <a:pt x="138" y="217"/>
                </a:cubicBezTo>
                <a:cubicBezTo>
                  <a:pt x="119" y="208"/>
                  <a:pt x="106" y="199"/>
                  <a:pt x="100" y="195"/>
                </a:cubicBezTo>
                <a:close/>
                <a:moveTo>
                  <a:pt x="480" y="142"/>
                </a:moveTo>
                <a:cubicBezTo>
                  <a:pt x="462" y="125"/>
                  <a:pt x="441" y="110"/>
                  <a:pt x="418" y="99"/>
                </a:cubicBezTo>
                <a:cubicBezTo>
                  <a:pt x="415" y="101"/>
                  <a:pt x="410" y="104"/>
                  <a:pt x="402" y="107"/>
                </a:cubicBezTo>
                <a:cubicBezTo>
                  <a:pt x="416" y="120"/>
                  <a:pt x="453" y="157"/>
                  <a:pt x="478" y="211"/>
                </a:cubicBezTo>
                <a:cubicBezTo>
                  <a:pt x="498" y="201"/>
                  <a:pt x="511" y="192"/>
                  <a:pt x="517" y="189"/>
                </a:cubicBezTo>
                <a:cubicBezTo>
                  <a:pt x="507" y="172"/>
                  <a:pt x="494" y="156"/>
                  <a:pt x="480" y="142"/>
                </a:cubicBezTo>
                <a:close/>
                <a:moveTo>
                  <a:pt x="419" y="191"/>
                </a:moveTo>
                <a:cubicBezTo>
                  <a:pt x="421" y="193"/>
                  <a:pt x="424" y="195"/>
                  <a:pt x="426" y="198"/>
                </a:cubicBezTo>
                <a:cubicBezTo>
                  <a:pt x="434" y="206"/>
                  <a:pt x="441" y="214"/>
                  <a:pt x="448" y="224"/>
                </a:cubicBezTo>
                <a:cubicBezTo>
                  <a:pt x="456" y="221"/>
                  <a:pt x="464" y="218"/>
                  <a:pt x="470" y="214"/>
                </a:cubicBezTo>
                <a:cubicBezTo>
                  <a:pt x="444" y="158"/>
                  <a:pt x="403" y="119"/>
                  <a:pt x="394" y="111"/>
                </a:cubicBezTo>
                <a:cubicBezTo>
                  <a:pt x="387" y="114"/>
                  <a:pt x="379" y="116"/>
                  <a:pt x="370" y="118"/>
                </a:cubicBezTo>
                <a:cubicBezTo>
                  <a:pt x="381" y="129"/>
                  <a:pt x="402" y="154"/>
                  <a:pt x="419" y="191"/>
                </a:cubicBezTo>
                <a:close/>
                <a:moveTo>
                  <a:pt x="146" y="305"/>
                </a:moveTo>
                <a:cubicBezTo>
                  <a:pt x="147" y="278"/>
                  <a:pt x="154" y="253"/>
                  <a:pt x="168" y="231"/>
                </a:cubicBezTo>
                <a:cubicBezTo>
                  <a:pt x="160" y="228"/>
                  <a:pt x="152" y="224"/>
                  <a:pt x="145" y="221"/>
                </a:cubicBezTo>
                <a:cubicBezTo>
                  <a:pt x="134" y="246"/>
                  <a:pt x="127" y="274"/>
                  <a:pt x="126" y="305"/>
                </a:cubicBezTo>
                <a:cubicBezTo>
                  <a:pt x="146" y="305"/>
                  <a:pt x="146" y="305"/>
                  <a:pt x="146" y="305"/>
                </a:cubicBezTo>
                <a:close/>
                <a:moveTo>
                  <a:pt x="310" y="66"/>
                </a:moveTo>
                <a:cubicBezTo>
                  <a:pt x="379" y="66"/>
                  <a:pt x="441" y="93"/>
                  <a:pt x="486" y="136"/>
                </a:cubicBezTo>
                <a:cubicBezTo>
                  <a:pt x="531" y="180"/>
                  <a:pt x="558" y="239"/>
                  <a:pt x="558" y="306"/>
                </a:cubicBezTo>
                <a:cubicBezTo>
                  <a:pt x="558" y="372"/>
                  <a:pt x="531" y="432"/>
                  <a:pt x="486" y="475"/>
                </a:cubicBezTo>
                <a:cubicBezTo>
                  <a:pt x="441" y="518"/>
                  <a:pt x="379" y="545"/>
                  <a:pt x="310" y="545"/>
                </a:cubicBezTo>
                <a:cubicBezTo>
                  <a:pt x="242" y="545"/>
                  <a:pt x="180" y="518"/>
                  <a:pt x="135" y="475"/>
                </a:cubicBezTo>
                <a:cubicBezTo>
                  <a:pt x="90" y="432"/>
                  <a:pt x="62" y="372"/>
                  <a:pt x="62" y="306"/>
                </a:cubicBezTo>
                <a:cubicBezTo>
                  <a:pt x="62" y="239"/>
                  <a:pt x="90" y="180"/>
                  <a:pt x="135" y="136"/>
                </a:cubicBezTo>
                <a:cubicBezTo>
                  <a:pt x="180" y="93"/>
                  <a:pt x="242" y="66"/>
                  <a:pt x="310" y="66"/>
                </a:cubicBezTo>
                <a:close/>
                <a:moveTo>
                  <a:pt x="278" y="531"/>
                </a:moveTo>
                <a:cubicBezTo>
                  <a:pt x="278" y="499"/>
                  <a:pt x="278" y="499"/>
                  <a:pt x="278" y="499"/>
                </a:cubicBezTo>
                <a:cubicBezTo>
                  <a:pt x="275" y="499"/>
                  <a:pt x="275" y="499"/>
                  <a:pt x="275" y="499"/>
                </a:cubicBezTo>
                <a:cubicBezTo>
                  <a:pt x="275" y="500"/>
                  <a:pt x="274" y="502"/>
                  <a:pt x="272" y="503"/>
                </a:cubicBezTo>
                <a:cubicBezTo>
                  <a:pt x="271" y="505"/>
                  <a:pt x="269" y="506"/>
                  <a:pt x="267" y="507"/>
                </a:cubicBezTo>
                <a:cubicBezTo>
                  <a:pt x="267" y="511"/>
                  <a:pt x="267" y="511"/>
                  <a:pt x="267" y="511"/>
                </a:cubicBezTo>
                <a:cubicBezTo>
                  <a:pt x="269" y="510"/>
                  <a:pt x="270" y="509"/>
                  <a:pt x="271" y="509"/>
                </a:cubicBezTo>
                <a:cubicBezTo>
                  <a:pt x="272" y="508"/>
                  <a:pt x="273" y="507"/>
                  <a:pt x="274" y="506"/>
                </a:cubicBezTo>
                <a:cubicBezTo>
                  <a:pt x="274" y="531"/>
                  <a:pt x="274" y="531"/>
                  <a:pt x="274" y="531"/>
                </a:cubicBezTo>
                <a:cubicBezTo>
                  <a:pt x="278" y="531"/>
                  <a:pt x="278" y="531"/>
                  <a:pt x="278" y="531"/>
                </a:cubicBezTo>
                <a:close/>
                <a:moveTo>
                  <a:pt x="289" y="523"/>
                </a:moveTo>
                <a:cubicBezTo>
                  <a:pt x="289" y="526"/>
                  <a:pt x="290" y="528"/>
                  <a:pt x="291" y="529"/>
                </a:cubicBezTo>
                <a:cubicBezTo>
                  <a:pt x="293" y="531"/>
                  <a:pt x="294" y="531"/>
                  <a:pt x="297" y="531"/>
                </a:cubicBezTo>
                <a:cubicBezTo>
                  <a:pt x="299" y="531"/>
                  <a:pt x="300" y="531"/>
                  <a:pt x="302" y="529"/>
                </a:cubicBezTo>
                <a:cubicBezTo>
                  <a:pt x="303" y="528"/>
                  <a:pt x="304" y="526"/>
                  <a:pt x="305" y="524"/>
                </a:cubicBezTo>
                <a:cubicBezTo>
                  <a:pt x="306" y="521"/>
                  <a:pt x="306" y="518"/>
                  <a:pt x="306" y="514"/>
                </a:cubicBezTo>
                <a:cubicBezTo>
                  <a:pt x="306" y="510"/>
                  <a:pt x="306" y="507"/>
                  <a:pt x="305" y="505"/>
                </a:cubicBezTo>
                <a:cubicBezTo>
                  <a:pt x="304" y="503"/>
                  <a:pt x="303" y="502"/>
                  <a:pt x="302" y="500"/>
                </a:cubicBezTo>
                <a:cubicBezTo>
                  <a:pt x="300" y="499"/>
                  <a:pt x="299" y="499"/>
                  <a:pt x="297" y="499"/>
                </a:cubicBezTo>
                <a:cubicBezTo>
                  <a:pt x="295" y="499"/>
                  <a:pt x="292" y="500"/>
                  <a:pt x="291" y="502"/>
                </a:cubicBezTo>
                <a:cubicBezTo>
                  <a:pt x="289" y="504"/>
                  <a:pt x="288" y="506"/>
                  <a:pt x="288" y="510"/>
                </a:cubicBezTo>
                <a:cubicBezTo>
                  <a:pt x="288" y="513"/>
                  <a:pt x="289" y="515"/>
                  <a:pt x="291" y="517"/>
                </a:cubicBezTo>
                <a:cubicBezTo>
                  <a:pt x="292" y="519"/>
                  <a:pt x="294" y="520"/>
                  <a:pt x="296" y="520"/>
                </a:cubicBezTo>
                <a:cubicBezTo>
                  <a:pt x="298" y="520"/>
                  <a:pt x="299" y="520"/>
                  <a:pt x="300" y="519"/>
                </a:cubicBezTo>
                <a:cubicBezTo>
                  <a:pt x="301" y="518"/>
                  <a:pt x="302" y="517"/>
                  <a:pt x="303" y="516"/>
                </a:cubicBezTo>
                <a:cubicBezTo>
                  <a:pt x="303" y="516"/>
                  <a:pt x="303" y="516"/>
                  <a:pt x="303" y="517"/>
                </a:cubicBezTo>
                <a:cubicBezTo>
                  <a:pt x="303" y="518"/>
                  <a:pt x="303" y="520"/>
                  <a:pt x="303" y="521"/>
                </a:cubicBezTo>
                <a:cubicBezTo>
                  <a:pt x="302" y="523"/>
                  <a:pt x="302" y="524"/>
                  <a:pt x="301" y="525"/>
                </a:cubicBezTo>
                <a:cubicBezTo>
                  <a:pt x="301" y="526"/>
                  <a:pt x="300" y="527"/>
                  <a:pt x="299" y="527"/>
                </a:cubicBezTo>
                <a:cubicBezTo>
                  <a:pt x="299" y="528"/>
                  <a:pt x="298" y="528"/>
                  <a:pt x="297" y="528"/>
                </a:cubicBezTo>
                <a:cubicBezTo>
                  <a:pt x="295" y="528"/>
                  <a:pt x="294" y="528"/>
                  <a:pt x="294" y="527"/>
                </a:cubicBezTo>
                <a:cubicBezTo>
                  <a:pt x="293" y="526"/>
                  <a:pt x="292" y="525"/>
                  <a:pt x="292" y="523"/>
                </a:cubicBezTo>
                <a:cubicBezTo>
                  <a:pt x="289" y="523"/>
                  <a:pt x="289" y="523"/>
                  <a:pt x="289" y="523"/>
                </a:cubicBezTo>
                <a:close/>
                <a:moveTo>
                  <a:pt x="303" y="509"/>
                </a:moveTo>
                <a:cubicBezTo>
                  <a:pt x="303" y="507"/>
                  <a:pt x="302" y="505"/>
                  <a:pt x="301" y="504"/>
                </a:cubicBezTo>
                <a:cubicBezTo>
                  <a:pt x="300" y="503"/>
                  <a:pt x="299" y="502"/>
                  <a:pt x="297" y="502"/>
                </a:cubicBezTo>
                <a:cubicBezTo>
                  <a:pt x="296" y="502"/>
                  <a:pt x="295" y="503"/>
                  <a:pt x="293" y="504"/>
                </a:cubicBezTo>
                <a:cubicBezTo>
                  <a:pt x="292" y="506"/>
                  <a:pt x="292" y="507"/>
                  <a:pt x="292" y="510"/>
                </a:cubicBezTo>
                <a:cubicBezTo>
                  <a:pt x="292" y="512"/>
                  <a:pt x="292" y="513"/>
                  <a:pt x="293" y="515"/>
                </a:cubicBezTo>
                <a:cubicBezTo>
                  <a:pt x="294" y="516"/>
                  <a:pt x="296" y="516"/>
                  <a:pt x="297" y="516"/>
                </a:cubicBezTo>
                <a:cubicBezTo>
                  <a:pt x="299" y="516"/>
                  <a:pt x="300" y="516"/>
                  <a:pt x="301" y="515"/>
                </a:cubicBezTo>
                <a:cubicBezTo>
                  <a:pt x="302" y="513"/>
                  <a:pt x="303" y="512"/>
                  <a:pt x="303" y="509"/>
                </a:cubicBezTo>
                <a:close/>
                <a:moveTo>
                  <a:pt x="312" y="522"/>
                </a:moveTo>
                <a:cubicBezTo>
                  <a:pt x="312" y="525"/>
                  <a:pt x="313" y="527"/>
                  <a:pt x="315" y="529"/>
                </a:cubicBezTo>
                <a:cubicBezTo>
                  <a:pt x="316" y="530"/>
                  <a:pt x="318" y="531"/>
                  <a:pt x="321" y="531"/>
                </a:cubicBezTo>
                <a:cubicBezTo>
                  <a:pt x="324" y="531"/>
                  <a:pt x="326" y="530"/>
                  <a:pt x="328" y="527"/>
                </a:cubicBezTo>
                <a:cubicBezTo>
                  <a:pt x="329" y="525"/>
                  <a:pt x="330" y="523"/>
                  <a:pt x="330" y="520"/>
                </a:cubicBezTo>
                <a:cubicBezTo>
                  <a:pt x="330" y="517"/>
                  <a:pt x="329" y="514"/>
                  <a:pt x="328" y="513"/>
                </a:cubicBezTo>
                <a:cubicBezTo>
                  <a:pt x="326" y="511"/>
                  <a:pt x="324" y="510"/>
                  <a:pt x="321" y="510"/>
                </a:cubicBezTo>
                <a:cubicBezTo>
                  <a:pt x="320" y="510"/>
                  <a:pt x="318" y="510"/>
                  <a:pt x="316" y="512"/>
                </a:cubicBezTo>
                <a:cubicBezTo>
                  <a:pt x="318" y="503"/>
                  <a:pt x="318" y="503"/>
                  <a:pt x="318" y="503"/>
                </a:cubicBezTo>
                <a:cubicBezTo>
                  <a:pt x="329" y="503"/>
                  <a:pt x="329" y="503"/>
                  <a:pt x="329" y="503"/>
                </a:cubicBezTo>
                <a:cubicBezTo>
                  <a:pt x="329" y="499"/>
                  <a:pt x="329" y="499"/>
                  <a:pt x="329" y="499"/>
                </a:cubicBezTo>
                <a:cubicBezTo>
                  <a:pt x="315" y="499"/>
                  <a:pt x="315" y="499"/>
                  <a:pt x="315" y="499"/>
                </a:cubicBezTo>
                <a:cubicBezTo>
                  <a:pt x="312" y="516"/>
                  <a:pt x="312" y="516"/>
                  <a:pt x="312" y="516"/>
                </a:cubicBezTo>
                <a:cubicBezTo>
                  <a:pt x="316" y="516"/>
                  <a:pt x="316" y="516"/>
                  <a:pt x="316" y="516"/>
                </a:cubicBezTo>
                <a:cubicBezTo>
                  <a:pt x="316" y="515"/>
                  <a:pt x="317" y="515"/>
                  <a:pt x="318" y="514"/>
                </a:cubicBezTo>
                <a:cubicBezTo>
                  <a:pt x="319" y="513"/>
                  <a:pt x="319" y="513"/>
                  <a:pt x="321" y="513"/>
                </a:cubicBezTo>
                <a:cubicBezTo>
                  <a:pt x="322" y="513"/>
                  <a:pt x="324" y="514"/>
                  <a:pt x="325" y="515"/>
                </a:cubicBezTo>
                <a:cubicBezTo>
                  <a:pt x="326" y="516"/>
                  <a:pt x="326" y="518"/>
                  <a:pt x="326" y="520"/>
                </a:cubicBezTo>
                <a:cubicBezTo>
                  <a:pt x="326" y="523"/>
                  <a:pt x="326" y="524"/>
                  <a:pt x="325" y="526"/>
                </a:cubicBezTo>
                <a:cubicBezTo>
                  <a:pt x="324" y="527"/>
                  <a:pt x="322" y="528"/>
                  <a:pt x="321" y="528"/>
                </a:cubicBezTo>
                <a:cubicBezTo>
                  <a:pt x="319" y="528"/>
                  <a:pt x="318" y="528"/>
                  <a:pt x="317" y="527"/>
                </a:cubicBezTo>
                <a:cubicBezTo>
                  <a:pt x="316" y="526"/>
                  <a:pt x="316" y="524"/>
                  <a:pt x="315" y="522"/>
                </a:cubicBezTo>
                <a:cubicBezTo>
                  <a:pt x="312" y="522"/>
                  <a:pt x="312" y="522"/>
                  <a:pt x="312" y="522"/>
                </a:cubicBezTo>
                <a:close/>
                <a:moveTo>
                  <a:pt x="353" y="527"/>
                </a:moveTo>
                <a:cubicBezTo>
                  <a:pt x="339" y="527"/>
                  <a:pt x="339" y="527"/>
                  <a:pt x="339" y="527"/>
                </a:cubicBezTo>
                <a:cubicBezTo>
                  <a:pt x="340" y="526"/>
                  <a:pt x="340" y="526"/>
                  <a:pt x="341" y="525"/>
                </a:cubicBezTo>
                <a:cubicBezTo>
                  <a:pt x="341" y="524"/>
                  <a:pt x="343" y="523"/>
                  <a:pt x="345" y="521"/>
                </a:cubicBezTo>
                <a:cubicBezTo>
                  <a:pt x="347" y="518"/>
                  <a:pt x="349" y="517"/>
                  <a:pt x="350" y="515"/>
                </a:cubicBezTo>
                <a:cubicBezTo>
                  <a:pt x="351" y="514"/>
                  <a:pt x="352" y="513"/>
                  <a:pt x="352" y="511"/>
                </a:cubicBezTo>
                <a:cubicBezTo>
                  <a:pt x="353" y="510"/>
                  <a:pt x="353" y="509"/>
                  <a:pt x="353" y="508"/>
                </a:cubicBezTo>
                <a:cubicBezTo>
                  <a:pt x="353" y="505"/>
                  <a:pt x="352" y="503"/>
                  <a:pt x="351" y="501"/>
                </a:cubicBezTo>
                <a:cubicBezTo>
                  <a:pt x="349" y="500"/>
                  <a:pt x="347" y="499"/>
                  <a:pt x="344" y="499"/>
                </a:cubicBezTo>
                <a:cubicBezTo>
                  <a:pt x="342" y="499"/>
                  <a:pt x="340" y="500"/>
                  <a:pt x="338" y="501"/>
                </a:cubicBezTo>
                <a:cubicBezTo>
                  <a:pt x="337" y="503"/>
                  <a:pt x="336" y="505"/>
                  <a:pt x="335" y="508"/>
                </a:cubicBezTo>
                <a:cubicBezTo>
                  <a:pt x="339" y="508"/>
                  <a:pt x="339" y="508"/>
                  <a:pt x="339" y="508"/>
                </a:cubicBezTo>
                <a:cubicBezTo>
                  <a:pt x="339" y="506"/>
                  <a:pt x="339" y="505"/>
                  <a:pt x="340" y="504"/>
                </a:cubicBezTo>
                <a:cubicBezTo>
                  <a:pt x="341" y="503"/>
                  <a:pt x="343" y="502"/>
                  <a:pt x="344" y="502"/>
                </a:cubicBezTo>
                <a:cubicBezTo>
                  <a:pt x="346" y="502"/>
                  <a:pt x="347" y="503"/>
                  <a:pt x="348" y="504"/>
                </a:cubicBezTo>
                <a:cubicBezTo>
                  <a:pt x="349" y="505"/>
                  <a:pt x="349" y="506"/>
                  <a:pt x="349" y="508"/>
                </a:cubicBezTo>
                <a:cubicBezTo>
                  <a:pt x="349" y="509"/>
                  <a:pt x="349" y="511"/>
                  <a:pt x="348" y="512"/>
                </a:cubicBezTo>
                <a:cubicBezTo>
                  <a:pt x="347" y="514"/>
                  <a:pt x="345" y="516"/>
                  <a:pt x="342" y="519"/>
                </a:cubicBezTo>
                <a:cubicBezTo>
                  <a:pt x="340" y="521"/>
                  <a:pt x="338" y="522"/>
                  <a:pt x="337" y="524"/>
                </a:cubicBezTo>
                <a:cubicBezTo>
                  <a:pt x="336" y="525"/>
                  <a:pt x="336" y="527"/>
                  <a:pt x="335" y="528"/>
                </a:cubicBezTo>
                <a:cubicBezTo>
                  <a:pt x="335" y="529"/>
                  <a:pt x="335" y="530"/>
                  <a:pt x="335" y="531"/>
                </a:cubicBezTo>
                <a:cubicBezTo>
                  <a:pt x="353" y="531"/>
                  <a:pt x="353" y="531"/>
                  <a:pt x="353" y="531"/>
                </a:cubicBezTo>
                <a:cubicBezTo>
                  <a:pt x="353" y="527"/>
                  <a:pt x="353" y="527"/>
                  <a:pt x="353" y="527"/>
                </a:cubicBezTo>
                <a:close/>
                <a:moveTo>
                  <a:pt x="83" y="161"/>
                </a:moveTo>
                <a:cubicBezTo>
                  <a:pt x="95" y="145"/>
                  <a:pt x="95" y="145"/>
                  <a:pt x="95" y="145"/>
                </a:cubicBezTo>
                <a:cubicBezTo>
                  <a:pt x="85" y="138"/>
                  <a:pt x="85" y="138"/>
                  <a:pt x="85" y="138"/>
                </a:cubicBezTo>
                <a:cubicBezTo>
                  <a:pt x="74" y="153"/>
                  <a:pt x="74" y="153"/>
                  <a:pt x="74" y="153"/>
                </a:cubicBezTo>
                <a:cubicBezTo>
                  <a:pt x="83" y="161"/>
                  <a:pt x="83" y="161"/>
                  <a:pt x="83" y="161"/>
                </a:cubicBezTo>
                <a:close/>
                <a:moveTo>
                  <a:pt x="108" y="111"/>
                </a:moveTo>
                <a:cubicBezTo>
                  <a:pt x="93" y="128"/>
                  <a:pt x="93" y="128"/>
                  <a:pt x="93" y="128"/>
                </a:cubicBezTo>
                <a:cubicBezTo>
                  <a:pt x="103" y="136"/>
                  <a:pt x="103" y="136"/>
                  <a:pt x="103" y="136"/>
                </a:cubicBezTo>
                <a:cubicBezTo>
                  <a:pt x="117" y="118"/>
                  <a:pt x="117" y="118"/>
                  <a:pt x="117" y="118"/>
                </a:cubicBezTo>
                <a:cubicBezTo>
                  <a:pt x="108" y="111"/>
                  <a:pt x="108" y="111"/>
                  <a:pt x="108" y="111"/>
                </a:cubicBezTo>
                <a:close/>
                <a:moveTo>
                  <a:pt x="89" y="125"/>
                </a:moveTo>
                <a:cubicBezTo>
                  <a:pt x="83" y="121"/>
                  <a:pt x="83" y="121"/>
                  <a:pt x="83" y="121"/>
                </a:cubicBezTo>
                <a:cubicBezTo>
                  <a:pt x="75" y="130"/>
                  <a:pt x="75" y="130"/>
                  <a:pt x="75" y="130"/>
                </a:cubicBezTo>
                <a:cubicBezTo>
                  <a:pt x="81" y="135"/>
                  <a:pt x="81" y="135"/>
                  <a:pt x="81" y="135"/>
                </a:cubicBezTo>
                <a:cubicBezTo>
                  <a:pt x="60" y="160"/>
                  <a:pt x="60" y="160"/>
                  <a:pt x="60" y="160"/>
                </a:cubicBezTo>
                <a:cubicBezTo>
                  <a:pt x="80" y="175"/>
                  <a:pt x="80" y="175"/>
                  <a:pt x="80" y="175"/>
                </a:cubicBezTo>
                <a:cubicBezTo>
                  <a:pt x="100" y="149"/>
                  <a:pt x="100" y="149"/>
                  <a:pt x="100" y="149"/>
                </a:cubicBezTo>
                <a:cubicBezTo>
                  <a:pt x="107" y="155"/>
                  <a:pt x="107" y="155"/>
                  <a:pt x="107" y="155"/>
                </a:cubicBezTo>
                <a:cubicBezTo>
                  <a:pt x="115" y="145"/>
                  <a:pt x="115" y="145"/>
                  <a:pt x="115" y="145"/>
                </a:cubicBezTo>
                <a:cubicBezTo>
                  <a:pt x="108" y="139"/>
                  <a:pt x="108" y="139"/>
                  <a:pt x="108" y="139"/>
                </a:cubicBezTo>
                <a:cubicBezTo>
                  <a:pt x="131" y="113"/>
                  <a:pt x="131" y="113"/>
                  <a:pt x="131" y="113"/>
                </a:cubicBezTo>
                <a:cubicBezTo>
                  <a:pt x="113" y="98"/>
                  <a:pt x="113" y="98"/>
                  <a:pt x="113" y="98"/>
                </a:cubicBezTo>
                <a:cubicBezTo>
                  <a:pt x="89" y="125"/>
                  <a:pt x="89" y="125"/>
                  <a:pt x="89" y="125"/>
                </a:cubicBezTo>
                <a:close/>
                <a:moveTo>
                  <a:pt x="124" y="80"/>
                </a:moveTo>
                <a:cubicBezTo>
                  <a:pt x="150" y="111"/>
                  <a:pt x="150" y="111"/>
                  <a:pt x="150" y="111"/>
                </a:cubicBezTo>
                <a:cubicBezTo>
                  <a:pt x="214" y="70"/>
                  <a:pt x="214" y="70"/>
                  <a:pt x="214" y="70"/>
                </a:cubicBezTo>
                <a:cubicBezTo>
                  <a:pt x="196" y="36"/>
                  <a:pt x="196" y="36"/>
                  <a:pt x="196" y="36"/>
                </a:cubicBezTo>
                <a:cubicBezTo>
                  <a:pt x="182" y="43"/>
                  <a:pt x="171" y="50"/>
                  <a:pt x="159" y="57"/>
                </a:cubicBezTo>
                <a:cubicBezTo>
                  <a:pt x="147" y="65"/>
                  <a:pt x="136" y="72"/>
                  <a:pt x="124" y="80"/>
                </a:cubicBezTo>
                <a:close/>
                <a:moveTo>
                  <a:pt x="156" y="99"/>
                </a:moveTo>
                <a:cubicBezTo>
                  <a:pt x="178" y="84"/>
                  <a:pt x="178" y="84"/>
                  <a:pt x="178" y="84"/>
                </a:cubicBezTo>
                <a:cubicBezTo>
                  <a:pt x="202" y="70"/>
                  <a:pt x="202" y="70"/>
                  <a:pt x="202" y="70"/>
                </a:cubicBezTo>
                <a:cubicBezTo>
                  <a:pt x="187" y="47"/>
                  <a:pt x="187" y="47"/>
                  <a:pt x="187" y="47"/>
                </a:cubicBezTo>
                <a:cubicBezTo>
                  <a:pt x="163" y="61"/>
                  <a:pt x="163" y="61"/>
                  <a:pt x="163" y="61"/>
                </a:cubicBezTo>
                <a:cubicBezTo>
                  <a:pt x="139" y="76"/>
                  <a:pt x="139" y="76"/>
                  <a:pt x="139" y="76"/>
                </a:cubicBezTo>
                <a:cubicBezTo>
                  <a:pt x="156" y="99"/>
                  <a:pt x="156" y="99"/>
                  <a:pt x="156" y="99"/>
                </a:cubicBezTo>
                <a:close/>
                <a:moveTo>
                  <a:pt x="187" y="71"/>
                </a:moveTo>
                <a:cubicBezTo>
                  <a:pt x="184" y="68"/>
                  <a:pt x="184" y="68"/>
                  <a:pt x="184" y="68"/>
                </a:cubicBezTo>
                <a:cubicBezTo>
                  <a:pt x="180" y="70"/>
                  <a:pt x="180" y="70"/>
                  <a:pt x="180" y="70"/>
                </a:cubicBezTo>
                <a:cubicBezTo>
                  <a:pt x="183" y="74"/>
                  <a:pt x="183" y="74"/>
                  <a:pt x="183" y="74"/>
                </a:cubicBezTo>
                <a:cubicBezTo>
                  <a:pt x="187" y="71"/>
                  <a:pt x="187" y="71"/>
                  <a:pt x="187" y="71"/>
                </a:cubicBezTo>
                <a:close/>
                <a:moveTo>
                  <a:pt x="180" y="80"/>
                </a:moveTo>
                <a:cubicBezTo>
                  <a:pt x="197" y="70"/>
                  <a:pt x="197" y="70"/>
                  <a:pt x="197" y="70"/>
                </a:cubicBezTo>
                <a:cubicBezTo>
                  <a:pt x="194" y="66"/>
                  <a:pt x="194" y="66"/>
                  <a:pt x="194" y="66"/>
                </a:cubicBezTo>
                <a:cubicBezTo>
                  <a:pt x="189" y="69"/>
                  <a:pt x="189" y="69"/>
                  <a:pt x="189" y="69"/>
                </a:cubicBezTo>
                <a:cubicBezTo>
                  <a:pt x="187" y="66"/>
                  <a:pt x="187" y="66"/>
                  <a:pt x="187" y="66"/>
                </a:cubicBezTo>
                <a:cubicBezTo>
                  <a:pt x="192" y="63"/>
                  <a:pt x="192" y="63"/>
                  <a:pt x="192" y="63"/>
                </a:cubicBezTo>
                <a:cubicBezTo>
                  <a:pt x="190" y="59"/>
                  <a:pt x="190" y="59"/>
                  <a:pt x="190" y="59"/>
                </a:cubicBezTo>
                <a:cubicBezTo>
                  <a:pt x="178" y="66"/>
                  <a:pt x="178" y="66"/>
                  <a:pt x="178" y="66"/>
                </a:cubicBezTo>
                <a:cubicBezTo>
                  <a:pt x="176" y="63"/>
                  <a:pt x="176" y="63"/>
                  <a:pt x="176" y="63"/>
                </a:cubicBezTo>
                <a:cubicBezTo>
                  <a:pt x="188" y="56"/>
                  <a:pt x="188" y="56"/>
                  <a:pt x="188" y="56"/>
                </a:cubicBezTo>
                <a:cubicBezTo>
                  <a:pt x="186" y="52"/>
                  <a:pt x="186" y="52"/>
                  <a:pt x="186" y="52"/>
                </a:cubicBezTo>
                <a:cubicBezTo>
                  <a:pt x="172" y="61"/>
                  <a:pt x="158" y="69"/>
                  <a:pt x="145" y="78"/>
                </a:cubicBezTo>
                <a:cubicBezTo>
                  <a:pt x="147" y="81"/>
                  <a:pt x="147" y="81"/>
                  <a:pt x="147" y="81"/>
                </a:cubicBezTo>
                <a:cubicBezTo>
                  <a:pt x="160" y="73"/>
                  <a:pt x="160" y="73"/>
                  <a:pt x="160" y="73"/>
                </a:cubicBezTo>
                <a:cubicBezTo>
                  <a:pt x="162" y="76"/>
                  <a:pt x="162" y="76"/>
                  <a:pt x="162" y="76"/>
                </a:cubicBezTo>
                <a:cubicBezTo>
                  <a:pt x="149" y="84"/>
                  <a:pt x="149" y="84"/>
                  <a:pt x="149" y="84"/>
                </a:cubicBezTo>
                <a:cubicBezTo>
                  <a:pt x="152" y="87"/>
                  <a:pt x="152" y="87"/>
                  <a:pt x="152" y="87"/>
                </a:cubicBezTo>
                <a:cubicBezTo>
                  <a:pt x="165" y="80"/>
                  <a:pt x="165" y="80"/>
                  <a:pt x="165" y="80"/>
                </a:cubicBezTo>
                <a:cubicBezTo>
                  <a:pt x="167" y="83"/>
                  <a:pt x="167" y="83"/>
                  <a:pt x="167" y="83"/>
                </a:cubicBezTo>
                <a:cubicBezTo>
                  <a:pt x="155" y="91"/>
                  <a:pt x="155" y="91"/>
                  <a:pt x="155" y="91"/>
                </a:cubicBezTo>
                <a:cubicBezTo>
                  <a:pt x="157" y="94"/>
                  <a:pt x="157" y="94"/>
                  <a:pt x="157" y="94"/>
                </a:cubicBezTo>
                <a:cubicBezTo>
                  <a:pt x="180" y="80"/>
                  <a:pt x="180" y="80"/>
                  <a:pt x="180" y="80"/>
                </a:cubicBezTo>
                <a:close/>
                <a:moveTo>
                  <a:pt x="225" y="27"/>
                </a:moveTo>
                <a:cubicBezTo>
                  <a:pt x="227" y="37"/>
                  <a:pt x="227" y="37"/>
                  <a:pt x="227" y="37"/>
                </a:cubicBezTo>
                <a:cubicBezTo>
                  <a:pt x="219" y="39"/>
                  <a:pt x="219" y="39"/>
                  <a:pt x="219" y="39"/>
                </a:cubicBezTo>
                <a:cubicBezTo>
                  <a:pt x="219" y="43"/>
                  <a:pt x="219" y="43"/>
                  <a:pt x="219" y="43"/>
                </a:cubicBezTo>
                <a:cubicBezTo>
                  <a:pt x="227" y="42"/>
                  <a:pt x="227" y="42"/>
                  <a:pt x="227" y="42"/>
                </a:cubicBezTo>
                <a:cubicBezTo>
                  <a:pt x="230" y="60"/>
                  <a:pt x="230" y="60"/>
                  <a:pt x="230" y="60"/>
                </a:cubicBezTo>
                <a:cubicBezTo>
                  <a:pt x="225" y="61"/>
                  <a:pt x="225" y="61"/>
                  <a:pt x="225" y="61"/>
                </a:cubicBezTo>
                <a:cubicBezTo>
                  <a:pt x="226" y="65"/>
                  <a:pt x="226" y="65"/>
                  <a:pt x="226" y="65"/>
                </a:cubicBezTo>
                <a:cubicBezTo>
                  <a:pt x="251" y="61"/>
                  <a:pt x="251" y="61"/>
                  <a:pt x="251" y="61"/>
                </a:cubicBezTo>
                <a:cubicBezTo>
                  <a:pt x="250" y="56"/>
                  <a:pt x="250" y="56"/>
                  <a:pt x="250" y="56"/>
                </a:cubicBezTo>
                <a:cubicBezTo>
                  <a:pt x="243" y="58"/>
                  <a:pt x="243" y="58"/>
                  <a:pt x="243" y="58"/>
                </a:cubicBezTo>
                <a:cubicBezTo>
                  <a:pt x="242" y="49"/>
                  <a:pt x="242" y="49"/>
                  <a:pt x="242" y="49"/>
                </a:cubicBezTo>
                <a:cubicBezTo>
                  <a:pt x="241" y="40"/>
                  <a:pt x="241" y="40"/>
                  <a:pt x="241" y="40"/>
                </a:cubicBezTo>
                <a:cubicBezTo>
                  <a:pt x="246" y="39"/>
                  <a:pt x="246" y="39"/>
                  <a:pt x="246" y="39"/>
                </a:cubicBezTo>
                <a:cubicBezTo>
                  <a:pt x="246" y="35"/>
                  <a:pt x="246" y="35"/>
                  <a:pt x="246" y="35"/>
                </a:cubicBezTo>
                <a:cubicBezTo>
                  <a:pt x="240" y="35"/>
                  <a:pt x="240" y="35"/>
                  <a:pt x="240" y="35"/>
                </a:cubicBezTo>
                <a:cubicBezTo>
                  <a:pt x="239" y="26"/>
                  <a:pt x="239" y="26"/>
                  <a:pt x="239" y="26"/>
                </a:cubicBezTo>
                <a:cubicBezTo>
                  <a:pt x="225" y="27"/>
                  <a:pt x="225" y="27"/>
                  <a:pt x="225" y="27"/>
                </a:cubicBezTo>
                <a:close/>
                <a:moveTo>
                  <a:pt x="267" y="32"/>
                </a:moveTo>
                <a:cubicBezTo>
                  <a:pt x="267" y="27"/>
                  <a:pt x="267" y="27"/>
                  <a:pt x="267" y="27"/>
                </a:cubicBezTo>
                <a:cubicBezTo>
                  <a:pt x="254" y="27"/>
                  <a:pt x="254" y="27"/>
                  <a:pt x="254" y="27"/>
                </a:cubicBezTo>
                <a:cubicBezTo>
                  <a:pt x="254" y="34"/>
                  <a:pt x="254" y="34"/>
                  <a:pt x="254" y="34"/>
                </a:cubicBezTo>
                <a:cubicBezTo>
                  <a:pt x="251" y="34"/>
                  <a:pt x="251" y="34"/>
                  <a:pt x="251" y="34"/>
                </a:cubicBezTo>
                <a:cubicBezTo>
                  <a:pt x="252" y="38"/>
                  <a:pt x="252" y="38"/>
                  <a:pt x="252" y="38"/>
                </a:cubicBezTo>
                <a:cubicBezTo>
                  <a:pt x="254" y="38"/>
                  <a:pt x="254" y="38"/>
                  <a:pt x="254" y="38"/>
                </a:cubicBezTo>
                <a:cubicBezTo>
                  <a:pt x="256" y="58"/>
                  <a:pt x="256" y="58"/>
                  <a:pt x="256" y="58"/>
                </a:cubicBezTo>
                <a:cubicBezTo>
                  <a:pt x="268" y="57"/>
                  <a:pt x="268" y="57"/>
                  <a:pt x="268" y="57"/>
                </a:cubicBezTo>
                <a:cubicBezTo>
                  <a:pt x="281" y="56"/>
                  <a:pt x="281" y="56"/>
                  <a:pt x="281" y="56"/>
                </a:cubicBezTo>
                <a:cubicBezTo>
                  <a:pt x="290" y="56"/>
                  <a:pt x="300" y="56"/>
                  <a:pt x="310" y="56"/>
                </a:cubicBezTo>
                <a:cubicBezTo>
                  <a:pt x="310" y="46"/>
                  <a:pt x="310" y="46"/>
                  <a:pt x="310" y="46"/>
                </a:cubicBezTo>
                <a:cubicBezTo>
                  <a:pt x="296" y="46"/>
                  <a:pt x="296" y="46"/>
                  <a:pt x="296" y="46"/>
                </a:cubicBezTo>
                <a:cubicBezTo>
                  <a:pt x="296" y="52"/>
                  <a:pt x="296" y="52"/>
                  <a:pt x="296" y="52"/>
                </a:cubicBezTo>
                <a:cubicBezTo>
                  <a:pt x="268" y="52"/>
                  <a:pt x="268" y="52"/>
                  <a:pt x="268" y="52"/>
                </a:cubicBezTo>
                <a:cubicBezTo>
                  <a:pt x="267" y="36"/>
                  <a:pt x="267" y="36"/>
                  <a:pt x="267" y="36"/>
                </a:cubicBezTo>
                <a:cubicBezTo>
                  <a:pt x="275" y="35"/>
                  <a:pt x="275" y="35"/>
                  <a:pt x="275" y="35"/>
                </a:cubicBezTo>
                <a:cubicBezTo>
                  <a:pt x="275" y="45"/>
                  <a:pt x="275" y="45"/>
                  <a:pt x="275" y="45"/>
                </a:cubicBezTo>
                <a:cubicBezTo>
                  <a:pt x="287" y="44"/>
                  <a:pt x="287" y="44"/>
                  <a:pt x="287" y="44"/>
                </a:cubicBezTo>
                <a:cubicBezTo>
                  <a:pt x="287" y="33"/>
                  <a:pt x="287" y="33"/>
                  <a:pt x="287" y="33"/>
                </a:cubicBezTo>
                <a:cubicBezTo>
                  <a:pt x="295" y="32"/>
                  <a:pt x="295" y="32"/>
                  <a:pt x="295" y="32"/>
                </a:cubicBezTo>
                <a:cubicBezTo>
                  <a:pt x="295" y="37"/>
                  <a:pt x="295" y="37"/>
                  <a:pt x="295" y="37"/>
                </a:cubicBezTo>
                <a:cubicBezTo>
                  <a:pt x="293" y="37"/>
                  <a:pt x="293" y="37"/>
                  <a:pt x="293" y="37"/>
                </a:cubicBezTo>
                <a:cubicBezTo>
                  <a:pt x="293" y="42"/>
                  <a:pt x="293" y="42"/>
                  <a:pt x="293" y="42"/>
                </a:cubicBezTo>
                <a:cubicBezTo>
                  <a:pt x="308" y="42"/>
                  <a:pt x="308" y="42"/>
                  <a:pt x="308" y="42"/>
                </a:cubicBezTo>
                <a:cubicBezTo>
                  <a:pt x="308" y="26"/>
                  <a:pt x="308" y="26"/>
                  <a:pt x="308" y="26"/>
                </a:cubicBezTo>
                <a:cubicBezTo>
                  <a:pt x="287" y="29"/>
                  <a:pt x="287" y="29"/>
                  <a:pt x="287" y="29"/>
                </a:cubicBezTo>
                <a:cubicBezTo>
                  <a:pt x="287" y="18"/>
                  <a:pt x="287" y="18"/>
                  <a:pt x="287" y="18"/>
                </a:cubicBezTo>
                <a:cubicBezTo>
                  <a:pt x="274" y="18"/>
                  <a:pt x="274" y="18"/>
                  <a:pt x="274" y="18"/>
                </a:cubicBezTo>
                <a:cubicBezTo>
                  <a:pt x="274" y="31"/>
                  <a:pt x="274" y="31"/>
                  <a:pt x="274" y="31"/>
                </a:cubicBezTo>
                <a:cubicBezTo>
                  <a:pt x="267" y="32"/>
                  <a:pt x="267" y="32"/>
                  <a:pt x="267" y="32"/>
                </a:cubicBezTo>
                <a:close/>
                <a:moveTo>
                  <a:pt x="319" y="53"/>
                </a:moveTo>
                <a:cubicBezTo>
                  <a:pt x="339" y="51"/>
                  <a:pt x="336" y="45"/>
                  <a:pt x="338" y="24"/>
                </a:cubicBezTo>
                <a:cubicBezTo>
                  <a:pt x="362" y="27"/>
                  <a:pt x="362" y="27"/>
                  <a:pt x="362" y="27"/>
                </a:cubicBezTo>
                <a:cubicBezTo>
                  <a:pt x="362" y="31"/>
                  <a:pt x="362" y="31"/>
                  <a:pt x="362" y="31"/>
                </a:cubicBezTo>
                <a:cubicBezTo>
                  <a:pt x="341" y="29"/>
                  <a:pt x="341" y="29"/>
                  <a:pt x="341" y="29"/>
                </a:cubicBezTo>
                <a:cubicBezTo>
                  <a:pt x="341" y="33"/>
                  <a:pt x="341" y="33"/>
                  <a:pt x="341" y="33"/>
                </a:cubicBezTo>
                <a:cubicBezTo>
                  <a:pt x="362" y="35"/>
                  <a:pt x="362" y="35"/>
                  <a:pt x="362" y="35"/>
                </a:cubicBezTo>
                <a:cubicBezTo>
                  <a:pt x="361" y="38"/>
                  <a:pt x="361" y="38"/>
                  <a:pt x="361" y="38"/>
                </a:cubicBezTo>
                <a:cubicBezTo>
                  <a:pt x="341" y="37"/>
                  <a:pt x="341" y="37"/>
                  <a:pt x="341" y="37"/>
                </a:cubicBezTo>
                <a:cubicBezTo>
                  <a:pt x="341" y="47"/>
                  <a:pt x="341" y="47"/>
                  <a:pt x="341" y="47"/>
                </a:cubicBezTo>
                <a:cubicBezTo>
                  <a:pt x="352" y="47"/>
                  <a:pt x="352" y="47"/>
                  <a:pt x="352" y="47"/>
                </a:cubicBezTo>
                <a:cubicBezTo>
                  <a:pt x="351" y="42"/>
                  <a:pt x="351" y="42"/>
                  <a:pt x="351" y="42"/>
                </a:cubicBezTo>
                <a:cubicBezTo>
                  <a:pt x="361" y="43"/>
                  <a:pt x="361" y="43"/>
                  <a:pt x="361" y="43"/>
                </a:cubicBezTo>
                <a:cubicBezTo>
                  <a:pt x="359" y="49"/>
                  <a:pt x="352" y="51"/>
                  <a:pt x="345" y="52"/>
                </a:cubicBezTo>
                <a:cubicBezTo>
                  <a:pt x="333" y="55"/>
                  <a:pt x="333" y="55"/>
                  <a:pt x="333" y="55"/>
                </a:cubicBezTo>
                <a:cubicBezTo>
                  <a:pt x="333" y="57"/>
                  <a:pt x="333" y="57"/>
                  <a:pt x="333" y="57"/>
                </a:cubicBezTo>
                <a:cubicBezTo>
                  <a:pt x="341" y="58"/>
                  <a:pt x="347" y="57"/>
                  <a:pt x="349" y="57"/>
                </a:cubicBezTo>
                <a:cubicBezTo>
                  <a:pt x="353" y="57"/>
                  <a:pt x="360" y="55"/>
                  <a:pt x="365" y="53"/>
                </a:cubicBezTo>
                <a:cubicBezTo>
                  <a:pt x="368" y="58"/>
                  <a:pt x="375" y="62"/>
                  <a:pt x="381" y="64"/>
                </a:cubicBezTo>
                <a:cubicBezTo>
                  <a:pt x="386" y="66"/>
                  <a:pt x="391" y="67"/>
                  <a:pt x="395" y="68"/>
                </a:cubicBezTo>
                <a:cubicBezTo>
                  <a:pt x="396" y="65"/>
                  <a:pt x="396" y="65"/>
                  <a:pt x="396" y="65"/>
                </a:cubicBezTo>
                <a:cubicBezTo>
                  <a:pt x="381" y="59"/>
                  <a:pt x="381" y="59"/>
                  <a:pt x="381" y="59"/>
                </a:cubicBezTo>
                <a:cubicBezTo>
                  <a:pt x="374" y="55"/>
                  <a:pt x="374" y="53"/>
                  <a:pt x="372" y="45"/>
                </a:cubicBezTo>
                <a:cubicBezTo>
                  <a:pt x="383" y="47"/>
                  <a:pt x="383" y="47"/>
                  <a:pt x="383" y="47"/>
                </a:cubicBezTo>
                <a:cubicBezTo>
                  <a:pt x="383" y="54"/>
                  <a:pt x="383" y="54"/>
                  <a:pt x="383" y="54"/>
                </a:cubicBezTo>
                <a:cubicBezTo>
                  <a:pt x="394" y="56"/>
                  <a:pt x="394" y="56"/>
                  <a:pt x="394" y="56"/>
                </a:cubicBezTo>
                <a:cubicBezTo>
                  <a:pt x="396" y="46"/>
                  <a:pt x="396" y="46"/>
                  <a:pt x="396" y="46"/>
                </a:cubicBezTo>
                <a:cubicBezTo>
                  <a:pt x="372" y="40"/>
                  <a:pt x="372" y="40"/>
                  <a:pt x="372" y="40"/>
                </a:cubicBezTo>
                <a:cubicBezTo>
                  <a:pt x="372" y="37"/>
                  <a:pt x="372" y="37"/>
                  <a:pt x="372" y="37"/>
                </a:cubicBezTo>
                <a:cubicBezTo>
                  <a:pt x="400" y="43"/>
                  <a:pt x="400" y="43"/>
                  <a:pt x="400" y="43"/>
                </a:cubicBezTo>
                <a:cubicBezTo>
                  <a:pt x="401" y="39"/>
                  <a:pt x="401" y="39"/>
                  <a:pt x="401" y="39"/>
                </a:cubicBezTo>
                <a:cubicBezTo>
                  <a:pt x="373" y="34"/>
                  <a:pt x="373" y="34"/>
                  <a:pt x="373" y="34"/>
                </a:cubicBezTo>
                <a:cubicBezTo>
                  <a:pt x="373" y="30"/>
                  <a:pt x="373" y="30"/>
                  <a:pt x="373" y="30"/>
                </a:cubicBezTo>
                <a:cubicBezTo>
                  <a:pt x="380" y="31"/>
                  <a:pt x="384" y="32"/>
                  <a:pt x="390" y="34"/>
                </a:cubicBezTo>
                <a:cubicBezTo>
                  <a:pt x="403" y="37"/>
                  <a:pt x="403" y="37"/>
                  <a:pt x="403" y="37"/>
                </a:cubicBezTo>
                <a:cubicBezTo>
                  <a:pt x="404" y="33"/>
                  <a:pt x="404" y="33"/>
                  <a:pt x="404" y="33"/>
                </a:cubicBezTo>
                <a:cubicBezTo>
                  <a:pt x="393" y="30"/>
                  <a:pt x="377" y="25"/>
                  <a:pt x="366" y="23"/>
                </a:cubicBezTo>
                <a:cubicBezTo>
                  <a:pt x="351" y="21"/>
                  <a:pt x="342" y="20"/>
                  <a:pt x="328" y="19"/>
                </a:cubicBezTo>
                <a:cubicBezTo>
                  <a:pt x="327" y="31"/>
                  <a:pt x="329" y="39"/>
                  <a:pt x="326" y="47"/>
                </a:cubicBezTo>
                <a:cubicBezTo>
                  <a:pt x="325" y="50"/>
                  <a:pt x="322" y="50"/>
                  <a:pt x="319" y="53"/>
                </a:cubicBezTo>
                <a:close/>
                <a:moveTo>
                  <a:pt x="418" y="53"/>
                </a:moveTo>
                <a:cubicBezTo>
                  <a:pt x="448" y="69"/>
                  <a:pt x="448" y="69"/>
                  <a:pt x="448" y="69"/>
                </a:cubicBezTo>
                <a:cubicBezTo>
                  <a:pt x="442" y="70"/>
                  <a:pt x="435" y="71"/>
                  <a:pt x="429" y="71"/>
                </a:cubicBezTo>
                <a:cubicBezTo>
                  <a:pt x="422" y="71"/>
                  <a:pt x="414" y="70"/>
                  <a:pt x="408" y="69"/>
                </a:cubicBezTo>
                <a:cubicBezTo>
                  <a:pt x="407" y="75"/>
                  <a:pt x="426" y="77"/>
                  <a:pt x="430" y="78"/>
                </a:cubicBezTo>
                <a:cubicBezTo>
                  <a:pt x="435" y="79"/>
                  <a:pt x="446" y="78"/>
                  <a:pt x="451" y="78"/>
                </a:cubicBezTo>
                <a:cubicBezTo>
                  <a:pt x="455" y="89"/>
                  <a:pt x="460" y="96"/>
                  <a:pt x="464" y="100"/>
                </a:cubicBezTo>
                <a:cubicBezTo>
                  <a:pt x="477" y="113"/>
                  <a:pt x="477" y="113"/>
                  <a:pt x="477" y="113"/>
                </a:cubicBezTo>
                <a:cubicBezTo>
                  <a:pt x="481" y="110"/>
                  <a:pt x="481" y="110"/>
                  <a:pt x="481" y="110"/>
                </a:cubicBezTo>
                <a:cubicBezTo>
                  <a:pt x="475" y="102"/>
                  <a:pt x="475" y="102"/>
                  <a:pt x="475" y="102"/>
                </a:cubicBezTo>
                <a:cubicBezTo>
                  <a:pt x="471" y="97"/>
                  <a:pt x="468" y="93"/>
                  <a:pt x="466" y="91"/>
                </a:cubicBezTo>
                <a:cubicBezTo>
                  <a:pt x="463" y="86"/>
                  <a:pt x="461" y="81"/>
                  <a:pt x="460" y="77"/>
                </a:cubicBezTo>
                <a:cubicBezTo>
                  <a:pt x="486" y="94"/>
                  <a:pt x="486" y="94"/>
                  <a:pt x="486" y="94"/>
                </a:cubicBezTo>
                <a:cubicBezTo>
                  <a:pt x="489" y="90"/>
                  <a:pt x="489" y="90"/>
                  <a:pt x="489" y="90"/>
                </a:cubicBezTo>
                <a:cubicBezTo>
                  <a:pt x="463" y="72"/>
                  <a:pt x="463" y="72"/>
                  <a:pt x="463" y="72"/>
                </a:cubicBezTo>
                <a:cubicBezTo>
                  <a:pt x="468" y="63"/>
                  <a:pt x="468" y="63"/>
                  <a:pt x="468" y="63"/>
                </a:cubicBezTo>
                <a:cubicBezTo>
                  <a:pt x="457" y="55"/>
                  <a:pt x="457" y="55"/>
                  <a:pt x="457" y="55"/>
                </a:cubicBezTo>
                <a:cubicBezTo>
                  <a:pt x="451" y="65"/>
                  <a:pt x="451" y="65"/>
                  <a:pt x="451" y="65"/>
                </a:cubicBezTo>
                <a:cubicBezTo>
                  <a:pt x="441" y="60"/>
                  <a:pt x="431" y="54"/>
                  <a:pt x="421" y="48"/>
                </a:cubicBezTo>
                <a:cubicBezTo>
                  <a:pt x="418" y="53"/>
                  <a:pt x="418" y="53"/>
                  <a:pt x="418" y="53"/>
                </a:cubicBezTo>
                <a:close/>
                <a:moveTo>
                  <a:pt x="510" y="141"/>
                </a:moveTo>
                <a:cubicBezTo>
                  <a:pt x="498" y="128"/>
                  <a:pt x="498" y="128"/>
                  <a:pt x="498" y="128"/>
                </a:cubicBezTo>
                <a:cubicBezTo>
                  <a:pt x="494" y="131"/>
                  <a:pt x="494" y="131"/>
                  <a:pt x="494" y="131"/>
                </a:cubicBezTo>
                <a:cubicBezTo>
                  <a:pt x="507" y="145"/>
                  <a:pt x="507" y="145"/>
                  <a:pt x="507" y="145"/>
                </a:cubicBezTo>
                <a:cubicBezTo>
                  <a:pt x="516" y="157"/>
                  <a:pt x="516" y="157"/>
                  <a:pt x="516" y="157"/>
                </a:cubicBezTo>
                <a:cubicBezTo>
                  <a:pt x="523" y="152"/>
                  <a:pt x="523" y="152"/>
                  <a:pt x="523" y="152"/>
                </a:cubicBezTo>
                <a:cubicBezTo>
                  <a:pt x="541" y="175"/>
                  <a:pt x="541" y="175"/>
                  <a:pt x="541" y="175"/>
                </a:cubicBezTo>
                <a:cubicBezTo>
                  <a:pt x="545" y="172"/>
                  <a:pt x="545" y="172"/>
                  <a:pt x="545" y="172"/>
                </a:cubicBezTo>
                <a:cubicBezTo>
                  <a:pt x="527" y="149"/>
                  <a:pt x="527" y="149"/>
                  <a:pt x="527" y="149"/>
                </a:cubicBezTo>
                <a:cubicBezTo>
                  <a:pt x="541" y="150"/>
                  <a:pt x="541" y="150"/>
                  <a:pt x="541" y="150"/>
                </a:cubicBezTo>
                <a:cubicBezTo>
                  <a:pt x="534" y="142"/>
                  <a:pt x="534" y="142"/>
                  <a:pt x="534" y="142"/>
                </a:cubicBezTo>
                <a:cubicBezTo>
                  <a:pt x="528" y="134"/>
                  <a:pt x="528" y="134"/>
                  <a:pt x="528" y="134"/>
                </a:cubicBezTo>
                <a:cubicBezTo>
                  <a:pt x="520" y="125"/>
                  <a:pt x="520" y="125"/>
                  <a:pt x="520" y="125"/>
                </a:cubicBezTo>
                <a:cubicBezTo>
                  <a:pt x="513" y="117"/>
                  <a:pt x="513" y="117"/>
                  <a:pt x="513" y="117"/>
                </a:cubicBezTo>
                <a:cubicBezTo>
                  <a:pt x="509" y="120"/>
                  <a:pt x="509" y="120"/>
                  <a:pt x="509" y="120"/>
                </a:cubicBezTo>
                <a:cubicBezTo>
                  <a:pt x="524" y="136"/>
                  <a:pt x="524" y="136"/>
                  <a:pt x="524" y="136"/>
                </a:cubicBezTo>
                <a:cubicBezTo>
                  <a:pt x="516" y="136"/>
                  <a:pt x="516" y="136"/>
                  <a:pt x="516" y="136"/>
                </a:cubicBezTo>
                <a:cubicBezTo>
                  <a:pt x="494" y="112"/>
                  <a:pt x="494" y="112"/>
                  <a:pt x="494" y="112"/>
                </a:cubicBezTo>
                <a:cubicBezTo>
                  <a:pt x="491" y="115"/>
                  <a:pt x="491" y="115"/>
                  <a:pt x="491" y="115"/>
                </a:cubicBezTo>
                <a:cubicBezTo>
                  <a:pt x="513" y="139"/>
                  <a:pt x="513" y="139"/>
                  <a:pt x="513" y="139"/>
                </a:cubicBezTo>
                <a:cubicBezTo>
                  <a:pt x="510" y="141"/>
                  <a:pt x="510" y="141"/>
                  <a:pt x="510" y="141"/>
                </a:cubicBezTo>
                <a:close/>
                <a:moveTo>
                  <a:pt x="500" y="103"/>
                </a:moveTo>
                <a:cubicBezTo>
                  <a:pt x="509" y="113"/>
                  <a:pt x="509" y="113"/>
                  <a:pt x="509" y="113"/>
                </a:cubicBezTo>
                <a:cubicBezTo>
                  <a:pt x="512" y="110"/>
                  <a:pt x="512" y="110"/>
                  <a:pt x="512" y="110"/>
                </a:cubicBezTo>
                <a:cubicBezTo>
                  <a:pt x="526" y="126"/>
                  <a:pt x="526" y="126"/>
                  <a:pt x="526" y="126"/>
                </a:cubicBezTo>
                <a:cubicBezTo>
                  <a:pt x="539" y="141"/>
                  <a:pt x="539" y="141"/>
                  <a:pt x="539" y="141"/>
                </a:cubicBezTo>
                <a:cubicBezTo>
                  <a:pt x="548" y="152"/>
                  <a:pt x="548" y="152"/>
                  <a:pt x="548" y="152"/>
                </a:cubicBezTo>
                <a:cubicBezTo>
                  <a:pt x="545" y="155"/>
                  <a:pt x="545" y="155"/>
                  <a:pt x="545" y="155"/>
                </a:cubicBezTo>
                <a:cubicBezTo>
                  <a:pt x="553" y="166"/>
                  <a:pt x="553" y="166"/>
                  <a:pt x="553" y="166"/>
                </a:cubicBezTo>
                <a:cubicBezTo>
                  <a:pt x="560" y="161"/>
                  <a:pt x="560" y="161"/>
                  <a:pt x="560" y="161"/>
                </a:cubicBezTo>
                <a:cubicBezTo>
                  <a:pt x="555" y="154"/>
                  <a:pt x="555" y="154"/>
                  <a:pt x="555" y="154"/>
                </a:cubicBezTo>
                <a:cubicBezTo>
                  <a:pt x="559" y="151"/>
                  <a:pt x="559" y="151"/>
                  <a:pt x="559" y="151"/>
                </a:cubicBezTo>
                <a:cubicBezTo>
                  <a:pt x="550" y="139"/>
                  <a:pt x="550" y="139"/>
                  <a:pt x="550" y="139"/>
                </a:cubicBezTo>
                <a:cubicBezTo>
                  <a:pt x="546" y="142"/>
                  <a:pt x="546" y="142"/>
                  <a:pt x="546" y="142"/>
                </a:cubicBezTo>
                <a:cubicBezTo>
                  <a:pt x="540" y="135"/>
                  <a:pt x="540" y="135"/>
                  <a:pt x="540" y="135"/>
                </a:cubicBezTo>
                <a:cubicBezTo>
                  <a:pt x="541" y="128"/>
                  <a:pt x="541" y="128"/>
                  <a:pt x="541" y="128"/>
                </a:cubicBezTo>
                <a:cubicBezTo>
                  <a:pt x="530" y="115"/>
                  <a:pt x="530" y="115"/>
                  <a:pt x="530" y="115"/>
                </a:cubicBezTo>
                <a:cubicBezTo>
                  <a:pt x="529" y="122"/>
                  <a:pt x="529" y="122"/>
                  <a:pt x="529" y="122"/>
                </a:cubicBezTo>
                <a:cubicBezTo>
                  <a:pt x="524" y="116"/>
                  <a:pt x="524" y="116"/>
                  <a:pt x="524" y="116"/>
                </a:cubicBezTo>
                <a:cubicBezTo>
                  <a:pt x="525" y="110"/>
                  <a:pt x="525" y="110"/>
                  <a:pt x="525" y="110"/>
                </a:cubicBezTo>
                <a:cubicBezTo>
                  <a:pt x="515" y="100"/>
                  <a:pt x="515" y="100"/>
                  <a:pt x="515" y="100"/>
                </a:cubicBezTo>
                <a:cubicBezTo>
                  <a:pt x="514" y="105"/>
                  <a:pt x="514" y="105"/>
                  <a:pt x="514" y="105"/>
                </a:cubicBezTo>
                <a:cubicBezTo>
                  <a:pt x="507" y="97"/>
                  <a:pt x="507" y="97"/>
                  <a:pt x="507" y="97"/>
                </a:cubicBezTo>
                <a:cubicBezTo>
                  <a:pt x="500" y="103"/>
                  <a:pt x="500" y="103"/>
                  <a:pt x="500" y="103"/>
                </a:cubicBezTo>
                <a:close/>
                <a:moveTo>
                  <a:pt x="565" y="231"/>
                </a:moveTo>
                <a:cubicBezTo>
                  <a:pt x="559" y="234"/>
                  <a:pt x="557" y="239"/>
                  <a:pt x="559" y="245"/>
                </a:cubicBezTo>
                <a:cubicBezTo>
                  <a:pt x="560" y="248"/>
                  <a:pt x="561" y="251"/>
                  <a:pt x="563" y="253"/>
                </a:cubicBezTo>
                <a:cubicBezTo>
                  <a:pt x="566" y="254"/>
                  <a:pt x="568" y="255"/>
                  <a:pt x="571" y="254"/>
                </a:cubicBezTo>
                <a:cubicBezTo>
                  <a:pt x="574" y="254"/>
                  <a:pt x="575" y="253"/>
                  <a:pt x="577" y="251"/>
                </a:cubicBezTo>
                <a:cubicBezTo>
                  <a:pt x="578" y="249"/>
                  <a:pt x="579" y="246"/>
                  <a:pt x="579" y="242"/>
                </a:cubicBezTo>
                <a:cubicBezTo>
                  <a:pt x="579" y="240"/>
                  <a:pt x="579" y="240"/>
                  <a:pt x="579" y="240"/>
                </a:cubicBezTo>
                <a:cubicBezTo>
                  <a:pt x="579" y="237"/>
                  <a:pt x="580" y="235"/>
                  <a:pt x="580" y="233"/>
                </a:cubicBezTo>
                <a:cubicBezTo>
                  <a:pt x="581" y="232"/>
                  <a:pt x="583" y="231"/>
                  <a:pt x="585" y="230"/>
                </a:cubicBezTo>
                <a:cubicBezTo>
                  <a:pt x="586" y="230"/>
                  <a:pt x="588" y="230"/>
                  <a:pt x="589" y="231"/>
                </a:cubicBezTo>
                <a:cubicBezTo>
                  <a:pt x="591" y="232"/>
                  <a:pt x="592" y="234"/>
                  <a:pt x="593" y="237"/>
                </a:cubicBezTo>
                <a:cubicBezTo>
                  <a:pt x="593" y="239"/>
                  <a:pt x="593" y="241"/>
                  <a:pt x="593" y="243"/>
                </a:cubicBezTo>
                <a:cubicBezTo>
                  <a:pt x="592" y="245"/>
                  <a:pt x="590" y="246"/>
                  <a:pt x="588" y="247"/>
                </a:cubicBezTo>
                <a:cubicBezTo>
                  <a:pt x="590" y="251"/>
                  <a:pt x="590" y="251"/>
                  <a:pt x="590" y="251"/>
                </a:cubicBezTo>
                <a:cubicBezTo>
                  <a:pt x="593" y="250"/>
                  <a:pt x="595" y="248"/>
                  <a:pt x="596" y="246"/>
                </a:cubicBezTo>
                <a:cubicBezTo>
                  <a:pt x="597" y="243"/>
                  <a:pt x="597" y="240"/>
                  <a:pt x="596" y="236"/>
                </a:cubicBezTo>
                <a:cubicBezTo>
                  <a:pt x="595" y="232"/>
                  <a:pt x="594" y="230"/>
                  <a:pt x="592" y="228"/>
                </a:cubicBezTo>
                <a:cubicBezTo>
                  <a:pt x="589" y="226"/>
                  <a:pt x="586" y="225"/>
                  <a:pt x="583" y="226"/>
                </a:cubicBezTo>
                <a:cubicBezTo>
                  <a:pt x="581" y="227"/>
                  <a:pt x="579" y="228"/>
                  <a:pt x="577" y="229"/>
                </a:cubicBezTo>
                <a:cubicBezTo>
                  <a:pt x="576" y="231"/>
                  <a:pt x="575" y="235"/>
                  <a:pt x="575" y="239"/>
                </a:cubicBezTo>
                <a:cubicBezTo>
                  <a:pt x="575" y="241"/>
                  <a:pt x="575" y="241"/>
                  <a:pt x="575" y="241"/>
                </a:cubicBezTo>
                <a:cubicBezTo>
                  <a:pt x="575" y="244"/>
                  <a:pt x="575" y="246"/>
                  <a:pt x="574" y="247"/>
                </a:cubicBezTo>
                <a:cubicBezTo>
                  <a:pt x="573" y="249"/>
                  <a:pt x="572" y="250"/>
                  <a:pt x="570" y="250"/>
                </a:cubicBezTo>
                <a:cubicBezTo>
                  <a:pt x="568" y="251"/>
                  <a:pt x="567" y="250"/>
                  <a:pt x="565" y="249"/>
                </a:cubicBezTo>
                <a:cubicBezTo>
                  <a:pt x="564" y="248"/>
                  <a:pt x="563" y="247"/>
                  <a:pt x="562" y="244"/>
                </a:cubicBezTo>
                <a:cubicBezTo>
                  <a:pt x="561" y="240"/>
                  <a:pt x="563" y="237"/>
                  <a:pt x="567" y="235"/>
                </a:cubicBezTo>
                <a:cubicBezTo>
                  <a:pt x="565" y="231"/>
                  <a:pt x="565" y="231"/>
                  <a:pt x="565" y="231"/>
                </a:cubicBezTo>
                <a:close/>
                <a:moveTo>
                  <a:pt x="558" y="361"/>
                </a:moveTo>
                <a:cubicBezTo>
                  <a:pt x="553" y="384"/>
                  <a:pt x="553" y="384"/>
                  <a:pt x="553" y="384"/>
                </a:cubicBezTo>
                <a:cubicBezTo>
                  <a:pt x="589" y="393"/>
                  <a:pt x="589" y="393"/>
                  <a:pt x="589" y="393"/>
                </a:cubicBezTo>
                <a:cubicBezTo>
                  <a:pt x="595" y="369"/>
                  <a:pt x="595" y="369"/>
                  <a:pt x="595" y="369"/>
                </a:cubicBezTo>
                <a:cubicBezTo>
                  <a:pt x="591" y="369"/>
                  <a:pt x="591" y="369"/>
                  <a:pt x="591" y="369"/>
                </a:cubicBezTo>
                <a:cubicBezTo>
                  <a:pt x="587" y="388"/>
                  <a:pt x="587" y="388"/>
                  <a:pt x="587" y="388"/>
                </a:cubicBezTo>
                <a:cubicBezTo>
                  <a:pt x="573" y="384"/>
                  <a:pt x="573" y="384"/>
                  <a:pt x="573" y="384"/>
                </a:cubicBezTo>
                <a:cubicBezTo>
                  <a:pt x="576" y="370"/>
                  <a:pt x="576" y="370"/>
                  <a:pt x="576" y="370"/>
                </a:cubicBezTo>
                <a:cubicBezTo>
                  <a:pt x="572" y="369"/>
                  <a:pt x="572" y="369"/>
                  <a:pt x="572" y="369"/>
                </a:cubicBezTo>
                <a:cubicBezTo>
                  <a:pt x="569" y="383"/>
                  <a:pt x="569" y="383"/>
                  <a:pt x="569" y="383"/>
                </a:cubicBezTo>
                <a:cubicBezTo>
                  <a:pt x="557" y="381"/>
                  <a:pt x="557" y="381"/>
                  <a:pt x="557" y="381"/>
                </a:cubicBezTo>
                <a:cubicBezTo>
                  <a:pt x="562" y="362"/>
                  <a:pt x="562" y="362"/>
                  <a:pt x="562" y="362"/>
                </a:cubicBezTo>
                <a:cubicBezTo>
                  <a:pt x="558" y="361"/>
                  <a:pt x="558" y="361"/>
                  <a:pt x="558" y="361"/>
                </a:cubicBezTo>
                <a:close/>
                <a:moveTo>
                  <a:pt x="549" y="392"/>
                </a:moveTo>
                <a:cubicBezTo>
                  <a:pt x="547" y="396"/>
                  <a:pt x="547" y="396"/>
                  <a:pt x="547" y="396"/>
                </a:cubicBezTo>
                <a:cubicBezTo>
                  <a:pt x="581" y="410"/>
                  <a:pt x="581" y="410"/>
                  <a:pt x="581" y="410"/>
                </a:cubicBezTo>
                <a:cubicBezTo>
                  <a:pt x="583" y="405"/>
                  <a:pt x="583" y="405"/>
                  <a:pt x="583" y="405"/>
                </a:cubicBezTo>
                <a:cubicBezTo>
                  <a:pt x="549" y="392"/>
                  <a:pt x="549" y="392"/>
                  <a:pt x="549" y="392"/>
                </a:cubicBezTo>
                <a:close/>
                <a:moveTo>
                  <a:pt x="554" y="407"/>
                </a:moveTo>
                <a:cubicBezTo>
                  <a:pt x="551" y="407"/>
                  <a:pt x="548" y="407"/>
                  <a:pt x="545" y="408"/>
                </a:cubicBezTo>
                <a:cubicBezTo>
                  <a:pt x="542" y="409"/>
                  <a:pt x="540" y="411"/>
                  <a:pt x="538" y="414"/>
                </a:cubicBezTo>
                <a:cubicBezTo>
                  <a:pt x="536" y="418"/>
                  <a:pt x="536" y="422"/>
                  <a:pt x="537" y="426"/>
                </a:cubicBezTo>
                <a:cubicBezTo>
                  <a:pt x="539" y="430"/>
                  <a:pt x="542" y="434"/>
                  <a:pt x="548" y="437"/>
                </a:cubicBezTo>
                <a:cubicBezTo>
                  <a:pt x="553" y="440"/>
                  <a:pt x="558" y="441"/>
                  <a:pt x="562" y="440"/>
                </a:cubicBezTo>
                <a:cubicBezTo>
                  <a:pt x="567" y="439"/>
                  <a:pt x="570" y="437"/>
                  <a:pt x="572" y="432"/>
                </a:cubicBezTo>
                <a:cubicBezTo>
                  <a:pt x="576" y="426"/>
                  <a:pt x="575" y="420"/>
                  <a:pt x="569" y="415"/>
                </a:cubicBezTo>
                <a:cubicBezTo>
                  <a:pt x="566" y="418"/>
                  <a:pt x="566" y="418"/>
                  <a:pt x="566" y="418"/>
                </a:cubicBezTo>
                <a:cubicBezTo>
                  <a:pt x="570" y="422"/>
                  <a:pt x="572" y="426"/>
                  <a:pt x="569" y="431"/>
                </a:cubicBezTo>
                <a:cubicBezTo>
                  <a:pt x="568" y="433"/>
                  <a:pt x="566" y="435"/>
                  <a:pt x="563" y="436"/>
                </a:cubicBezTo>
                <a:cubicBezTo>
                  <a:pt x="559" y="436"/>
                  <a:pt x="555" y="435"/>
                  <a:pt x="550" y="433"/>
                </a:cubicBezTo>
                <a:cubicBezTo>
                  <a:pt x="546" y="431"/>
                  <a:pt x="543" y="428"/>
                  <a:pt x="542" y="425"/>
                </a:cubicBezTo>
                <a:cubicBezTo>
                  <a:pt x="540" y="422"/>
                  <a:pt x="540" y="419"/>
                  <a:pt x="541" y="416"/>
                </a:cubicBezTo>
                <a:cubicBezTo>
                  <a:pt x="544" y="412"/>
                  <a:pt x="547" y="410"/>
                  <a:pt x="553" y="412"/>
                </a:cubicBezTo>
                <a:cubicBezTo>
                  <a:pt x="554" y="407"/>
                  <a:pt x="554" y="407"/>
                  <a:pt x="554" y="407"/>
                </a:cubicBezTo>
                <a:close/>
                <a:moveTo>
                  <a:pt x="48" y="258"/>
                </a:moveTo>
                <a:cubicBezTo>
                  <a:pt x="51" y="258"/>
                  <a:pt x="54" y="257"/>
                  <a:pt x="56" y="256"/>
                </a:cubicBezTo>
                <a:cubicBezTo>
                  <a:pt x="59" y="254"/>
                  <a:pt x="60" y="251"/>
                  <a:pt x="61" y="248"/>
                </a:cubicBezTo>
                <a:cubicBezTo>
                  <a:pt x="62" y="243"/>
                  <a:pt x="62" y="240"/>
                  <a:pt x="59" y="236"/>
                </a:cubicBezTo>
                <a:cubicBezTo>
                  <a:pt x="57" y="232"/>
                  <a:pt x="53" y="230"/>
                  <a:pt x="47" y="228"/>
                </a:cubicBezTo>
                <a:cubicBezTo>
                  <a:pt x="41" y="227"/>
                  <a:pt x="37" y="227"/>
                  <a:pt x="33" y="229"/>
                </a:cubicBezTo>
                <a:cubicBezTo>
                  <a:pt x="29" y="231"/>
                  <a:pt x="26" y="234"/>
                  <a:pt x="25" y="239"/>
                </a:cubicBezTo>
                <a:cubicBezTo>
                  <a:pt x="24" y="246"/>
                  <a:pt x="26" y="251"/>
                  <a:pt x="32" y="255"/>
                </a:cubicBezTo>
                <a:cubicBezTo>
                  <a:pt x="34" y="251"/>
                  <a:pt x="34" y="251"/>
                  <a:pt x="34" y="251"/>
                </a:cubicBezTo>
                <a:cubicBezTo>
                  <a:pt x="29" y="248"/>
                  <a:pt x="27" y="245"/>
                  <a:pt x="29" y="240"/>
                </a:cubicBezTo>
                <a:cubicBezTo>
                  <a:pt x="29" y="237"/>
                  <a:pt x="31" y="235"/>
                  <a:pt x="33" y="233"/>
                </a:cubicBezTo>
                <a:cubicBezTo>
                  <a:pt x="37" y="232"/>
                  <a:pt x="41" y="231"/>
                  <a:pt x="46" y="233"/>
                </a:cubicBezTo>
                <a:cubicBezTo>
                  <a:pt x="50" y="234"/>
                  <a:pt x="53" y="235"/>
                  <a:pt x="55" y="238"/>
                </a:cubicBezTo>
                <a:cubicBezTo>
                  <a:pt x="58" y="240"/>
                  <a:pt x="59" y="243"/>
                  <a:pt x="58" y="247"/>
                </a:cubicBezTo>
                <a:cubicBezTo>
                  <a:pt x="57" y="251"/>
                  <a:pt x="54" y="254"/>
                  <a:pt x="48" y="254"/>
                </a:cubicBezTo>
                <a:cubicBezTo>
                  <a:pt x="48" y="258"/>
                  <a:pt x="48" y="258"/>
                  <a:pt x="48" y="258"/>
                </a:cubicBezTo>
                <a:close/>
                <a:moveTo>
                  <a:pt x="56" y="292"/>
                </a:moveTo>
                <a:cubicBezTo>
                  <a:pt x="56" y="288"/>
                  <a:pt x="56" y="288"/>
                  <a:pt x="56" y="288"/>
                </a:cubicBezTo>
                <a:cubicBezTo>
                  <a:pt x="40" y="287"/>
                  <a:pt x="40" y="287"/>
                  <a:pt x="40" y="287"/>
                </a:cubicBezTo>
                <a:cubicBezTo>
                  <a:pt x="41" y="269"/>
                  <a:pt x="41" y="269"/>
                  <a:pt x="41" y="269"/>
                </a:cubicBezTo>
                <a:cubicBezTo>
                  <a:pt x="57" y="269"/>
                  <a:pt x="57" y="269"/>
                  <a:pt x="57" y="269"/>
                </a:cubicBezTo>
                <a:cubicBezTo>
                  <a:pt x="57" y="265"/>
                  <a:pt x="57" y="265"/>
                  <a:pt x="57" y="265"/>
                </a:cubicBezTo>
                <a:cubicBezTo>
                  <a:pt x="20" y="263"/>
                  <a:pt x="20" y="263"/>
                  <a:pt x="20" y="263"/>
                </a:cubicBezTo>
                <a:cubicBezTo>
                  <a:pt x="20" y="268"/>
                  <a:pt x="20" y="268"/>
                  <a:pt x="20" y="268"/>
                </a:cubicBezTo>
                <a:cubicBezTo>
                  <a:pt x="37" y="268"/>
                  <a:pt x="37" y="268"/>
                  <a:pt x="37" y="268"/>
                </a:cubicBezTo>
                <a:cubicBezTo>
                  <a:pt x="37" y="287"/>
                  <a:pt x="37" y="287"/>
                  <a:pt x="37" y="287"/>
                </a:cubicBezTo>
                <a:cubicBezTo>
                  <a:pt x="19" y="286"/>
                  <a:pt x="19" y="286"/>
                  <a:pt x="19" y="286"/>
                </a:cubicBezTo>
                <a:cubicBezTo>
                  <a:pt x="19" y="290"/>
                  <a:pt x="19" y="290"/>
                  <a:pt x="19" y="290"/>
                </a:cubicBezTo>
                <a:cubicBezTo>
                  <a:pt x="56" y="292"/>
                  <a:pt x="56" y="292"/>
                  <a:pt x="56" y="292"/>
                </a:cubicBezTo>
                <a:close/>
                <a:moveTo>
                  <a:pt x="56" y="306"/>
                </a:moveTo>
                <a:cubicBezTo>
                  <a:pt x="56" y="301"/>
                  <a:pt x="56" y="301"/>
                  <a:pt x="56" y="301"/>
                </a:cubicBezTo>
                <a:cubicBezTo>
                  <a:pt x="19" y="302"/>
                  <a:pt x="19" y="302"/>
                  <a:pt x="19" y="302"/>
                </a:cubicBezTo>
                <a:cubicBezTo>
                  <a:pt x="19" y="307"/>
                  <a:pt x="19" y="307"/>
                  <a:pt x="19" y="307"/>
                </a:cubicBezTo>
                <a:cubicBezTo>
                  <a:pt x="56" y="306"/>
                  <a:pt x="56" y="306"/>
                  <a:pt x="56" y="306"/>
                </a:cubicBezTo>
                <a:close/>
                <a:moveTo>
                  <a:pt x="58" y="342"/>
                </a:moveTo>
                <a:cubicBezTo>
                  <a:pt x="58" y="338"/>
                  <a:pt x="58" y="338"/>
                  <a:pt x="58" y="338"/>
                </a:cubicBezTo>
                <a:cubicBezTo>
                  <a:pt x="38" y="340"/>
                  <a:pt x="38" y="340"/>
                  <a:pt x="38" y="340"/>
                </a:cubicBezTo>
                <a:cubicBezTo>
                  <a:pt x="37" y="340"/>
                  <a:pt x="33" y="340"/>
                  <a:pt x="26" y="341"/>
                </a:cubicBezTo>
                <a:cubicBezTo>
                  <a:pt x="26" y="340"/>
                  <a:pt x="26" y="340"/>
                  <a:pt x="26" y="340"/>
                </a:cubicBezTo>
                <a:cubicBezTo>
                  <a:pt x="27" y="340"/>
                  <a:pt x="28" y="339"/>
                  <a:pt x="31" y="338"/>
                </a:cubicBezTo>
                <a:cubicBezTo>
                  <a:pt x="33" y="336"/>
                  <a:pt x="35" y="335"/>
                  <a:pt x="37" y="334"/>
                </a:cubicBezTo>
                <a:cubicBezTo>
                  <a:pt x="57" y="322"/>
                  <a:pt x="57" y="322"/>
                  <a:pt x="57" y="322"/>
                </a:cubicBezTo>
                <a:cubicBezTo>
                  <a:pt x="56" y="315"/>
                  <a:pt x="56" y="315"/>
                  <a:pt x="56" y="315"/>
                </a:cubicBezTo>
                <a:cubicBezTo>
                  <a:pt x="19" y="318"/>
                  <a:pt x="19" y="318"/>
                  <a:pt x="19" y="318"/>
                </a:cubicBezTo>
                <a:cubicBezTo>
                  <a:pt x="19" y="322"/>
                  <a:pt x="19" y="322"/>
                  <a:pt x="19" y="322"/>
                </a:cubicBezTo>
                <a:cubicBezTo>
                  <a:pt x="41" y="320"/>
                  <a:pt x="41" y="320"/>
                  <a:pt x="41" y="320"/>
                </a:cubicBezTo>
                <a:cubicBezTo>
                  <a:pt x="42" y="320"/>
                  <a:pt x="44" y="320"/>
                  <a:pt x="46" y="320"/>
                </a:cubicBezTo>
                <a:cubicBezTo>
                  <a:pt x="50" y="320"/>
                  <a:pt x="52" y="319"/>
                  <a:pt x="53" y="319"/>
                </a:cubicBezTo>
                <a:cubicBezTo>
                  <a:pt x="53" y="320"/>
                  <a:pt x="53" y="320"/>
                  <a:pt x="53" y="320"/>
                </a:cubicBezTo>
                <a:cubicBezTo>
                  <a:pt x="46" y="324"/>
                  <a:pt x="43" y="326"/>
                  <a:pt x="42" y="326"/>
                </a:cubicBezTo>
                <a:cubicBezTo>
                  <a:pt x="21" y="339"/>
                  <a:pt x="21" y="339"/>
                  <a:pt x="21" y="339"/>
                </a:cubicBezTo>
                <a:cubicBezTo>
                  <a:pt x="21" y="345"/>
                  <a:pt x="21" y="345"/>
                  <a:pt x="21" y="345"/>
                </a:cubicBezTo>
                <a:cubicBezTo>
                  <a:pt x="58" y="342"/>
                  <a:pt x="58" y="342"/>
                  <a:pt x="58" y="342"/>
                </a:cubicBezTo>
                <a:close/>
                <a:moveTo>
                  <a:pt x="43" y="370"/>
                </a:moveTo>
                <a:cubicBezTo>
                  <a:pt x="51" y="365"/>
                  <a:pt x="51" y="365"/>
                  <a:pt x="51" y="365"/>
                </a:cubicBezTo>
                <a:cubicBezTo>
                  <a:pt x="53" y="364"/>
                  <a:pt x="56" y="363"/>
                  <a:pt x="60" y="361"/>
                </a:cubicBezTo>
                <a:cubicBezTo>
                  <a:pt x="59" y="360"/>
                  <a:pt x="59" y="360"/>
                  <a:pt x="59" y="360"/>
                </a:cubicBezTo>
                <a:cubicBezTo>
                  <a:pt x="56" y="360"/>
                  <a:pt x="52" y="360"/>
                  <a:pt x="50" y="359"/>
                </a:cubicBezTo>
                <a:cubicBezTo>
                  <a:pt x="40" y="359"/>
                  <a:pt x="40" y="359"/>
                  <a:pt x="40" y="359"/>
                </a:cubicBezTo>
                <a:cubicBezTo>
                  <a:pt x="43" y="370"/>
                  <a:pt x="43" y="370"/>
                  <a:pt x="43" y="370"/>
                </a:cubicBezTo>
                <a:close/>
                <a:moveTo>
                  <a:pt x="63" y="362"/>
                </a:moveTo>
                <a:cubicBezTo>
                  <a:pt x="62" y="357"/>
                  <a:pt x="62" y="357"/>
                  <a:pt x="62" y="357"/>
                </a:cubicBezTo>
                <a:cubicBezTo>
                  <a:pt x="23" y="354"/>
                  <a:pt x="23" y="354"/>
                  <a:pt x="23" y="354"/>
                </a:cubicBezTo>
                <a:cubicBezTo>
                  <a:pt x="24" y="358"/>
                  <a:pt x="24" y="358"/>
                  <a:pt x="24" y="358"/>
                </a:cubicBezTo>
                <a:cubicBezTo>
                  <a:pt x="37" y="359"/>
                  <a:pt x="37" y="359"/>
                  <a:pt x="37" y="359"/>
                </a:cubicBezTo>
                <a:cubicBezTo>
                  <a:pt x="40" y="372"/>
                  <a:pt x="40" y="372"/>
                  <a:pt x="40" y="372"/>
                </a:cubicBezTo>
                <a:cubicBezTo>
                  <a:pt x="29" y="378"/>
                  <a:pt x="29" y="378"/>
                  <a:pt x="29" y="378"/>
                </a:cubicBezTo>
                <a:cubicBezTo>
                  <a:pt x="30" y="382"/>
                  <a:pt x="30" y="382"/>
                  <a:pt x="30" y="382"/>
                </a:cubicBezTo>
                <a:cubicBezTo>
                  <a:pt x="63" y="362"/>
                  <a:pt x="63" y="362"/>
                  <a:pt x="63" y="362"/>
                </a:cubicBezTo>
                <a:close/>
                <a:moveTo>
                  <a:pt x="93" y="431"/>
                </a:moveTo>
                <a:cubicBezTo>
                  <a:pt x="91" y="427"/>
                  <a:pt x="91" y="427"/>
                  <a:pt x="91" y="427"/>
                </a:cubicBezTo>
                <a:cubicBezTo>
                  <a:pt x="70" y="439"/>
                  <a:pt x="70" y="439"/>
                  <a:pt x="70" y="439"/>
                </a:cubicBezTo>
                <a:cubicBezTo>
                  <a:pt x="64" y="443"/>
                  <a:pt x="60" y="442"/>
                  <a:pt x="57" y="436"/>
                </a:cubicBezTo>
                <a:cubicBezTo>
                  <a:pt x="54" y="431"/>
                  <a:pt x="55" y="427"/>
                  <a:pt x="60" y="424"/>
                </a:cubicBezTo>
                <a:cubicBezTo>
                  <a:pt x="82" y="411"/>
                  <a:pt x="82" y="411"/>
                  <a:pt x="82" y="411"/>
                </a:cubicBezTo>
                <a:cubicBezTo>
                  <a:pt x="80" y="407"/>
                  <a:pt x="80" y="407"/>
                  <a:pt x="80" y="407"/>
                </a:cubicBezTo>
                <a:cubicBezTo>
                  <a:pt x="58" y="420"/>
                  <a:pt x="58" y="420"/>
                  <a:pt x="58" y="420"/>
                </a:cubicBezTo>
                <a:cubicBezTo>
                  <a:pt x="55" y="422"/>
                  <a:pt x="52" y="424"/>
                  <a:pt x="52" y="427"/>
                </a:cubicBezTo>
                <a:cubicBezTo>
                  <a:pt x="51" y="431"/>
                  <a:pt x="51" y="434"/>
                  <a:pt x="54" y="438"/>
                </a:cubicBezTo>
                <a:cubicBezTo>
                  <a:pt x="55" y="441"/>
                  <a:pt x="58" y="443"/>
                  <a:pt x="61" y="445"/>
                </a:cubicBezTo>
                <a:cubicBezTo>
                  <a:pt x="64" y="446"/>
                  <a:pt x="68" y="445"/>
                  <a:pt x="72" y="443"/>
                </a:cubicBezTo>
                <a:cubicBezTo>
                  <a:pt x="93" y="431"/>
                  <a:pt x="93" y="431"/>
                  <a:pt x="93" y="431"/>
                </a:cubicBezTo>
                <a:close/>
                <a:moveTo>
                  <a:pt x="111" y="459"/>
                </a:moveTo>
                <a:cubicBezTo>
                  <a:pt x="108" y="456"/>
                  <a:pt x="108" y="456"/>
                  <a:pt x="108" y="456"/>
                </a:cubicBezTo>
                <a:cubicBezTo>
                  <a:pt x="93" y="468"/>
                  <a:pt x="93" y="468"/>
                  <a:pt x="93" y="468"/>
                </a:cubicBezTo>
                <a:cubicBezTo>
                  <a:pt x="92" y="469"/>
                  <a:pt x="89" y="472"/>
                  <a:pt x="84" y="476"/>
                </a:cubicBezTo>
                <a:cubicBezTo>
                  <a:pt x="83" y="476"/>
                  <a:pt x="83" y="476"/>
                  <a:pt x="83" y="476"/>
                </a:cubicBezTo>
                <a:cubicBezTo>
                  <a:pt x="83" y="475"/>
                  <a:pt x="84" y="473"/>
                  <a:pt x="86" y="471"/>
                </a:cubicBezTo>
                <a:cubicBezTo>
                  <a:pt x="87" y="468"/>
                  <a:pt x="88" y="466"/>
                  <a:pt x="89" y="464"/>
                </a:cubicBezTo>
                <a:cubicBezTo>
                  <a:pt x="98" y="443"/>
                  <a:pt x="98" y="443"/>
                  <a:pt x="98" y="443"/>
                </a:cubicBezTo>
                <a:cubicBezTo>
                  <a:pt x="94" y="438"/>
                  <a:pt x="94" y="438"/>
                  <a:pt x="94" y="438"/>
                </a:cubicBezTo>
                <a:cubicBezTo>
                  <a:pt x="65" y="461"/>
                  <a:pt x="65" y="461"/>
                  <a:pt x="65" y="461"/>
                </a:cubicBezTo>
                <a:cubicBezTo>
                  <a:pt x="67" y="464"/>
                  <a:pt x="67" y="464"/>
                  <a:pt x="67" y="464"/>
                </a:cubicBezTo>
                <a:cubicBezTo>
                  <a:pt x="84" y="451"/>
                  <a:pt x="84" y="451"/>
                  <a:pt x="84" y="451"/>
                </a:cubicBezTo>
                <a:cubicBezTo>
                  <a:pt x="85" y="450"/>
                  <a:pt x="87" y="449"/>
                  <a:pt x="89" y="447"/>
                </a:cubicBezTo>
                <a:cubicBezTo>
                  <a:pt x="91" y="445"/>
                  <a:pt x="93" y="444"/>
                  <a:pt x="94" y="443"/>
                </a:cubicBezTo>
                <a:cubicBezTo>
                  <a:pt x="94" y="444"/>
                  <a:pt x="94" y="444"/>
                  <a:pt x="94" y="444"/>
                </a:cubicBezTo>
                <a:cubicBezTo>
                  <a:pt x="91" y="451"/>
                  <a:pt x="89" y="454"/>
                  <a:pt x="89" y="455"/>
                </a:cubicBezTo>
                <a:cubicBezTo>
                  <a:pt x="78" y="478"/>
                  <a:pt x="78" y="478"/>
                  <a:pt x="78" y="478"/>
                </a:cubicBezTo>
                <a:cubicBezTo>
                  <a:pt x="82" y="482"/>
                  <a:pt x="82" y="482"/>
                  <a:pt x="82" y="482"/>
                </a:cubicBezTo>
                <a:cubicBezTo>
                  <a:pt x="111" y="459"/>
                  <a:pt x="111" y="459"/>
                  <a:pt x="111" y="459"/>
                </a:cubicBezTo>
                <a:close/>
                <a:moveTo>
                  <a:pt x="121" y="469"/>
                </a:moveTo>
                <a:cubicBezTo>
                  <a:pt x="118" y="465"/>
                  <a:pt x="118" y="465"/>
                  <a:pt x="118" y="465"/>
                </a:cubicBezTo>
                <a:cubicBezTo>
                  <a:pt x="90" y="491"/>
                  <a:pt x="90" y="491"/>
                  <a:pt x="90" y="491"/>
                </a:cubicBezTo>
                <a:cubicBezTo>
                  <a:pt x="93" y="494"/>
                  <a:pt x="93" y="494"/>
                  <a:pt x="93" y="494"/>
                </a:cubicBezTo>
                <a:cubicBezTo>
                  <a:pt x="121" y="469"/>
                  <a:pt x="121" y="469"/>
                  <a:pt x="121" y="469"/>
                </a:cubicBezTo>
                <a:close/>
                <a:moveTo>
                  <a:pt x="147" y="493"/>
                </a:moveTo>
                <a:cubicBezTo>
                  <a:pt x="143" y="490"/>
                  <a:pt x="143" y="490"/>
                  <a:pt x="143" y="490"/>
                </a:cubicBezTo>
                <a:cubicBezTo>
                  <a:pt x="124" y="502"/>
                  <a:pt x="124" y="502"/>
                  <a:pt x="124" y="502"/>
                </a:cubicBezTo>
                <a:cubicBezTo>
                  <a:pt x="123" y="503"/>
                  <a:pt x="122" y="504"/>
                  <a:pt x="120" y="505"/>
                </a:cubicBezTo>
                <a:cubicBezTo>
                  <a:pt x="117" y="507"/>
                  <a:pt x="115" y="508"/>
                  <a:pt x="114" y="509"/>
                </a:cubicBezTo>
                <a:cubicBezTo>
                  <a:pt x="114" y="508"/>
                  <a:pt x="114" y="508"/>
                  <a:pt x="114" y="508"/>
                </a:cubicBezTo>
                <a:cubicBezTo>
                  <a:pt x="114" y="507"/>
                  <a:pt x="115" y="505"/>
                  <a:pt x="116" y="503"/>
                </a:cubicBezTo>
                <a:cubicBezTo>
                  <a:pt x="117" y="500"/>
                  <a:pt x="118" y="498"/>
                  <a:pt x="119" y="497"/>
                </a:cubicBezTo>
                <a:cubicBezTo>
                  <a:pt x="128" y="477"/>
                  <a:pt x="128" y="477"/>
                  <a:pt x="128" y="477"/>
                </a:cubicBezTo>
                <a:cubicBezTo>
                  <a:pt x="125" y="474"/>
                  <a:pt x="125" y="474"/>
                  <a:pt x="125" y="474"/>
                </a:cubicBezTo>
                <a:cubicBezTo>
                  <a:pt x="109" y="510"/>
                  <a:pt x="109" y="510"/>
                  <a:pt x="109" y="510"/>
                </a:cubicBezTo>
                <a:cubicBezTo>
                  <a:pt x="113" y="513"/>
                  <a:pt x="113" y="513"/>
                  <a:pt x="113" y="513"/>
                </a:cubicBezTo>
                <a:cubicBezTo>
                  <a:pt x="147" y="493"/>
                  <a:pt x="147" y="493"/>
                  <a:pt x="147" y="493"/>
                </a:cubicBezTo>
                <a:close/>
                <a:moveTo>
                  <a:pt x="169" y="511"/>
                </a:moveTo>
                <a:cubicBezTo>
                  <a:pt x="151" y="497"/>
                  <a:pt x="151" y="497"/>
                  <a:pt x="151" y="497"/>
                </a:cubicBezTo>
                <a:cubicBezTo>
                  <a:pt x="129" y="527"/>
                  <a:pt x="129" y="527"/>
                  <a:pt x="129" y="527"/>
                </a:cubicBezTo>
                <a:cubicBezTo>
                  <a:pt x="148" y="541"/>
                  <a:pt x="148" y="541"/>
                  <a:pt x="148" y="541"/>
                </a:cubicBezTo>
                <a:cubicBezTo>
                  <a:pt x="150" y="538"/>
                  <a:pt x="150" y="538"/>
                  <a:pt x="150" y="538"/>
                </a:cubicBezTo>
                <a:cubicBezTo>
                  <a:pt x="134" y="527"/>
                  <a:pt x="134" y="527"/>
                  <a:pt x="134" y="527"/>
                </a:cubicBezTo>
                <a:cubicBezTo>
                  <a:pt x="143" y="515"/>
                  <a:pt x="143" y="515"/>
                  <a:pt x="143" y="515"/>
                </a:cubicBezTo>
                <a:cubicBezTo>
                  <a:pt x="154" y="524"/>
                  <a:pt x="154" y="524"/>
                  <a:pt x="154" y="524"/>
                </a:cubicBezTo>
                <a:cubicBezTo>
                  <a:pt x="157" y="521"/>
                  <a:pt x="157" y="521"/>
                  <a:pt x="157" y="521"/>
                </a:cubicBezTo>
                <a:cubicBezTo>
                  <a:pt x="145" y="512"/>
                  <a:pt x="145" y="512"/>
                  <a:pt x="145" y="512"/>
                </a:cubicBezTo>
                <a:cubicBezTo>
                  <a:pt x="152" y="503"/>
                  <a:pt x="152" y="503"/>
                  <a:pt x="152" y="503"/>
                </a:cubicBezTo>
                <a:cubicBezTo>
                  <a:pt x="167" y="514"/>
                  <a:pt x="167" y="514"/>
                  <a:pt x="167" y="514"/>
                </a:cubicBezTo>
                <a:cubicBezTo>
                  <a:pt x="169" y="511"/>
                  <a:pt x="169" y="511"/>
                  <a:pt x="169" y="511"/>
                </a:cubicBezTo>
                <a:close/>
                <a:moveTo>
                  <a:pt x="177" y="521"/>
                </a:moveTo>
                <a:cubicBezTo>
                  <a:pt x="171" y="533"/>
                  <a:pt x="171" y="533"/>
                  <a:pt x="171" y="533"/>
                </a:cubicBezTo>
                <a:cubicBezTo>
                  <a:pt x="178" y="536"/>
                  <a:pt x="178" y="536"/>
                  <a:pt x="178" y="536"/>
                </a:cubicBezTo>
                <a:cubicBezTo>
                  <a:pt x="183" y="539"/>
                  <a:pt x="187" y="538"/>
                  <a:pt x="189" y="534"/>
                </a:cubicBezTo>
                <a:cubicBezTo>
                  <a:pt x="190" y="532"/>
                  <a:pt x="190" y="531"/>
                  <a:pt x="189" y="529"/>
                </a:cubicBezTo>
                <a:cubicBezTo>
                  <a:pt x="188" y="528"/>
                  <a:pt x="187" y="526"/>
                  <a:pt x="184" y="525"/>
                </a:cubicBezTo>
                <a:cubicBezTo>
                  <a:pt x="177" y="521"/>
                  <a:pt x="177" y="521"/>
                  <a:pt x="177" y="521"/>
                </a:cubicBezTo>
                <a:close/>
                <a:moveTo>
                  <a:pt x="175" y="516"/>
                </a:moveTo>
                <a:cubicBezTo>
                  <a:pt x="158" y="549"/>
                  <a:pt x="158" y="549"/>
                  <a:pt x="158" y="549"/>
                </a:cubicBezTo>
                <a:cubicBezTo>
                  <a:pt x="162" y="551"/>
                  <a:pt x="162" y="551"/>
                  <a:pt x="162" y="551"/>
                </a:cubicBezTo>
                <a:cubicBezTo>
                  <a:pt x="169" y="536"/>
                  <a:pt x="169" y="536"/>
                  <a:pt x="169" y="536"/>
                </a:cubicBezTo>
                <a:cubicBezTo>
                  <a:pt x="182" y="541"/>
                  <a:pt x="182" y="541"/>
                  <a:pt x="182" y="541"/>
                </a:cubicBezTo>
                <a:cubicBezTo>
                  <a:pt x="182" y="541"/>
                  <a:pt x="182" y="543"/>
                  <a:pt x="182" y="544"/>
                </a:cubicBezTo>
                <a:cubicBezTo>
                  <a:pt x="181" y="550"/>
                  <a:pt x="179" y="553"/>
                  <a:pt x="177" y="559"/>
                </a:cubicBezTo>
                <a:cubicBezTo>
                  <a:pt x="181" y="561"/>
                  <a:pt x="181" y="561"/>
                  <a:pt x="181" y="561"/>
                </a:cubicBezTo>
                <a:cubicBezTo>
                  <a:pt x="182" y="560"/>
                  <a:pt x="185" y="553"/>
                  <a:pt x="186" y="548"/>
                </a:cubicBezTo>
                <a:cubicBezTo>
                  <a:pt x="187" y="545"/>
                  <a:pt x="186" y="541"/>
                  <a:pt x="187" y="541"/>
                </a:cubicBezTo>
                <a:cubicBezTo>
                  <a:pt x="187" y="541"/>
                  <a:pt x="188" y="541"/>
                  <a:pt x="188" y="541"/>
                </a:cubicBezTo>
                <a:cubicBezTo>
                  <a:pt x="190" y="540"/>
                  <a:pt x="192" y="539"/>
                  <a:pt x="193" y="536"/>
                </a:cubicBezTo>
                <a:cubicBezTo>
                  <a:pt x="196" y="530"/>
                  <a:pt x="193" y="526"/>
                  <a:pt x="186" y="522"/>
                </a:cubicBezTo>
                <a:cubicBezTo>
                  <a:pt x="175" y="516"/>
                  <a:pt x="175" y="516"/>
                  <a:pt x="175" y="516"/>
                </a:cubicBezTo>
                <a:close/>
                <a:moveTo>
                  <a:pt x="225" y="547"/>
                </a:moveTo>
                <a:cubicBezTo>
                  <a:pt x="226" y="541"/>
                  <a:pt x="223" y="536"/>
                  <a:pt x="217" y="534"/>
                </a:cubicBezTo>
                <a:cubicBezTo>
                  <a:pt x="214" y="533"/>
                  <a:pt x="211" y="533"/>
                  <a:pt x="208" y="533"/>
                </a:cubicBezTo>
                <a:cubicBezTo>
                  <a:pt x="205" y="534"/>
                  <a:pt x="204" y="536"/>
                  <a:pt x="202" y="539"/>
                </a:cubicBezTo>
                <a:cubicBezTo>
                  <a:pt x="202" y="541"/>
                  <a:pt x="201" y="544"/>
                  <a:pt x="202" y="546"/>
                </a:cubicBezTo>
                <a:cubicBezTo>
                  <a:pt x="203" y="548"/>
                  <a:pt x="205" y="550"/>
                  <a:pt x="208" y="553"/>
                </a:cubicBezTo>
                <a:cubicBezTo>
                  <a:pt x="210" y="554"/>
                  <a:pt x="210" y="554"/>
                  <a:pt x="210" y="554"/>
                </a:cubicBezTo>
                <a:cubicBezTo>
                  <a:pt x="212" y="556"/>
                  <a:pt x="214" y="557"/>
                  <a:pt x="215" y="559"/>
                </a:cubicBezTo>
                <a:cubicBezTo>
                  <a:pt x="215" y="560"/>
                  <a:pt x="215" y="562"/>
                  <a:pt x="215" y="564"/>
                </a:cubicBezTo>
                <a:cubicBezTo>
                  <a:pt x="214" y="565"/>
                  <a:pt x="213" y="567"/>
                  <a:pt x="211" y="567"/>
                </a:cubicBezTo>
                <a:cubicBezTo>
                  <a:pt x="210" y="568"/>
                  <a:pt x="207" y="568"/>
                  <a:pt x="204" y="567"/>
                </a:cubicBezTo>
                <a:cubicBezTo>
                  <a:pt x="203" y="566"/>
                  <a:pt x="201" y="565"/>
                  <a:pt x="200" y="563"/>
                </a:cubicBezTo>
                <a:cubicBezTo>
                  <a:pt x="199" y="562"/>
                  <a:pt x="198" y="559"/>
                  <a:pt x="199" y="557"/>
                </a:cubicBezTo>
                <a:cubicBezTo>
                  <a:pt x="194" y="557"/>
                  <a:pt x="194" y="557"/>
                  <a:pt x="194" y="557"/>
                </a:cubicBezTo>
                <a:cubicBezTo>
                  <a:pt x="194" y="560"/>
                  <a:pt x="194" y="562"/>
                  <a:pt x="196" y="564"/>
                </a:cubicBezTo>
                <a:cubicBezTo>
                  <a:pt x="197" y="567"/>
                  <a:pt x="200" y="569"/>
                  <a:pt x="203" y="570"/>
                </a:cubicBezTo>
                <a:cubicBezTo>
                  <a:pt x="207" y="572"/>
                  <a:pt x="210" y="572"/>
                  <a:pt x="213" y="571"/>
                </a:cubicBezTo>
                <a:cubicBezTo>
                  <a:pt x="216" y="570"/>
                  <a:pt x="218" y="568"/>
                  <a:pt x="219" y="565"/>
                </a:cubicBezTo>
                <a:cubicBezTo>
                  <a:pt x="220" y="562"/>
                  <a:pt x="220" y="560"/>
                  <a:pt x="220" y="558"/>
                </a:cubicBezTo>
                <a:cubicBezTo>
                  <a:pt x="219" y="556"/>
                  <a:pt x="216" y="554"/>
                  <a:pt x="213" y="551"/>
                </a:cubicBezTo>
                <a:cubicBezTo>
                  <a:pt x="211" y="550"/>
                  <a:pt x="211" y="550"/>
                  <a:pt x="211" y="550"/>
                </a:cubicBezTo>
                <a:cubicBezTo>
                  <a:pt x="209" y="548"/>
                  <a:pt x="207" y="547"/>
                  <a:pt x="207" y="545"/>
                </a:cubicBezTo>
                <a:cubicBezTo>
                  <a:pt x="206" y="544"/>
                  <a:pt x="206" y="542"/>
                  <a:pt x="207" y="540"/>
                </a:cubicBezTo>
                <a:cubicBezTo>
                  <a:pt x="207" y="539"/>
                  <a:pt x="208" y="538"/>
                  <a:pt x="210" y="537"/>
                </a:cubicBezTo>
                <a:cubicBezTo>
                  <a:pt x="211" y="536"/>
                  <a:pt x="213" y="537"/>
                  <a:pt x="216" y="537"/>
                </a:cubicBezTo>
                <a:cubicBezTo>
                  <a:pt x="219" y="539"/>
                  <a:pt x="221" y="542"/>
                  <a:pt x="221" y="546"/>
                </a:cubicBezTo>
                <a:cubicBezTo>
                  <a:pt x="225" y="547"/>
                  <a:pt x="225" y="547"/>
                  <a:pt x="225" y="547"/>
                </a:cubicBezTo>
                <a:close/>
                <a:moveTo>
                  <a:pt x="240" y="544"/>
                </a:moveTo>
                <a:cubicBezTo>
                  <a:pt x="236" y="543"/>
                  <a:pt x="236" y="543"/>
                  <a:pt x="236" y="543"/>
                </a:cubicBezTo>
                <a:cubicBezTo>
                  <a:pt x="227" y="579"/>
                  <a:pt x="227" y="579"/>
                  <a:pt x="227" y="579"/>
                </a:cubicBezTo>
                <a:cubicBezTo>
                  <a:pt x="231" y="580"/>
                  <a:pt x="231" y="580"/>
                  <a:pt x="231" y="580"/>
                </a:cubicBezTo>
                <a:cubicBezTo>
                  <a:pt x="240" y="544"/>
                  <a:pt x="240" y="544"/>
                  <a:pt x="240" y="544"/>
                </a:cubicBezTo>
                <a:close/>
                <a:moveTo>
                  <a:pt x="273" y="549"/>
                </a:moveTo>
                <a:cubicBezTo>
                  <a:pt x="245" y="546"/>
                  <a:pt x="245" y="546"/>
                  <a:pt x="245" y="546"/>
                </a:cubicBezTo>
                <a:cubicBezTo>
                  <a:pt x="245" y="549"/>
                  <a:pt x="245" y="549"/>
                  <a:pt x="245" y="549"/>
                </a:cubicBezTo>
                <a:cubicBezTo>
                  <a:pt x="256" y="551"/>
                  <a:pt x="256" y="551"/>
                  <a:pt x="256" y="551"/>
                </a:cubicBezTo>
                <a:cubicBezTo>
                  <a:pt x="252" y="584"/>
                  <a:pt x="252" y="584"/>
                  <a:pt x="252" y="584"/>
                </a:cubicBezTo>
                <a:cubicBezTo>
                  <a:pt x="256" y="585"/>
                  <a:pt x="256" y="585"/>
                  <a:pt x="256" y="585"/>
                </a:cubicBezTo>
                <a:cubicBezTo>
                  <a:pt x="261" y="551"/>
                  <a:pt x="261" y="551"/>
                  <a:pt x="261" y="551"/>
                </a:cubicBezTo>
                <a:cubicBezTo>
                  <a:pt x="272" y="553"/>
                  <a:pt x="272" y="553"/>
                  <a:pt x="272" y="553"/>
                </a:cubicBezTo>
                <a:cubicBezTo>
                  <a:pt x="273" y="549"/>
                  <a:pt x="273" y="549"/>
                  <a:pt x="273" y="549"/>
                </a:cubicBezTo>
                <a:close/>
                <a:moveTo>
                  <a:pt x="306" y="553"/>
                </a:moveTo>
                <a:cubicBezTo>
                  <a:pt x="301" y="553"/>
                  <a:pt x="301" y="553"/>
                  <a:pt x="301" y="553"/>
                </a:cubicBezTo>
                <a:cubicBezTo>
                  <a:pt x="292" y="567"/>
                  <a:pt x="292" y="567"/>
                  <a:pt x="292" y="567"/>
                </a:cubicBezTo>
                <a:cubicBezTo>
                  <a:pt x="292" y="567"/>
                  <a:pt x="291" y="568"/>
                  <a:pt x="291" y="568"/>
                </a:cubicBezTo>
                <a:cubicBezTo>
                  <a:pt x="291" y="569"/>
                  <a:pt x="290" y="569"/>
                  <a:pt x="290" y="570"/>
                </a:cubicBezTo>
                <a:cubicBezTo>
                  <a:pt x="290" y="569"/>
                  <a:pt x="290" y="569"/>
                  <a:pt x="289" y="568"/>
                </a:cubicBezTo>
                <a:cubicBezTo>
                  <a:pt x="289" y="568"/>
                  <a:pt x="289" y="567"/>
                  <a:pt x="289" y="567"/>
                </a:cubicBezTo>
                <a:cubicBezTo>
                  <a:pt x="281" y="551"/>
                  <a:pt x="281" y="551"/>
                  <a:pt x="281" y="551"/>
                </a:cubicBezTo>
                <a:cubicBezTo>
                  <a:pt x="276" y="551"/>
                  <a:pt x="276" y="551"/>
                  <a:pt x="276" y="551"/>
                </a:cubicBezTo>
                <a:cubicBezTo>
                  <a:pt x="287" y="573"/>
                  <a:pt x="287" y="573"/>
                  <a:pt x="287" y="573"/>
                </a:cubicBezTo>
                <a:cubicBezTo>
                  <a:pt x="286" y="589"/>
                  <a:pt x="286" y="589"/>
                  <a:pt x="286" y="589"/>
                </a:cubicBezTo>
                <a:cubicBezTo>
                  <a:pt x="290" y="589"/>
                  <a:pt x="290" y="589"/>
                  <a:pt x="290" y="589"/>
                </a:cubicBezTo>
                <a:cubicBezTo>
                  <a:pt x="292" y="574"/>
                  <a:pt x="292" y="574"/>
                  <a:pt x="292" y="574"/>
                </a:cubicBezTo>
                <a:cubicBezTo>
                  <a:pt x="306" y="553"/>
                  <a:pt x="306" y="553"/>
                  <a:pt x="306" y="553"/>
                </a:cubicBezTo>
                <a:close/>
                <a:moveTo>
                  <a:pt x="357" y="551"/>
                </a:moveTo>
                <a:cubicBezTo>
                  <a:pt x="354" y="551"/>
                  <a:pt x="352" y="554"/>
                  <a:pt x="351" y="557"/>
                </a:cubicBezTo>
                <a:cubicBezTo>
                  <a:pt x="349" y="560"/>
                  <a:pt x="349" y="564"/>
                  <a:pt x="350" y="568"/>
                </a:cubicBezTo>
                <a:cubicBezTo>
                  <a:pt x="352" y="574"/>
                  <a:pt x="354" y="577"/>
                  <a:pt x="356" y="579"/>
                </a:cubicBezTo>
                <a:cubicBezTo>
                  <a:pt x="359" y="581"/>
                  <a:pt x="361" y="582"/>
                  <a:pt x="364" y="581"/>
                </a:cubicBezTo>
                <a:cubicBezTo>
                  <a:pt x="368" y="580"/>
                  <a:pt x="370" y="578"/>
                  <a:pt x="371" y="575"/>
                </a:cubicBezTo>
                <a:cubicBezTo>
                  <a:pt x="372" y="572"/>
                  <a:pt x="372" y="568"/>
                  <a:pt x="371" y="564"/>
                </a:cubicBezTo>
                <a:cubicBezTo>
                  <a:pt x="370" y="558"/>
                  <a:pt x="368" y="555"/>
                  <a:pt x="365" y="552"/>
                </a:cubicBezTo>
                <a:cubicBezTo>
                  <a:pt x="363" y="551"/>
                  <a:pt x="360" y="550"/>
                  <a:pt x="357" y="551"/>
                </a:cubicBezTo>
                <a:close/>
                <a:moveTo>
                  <a:pt x="357" y="547"/>
                </a:moveTo>
                <a:cubicBezTo>
                  <a:pt x="353" y="548"/>
                  <a:pt x="349" y="550"/>
                  <a:pt x="347" y="554"/>
                </a:cubicBezTo>
                <a:cubicBezTo>
                  <a:pt x="345" y="558"/>
                  <a:pt x="345" y="563"/>
                  <a:pt x="346" y="569"/>
                </a:cubicBezTo>
                <a:cubicBezTo>
                  <a:pt x="347" y="575"/>
                  <a:pt x="349" y="579"/>
                  <a:pt x="353" y="582"/>
                </a:cubicBezTo>
                <a:cubicBezTo>
                  <a:pt x="356" y="585"/>
                  <a:pt x="360" y="586"/>
                  <a:pt x="365" y="585"/>
                </a:cubicBezTo>
                <a:cubicBezTo>
                  <a:pt x="369" y="584"/>
                  <a:pt x="372" y="582"/>
                  <a:pt x="374" y="578"/>
                </a:cubicBezTo>
                <a:cubicBezTo>
                  <a:pt x="377" y="574"/>
                  <a:pt x="377" y="569"/>
                  <a:pt x="376" y="562"/>
                </a:cubicBezTo>
                <a:cubicBezTo>
                  <a:pt x="375" y="557"/>
                  <a:pt x="372" y="553"/>
                  <a:pt x="369" y="550"/>
                </a:cubicBezTo>
                <a:cubicBezTo>
                  <a:pt x="366" y="547"/>
                  <a:pt x="361" y="546"/>
                  <a:pt x="357" y="547"/>
                </a:cubicBezTo>
                <a:close/>
                <a:moveTo>
                  <a:pt x="401" y="537"/>
                </a:moveTo>
                <a:cubicBezTo>
                  <a:pt x="379" y="544"/>
                  <a:pt x="379" y="544"/>
                  <a:pt x="379" y="544"/>
                </a:cubicBezTo>
                <a:cubicBezTo>
                  <a:pt x="391" y="580"/>
                  <a:pt x="391" y="580"/>
                  <a:pt x="391" y="580"/>
                </a:cubicBezTo>
                <a:cubicBezTo>
                  <a:pt x="395" y="578"/>
                  <a:pt x="395" y="578"/>
                  <a:pt x="395" y="578"/>
                </a:cubicBezTo>
                <a:cubicBezTo>
                  <a:pt x="389" y="561"/>
                  <a:pt x="389" y="561"/>
                  <a:pt x="389" y="561"/>
                </a:cubicBezTo>
                <a:cubicBezTo>
                  <a:pt x="403" y="557"/>
                  <a:pt x="403" y="557"/>
                  <a:pt x="403" y="557"/>
                </a:cubicBezTo>
                <a:cubicBezTo>
                  <a:pt x="402" y="553"/>
                  <a:pt x="402" y="553"/>
                  <a:pt x="402" y="553"/>
                </a:cubicBezTo>
                <a:cubicBezTo>
                  <a:pt x="388" y="558"/>
                  <a:pt x="388" y="558"/>
                  <a:pt x="388" y="558"/>
                </a:cubicBezTo>
                <a:cubicBezTo>
                  <a:pt x="384" y="546"/>
                  <a:pt x="384" y="546"/>
                  <a:pt x="384" y="546"/>
                </a:cubicBezTo>
                <a:cubicBezTo>
                  <a:pt x="402" y="540"/>
                  <a:pt x="402" y="540"/>
                  <a:pt x="402" y="540"/>
                </a:cubicBezTo>
                <a:cubicBezTo>
                  <a:pt x="401" y="537"/>
                  <a:pt x="401" y="537"/>
                  <a:pt x="401" y="537"/>
                </a:cubicBezTo>
                <a:close/>
                <a:moveTo>
                  <a:pt x="464" y="514"/>
                </a:moveTo>
                <a:cubicBezTo>
                  <a:pt x="462" y="512"/>
                  <a:pt x="460" y="511"/>
                  <a:pt x="457" y="510"/>
                </a:cubicBezTo>
                <a:cubicBezTo>
                  <a:pt x="454" y="510"/>
                  <a:pt x="451" y="511"/>
                  <a:pt x="448" y="513"/>
                </a:cubicBezTo>
                <a:cubicBezTo>
                  <a:pt x="444" y="515"/>
                  <a:pt x="442" y="519"/>
                  <a:pt x="441" y="523"/>
                </a:cubicBezTo>
                <a:cubicBezTo>
                  <a:pt x="441" y="527"/>
                  <a:pt x="442" y="532"/>
                  <a:pt x="446" y="538"/>
                </a:cubicBezTo>
                <a:cubicBezTo>
                  <a:pt x="449" y="542"/>
                  <a:pt x="453" y="545"/>
                  <a:pt x="457" y="547"/>
                </a:cubicBezTo>
                <a:cubicBezTo>
                  <a:pt x="461" y="548"/>
                  <a:pt x="465" y="548"/>
                  <a:pt x="469" y="545"/>
                </a:cubicBezTo>
                <a:cubicBezTo>
                  <a:pt x="471" y="543"/>
                  <a:pt x="473" y="542"/>
                  <a:pt x="473" y="540"/>
                </a:cubicBezTo>
                <a:cubicBezTo>
                  <a:pt x="474" y="538"/>
                  <a:pt x="475" y="536"/>
                  <a:pt x="474" y="533"/>
                </a:cubicBezTo>
                <a:cubicBezTo>
                  <a:pt x="478" y="538"/>
                  <a:pt x="478" y="538"/>
                  <a:pt x="478" y="538"/>
                </a:cubicBezTo>
                <a:cubicBezTo>
                  <a:pt x="481" y="536"/>
                  <a:pt x="481" y="536"/>
                  <a:pt x="481" y="536"/>
                </a:cubicBezTo>
                <a:cubicBezTo>
                  <a:pt x="470" y="521"/>
                  <a:pt x="470" y="521"/>
                  <a:pt x="470" y="521"/>
                </a:cubicBezTo>
                <a:cubicBezTo>
                  <a:pt x="458" y="529"/>
                  <a:pt x="458" y="529"/>
                  <a:pt x="458" y="529"/>
                </a:cubicBezTo>
                <a:cubicBezTo>
                  <a:pt x="460" y="532"/>
                  <a:pt x="460" y="532"/>
                  <a:pt x="460" y="532"/>
                </a:cubicBezTo>
                <a:cubicBezTo>
                  <a:pt x="468" y="526"/>
                  <a:pt x="468" y="526"/>
                  <a:pt x="468" y="526"/>
                </a:cubicBezTo>
                <a:cubicBezTo>
                  <a:pt x="470" y="529"/>
                  <a:pt x="471" y="532"/>
                  <a:pt x="471" y="534"/>
                </a:cubicBezTo>
                <a:cubicBezTo>
                  <a:pt x="471" y="537"/>
                  <a:pt x="470" y="540"/>
                  <a:pt x="468" y="542"/>
                </a:cubicBezTo>
                <a:cubicBezTo>
                  <a:pt x="465" y="543"/>
                  <a:pt x="462" y="544"/>
                  <a:pt x="459" y="543"/>
                </a:cubicBezTo>
                <a:cubicBezTo>
                  <a:pt x="456" y="542"/>
                  <a:pt x="453" y="539"/>
                  <a:pt x="450" y="535"/>
                </a:cubicBezTo>
                <a:cubicBezTo>
                  <a:pt x="447" y="531"/>
                  <a:pt x="446" y="528"/>
                  <a:pt x="446" y="524"/>
                </a:cubicBezTo>
                <a:cubicBezTo>
                  <a:pt x="445" y="521"/>
                  <a:pt x="447" y="518"/>
                  <a:pt x="450" y="516"/>
                </a:cubicBezTo>
                <a:cubicBezTo>
                  <a:pt x="454" y="513"/>
                  <a:pt x="458" y="514"/>
                  <a:pt x="462" y="517"/>
                </a:cubicBezTo>
                <a:cubicBezTo>
                  <a:pt x="464" y="514"/>
                  <a:pt x="464" y="514"/>
                  <a:pt x="464" y="514"/>
                </a:cubicBezTo>
                <a:close/>
                <a:moveTo>
                  <a:pt x="485" y="485"/>
                </a:moveTo>
                <a:cubicBezTo>
                  <a:pt x="467" y="500"/>
                  <a:pt x="467" y="500"/>
                  <a:pt x="467" y="500"/>
                </a:cubicBezTo>
                <a:cubicBezTo>
                  <a:pt x="491" y="528"/>
                  <a:pt x="491" y="528"/>
                  <a:pt x="491" y="528"/>
                </a:cubicBezTo>
                <a:cubicBezTo>
                  <a:pt x="509" y="513"/>
                  <a:pt x="509" y="513"/>
                  <a:pt x="509" y="513"/>
                </a:cubicBezTo>
                <a:cubicBezTo>
                  <a:pt x="507" y="510"/>
                  <a:pt x="507" y="510"/>
                  <a:pt x="507" y="510"/>
                </a:cubicBezTo>
                <a:cubicBezTo>
                  <a:pt x="492" y="523"/>
                  <a:pt x="492" y="523"/>
                  <a:pt x="492" y="523"/>
                </a:cubicBezTo>
                <a:cubicBezTo>
                  <a:pt x="483" y="512"/>
                  <a:pt x="483" y="512"/>
                  <a:pt x="483" y="512"/>
                </a:cubicBezTo>
                <a:cubicBezTo>
                  <a:pt x="494" y="502"/>
                  <a:pt x="494" y="502"/>
                  <a:pt x="494" y="502"/>
                </a:cubicBezTo>
                <a:cubicBezTo>
                  <a:pt x="491" y="500"/>
                  <a:pt x="491" y="500"/>
                  <a:pt x="491" y="500"/>
                </a:cubicBezTo>
                <a:cubicBezTo>
                  <a:pt x="480" y="509"/>
                  <a:pt x="480" y="509"/>
                  <a:pt x="480" y="509"/>
                </a:cubicBezTo>
                <a:cubicBezTo>
                  <a:pt x="473" y="500"/>
                  <a:pt x="473" y="500"/>
                  <a:pt x="473" y="500"/>
                </a:cubicBezTo>
                <a:cubicBezTo>
                  <a:pt x="487" y="488"/>
                  <a:pt x="487" y="488"/>
                  <a:pt x="487" y="488"/>
                </a:cubicBezTo>
                <a:cubicBezTo>
                  <a:pt x="485" y="485"/>
                  <a:pt x="485" y="485"/>
                  <a:pt x="485" y="485"/>
                </a:cubicBezTo>
                <a:close/>
                <a:moveTo>
                  <a:pt x="501" y="472"/>
                </a:moveTo>
                <a:cubicBezTo>
                  <a:pt x="499" y="475"/>
                  <a:pt x="498" y="478"/>
                  <a:pt x="499" y="481"/>
                </a:cubicBezTo>
                <a:cubicBezTo>
                  <a:pt x="500" y="484"/>
                  <a:pt x="502" y="487"/>
                  <a:pt x="506" y="490"/>
                </a:cubicBezTo>
                <a:cubicBezTo>
                  <a:pt x="510" y="494"/>
                  <a:pt x="514" y="496"/>
                  <a:pt x="517" y="496"/>
                </a:cubicBezTo>
                <a:cubicBezTo>
                  <a:pt x="520" y="496"/>
                  <a:pt x="523" y="495"/>
                  <a:pt x="525" y="493"/>
                </a:cubicBezTo>
                <a:cubicBezTo>
                  <a:pt x="527" y="490"/>
                  <a:pt x="528" y="487"/>
                  <a:pt x="526" y="484"/>
                </a:cubicBezTo>
                <a:cubicBezTo>
                  <a:pt x="526" y="480"/>
                  <a:pt x="523" y="477"/>
                  <a:pt x="520" y="474"/>
                </a:cubicBezTo>
                <a:cubicBezTo>
                  <a:pt x="516" y="471"/>
                  <a:pt x="512" y="469"/>
                  <a:pt x="508" y="469"/>
                </a:cubicBezTo>
                <a:cubicBezTo>
                  <a:pt x="506" y="469"/>
                  <a:pt x="503" y="470"/>
                  <a:pt x="501" y="472"/>
                </a:cubicBezTo>
                <a:close/>
                <a:moveTo>
                  <a:pt x="498" y="470"/>
                </a:moveTo>
                <a:cubicBezTo>
                  <a:pt x="496" y="473"/>
                  <a:pt x="494" y="476"/>
                  <a:pt x="495" y="480"/>
                </a:cubicBezTo>
                <a:cubicBezTo>
                  <a:pt x="495" y="485"/>
                  <a:pt x="498" y="490"/>
                  <a:pt x="503" y="494"/>
                </a:cubicBezTo>
                <a:cubicBezTo>
                  <a:pt x="507" y="498"/>
                  <a:pt x="511" y="500"/>
                  <a:pt x="515" y="500"/>
                </a:cubicBezTo>
                <a:cubicBezTo>
                  <a:pt x="520" y="500"/>
                  <a:pt x="524" y="499"/>
                  <a:pt x="527" y="495"/>
                </a:cubicBezTo>
                <a:cubicBezTo>
                  <a:pt x="530" y="492"/>
                  <a:pt x="531" y="488"/>
                  <a:pt x="531" y="484"/>
                </a:cubicBezTo>
                <a:cubicBezTo>
                  <a:pt x="530" y="479"/>
                  <a:pt x="528" y="475"/>
                  <a:pt x="523" y="471"/>
                </a:cubicBezTo>
                <a:cubicBezTo>
                  <a:pt x="519" y="467"/>
                  <a:pt x="514" y="465"/>
                  <a:pt x="510" y="465"/>
                </a:cubicBezTo>
                <a:cubicBezTo>
                  <a:pt x="505" y="464"/>
                  <a:pt x="502" y="466"/>
                  <a:pt x="498" y="470"/>
                </a:cubicBezTo>
                <a:close/>
                <a:moveTo>
                  <a:pt x="534" y="439"/>
                </a:moveTo>
                <a:cubicBezTo>
                  <a:pt x="528" y="437"/>
                  <a:pt x="523" y="439"/>
                  <a:pt x="520" y="444"/>
                </a:cubicBezTo>
                <a:cubicBezTo>
                  <a:pt x="518" y="447"/>
                  <a:pt x="517" y="450"/>
                  <a:pt x="517" y="453"/>
                </a:cubicBezTo>
                <a:cubicBezTo>
                  <a:pt x="518" y="456"/>
                  <a:pt x="519" y="458"/>
                  <a:pt x="522" y="459"/>
                </a:cubicBezTo>
                <a:cubicBezTo>
                  <a:pt x="524" y="461"/>
                  <a:pt x="526" y="462"/>
                  <a:pt x="528" y="461"/>
                </a:cubicBezTo>
                <a:cubicBezTo>
                  <a:pt x="530" y="461"/>
                  <a:pt x="533" y="459"/>
                  <a:pt x="536" y="456"/>
                </a:cubicBezTo>
                <a:cubicBezTo>
                  <a:pt x="538" y="455"/>
                  <a:pt x="538" y="455"/>
                  <a:pt x="538" y="455"/>
                </a:cubicBezTo>
                <a:cubicBezTo>
                  <a:pt x="540" y="453"/>
                  <a:pt x="542" y="452"/>
                  <a:pt x="543" y="452"/>
                </a:cubicBezTo>
                <a:cubicBezTo>
                  <a:pt x="545" y="451"/>
                  <a:pt x="547" y="451"/>
                  <a:pt x="548" y="453"/>
                </a:cubicBezTo>
                <a:cubicBezTo>
                  <a:pt x="550" y="454"/>
                  <a:pt x="551" y="455"/>
                  <a:pt x="551" y="456"/>
                </a:cubicBezTo>
                <a:cubicBezTo>
                  <a:pt x="552" y="458"/>
                  <a:pt x="551" y="461"/>
                  <a:pt x="549" y="463"/>
                </a:cubicBezTo>
                <a:cubicBezTo>
                  <a:pt x="548" y="465"/>
                  <a:pt x="547" y="466"/>
                  <a:pt x="545" y="467"/>
                </a:cubicBezTo>
                <a:cubicBezTo>
                  <a:pt x="543" y="468"/>
                  <a:pt x="541" y="468"/>
                  <a:pt x="538" y="467"/>
                </a:cubicBezTo>
                <a:cubicBezTo>
                  <a:pt x="537" y="471"/>
                  <a:pt x="537" y="471"/>
                  <a:pt x="537" y="471"/>
                </a:cubicBezTo>
                <a:cubicBezTo>
                  <a:pt x="540" y="472"/>
                  <a:pt x="543" y="472"/>
                  <a:pt x="545" y="471"/>
                </a:cubicBezTo>
                <a:cubicBezTo>
                  <a:pt x="548" y="470"/>
                  <a:pt x="550" y="468"/>
                  <a:pt x="552" y="465"/>
                </a:cubicBezTo>
                <a:cubicBezTo>
                  <a:pt x="554" y="462"/>
                  <a:pt x="555" y="459"/>
                  <a:pt x="555" y="456"/>
                </a:cubicBezTo>
                <a:cubicBezTo>
                  <a:pt x="555" y="453"/>
                  <a:pt x="553" y="450"/>
                  <a:pt x="550" y="449"/>
                </a:cubicBezTo>
                <a:cubicBezTo>
                  <a:pt x="548" y="447"/>
                  <a:pt x="546" y="446"/>
                  <a:pt x="544" y="447"/>
                </a:cubicBezTo>
                <a:cubicBezTo>
                  <a:pt x="542" y="447"/>
                  <a:pt x="539" y="449"/>
                  <a:pt x="535" y="452"/>
                </a:cubicBezTo>
                <a:cubicBezTo>
                  <a:pt x="534" y="453"/>
                  <a:pt x="534" y="453"/>
                  <a:pt x="534" y="453"/>
                </a:cubicBezTo>
                <a:cubicBezTo>
                  <a:pt x="532" y="455"/>
                  <a:pt x="530" y="456"/>
                  <a:pt x="529" y="457"/>
                </a:cubicBezTo>
                <a:cubicBezTo>
                  <a:pt x="527" y="457"/>
                  <a:pt x="526" y="457"/>
                  <a:pt x="524" y="456"/>
                </a:cubicBezTo>
                <a:cubicBezTo>
                  <a:pt x="522" y="455"/>
                  <a:pt x="522" y="454"/>
                  <a:pt x="521" y="452"/>
                </a:cubicBezTo>
                <a:cubicBezTo>
                  <a:pt x="521" y="450"/>
                  <a:pt x="522" y="448"/>
                  <a:pt x="523" y="446"/>
                </a:cubicBezTo>
                <a:cubicBezTo>
                  <a:pt x="525" y="443"/>
                  <a:pt x="528" y="442"/>
                  <a:pt x="533" y="443"/>
                </a:cubicBezTo>
                <a:cubicBezTo>
                  <a:pt x="534" y="439"/>
                  <a:pt x="534" y="439"/>
                  <a:pt x="534" y="439"/>
                </a:cubicBezTo>
                <a:close/>
                <a:moveTo>
                  <a:pt x="563" y="328"/>
                </a:moveTo>
                <a:cubicBezTo>
                  <a:pt x="563" y="332"/>
                  <a:pt x="563" y="332"/>
                  <a:pt x="563" y="332"/>
                </a:cubicBezTo>
                <a:cubicBezTo>
                  <a:pt x="582" y="334"/>
                  <a:pt x="582" y="334"/>
                  <a:pt x="582" y="334"/>
                </a:cubicBezTo>
                <a:cubicBezTo>
                  <a:pt x="583" y="334"/>
                  <a:pt x="587" y="335"/>
                  <a:pt x="595" y="335"/>
                </a:cubicBezTo>
                <a:cubicBezTo>
                  <a:pt x="594" y="336"/>
                  <a:pt x="594" y="336"/>
                  <a:pt x="594" y="336"/>
                </a:cubicBezTo>
                <a:cubicBezTo>
                  <a:pt x="594" y="336"/>
                  <a:pt x="592" y="337"/>
                  <a:pt x="589" y="338"/>
                </a:cubicBezTo>
                <a:cubicBezTo>
                  <a:pt x="587" y="339"/>
                  <a:pt x="585" y="339"/>
                  <a:pt x="583" y="340"/>
                </a:cubicBezTo>
                <a:cubicBezTo>
                  <a:pt x="561" y="348"/>
                  <a:pt x="561" y="348"/>
                  <a:pt x="561" y="348"/>
                </a:cubicBezTo>
                <a:cubicBezTo>
                  <a:pt x="560" y="355"/>
                  <a:pt x="560" y="355"/>
                  <a:pt x="560" y="355"/>
                </a:cubicBezTo>
                <a:cubicBezTo>
                  <a:pt x="597" y="359"/>
                  <a:pt x="597" y="359"/>
                  <a:pt x="597" y="359"/>
                </a:cubicBezTo>
                <a:cubicBezTo>
                  <a:pt x="598" y="355"/>
                  <a:pt x="598" y="355"/>
                  <a:pt x="598" y="355"/>
                </a:cubicBezTo>
                <a:cubicBezTo>
                  <a:pt x="576" y="353"/>
                  <a:pt x="576" y="353"/>
                  <a:pt x="576" y="353"/>
                </a:cubicBezTo>
                <a:cubicBezTo>
                  <a:pt x="575" y="353"/>
                  <a:pt x="573" y="352"/>
                  <a:pt x="571" y="352"/>
                </a:cubicBezTo>
                <a:cubicBezTo>
                  <a:pt x="567" y="352"/>
                  <a:pt x="565" y="352"/>
                  <a:pt x="564" y="352"/>
                </a:cubicBezTo>
                <a:cubicBezTo>
                  <a:pt x="564" y="351"/>
                  <a:pt x="564" y="351"/>
                  <a:pt x="564" y="351"/>
                </a:cubicBezTo>
                <a:cubicBezTo>
                  <a:pt x="572" y="348"/>
                  <a:pt x="575" y="347"/>
                  <a:pt x="576" y="347"/>
                </a:cubicBezTo>
                <a:cubicBezTo>
                  <a:pt x="600" y="338"/>
                  <a:pt x="600" y="338"/>
                  <a:pt x="600" y="338"/>
                </a:cubicBezTo>
                <a:cubicBezTo>
                  <a:pt x="600" y="332"/>
                  <a:pt x="600" y="332"/>
                  <a:pt x="600" y="332"/>
                </a:cubicBezTo>
                <a:cubicBezTo>
                  <a:pt x="563" y="328"/>
                  <a:pt x="563" y="328"/>
                  <a:pt x="563" y="328"/>
                </a:cubicBezTo>
                <a:close/>
                <a:moveTo>
                  <a:pt x="575" y="293"/>
                </a:moveTo>
                <a:cubicBezTo>
                  <a:pt x="572" y="294"/>
                  <a:pt x="570" y="295"/>
                  <a:pt x="568" y="297"/>
                </a:cubicBezTo>
                <a:cubicBezTo>
                  <a:pt x="566" y="300"/>
                  <a:pt x="564" y="303"/>
                  <a:pt x="564" y="307"/>
                </a:cubicBezTo>
                <a:cubicBezTo>
                  <a:pt x="564" y="311"/>
                  <a:pt x="566" y="314"/>
                  <a:pt x="569" y="317"/>
                </a:cubicBezTo>
                <a:cubicBezTo>
                  <a:pt x="572" y="321"/>
                  <a:pt x="577" y="322"/>
                  <a:pt x="583" y="323"/>
                </a:cubicBezTo>
                <a:cubicBezTo>
                  <a:pt x="589" y="323"/>
                  <a:pt x="593" y="322"/>
                  <a:pt x="597" y="319"/>
                </a:cubicBezTo>
                <a:cubicBezTo>
                  <a:pt x="601" y="316"/>
                  <a:pt x="603" y="312"/>
                  <a:pt x="603" y="307"/>
                </a:cubicBezTo>
                <a:cubicBezTo>
                  <a:pt x="603" y="300"/>
                  <a:pt x="600" y="296"/>
                  <a:pt x="593" y="294"/>
                </a:cubicBezTo>
                <a:cubicBezTo>
                  <a:pt x="591" y="298"/>
                  <a:pt x="591" y="298"/>
                  <a:pt x="591" y="298"/>
                </a:cubicBezTo>
                <a:cubicBezTo>
                  <a:pt x="597" y="299"/>
                  <a:pt x="599" y="302"/>
                  <a:pt x="599" y="307"/>
                </a:cubicBezTo>
                <a:cubicBezTo>
                  <a:pt x="599" y="310"/>
                  <a:pt x="598" y="313"/>
                  <a:pt x="596" y="315"/>
                </a:cubicBezTo>
                <a:cubicBezTo>
                  <a:pt x="593" y="317"/>
                  <a:pt x="589" y="318"/>
                  <a:pt x="583" y="318"/>
                </a:cubicBezTo>
                <a:cubicBezTo>
                  <a:pt x="579" y="318"/>
                  <a:pt x="575" y="317"/>
                  <a:pt x="572" y="315"/>
                </a:cubicBezTo>
                <a:cubicBezTo>
                  <a:pt x="569" y="313"/>
                  <a:pt x="568" y="310"/>
                  <a:pt x="568" y="307"/>
                </a:cubicBezTo>
                <a:cubicBezTo>
                  <a:pt x="568" y="302"/>
                  <a:pt x="571" y="299"/>
                  <a:pt x="576" y="298"/>
                </a:cubicBezTo>
                <a:cubicBezTo>
                  <a:pt x="575" y="293"/>
                  <a:pt x="575" y="293"/>
                  <a:pt x="575" y="293"/>
                </a:cubicBezTo>
                <a:close/>
                <a:moveTo>
                  <a:pt x="564" y="263"/>
                </a:moveTo>
                <a:cubicBezTo>
                  <a:pt x="565" y="287"/>
                  <a:pt x="565" y="287"/>
                  <a:pt x="565" y="287"/>
                </a:cubicBezTo>
                <a:cubicBezTo>
                  <a:pt x="602" y="284"/>
                  <a:pt x="602" y="284"/>
                  <a:pt x="602" y="284"/>
                </a:cubicBezTo>
                <a:cubicBezTo>
                  <a:pt x="601" y="261"/>
                  <a:pt x="601" y="261"/>
                  <a:pt x="601" y="261"/>
                </a:cubicBezTo>
                <a:cubicBezTo>
                  <a:pt x="597" y="261"/>
                  <a:pt x="597" y="261"/>
                  <a:pt x="597" y="261"/>
                </a:cubicBezTo>
                <a:cubicBezTo>
                  <a:pt x="598" y="280"/>
                  <a:pt x="598" y="280"/>
                  <a:pt x="598" y="280"/>
                </a:cubicBezTo>
                <a:cubicBezTo>
                  <a:pt x="584" y="281"/>
                  <a:pt x="584" y="281"/>
                  <a:pt x="584" y="281"/>
                </a:cubicBezTo>
                <a:cubicBezTo>
                  <a:pt x="583" y="267"/>
                  <a:pt x="583" y="267"/>
                  <a:pt x="583" y="267"/>
                </a:cubicBezTo>
                <a:cubicBezTo>
                  <a:pt x="579" y="267"/>
                  <a:pt x="579" y="267"/>
                  <a:pt x="579" y="267"/>
                </a:cubicBezTo>
                <a:cubicBezTo>
                  <a:pt x="580" y="281"/>
                  <a:pt x="580" y="281"/>
                  <a:pt x="580" y="281"/>
                </a:cubicBezTo>
                <a:cubicBezTo>
                  <a:pt x="568" y="282"/>
                  <a:pt x="568" y="282"/>
                  <a:pt x="568" y="282"/>
                </a:cubicBezTo>
                <a:cubicBezTo>
                  <a:pt x="567" y="263"/>
                  <a:pt x="567" y="263"/>
                  <a:pt x="567" y="263"/>
                </a:cubicBezTo>
                <a:lnTo>
                  <a:pt x="564" y="263"/>
                </a:lnTo>
                <a:close/>
              </a:path>
            </a:pathLst>
          </a:custGeom>
          <a:solidFill>
            <a:srgbClr val="C1C1C3">
              <a:alpha val="5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30" name="组合 29"/>
          <p:cNvGrpSpPr/>
          <p:nvPr userDrawn="1"/>
        </p:nvGrpSpPr>
        <p:grpSpPr bwMode="auto">
          <a:xfrm>
            <a:off x="-1518" y="2060575"/>
            <a:ext cx="1692275" cy="787400"/>
            <a:chOff x="0" y="1272662"/>
            <a:chExt cx="1691680" cy="788186"/>
          </a:xfrm>
        </p:grpSpPr>
        <p:sp>
          <p:nvSpPr>
            <p:cNvPr id="31" name="矩形 30"/>
            <p:cNvSpPr/>
            <p:nvPr userDrawn="1"/>
          </p:nvSpPr>
          <p:spPr>
            <a:xfrm>
              <a:off x="0" y="1272662"/>
              <a:ext cx="1691680" cy="788186"/>
            </a:xfrm>
            <a:prstGeom prst="rect">
              <a:avLst/>
            </a:prstGeom>
            <a:solidFill>
              <a:srgbClr val="0062A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研究方法与思路</a:t>
              </a:r>
            </a:p>
          </p:txBody>
        </p:sp>
        <p:sp>
          <p:nvSpPr>
            <p:cNvPr id="32" name="等腰三角形 31"/>
            <p:cNvSpPr/>
            <p:nvPr userDrawn="1"/>
          </p:nvSpPr>
          <p:spPr>
            <a:xfrm rot="16200000">
              <a:off x="1547965" y="1594550"/>
              <a:ext cx="143018" cy="144411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5"/>
                    </a14:imgEffect>
                    <a14:imgEffect>
                      <a14:colorTemperature colorTemp="6300"/>
                    </a14:imgEffect>
                    <a14:imgEffect>
                      <a14:sharpenSoften amount="-4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74" t="4359" r="1774" b="424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0" y="19051"/>
            <a:ext cx="12192000" cy="6857999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84000">
                <a:schemeClr val="bg1">
                  <a:alpha val="90000"/>
                  <a:lumMod val="95000"/>
                </a:schemeClr>
              </a:gs>
            </a:gsLst>
            <a:lin ang="16200000" scaled="1"/>
            <a:tileRect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 userDrawn="1"/>
        </p:nvSpPr>
        <p:spPr>
          <a:xfrm>
            <a:off x="1692274" y="9524"/>
            <a:ext cx="10499725" cy="68675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 userDrawn="1"/>
        </p:nvSpPr>
        <p:spPr>
          <a:xfrm>
            <a:off x="0" y="0"/>
            <a:ext cx="1692275" cy="6858000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graphicFrame>
        <p:nvGraphicFramePr>
          <p:cNvPr id="14" name="表格 13"/>
          <p:cNvGraphicFramePr>
            <a:graphicFrameLocks noGrp="1"/>
          </p:cNvGraphicFramePr>
          <p:nvPr userDrawn="1"/>
        </p:nvGraphicFramePr>
        <p:xfrm>
          <a:off x="0" y="1268413"/>
          <a:ext cx="1692275" cy="396081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92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9216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绪论</a:t>
                      </a:r>
                    </a:p>
                  </a:txBody>
                  <a:tcPr marL="91472" marR="91472" marT="45729" marB="4572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21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研究方法与思路</a:t>
                      </a:r>
                    </a:p>
                  </a:txBody>
                  <a:tcPr marL="91472" marR="91472" marT="45729" marB="4572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162">
                <a:tc>
                  <a:txBody>
                    <a:bodyPr/>
                    <a:lstStyle/>
                    <a:p>
                      <a:pPr algn="ctr"/>
                      <a:endParaRPr lang="zh-CN" altLang="en-US" sz="1600" b="0">
                        <a:solidFill>
                          <a:schemeClr val="accent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72" marR="91472" marT="45729" marB="4572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16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研究成果与应用</a:t>
                      </a:r>
                    </a:p>
                  </a:txBody>
                  <a:tcPr marL="91472" marR="91472" marT="45729" marB="4572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216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论文总结</a:t>
                      </a:r>
                      <a:endParaRPr lang="en-US" altLang="zh-CN" sz="1600">
                        <a:solidFill>
                          <a:schemeClr val="accent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72" marR="91472" marT="45729" marB="4572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5" name="组合 14"/>
          <p:cNvGrpSpPr/>
          <p:nvPr userDrawn="1"/>
        </p:nvGrpSpPr>
        <p:grpSpPr>
          <a:xfrm>
            <a:off x="47625" y="337367"/>
            <a:ext cx="1693999" cy="608785"/>
            <a:chOff x="10010007" y="372206"/>
            <a:chExt cx="1693999" cy="608785"/>
          </a:xfrm>
        </p:grpSpPr>
        <p:grpSp>
          <p:nvGrpSpPr>
            <p:cNvPr id="16" name="组合 15"/>
            <p:cNvGrpSpPr/>
            <p:nvPr/>
          </p:nvGrpSpPr>
          <p:grpSpPr>
            <a:xfrm>
              <a:off x="10010007" y="372206"/>
              <a:ext cx="623848" cy="608316"/>
              <a:chOff x="4391057" y="3538897"/>
              <a:chExt cx="1530350" cy="1492250"/>
            </a:xfrm>
          </p:grpSpPr>
          <p:sp>
            <p:nvSpPr>
              <p:cNvPr id="25" name="Freeform 6"/>
              <p:cNvSpPr/>
              <p:nvPr/>
            </p:nvSpPr>
            <p:spPr bwMode="auto">
              <a:xfrm>
                <a:off x="4545045" y="3700822"/>
                <a:ext cx="1225550" cy="1182688"/>
              </a:xfrm>
              <a:custGeom>
                <a:avLst/>
                <a:gdLst>
                  <a:gd name="T0" fmla="*/ 248 w 496"/>
                  <a:gd name="T1" fmla="*/ 0 h 479"/>
                  <a:gd name="T2" fmla="*/ 423 w 496"/>
                  <a:gd name="T3" fmla="*/ 70 h 479"/>
                  <a:gd name="T4" fmla="*/ 496 w 496"/>
                  <a:gd name="T5" fmla="*/ 240 h 479"/>
                  <a:gd name="T6" fmla="*/ 423 w 496"/>
                  <a:gd name="T7" fmla="*/ 409 h 479"/>
                  <a:gd name="T8" fmla="*/ 248 w 496"/>
                  <a:gd name="T9" fmla="*/ 479 h 479"/>
                  <a:gd name="T10" fmla="*/ 72 w 496"/>
                  <a:gd name="T11" fmla="*/ 409 h 479"/>
                  <a:gd name="T12" fmla="*/ 0 w 496"/>
                  <a:gd name="T13" fmla="*/ 240 h 479"/>
                  <a:gd name="T14" fmla="*/ 72 w 496"/>
                  <a:gd name="T15" fmla="*/ 70 h 479"/>
                  <a:gd name="T16" fmla="*/ 248 w 496"/>
                  <a:gd name="T17" fmla="*/ 0 h 4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96" h="479">
                    <a:moveTo>
                      <a:pt x="248" y="0"/>
                    </a:moveTo>
                    <a:cubicBezTo>
                      <a:pt x="316" y="0"/>
                      <a:pt x="378" y="27"/>
                      <a:pt x="423" y="70"/>
                    </a:cubicBezTo>
                    <a:cubicBezTo>
                      <a:pt x="468" y="114"/>
                      <a:pt x="496" y="173"/>
                      <a:pt x="496" y="240"/>
                    </a:cubicBezTo>
                    <a:cubicBezTo>
                      <a:pt x="496" y="306"/>
                      <a:pt x="468" y="366"/>
                      <a:pt x="423" y="409"/>
                    </a:cubicBezTo>
                    <a:cubicBezTo>
                      <a:pt x="378" y="452"/>
                      <a:pt x="316" y="479"/>
                      <a:pt x="248" y="479"/>
                    </a:cubicBezTo>
                    <a:cubicBezTo>
                      <a:pt x="179" y="479"/>
                      <a:pt x="117" y="452"/>
                      <a:pt x="72" y="409"/>
                    </a:cubicBezTo>
                    <a:cubicBezTo>
                      <a:pt x="27" y="366"/>
                      <a:pt x="0" y="306"/>
                      <a:pt x="0" y="240"/>
                    </a:cubicBezTo>
                    <a:cubicBezTo>
                      <a:pt x="0" y="173"/>
                      <a:pt x="27" y="114"/>
                      <a:pt x="72" y="70"/>
                    </a:cubicBezTo>
                    <a:cubicBezTo>
                      <a:pt x="117" y="27"/>
                      <a:pt x="179" y="0"/>
                      <a:pt x="248" y="0"/>
                    </a:cubicBezTo>
                    <a:close/>
                  </a:path>
                </a:pathLst>
              </a:custGeom>
              <a:solidFill>
                <a:srgbClr val="0062A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" name="Freeform 7"/>
              <p:cNvSpPr>
                <a:spLocks noEditPoints="1"/>
              </p:cNvSpPr>
              <p:nvPr/>
            </p:nvSpPr>
            <p:spPr bwMode="auto">
              <a:xfrm>
                <a:off x="4435507" y="4092935"/>
                <a:ext cx="1446213" cy="898525"/>
              </a:xfrm>
              <a:custGeom>
                <a:avLst/>
                <a:gdLst>
                  <a:gd name="T0" fmla="*/ 557 w 585"/>
                  <a:gd name="T1" fmla="*/ 16 h 364"/>
                  <a:gd name="T2" fmla="*/ 572 w 585"/>
                  <a:gd name="T3" fmla="*/ 26 h 364"/>
                  <a:gd name="T4" fmla="*/ 561 w 585"/>
                  <a:gd name="T5" fmla="*/ 15 h 364"/>
                  <a:gd name="T6" fmla="*/ 540 w 585"/>
                  <a:gd name="T7" fmla="*/ 136 h 364"/>
                  <a:gd name="T8" fmla="*/ 568 w 585"/>
                  <a:gd name="T9" fmla="*/ 163 h 364"/>
                  <a:gd name="T10" fmla="*/ 529 w 585"/>
                  <a:gd name="T11" fmla="*/ 171 h 364"/>
                  <a:gd name="T12" fmla="*/ 523 w 585"/>
                  <a:gd name="T13" fmla="*/ 200 h 364"/>
                  <a:gd name="T14" fmla="*/ 543 w 585"/>
                  <a:gd name="T15" fmla="*/ 215 h 364"/>
                  <a:gd name="T16" fmla="*/ 30 w 585"/>
                  <a:gd name="T17" fmla="*/ 29 h 364"/>
                  <a:gd name="T18" fmla="*/ 14 w 585"/>
                  <a:gd name="T19" fmla="*/ 30 h 364"/>
                  <a:gd name="T20" fmla="*/ 30 w 585"/>
                  <a:gd name="T21" fmla="*/ 33 h 364"/>
                  <a:gd name="T22" fmla="*/ 2 w 585"/>
                  <a:gd name="T23" fmla="*/ 38 h 364"/>
                  <a:gd name="T24" fmla="*/ 38 w 585"/>
                  <a:gd name="T25" fmla="*/ 81 h 364"/>
                  <a:gd name="T26" fmla="*/ 2 w 585"/>
                  <a:gd name="T27" fmla="*/ 114 h 364"/>
                  <a:gd name="T28" fmla="*/ 1 w 585"/>
                  <a:gd name="T29" fmla="*/ 93 h 364"/>
                  <a:gd name="T30" fmla="*/ 20 w 585"/>
                  <a:gd name="T31" fmla="*/ 115 h 364"/>
                  <a:gd name="T32" fmla="*/ 31 w 585"/>
                  <a:gd name="T33" fmla="*/ 134 h 364"/>
                  <a:gd name="T34" fmla="*/ 18 w 585"/>
                  <a:gd name="T35" fmla="*/ 134 h 364"/>
                  <a:gd name="T36" fmla="*/ 42 w 585"/>
                  <a:gd name="T37" fmla="*/ 220 h 364"/>
                  <a:gd name="T38" fmla="*/ 38 w 585"/>
                  <a:gd name="T39" fmla="*/ 211 h 364"/>
                  <a:gd name="T40" fmla="*/ 65 w 585"/>
                  <a:gd name="T41" fmla="*/ 251 h 364"/>
                  <a:gd name="T42" fmla="*/ 49 w 585"/>
                  <a:gd name="T43" fmla="*/ 239 h 364"/>
                  <a:gd name="T44" fmla="*/ 63 w 585"/>
                  <a:gd name="T45" fmla="*/ 257 h 364"/>
                  <a:gd name="T46" fmla="*/ 128 w 585"/>
                  <a:gd name="T47" fmla="*/ 268 h 364"/>
                  <a:gd name="T48" fmla="*/ 95 w 585"/>
                  <a:gd name="T49" fmla="*/ 283 h 364"/>
                  <a:gd name="T50" fmla="*/ 132 w 585"/>
                  <a:gd name="T51" fmla="*/ 272 h 364"/>
                  <a:gd name="T52" fmla="*/ 138 w 585"/>
                  <a:gd name="T53" fmla="*/ 296 h 364"/>
                  <a:gd name="T54" fmla="*/ 159 w 585"/>
                  <a:gd name="T55" fmla="*/ 311 h 364"/>
                  <a:gd name="T56" fmla="*/ 174 w 585"/>
                  <a:gd name="T57" fmla="*/ 311 h 364"/>
                  <a:gd name="T58" fmla="*/ 163 w 585"/>
                  <a:gd name="T59" fmla="*/ 316 h 364"/>
                  <a:gd name="T60" fmla="*/ 190 w 585"/>
                  <a:gd name="T61" fmla="*/ 308 h 364"/>
                  <a:gd name="T62" fmla="*/ 193 w 585"/>
                  <a:gd name="T63" fmla="*/ 342 h 364"/>
                  <a:gd name="T64" fmla="*/ 194 w 585"/>
                  <a:gd name="T65" fmla="*/ 346 h 364"/>
                  <a:gd name="T66" fmla="*/ 191 w 585"/>
                  <a:gd name="T67" fmla="*/ 312 h 364"/>
                  <a:gd name="T68" fmla="*/ 218 w 585"/>
                  <a:gd name="T69" fmla="*/ 318 h 364"/>
                  <a:gd name="T70" fmla="*/ 238 w 585"/>
                  <a:gd name="T71" fmla="*/ 326 h 364"/>
                  <a:gd name="T72" fmla="*/ 268 w 585"/>
                  <a:gd name="T73" fmla="*/ 364 h 364"/>
                  <a:gd name="T74" fmla="*/ 273 w 585"/>
                  <a:gd name="T75" fmla="*/ 343 h 364"/>
                  <a:gd name="T76" fmla="*/ 338 w 585"/>
                  <a:gd name="T77" fmla="*/ 354 h 364"/>
                  <a:gd name="T78" fmla="*/ 351 w 585"/>
                  <a:gd name="T79" fmla="*/ 325 h 364"/>
                  <a:gd name="T80" fmla="*/ 338 w 585"/>
                  <a:gd name="T81" fmla="*/ 322 h 364"/>
                  <a:gd name="T82" fmla="*/ 371 w 585"/>
                  <a:gd name="T83" fmla="*/ 336 h 364"/>
                  <a:gd name="T84" fmla="*/ 431 w 585"/>
                  <a:gd name="T85" fmla="*/ 291 h 364"/>
                  <a:gd name="T86" fmla="*/ 442 w 585"/>
                  <a:gd name="T87" fmla="*/ 307 h 364"/>
                  <a:gd name="T88" fmla="*/ 451 w 585"/>
                  <a:gd name="T89" fmla="*/ 320 h 364"/>
                  <a:gd name="T90" fmla="*/ 466 w 585"/>
                  <a:gd name="T91" fmla="*/ 260 h 364"/>
                  <a:gd name="T92" fmla="*/ 475 w 585"/>
                  <a:gd name="T93" fmla="*/ 277 h 364"/>
                  <a:gd name="T94" fmla="*/ 490 w 585"/>
                  <a:gd name="T95" fmla="*/ 244 h 364"/>
                  <a:gd name="T96" fmla="*/ 483 w 585"/>
                  <a:gd name="T97" fmla="*/ 247 h 364"/>
                  <a:gd name="T98" fmla="*/ 484 w 585"/>
                  <a:gd name="T99" fmla="*/ 269 h 364"/>
                  <a:gd name="T100" fmla="*/ 510 w 585"/>
                  <a:gd name="T101" fmla="*/ 236 h 364"/>
                  <a:gd name="T102" fmla="*/ 527 w 585"/>
                  <a:gd name="T103" fmla="*/ 242 h 364"/>
                  <a:gd name="T104" fmla="*/ 526 w 585"/>
                  <a:gd name="T105" fmla="*/ 222 h 364"/>
                  <a:gd name="T106" fmla="*/ 514 w 585"/>
                  <a:gd name="T107" fmla="*/ 218 h 364"/>
                  <a:gd name="T108" fmla="*/ 546 w 585"/>
                  <a:gd name="T109" fmla="*/ 127 h 364"/>
                  <a:gd name="T110" fmla="*/ 564 w 585"/>
                  <a:gd name="T111" fmla="*/ 115 h 364"/>
                  <a:gd name="T112" fmla="*/ 557 w 585"/>
                  <a:gd name="T113" fmla="*/ 68 h 364"/>
                  <a:gd name="T114" fmla="*/ 573 w 585"/>
                  <a:gd name="T115" fmla="*/ 73 h 364"/>
                  <a:gd name="T116" fmla="*/ 549 w 585"/>
                  <a:gd name="T117" fmla="*/ 72 h 364"/>
                  <a:gd name="T118" fmla="*/ 565 w 585"/>
                  <a:gd name="T119" fmla="*/ 42 h 364"/>
                  <a:gd name="T120" fmla="*/ 545 w 585"/>
                  <a:gd name="T121" fmla="*/ 38 h 3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585" h="364">
                    <a:moveTo>
                      <a:pt x="546" y="6"/>
                    </a:moveTo>
                    <a:cubicBezTo>
                      <a:pt x="548" y="10"/>
                      <a:pt x="548" y="10"/>
                      <a:pt x="548" y="10"/>
                    </a:cubicBezTo>
                    <a:cubicBezTo>
                      <a:pt x="544" y="12"/>
                      <a:pt x="543" y="15"/>
                      <a:pt x="544" y="19"/>
                    </a:cubicBezTo>
                    <a:cubicBezTo>
                      <a:pt x="544" y="22"/>
                      <a:pt x="545" y="23"/>
                      <a:pt x="547" y="24"/>
                    </a:cubicBezTo>
                    <a:cubicBezTo>
                      <a:pt x="548" y="25"/>
                      <a:pt x="550" y="25"/>
                      <a:pt x="551" y="25"/>
                    </a:cubicBezTo>
                    <a:cubicBezTo>
                      <a:pt x="553" y="25"/>
                      <a:pt x="555" y="24"/>
                      <a:pt x="556" y="22"/>
                    </a:cubicBezTo>
                    <a:cubicBezTo>
                      <a:pt x="556" y="21"/>
                      <a:pt x="557" y="19"/>
                      <a:pt x="557" y="16"/>
                    </a:cubicBezTo>
                    <a:cubicBezTo>
                      <a:pt x="557" y="14"/>
                      <a:pt x="557" y="14"/>
                      <a:pt x="557" y="14"/>
                    </a:cubicBezTo>
                    <a:cubicBezTo>
                      <a:pt x="557" y="10"/>
                      <a:pt x="558" y="6"/>
                      <a:pt x="559" y="4"/>
                    </a:cubicBezTo>
                    <a:cubicBezTo>
                      <a:pt x="560" y="3"/>
                      <a:pt x="562" y="2"/>
                      <a:pt x="565" y="1"/>
                    </a:cubicBezTo>
                    <a:cubicBezTo>
                      <a:pt x="568" y="0"/>
                      <a:pt x="571" y="1"/>
                      <a:pt x="573" y="3"/>
                    </a:cubicBezTo>
                    <a:cubicBezTo>
                      <a:pt x="576" y="5"/>
                      <a:pt x="577" y="7"/>
                      <a:pt x="578" y="11"/>
                    </a:cubicBezTo>
                    <a:cubicBezTo>
                      <a:pt x="579" y="15"/>
                      <a:pt x="579" y="18"/>
                      <a:pt x="577" y="21"/>
                    </a:cubicBezTo>
                    <a:cubicBezTo>
                      <a:pt x="576" y="23"/>
                      <a:pt x="574" y="25"/>
                      <a:pt x="572" y="26"/>
                    </a:cubicBezTo>
                    <a:cubicBezTo>
                      <a:pt x="569" y="22"/>
                      <a:pt x="569" y="22"/>
                      <a:pt x="569" y="22"/>
                    </a:cubicBezTo>
                    <a:cubicBezTo>
                      <a:pt x="572" y="21"/>
                      <a:pt x="573" y="20"/>
                      <a:pt x="574" y="18"/>
                    </a:cubicBezTo>
                    <a:cubicBezTo>
                      <a:pt x="575" y="16"/>
                      <a:pt x="575" y="14"/>
                      <a:pt x="574" y="12"/>
                    </a:cubicBezTo>
                    <a:cubicBezTo>
                      <a:pt x="574" y="9"/>
                      <a:pt x="573" y="7"/>
                      <a:pt x="571" y="6"/>
                    </a:cubicBezTo>
                    <a:cubicBezTo>
                      <a:pt x="570" y="5"/>
                      <a:pt x="568" y="5"/>
                      <a:pt x="566" y="5"/>
                    </a:cubicBezTo>
                    <a:cubicBezTo>
                      <a:pt x="564" y="6"/>
                      <a:pt x="563" y="7"/>
                      <a:pt x="562" y="8"/>
                    </a:cubicBezTo>
                    <a:cubicBezTo>
                      <a:pt x="561" y="10"/>
                      <a:pt x="561" y="12"/>
                      <a:pt x="561" y="15"/>
                    </a:cubicBezTo>
                    <a:cubicBezTo>
                      <a:pt x="561" y="17"/>
                      <a:pt x="561" y="17"/>
                      <a:pt x="561" y="17"/>
                    </a:cubicBezTo>
                    <a:cubicBezTo>
                      <a:pt x="561" y="21"/>
                      <a:pt x="560" y="24"/>
                      <a:pt x="558" y="26"/>
                    </a:cubicBezTo>
                    <a:cubicBezTo>
                      <a:pt x="557" y="28"/>
                      <a:pt x="555" y="29"/>
                      <a:pt x="553" y="29"/>
                    </a:cubicBezTo>
                    <a:cubicBezTo>
                      <a:pt x="550" y="30"/>
                      <a:pt x="547" y="29"/>
                      <a:pt x="545" y="28"/>
                    </a:cubicBezTo>
                    <a:cubicBezTo>
                      <a:pt x="543" y="26"/>
                      <a:pt x="541" y="23"/>
                      <a:pt x="540" y="20"/>
                    </a:cubicBezTo>
                    <a:cubicBezTo>
                      <a:pt x="539" y="14"/>
                      <a:pt x="541" y="9"/>
                      <a:pt x="546" y="6"/>
                    </a:cubicBezTo>
                    <a:close/>
                    <a:moveTo>
                      <a:pt x="540" y="136"/>
                    </a:moveTo>
                    <a:cubicBezTo>
                      <a:pt x="543" y="137"/>
                      <a:pt x="543" y="137"/>
                      <a:pt x="543" y="137"/>
                    </a:cubicBezTo>
                    <a:cubicBezTo>
                      <a:pt x="539" y="156"/>
                      <a:pt x="539" y="156"/>
                      <a:pt x="539" y="156"/>
                    </a:cubicBezTo>
                    <a:cubicBezTo>
                      <a:pt x="551" y="158"/>
                      <a:pt x="551" y="158"/>
                      <a:pt x="551" y="158"/>
                    </a:cubicBezTo>
                    <a:cubicBezTo>
                      <a:pt x="554" y="144"/>
                      <a:pt x="554" y="144"/>
                      <a:pt x="554" y="144"/>
                    </a:cubicBezTo>
                    <a:cubicBezTo>
                      <a:pt x="558" y="145"/>
                      <a:pt x="558" y="145"/>
                      <a:pt x="558" y="145"/>
                    </a:cubicBezTo>
                    <a:cubicBezTo>
                      <a:pt x="554" y="159"/>
                      <a:pt x="554" y="159"/>
                      <a:pt x="554" y="159"/>
                    </a:cubicBezTo>
                    <a:cubicBezTo>
                      <a:pt x="568" y="163"/>
                      <a:pt x="568" y="163"/>
                      <a:pt x="568" y="163"/>
                    </a:cubicBezTo>
                    <a:cubicBezTo>
                      <a:pt x="573" y="144"/>
                      <a:pt x="573" y="144"/>
                      <a:pt x="573" y="144"/>
                    </a:cubicBezTo>
                    <a:cubicBezTo>
                      <a:pt x="576" y="144"/>
                      <a:pt x="576" y="144"/>
                      <a:pt x="576" y="144"/>
                    </a:cubicBezTo>
                    <a:cubicBezTo>
                      <a:pt x="571" y="168"/>
                      <a:pt x="571" y="168"/>
                      <a:pt x="571" y="168"/>
                    </a:cubicBezTo>
                    <a:cubicBezTo>
                      <a:pt x="535" y="159"/>
                      <a:pt x="535" y="159"/>
                      <a:pt x="535" y="159"/>
                    </a:cubicBezTo>
                    <a:cubicBezTo>
                      <a:pt x="540" y="136"/>
                      <a:pt x="540" y="136"/>
                      <a:pt x="540" y="136"/>
                    </a:cubicBezTo>
                    <a:close/>
                    <a:moveTo>
                      <a:pt x="530" y="167"/>
                    </a:moveTo>
                    <a:cubicBezTo>
                      <a:pt x="529" y="171"/>
                      <a:pt x="529" y="171"/>
                      <a:pt x="529" y="171"/>
                    </a:cubicBezTo>
                    <a:cubicBezTo>
                      <a:pt x="563" y="185"/>
                      <a:pt x="563" y="185"/>
                      <a:pt x="563" y="185"/>
                    </a:cubicBezTo>
                    <a:cubicBezTo>
                      <a:pt x="565" y="180"/>
                      <a:pt x="565" y="180"/>
                      <a:pt x="565" y="180"/>
                    </a:cubicBezTo>
                    <a:cubicBezTo>
                      <a:pt x="530" y="167"/>
                      <a:pt x="530" y="167"/>
                      <a:pt x="530" y="167"/>
                    </a:cubicBezTo>
                    <a:close/>
                    <a:moveTo>
                      <a:pt x="535" y="182"/>
                    </a:moveTo>
                    <a:cubicBezTo>
                      <a:pt x="534" y="187"/>
                      <a:pt x="534" y="187"/>
                      <a:pt x="534" y="187"/>
                    </a:cubicBezTo>
                    <a:cubicBezTo>
                      <a:pt x="529" y="185"/>
                      <a:pt x="525" y="187"/>
                      <a:pt x="523" y="191"/>
                    </a:cubicBezTo>
                    <a:cubicBezTo>
                      <a:pt x="521" y="194"/>
                      <a:pt x="521" y="197"/>
                      <a:pt x="523" y="200"/>
                    </a:cubicBezTo>
                    <a:cubicBezTo>
                      <a:pt x="525" y="203"/>
                      <a:pt x="528" y="206"/>
                      <a:pt x="532" y="208"/>
                    </a:cubicBezTo>
                    <a:cubicBezTo>
                      <a:pt x="537" y="210"/>
                      <a:pt x="541" y="211"/>
                      <a:pt x="544" y="211"/>
                    </a:cubicBezTo>
                    <a:cubicBezTo>
                      <a:pt x="547" y="210"/>
                      <a:pt x="549" y="208"/>
                      <a:pt x="551" y="206"/>
                    </a:cubicBezTo>
                    <a:cubicBezTo>
                      <a:pt x="553" y="201"/>
                      <a:pt x="552" y="197"/>
                      <a:pt x="548" y="193"/>
                    </a:cubicBezTo>
                    <a:cubicBezTo>
                      <a:pt x="551" y="190"/>
                      <a:pt x="551" y="190"/>
                      <a:pt x="551" y="190"/>
                    </a:cubicBezTo>
                    <a:cubicBezTo>
                      <a:pt x="556" y="195"/>
                      <a:pt x="557" y="201"/>
                      <a:pt x="554" y="207"/>
                    </a:cubicBezTo>
                    <a:cubicBezTo>
                      <a:pt x="552" y="212"/>
                      <a:pt x="548" y="214"/>
                      <a:pt x="543" y="215"/>
                    </a:cubicBezTo>
                    <a:cubicBezTo>
                      <a:pt x="539" y="216"/>
                      <a:pt x="535" y="215"/>
                      <a:pt x="530" y="212"/>
                    </a:cubicBezTo>
                    <a:cubicBezTo>
                      <a:pt x="524" y="209"/>
                      <a:pt x="520" y="205"/>
                      <a:pt x="519" y="201"/>
                    </a:cubicBezTo>
                    <a:cubicBezTo>
                      <a:pt x="517" y="197"/>
                      <a:pt x="518" y="193"/>
                      <a:pt x="520" y="189"/>
                    </a:cubicBezTo>
                    <a:cubicBezTo>
                      <a:pt x="521" y="186"/>
                      <a:pt x="524" y="184"/>
                      <a:pt x="527" y="183"/>
                    </a:cubicBezTo>
                    <a:cubicBezTo>
                      <a:pt x="529" y="182"/>
                      <a:pt x="532" y="182"/>
                      <a:pt x="535" y="182"/>
                    </a:cubicBezTo>
                    <a:close/>
                    <a:moveTo>
                      <a:pt x="30" y="33"/>
                    </a:moveTo>
                    <a:cubicBezTo>
                      <a:pt x="30" y="29"/>
                      <a:pt x="30" y="29"/>
                      <a:pt x="30" y="29"/>
                    </a:cubicBezTo>
                    <a:cubicBezTo>
                      <a:pt x="35" y="29"/>
                      <a:pt x="38" y="26"/>
                      <a:pt x="39" y="22"/>
                    </a:cubicBezTo>
                    <a:cubicBezTo>
                      <a:pt x="40" y="18"/>
                      <a:pt x="39" y="15"/>
                      <a:pt x="37" y="13"/>
                    </a:cubicBezTo>
                    <a:cubicBezTo>
                      <a:pt x="35" y="10"/>
                      <a:pt x="32" y="9"/>
                      <a:pt x="27" y="8"/>
                    </a:cubicBezTo>
                    <a:cubicBezTo>
                      <a:pt x="22" y="6"/>
                      <a:pt x="18" y="7"/>
                      <a:pt x="15" y="8"/>
                    </a:cubicBezTo>
                    <a:cubicBezTo>
                      <a:pt x="12" y="10"/>
                      <a:pt x="11" y="12"/>
                      <a:pt x="10" y="15"/>
                    </a:cubicBezTo>
                    <a:cubicBezTo>
                      <a:pt x="9" y="20"/>
                      <a:pt x="11" y="23"/>
                      <a:pt x="16" y="26"/>
                    </a:cubicBezTo>
                    <a:cubicBezTo>
                      <a:pt x="14" y="30"/>
                      <a:pt x="14" y="30"/>
                      <a:pt x="14" y="30"/>
                    </a:cubicBezTo>
                    <a:cubicBezTo>
                      <a:pt x="7" y="26"/>
                      <a:pt x="5" y="21"/>
                      <a:pt x="7" y="14"/>
                    </a:cubicBezTo>
                    <a:cubicBezTo>
                      <a:pt x="8" y="9"/>
                      <a:pt x="10" y="6"/>
                      <a:pt x="15" y="4"/>
                    </a:cubicBezTo>
                    <a:cubicBezTo>
                      <a:pt x="18" y="2"/>
                      <a:pt x="23" y="2"/>
                      <a:pt x="28" y="3"/>
                    </a:cubicBezTo>
                    <a:cubicBezTo>
                      <a:pt x="34" y="4"/>
                      <a:pt x="38" y="7"/>
                      <a:pt x="41" y="11"/>
                    </a:cubicBezTo>
                    <a:cubicBezTo>
                      <a:pt x="43" y="15"/>
                      <a:pt x="44" y="18"/>
                      <a:pt x="43" y="23"/>
                    </a:cubicBezTo>
                    <a:cubicBezTo>
                      <a:pt x="42" y="26"/>
                      <a:pt x="40" y="29"/>
                      <a:pt x="38" y="31"/>
                    </a:cubicBezTo>
                    <a:cubicBezTo>
                      <a:pt x="36" y="32"/>
                      <a:pt x="33" y="33"/>
                      <a:pt x="30" y="33"/>
                    </a:cubicBezTo>
                    <a:close/>
                    <a:moveTo>
                      <a:pt x="38" y="67"/>
                    </a:moveTo>
                    <a:cubicBezTo>
                      <a:pt x="0" y="65"/>
                      <a:pt x="0" y="65"/>
                      <a:pt x="0" y="65"/>
                    </a:cubicBezTo>
                    <a:cubicBezTo>
                      <a:pt x="1" y="61"/>
                      <a:pt x="1" y="61"/>
                      <a:pt x="1" y="61"/>
                    </a:cubicBezTo>
                    <a:cubicBezTo>
                      <a:pt x="18" y="62"/>
                      <a:pt x="18" y="62"/>
                      <a:pt x="18" y="62"/>
                    </a:cubicBezTo>
                    <a:cubicBezTo>
                      <a:pt x="19" y="43"/>
                      <a:pt x="19" y="43"/>
                      <a:pt x="19" y="43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2" y="38"/>
                      <a:pt x="2" y="38"/>
                      <a:pt x="2" y="38"/>
                    </a:cubicBezTo>
                    <a:cubicBezTo>
                      <a:pt x="39" y="40"/>
                      <a:pt x="39" y="40"/>
                      <a:pt x="39" y="40"/>
                    </a:cubicBezTo>
                    <a:cubicBezTo>
                      <a:pt x="39" y="44"/>
                      <a:pt x="39" y="44"/>
                      <a:pt x="39" y="44"/>
                    </a:cubicBezTo>
                    <a:cubicBezTo>
                      <a:pt x="23" y="44"/>
                      <a:pt x="23" y="44"/>
                      <a:pt x="23" y="44"/>
                    </a:cubicBezTo>
                    <a:cubicBezTo>
                      <a:pt x="22" y="62"/>
                      <a:pt x="22" y="62"/>
                      <a:pt x="22" y="62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7"/>
                      <a:pt x="38" y="67"/>
                      <a:pt x="38" y="67"/>
                    </a:cubicBezTo>
                    <a:close/>
                    <a:moveTo>
                      <a:pt x="38" y="81"/>
                    </a:moveTo>
                    <a:cubicBezTo>
                      <a:pt x="0" y="82"/>
                      <a:pt x="0" y="82"/>
                      <a:pt x="0" y="82"/>
                    </a:cubicBezTo>
                    <a:cubicBezTo>
                      <a:pt x="0" y="77"/>
                      <a:pt x="0" y="77"/>
                      <a:pt x="0" y="77"/>
                    </a:cubicBezTo>
                    <a:cubicBezTo>
                      <a:pt x="38" y="76"/>
                      <a:pt x="38" y="76"/>
                      <a:pt x="38" y="76"/>
                    </a:cubicBezTo>
                    <a:cubicBezTo>
                      <a:pt x="38" y="81"/>
                      <a:pt x="38" y="81"/>
                      <a:pt x="38" y="81"/>
                    </a:cubicBezTo>
                    <a:close/>
                    <a:moveTo>
                      <a:pt x="40" y="117"/>
                    </a:moveTo>
                    <a:cubicBezTo>
                      <a:pt x="3" y="120"/>
                      <a:pt x="3" y="120"/>
                      <a:pt x="3" y="120"/>
                    </a:cubicBezTo>
                    <a:cubicBezTo>
                      <a:pt x="2" y="114"/>
                      <a:pt x="2" y="114"/>
                      <a:pt x="2" y="114"/>
                    </a:cubicBezTo>
                    <a:cubicBezTo>
                      <a:pt x="24" y="101"/>
                      <a:pt x="24" y="101"/>
                      <a:pt x="24" y="101"/>
                    </a:cubicBezTo>
                    <a:cubicBezTo>
                      <a:pt x="24" y="101"/>
                      <a:pt x="28" y="99"/>
                      <a:pt x="34" y="95"/>
                    </a:cubicBezTo>
                    <a:cubicBezTo>
                      <a:pt x="34" y="94"/>
                      <a:pt x="34" y="94"/>
                      <a:pt x="34" y="94"/>
                    </a:cubicBezTo>
                    <a:cubicBezTo>
                      <a:pt x="34" y="94"/>
                      <a:pt x="31" y="95"/>
                      <a:pt x="28" y="95"/>
                    </a:cubicBezTo>
                    <a:cubicBezTo>
                      <a:pt x="26" y="95"/>
                      <a:pt x="24" y="95"/>
                      <a:pt x="22" y="95"/>
                    </a:cubicBezTo>
                    <a:cubicBezTo>
                      <a:pt x="1" y="97"/>
                      <a:pt x="1" y="97"/>
                      <a:pt x="1" y="97"/>
                    </a:cubicBezTo>
                    <a:cubicBezTo>
                      <a:pt x="1" y="93"/>
                      <a:pt x="1" y="93"/>
                      <a:pt x="1" y="93"/>
                    </a:cubicBezTo>
                    <a:cubicBezTo>
                      <a:pt x="38" y="90"/>
                      <a:pt x="38" y="90"/>
                      <a:pt x="38" y="90"/>
                    </a:cubicBezTo>
                    <a:cubicBezTo>
                      <a:pt x="38" y="97"/>
                      <a:pt x="38" y="97"/>
                      <a:pt x="38" y="97"/>
                    </a:cubicBezTo>
                    <a:cubicBezTo>
                      <a:pt x="18" y="109"/>
                      <a:pt x="18" y="109"/>
                      <a:pt x="18" y="109"/>
                    </a:cubicBezTo>
                    <a:cubicBezTo>
                      <a:pt x="17" y="110"/>
                      <a:pt x="15" y="111"/>
                      <a:pt x="13" y="112"/>
                    </a:cubicBezTo>
                    <a:cubicBezTo>
                      <a:pt x="10" y="114"/>
                      <a:pt x="8" y="115"/>
                      <a:pt x="8" y="115"/>
                    </a:cubicBezTo>
                    <a:cubicBezTo>
                      <a:pt x="8" y="116"/>
                      <a:pt x="8" y="116"/>
                      <a:pt x="8" y="116"/>
                    </a:cubicBezTo>
                    <a:cubicBezTo>
                      <a:pt x="15" y="115"/>
                      <a:pt x="19" y="115"/>
                      <a:pt x="20" y="115"/>
                    </a:cubicBezTo>
                    <a:cubicBezTo>
                      <a:pt x="40" y="113"/>
                      <a:pt x="40" y="113"/>
                      <a:pt x="40" y="113"/>
                    </a:cubicBezTo>
                    <a:cubicBezTo>
                      <a:pt x="40" y="117"/>
                      <a:pt x="40" y="117"/>
                      <a:pt x="40" y="117"/>
                    </a:cubicBezTo>
                    <a:close/>
                    <a:moveTo>
                      <a:pt x="24" y="145"/>
                    </a:moveTo>
                    <a:cubicBezTo>
                      <a:pt x="32" y="140"/>
                      <a:pt x="32" y="140"/>
                      <a:pt x="32" y="140"/>
                    </a:cubicBezTo>
                    <a:cubicBezTo>
                      <a:pt x="35" y="139"/>
                      <a:pt x="37" y="137"/>
                      <a:pt x="41" y="136"/>
                    </a:cubicBezTo>
                    <a:cubicBezTo>
                      <a:pt x="41" y="135"/>
                      <a:pt x="41" y="135"/>
                      <a:pt x="41" y="135"/>
                    </a:cubicBezTo>
                    <a:cubicBezTo>
                      <a:pt x="37" y="135"/>
                      <a:pt x="34" y="135"/>
                      <a:pt x="31" y="134"/>
                    </a:cubicBezTo>
                    <a:cubicBezTo>
                      <a:pt x="22" y="134"/>
                      <a:pt x="22" y="134"/>
                      <a:pt x="22" y="134"/>
                    </a:cubicBezTo>
                    <a:cubicBezTo>
                      <a:pt x="24" y="145"/>
                      <a:pt x="24" y="145"/>
                      <a:pt x="24" y="145"/>
                    </a:cubicBezTo>
                    <a:close/>
                    <a:moveTo>
                      <a:pt x="45" y="137"/>
                    </a:moveTo>
                    <a:cubicBezTo>
                      <a:pt x="11" y="157"/>
                      <a:pt x="11" y="157"/>
                      <a:pt x="11" y="157"/>
                    </a:cubicBezTo>
                    <a:cubicBezTo>
                      <a:pt x="10" y="153"/>
                      <a:pt x="10" y="153"/>
                      <a:pt x="10" y="153"/>
                    </a:cubicBezTo>
                    <a:cubicBezTo>
                      <a:pt x="21" y="147"/>
                      <a:pt x="21" y="147"/>
                      <a:pt x="21" y="147"/>
                    </a:cubicBezTo>
                    <a:cubicBezTo>
                      <a:pt x="18" y="134"/>
                      <a:pt x="18" y="134"/>
                      <a:pt x="18" y="134"/>
                    </a:cubicBezTo>
                    <a:cubicBezTo>
                      <a:pt x="6" y="133"/>
                      <a:pt x="6" y="133"/>
                      <a:pt x="6" y="133"/>
                    </a:cubicBezTo>
                    <a:cubicBezTo>
                      <a:pt x="5" y="129"/>
                      <a:pt x="5" y="129"/>
                      <a:pt x="5" y="129"/>
                    </a:cubicBezTo>
                    <a:cubicBezTo>
                      <a:pt x="44" y="132"/>
                      <a:pt x="44" y="132"/>
                      <a:pt x="44" y="132"/>
                    </a:cubicBezTo>
                    <a:cubicBezTo>
                      <a:pt x="45" y="137"/>
                      <a:pt x="45" y="137"/>
                      <a:pt x="45" y="137"/>
                    </a:cubicBezTo>
                    <a:close/>
                    <a:moveTo>
                      <a:pt x="75" y="206"/>
                    </a:moveTo>
                    <a:cubicBezTo>
                      <a:pt x="53" y="218"/>
                      <a:pt x="53" y="218"/>
                      <a:pt x="53" y="218"/>
                    </a:cubicBezTo>
                    <a:cubicBezTo>
                      <a:pt x="49" y="220"/>
                      <a:pt x="46" y="221"/>
                      <a:pt x="42" y="220"/>
                    </a:cubicBezTo>
                    <a:cubicBezTo>
                      <a:pt x="39" y="218"/>
                      <a:pt x="37" y="216"/>
                      <a:pt x="35" y="213"/>
                    </a:cubicBezTo>
                    <a:cubicBezTo>
                      <a:pt x="33" y="209"/>
                      <a:pt x="32" y="206"/>
                      <a:pt x="33" y="202"/>
                    </a:cubicBezTo>
                    <a:cubicBezTo>
                      <a:pt x="34" y="199"/>
                      <a:pt x="36" y="197"/>
                      <a:pt x="40" y="195"/>
                    </a:cubicBezTo>
                    <a:cubicBezTo>
                      <a:pt x="61" y="182"/>
                      <a:pt x="61" y="182"/>
                      <a:pt x="61" y="182"/>
                    </a:cubicBezTo>
                    <a:cubicBezTo>
                      <a:pt x="63" y="186"/>
                      <a:pt x="63" y="186"/>
                      <a:pt x="63" y="186"/>
                    </a:cubicBezTo>
                    <a:cubicBezTo>
                      <a:pt x="42" y="198"/>
                      <a:pt x="42" y="198"/>
                      <a:pt x="42" y="198"/>
                    </a:cubicBezTo>
                    <a:cubicBezTo>
                      <a:pt x="37" y="202"/>
                      <a:pt x="35" y="206"/>
                      <a:pt x="38" y="211"/>
                    </a:cubicBezTo>
                    <a:cubicBezTo>
                      <a:pt x="41" y="217"/>
                      <a:pt x="46" y="218"/>
                      <a:pt x="51" y="214"/>
                    </a:cubicBezTo>
                    <a:cubicBezTo>
                      <a:pt x="73" y="202"/>
                      <a:pt x="73" y="202"/>
                      <a:pt x="73" y="202"/>
                    </a:cubicBezTo>
                    <a:cubicBezTo>
                      <a:pt x="75" y="206"/>
                      <a:pt x="75" y="206"/>
                      <a:pt x="75" y="206"/>
                    </a:cubicBezTo>
                    <a:close/>
                    <a:moveTo>
                      <a:pt x="93" y="234"/>
                    </a:moveTo>
                    <a:cubicBezTo>
                      <a:pt x="90" y="231"/>
                      <a:pt x="90" y="231"/>
                      <a:pt x="90" y="231"/>
                    </a:cubicBezTo>
                    <a:cubicBezTo>
                      <a:pt x="75" y="243"/>
                      <a:pt x="75" y="243"/>
                      <a:pt x="75" y="243"/>
                    </a:cubicBezTo>
                    <a:cubicBezTo>
                      <a:pt x="74" y="244"/>
                      <a:pt x="71" y="247"/>
                      <a:pt x="65" y="251"/>
                    </a:cubicBezTo>
                    <a:cubicBezTo>
                      <a:pt x="65" y="251"/>
                      <a:pt x="65" y="251"/>
                      <a:pt x="65" y="251"/>
                    </a:cubicBezTo>
                    <a:cubicBezTo>
                      <a:pt x="65" y="250"/>
                      <a:pt x="66" y="248"/>
                      <a:pt x="67" y="246"/>
                    </a:cubicBezTo>
                    <a:cubicBezTo>
                      <a:pt x="68" y="243"/>
                      <a:pt x="69" y="241"/>
                      <a:pt x="70" y="239"/>
                    </a:cubicBezTo>
                    <a:cubicBezTo>
                      <a:pt x="80" y="218"/>
                      <a:pt x="80" y="218"/>
                      <a:pt x="80" y="218"/>
                    </a:cubicBezTo>
                    <a:cubicBezTo>
                      <a:pt x="76" y="213"/>
                      <a:pt x="76" y="213"/>
                      <a:pt x="76" y="213"/>
                    </a:cubicBezTo>
                    <a:cubicBezTo>
                      <a:pt x="47" y="236"/>
                      <a:pt x="47" y="236"/>
                      <a:pt x="47" y="236"/>
                    </a:cubicBezTo>
                    <a:cubicBezTo>
                      <a:pt x="49" y="239"/>
                      <a:pt x="49" y="239"/>
                      <a:pt x="49" y="239"/>
                    </a:cubicBezTo>
                    <a:cubicBezTo>
                      <a:pt x="66" y="226"/>
                      <a:pt x="66" y="226"/>
                      <a:pt x="66" y="226"/>
                    </a:cubicBezTo>
                    <a:cubicBezTo>
                      <a:pt x="67" y="225"/>
                      <a:pt x="68" y="224"/>
                      <a:pt x="70" y="222"/>
                    </a:cubicBezTo>
                    <a:cubicBezTo>
                      <a:pt x="73" y="220"/>
                      <a:pt x="74" y="219"/>
                      <a:pt x="75" y="218"/>
                    </a:cubicBezTo>
                    <a:cubicBezTo>
                      <a:pt x="76" y="219"/>
                      <a:pt x="76" y="219"/>
                      <a:pt x="76" y="219"/>
                    </a:cubicBezTo>
                    <a:cubicBezTo>
                      <a:pt x="72" y="226"/>
                      <a:pt x="71" y="229"/>
                      <a:pt x="70" y="230"/>
                    </a:cubicBezTo>
                    <a:cubicBezTo>
                      <a:pt x="60" y="253"/>
                      <a:pt x="60" y="253"/>
                      <a:pt x="60" y="253"/>
                    </a:cubicBezTo>
                    <a:cubicBezTo>
                      <a:pt x="63" y="257"/>
                      <a:pt x="63" y="257"/>
                      <a:pt x="63" y="257"/>
                    </a:cubicBezTo>
                    <a:cubicBezTo>
                      <a:pt x="93" y="234"/>
                      <a:pt x="93" y="234"/>
                      <a:pt x="93" y="234"/>
                    </a:cubicBezTo>
                    <a:close/>
                    <a:moveTo>
                      <a:pt x="102" y="244"/>
                    </a:moveTo>
                    <a:cubicBezTo>
                      <a:pt x="75" y="269"/>
                      <a:pt x="75" y="269"/>
                      <a:pt x="75" y="269"/>
                    </a:cubicBezTo>
                    <a:cubicBezTo>
                      <a:pt x="72" y="266"/>
                      <a:pt x="72" y="266"/>
                      <a:pt x="72" y="266"/>
                    </a:cubicBezTo>
                    <a:cubicBezTo>
                      <a:pt x="99" y="240"/>
                      <a:pt x="99" y="240"/>
                      <a:pt x="99" y="240"/>
                    </a:cubicBezTo>
                    <a:cubicBezTo>
                      <a:pt x="102" y="244"/>
                      <a:pt x="102" y="244"/>
                      <a:pt x="102" y="244"/>
                    </a:cubicBezTo>
                    <a:close/>
                    <a:moveTo>
                      <a:pt x="128" y="268"/>
                    </a:moveTo>
                    <a:cubicBezTo>
                      <a:pt x="95" y="288"/>
                      <a:pt x="95" y="288"/>
                      <a:pt x="95" y="288"/>
                    </a:cubicBezTo>
                    <a:cubicBezTo>
                      <a:pt x="91" y="285"/>
                      <a:pt x="91" y="285"/>
                      <a:pt x="91" y="285"/>
                    </a:cubicBezTo>
                    <a:cubicBezTo>
                      <a:pt x="106" y="249"/>
                      <a:pt x="106" y="249"/>
                      <a:pt x="106" y="249"/>
                    </a:cubicBezTo>
                    <a:cubicBezTo>
                      <a:pt x="110" y="252"/>
                      <a:pt x="110" y="252"/>
                      <a:pt x="110" y="252"/>
                    </a:cubicBezTo>
                    <a:cubicBezTo>
                      <a:pt x="101" y="272"/>
                      <a:pt x="101" y="272"/>
                      <a:pt x="101" y="272"/>
                    </a:cubicBezTo>
                    <a:cubicBezTo>
                      <a:pt x="100" y="273"/>
                      <a:pt x="99" y="275"/>
                      <a:pt x="98" y="278"/>
                    </a:cubicBezTo>
                    <a:cubicBezTo>
                      <a:pt x="97" y="280"/>
                      <a:pt x="96" y="282"/>
                      <a:pt x="95" y="283"/>
                    </a:cubicBezTo>
                    <a:cubicBezTo>
                      <a:pt x="96" y="284"/>
                      <a:pt x="96" y="284"/>
                      <a:pt x="96" y="284"/>
                    </a:cubicBezTo>
                    <a:cubicBezTo>
                      <a:pt x="97" y="283"/>
                      <a:pt x="98" y="282"/>
                      <a:pt x="101" y="280"/>
                    </a:cubicBezTo>
                    <a:cubicBezTo>
                      <a:pt x="103" y="279"/>
                      <a:pt x="105" y="278"/>
                      <a:pt x="106" y="277"/>
                    </a:cubicBezTo>
                    <a:cubicBezTo>
                      <a:pt x="125" y="265"/>
                      <a:pt x="125" y="265"/>
                      <a:pt x="125" y="265"/>
                    </a:cubicBezTo>
                    <a:cubicBezTo>
                      <a:pt x="128" y="268"/>
                      <a:pt x="128" y="268"/>
                      <a:pt x="128" y="268"/>
                    </a:cubicBezTo>
                    <a:close/>
                    <a:moveTo>
                      <a:pt x="151" y="286"/>
                    </a:moveTo>
                    <a:cubicBezTo>
                      <a:pt x="132" y="272"/>
                      <a:pt x="132" y="272"/>
                      <a:pt x="132" y="272"/>
                    </a:cubicBezTo>
                    <a:cubicBezTo>
                      <a:pt x="110" y="302"/>
                      <a:pt x="110" y="302"/>
                      <a:pt x="110" y="302"/>
                    </a:cubicBezTo>
                    <a:cubicBezTo>
                      <a:pt x="130" y="316"/>
                      <a:pt x="130" y="316"/>
                      <a:pt x="130" y="316"/>
                    </a:cubicBezTo>
                    <a:cubicBezTo>
                      <a:pt x="132" y="313"/>
                      <a:pt x="132" y="313"/>
                      <a:pt x="132" y="313"/>
                    </a:cubicBezTo>
                    <a:cubicBezTo>
                      <a:pt x="116" y="302"/>
                      <a:pt x="116" y="302"/>
                      <a:pt x="116" y="302"/>
                    </a:cubicBezTo>
                    <a:cubicBezTo>
                      <a:pt x="124" y="290"/>
                      <a:pt x="124" y="290"/>
                      <a:pt x="124" y="290"/>
                    </a:cubicBezTo>
                    <a:cubicBezTo>
                      <a:pt x="136" y="299"/>
                      <a:pt x="136" y="299"/>
                      <a:pt x="136" y="299"/>
                    </a:cubicBezTo>
                    <a:cubicBezTo>
                      <a:pt x="138" y="296"/>
                      <a:pt x="138" y="296"/>
                      <a:pt x="138" y="296"/>
                    </a:cubicBezTo>
                    <a:cubicBezTo>
                      <a:pt x="127" y="287"/>
                      <a:pt x="127" y="287"/>
                      <a:pt x="127" y="287"/>
                    </a:cubicBezTo>
                    <a:cubicBezTo>
                      <a:pt x="134" y="278"/>
                      <a:pt x="134" y="278"/>
                      <a:pt x="134" y="278"/>
                    </a:cubicBezTo>
                    <a:cubicBezTo>
                      <a:pt x="149" y="289"/>
                      <a:pt x="149" y="289"/>
                      <a:pt x="149" y="289"/>
                    </a:cubicBezTo>
                    <a:cubicBezTo>
                      <a:pt x="151" y="286"/>
                      <a:pt x="151" y="286"/>
                      <a:pt x="151" y="286"/>
                    </a:cubicBezTo>
                    <a:close/>
                    <a:moveTo>
                      <a:pt x="158" y="296"/>
                    </a:moveTo>
                    <a:cubicBezTo>
                      <a:pt x="153" y="308"/>
                      <a:pt x="153" y="308"/>
                      <a:pt x="153" y="308"/>
                    </a:cubicBezTo>
                    <a:cubicBezTo>
                      <a:pt x="159" y="311"/>
                      <a:pt x="159" y="311"/>
                      <a:pt x="159" y="311"/>
                    </a:cubicBezTo>
                    <a:cubicBezTo>
                      <a:pt x="165" y="314"/>
                      <a:pt x="168" y="313"/>
                      <a:pt x="170" y="309"/>
                    </a:cubicBezTo>
                    <a:cubicBezTo>
                      <a:pt x="171" y="307"/>
                      <a:pt x="171" y="306"/>
                      <a:pt x="171" y="304"/>
                    </a:cubicBezTo>
                    <a:cubicBezTo>
                      <a:pt x="170" y="302"/>
                      <a:pt x="168" y="301"/>
                      <a:pt x="166" y="300"/>
                    </a:cubicBezTo>
                    <a:cubicBezTo>
                      <a:pt x="158" y="296"/>
                      <a:pt x="158" y="296"/>
                      <a:pt x="158" y="296"/>
                    </a:cubicBezTo>
                    <a:close/>
                    <a:moveTo>
                      <a:pt x="156" y="291"/>
                    </a:moveTo>
                    <a:cubicBezTo>
                      <a:pt x="167" y="297"/>
                      <a:pt x="167" y="297"/>
                      <a:pt x="167" y="297"/>
                    </a:cubicBezTo>
                    <a:cubicBezTo>
                      <a:pt x="175" y="301"/>
                      <a:pt x="177" y="305"/>
                      <a:pt x="174" y="311"/>
                    </a:cubicBezTo>
                    <a:cubicBezTo>
                      <a:pt x="173" y="314"/>
                      <a:pt x="172" y="315"/>
                      <a:pt x="170" y="316"/>
                    </a:cubicBezTo>
                    <a:cubicBezTo>
                      <a:pt x="169" y="316"/>
                      <a:pt x="169" y="316"/>
                      <a:pt x="168" y="316"/>
                    </a:cubicBezTo>
                    <a:cubicBezTo>
                      <a:pt x="168" y="316"/>
                      <a:pt x="169" y="320"/>
                      <a:pt x="168" y="323"/>
                    </a:cubicBezTo>
                    <a:cubicBezTo>
                      <a:pt x="167" y="328"/>
                      <a:pt x="163" y="335"/>
                      <a:pt x="163" y="336"/>
                    </a:cubicBezTo>
                    <a:cubicBezTo>
                      <a:pt x="159" y="334"/>
                      <a:pt x="159" y="334"/>
                      <a:pt x="159" y="334"/>
                    </a:cubicBezTo>
                    <a:cubicBezTo>
                      <a:pt x="161" y="328"/>
                      <a:pt x="163" y="325"/>
                      <a:pt x="164" y="319"/>
                    </a:cubicBezTo>
                    <a:cubicBezTo>
                      <a:pt x="164" y="318"/>
                      <a:pt x="163" y="316"/>
                      <a:pt x="163" y="316"/>
                    </a:cubicBezTo>
                    <a:cubicBezTo>
                      <a:pt x="151" y="311"/>
                      <a:pt x="151" y="311"/>
                      <a:pt x="151" y="311"/>
                    </a:cubicBezTo>
                    <a:cubicBezTo>
                      <a:pt x="143" y="326"/>
                      <a:pt x="143" y="326"/>
                      <a:pt x="143" y="326"/>
                    </a:cubicBezTo>
                    <a:cubicBezTo>
                      <a:pt x="139" y="324"/>
                      <a:pt x="139" y="324"/>
                      <a:pt x="139" y="324"/>
                    </a:cubicBezTo>
                    <a:cubicBezTo>
                      <a:pt x="156" y="291"/>
                      <a:pt x="156" y="291"/>
                      <a:pt x="156" y="291"/>
                    </a:cubicBezTo>
                    <a:close/>
                    <a:moveTo>
                      <a:pt x="207" y="322"/>
                    </a:moveTo>
                    <a:cubicBezTo>
                      <a:pt x="207" y="316"/>
                      <a:pt x="204" y="311"/>
                      <a:pt x="199" y="309"/>
                    </a:cubicBezTo>
                    <a:cubicBezTo>
                      <a:pt x="195" y="308"/>
                      <a:pt x="192" y="308"/>
                      <a:pt x="190" y="308"/>
                    </a:cubicBezTo>
                    <a:cubicBezTo>
                      <a:pt x="187" y="309"/>
                      <a:pt x="185" y="311"/>
                      <a:pt x="184" y="314"/>
                    </a:cubicBezTo>
                    <a:cubicBezTo>
                      <a:pt x="183" y="316"/>
                      <a:pt x="183" y="319"/>
                      <a:pt x="184" y="320"/>
                    </a:cubicBezTo>
                    <a:cubicBezTo>
                      <a:pt x="184" y="323"/>
                      <a:pt x="187" y="325"/>
                      <a:pt x="190" y="328"/>
                    </a:cubicBezTo>
                    <a:cubicBezTo>
                      <a:pt x="191" y="329"/>
                      <a:pt x="191" y="329"/>
                      <a:pt x="191" y="329"/>
                    </a:cubicBezTo>
                    <a:cubicBezTo>
                      <a:pt x="194" y="331"/>
                      <a:pt x="196" y="332"/>
                      <a:pt x="196" y="334"/>
                    </a:cubicBezTo>
                    <a:cubicBezTo>
                      <a:pt x="197" y="335"/>
                      <a:pt x="197" y="337"/>
                      <a:pt x="196" y="339"/>
                    </a:cubicBezTo>
                    <a:cubicBezTo>
                      <a:pt x="196" y="340"/>
                      <a:pt x="195" y="342"/>
                      <a:pt x="193" y="342"/>
                    </a:cubicBezTo>
                    <a:cubicBezTo>
                      <a:pt x="191" y="343"/>
                      <a:pt x="189" y="343"/>
                      <a:pt x="186" y="342"/>
                    </a:cubicBezTo>
                    <a:cubicBezTo>
                      <a:pt x="184" y="341"/>
                      <a:pt x="183" y="340"/>
                      <a:pt x="182" y="338"/>
                    </a:cubicBezTo>
                    <a:cubicBezTo>
                      <a:pt x="180" y="337"/>
                      <a:pt x="180" y="334"/>
                      <a:pt x="180" y="332"/>
                    </a:cubicBezTo>
                    <a:cubicBezTo>
                      <a:pt x="176" y="332"/>
                      <a:pt x="176" y="332"/>
                      <a:pt x="176" y="332"/>
                    </a:cubicBezTo>
                    <a:cubicBezTo>
                      <a:pt x="175" y="335"/>
                      <a:pt x="176" y="337"/>
                      <a:pt x="177" y="339"/>
                    </a:cubicBezTo>
                    <a:cubicBezTo>
                      <a:pt x="179" y="342"/>
                      <a:pt x="181" y="344"/>
                      <a:pt x="185" y="345"/>
                    </a:cubicBezTo>
                    <a:cubicBezTo>
                      <a:pt x="188" y="347"/>
                      <a:pt x="192" y="347"/>
                      <a:pt x="194" y="346"/>
                    </a:cubicBezTo>
                    <a:cubicBezTo>
                      <a:pt x="197" y="345"/>
                      <a:pt x="199" y="343"/>
                      <a:pt x="201" y="340"/>
                    </a:cubicBezTo>
                    <a:cubicBezTo>
                      <a:pt x="202" y="337"/>
                      <a:pt x="202" y="335"/>
                      <a:pt x="201" y="333"/>
                    </a:cubicBezTo>
                    <a:cubicBezTo>
                      <a:pt x="200" y="331"/>
                      <a:pt x="198" y="329"/>
                      <a:pt x="194" y="326"/>
                    </a:cubicBezTo>
                    <a:cubicBezTo>
                      <a:pt x="193" y="325"/>
                      <a:pt x="193" y="325"/>
                      <a:pt x="193" y="325"/>
                    </a:cubicBezTo>
                    <a:cubicBezTo>
                      <a:pt x="191" y="323"/>
                      <a:pt x="189" y="322"/>
                      <a:pt x="188" y="320"/>
                    </a:cubicBezTo>
                    <a:cubicBezTo>
                      <a:pt x="188" y="319"/>
                      <a:pt x="187" y="317"/>
                      <a:pt x="188" y="315"/>
                    </a:cubicBezTo>
                    <a:cubicBezTo>
                      <a:pt x="189" y="314"/>
                      <a:pt x="190" y="313"/>
                      <a:pt x="191" y="312"/>
                    </a:cubicBezTo>
                    <a:cubicBezTo>
                      <a:pt x="193" y="311"/>
                      <a:pt x="195" y="312"/>
                      <a:pt x="197" y="312"/>
                    </a:cubicBezTo>
                    <a:cubicBezTo>
                      <a:pt x="201" y="314"/>
                      <a:pt x="203" y="317"/>
                      <a:pt x="202" y="321"/>
                    </a:cubicBezTo>
                    <a:cubicBezTo>
                      <a:pt x="207" y="322"/>
                      <a:pt x="207" y="322"/>
                      <a:pt x="207" y="322"/>
                    </a:cubicBezTo>
                    <a:close/>
                    <a:moveTo>
                      <a:pt x="222" y="319"/>
                    </a:moveTo>
                    <a:cubicBezTo>
                      <a:pt x="212" y="355"/>
                      <a:pt x="212" y="355"/>
                      <a:pt x="212" y="355"/>
                    </a:cubicBezTo>
                    <a:cubicBezTo>
                      <a:pt x="208" y="354"/>
                      <a:pt x="208" y="354"/>
                      <a:pt x="208" y="354"/>
                    </a:cubicBezTo>
                    <a:cubicBezTo>
                      <a:pt x="218" y="318"/>
                      <a:pt x="218" y="318"/>
                      <a:pt x="218" y="318"/>
                    </a:cubicBezTo>
                    <a:cubicBezTo>
                      <a:pt x="222" y="319"/>
                      <a:pt x="222" y="319"/>
                      <a:pt x="222" y="319"/>
                    </a:cubicBezTo>
                    <a:close/>
                    <a:moveTo>
                      <a:pt x="255" y="324"/>
                    </a:moveTo>
                    <a:cubicBezTo>
                      <a:pt x="254" y="328"/>
                      <a:pt x="254" y="328"/>
                      <a:pt x="254" y="328"/>
                    </a:cubicBezTo>
                    <a:cubicBezTo>
                      <a:pt x="242" y="326"/>
                      <a:pt x="242" y="326"/>
                      <a:pt x="242" y="326"/>
                    </a:cubicBezTo>
                    <a:cubicBezTo>
                      <a:pt x="238" y="360"/>
                      <a:pt x="238" y="360"/>
                      <a:pt x="238" y="360"/>
                    </a:cubicBezTo>
                    <a:cubicBezTo>
                      <a:pt x="233" y="359"/>
                      <a:pt x="233" y="359"/>
                      <a:pt x="233" y="359"/>
                    </a:cubicBezTo>
                    <a:cubicBezTo>
                      <a:pt x="238" y="326"/>
                      <a:pt x="238" y="326"/>
                      <a:pt x="238" y="326"/>
                    </a:cubicBezTo>
                    <a:cubicBezTo>
                      <a:pt x="227" y="324"/>
                      <a:pt x="227" y="324"/>
                      <a:pt x="227" y="324"/>
                    </a:cubicBezTo>
                    <a:cubicBezTo>
                      <a:pt x="227" y="321"/>
                      <a:pt x="227" y="321"/>
                      <a:pt x="227" y="321"/>
                    </a:cubicBezTo>
                    <a:cubicBezTo>
                      <a:pt x="255" y="324"/>
                      <a:pt x="255" y="324"/>
                      <a:pt x="255" y="324"/>
                    </a:cubicBezTo>
                    <a:close/>
                    <a:moveTo>
                      <a:pt x="287" y="328"/>
                    </a:moveTo>
                    <a:cubicBezTo>
                      <a:pt x="273" y="349"/>
                      <a:pt x="273" y="349"/>
                      <a:pt x="273" y="349"/>
                    </a:cubicBezTo>
                    <a:cubicBezTo>
                      <a:pt x="272" y="364"/>
                      <a:pt x="272" y="364"/>
                      <a:pt x="272" y="364"/>
                    </a:cubicBezTo>
                    <a:cubicBezTo>
                      <a:pt x="268" y="364"/>
                      <a:pt x="268" y="364"/>
                      <a:pt x="268" y="364"/>
                    </a:cubicBezTo>
                    <a:cubicBezTo>
                      <a:pt x="269" y="348"/>
                      <a:pt x="269" y="348"/>
                      <a:pt x="269" y="348"/>
                    </a:cubicBezTo>
                    <a:cubicBezTo>
                      <a:pt x="258" y="326"/>
                      <a:pt x="258" y="326"/>
                      <a:pt x="258" y="326"/>
                    </a:cubicBezTo>
                    <a:cubicBezTo>
                      <a:pt x="263" y="326"/>
                      <a:pt x="263" y="326"/>
                      <a:pt x="263" y="326"/>
                    </a:cubicBezTo>
                    <a:cubicBezTo>
                      <a:pt x="270" y="342"/>
                      <a:pt x="270" y="342"/>
                      <a:pt x="270" y="342"/>
                    </a:cubicBezTo>
                    <a:cubicBezTo>
                      <a:pt x="270" y="342"/>
                      <a:pt x="271" y="343"/>
                      <a:pt x="271" y="343"/>
                    </a:cubicBezTo>
                    <a:cubicBezTo>
                      <a:pt x="271" y="344"/>
                      <a:pt x="271" y="344"/>
                      <a:pt x="272" y="345"/>
                    </a:cubicBezTo>
                    <a:cubicBezTo>
                      <a:pt x="272" y="344"/>
                      <a:pt x="272" y="344"/>
                      <a:pt x="273" y="343"/>
                    </a:cubicBezTo>
                    <a:cubicBezTo>
                      <a:pt x="273" y="343"/>
                      <a:pt x="273" y="342"/>
                      <a:pt x="273" y="342"/>
                    </a:cubicBezTo>
                    <a:cubicBezTo>
                      <a:pt x="283" y="328"/>
                      <a:pt x="283" y="328"/>
                      <a:pt x="283" y="328"/>
                    </a:cubicBezTo>
                    <a:cubicBezTo>
                      <a:pt x="287" y="328"/>
                      <a:pt x="287" y="328"/>
                      <a:pt x="287" y="328"/>
                    </a:cubicBezTo>
                    <a:close/>
                    <a:moveTo>
                      <a:pt x="339" y="326"/>
                    </a:moveTo>
                    <a:cubicBezTo>
                      <a:pt x="336" y="326"/>
                      <a:pt x="333" y="329"/>
                      <a:pt x="332" y="332"/>
                    </a:cubicBezTo>
                    <a:cubicBezTo>
                      <a:pt x="331" y="335"/>
                      <a:pt x="331" y="339"/>
                      <a:pt x="332" y="343"/>
                    </a:cubicBezTo>
                    <a:cubicBezTo>
                      <a:pt x="333" y="349"/>
                      <a:pt x="335" y="352"/>
                      <a:pt x="338" y="354"/>
                    </a:cubicBezTo>
                    <a:cubicBezTo>
                      <a:pt x="340" y="356"/>
                      <a:pt x="343" y="357"/>
                      <a:pt x="346" y="356"/>
                    </a:cubicBezTo>
                    <a:cubicBezTo>
                      <a:pt x="349" y="355"/>
                      <a:pt x="352" y="353"/>
                      <a:pt x="353" y="350"/>
                    </a:cubicBezTo>
                    <a:cubicBezTo>
                      <a:pt x="354" y="347"/>
                      <a:pt x="354" y="343"/>
                      <a:pt x="353" y="339"/>
                    </a:cubicBezTo>
                    <a:cubicBezTo>
                      <a:pt x="352" y="333"/>
                      <a:pt x="350" y="330"/>
                      <a:pt x="347" y="327"/>
                    </a:cubicBezTo>
                    <a:cubicBezTo>
                      <a:pt x="345" y="326"/>
                      <a:pt x="342" y="325"/>
                      <a:pt x="339" y="326"/>
                    </a:cubicBezTo>
                    <a:close/>
                    <a:moveTo>
                      <a:pt x="338" y="322"/>
                    </a:moveTo>
                    <a:cubicBezTo>
                      <a:pt x="343" y="321"/>
                      <a:pt x="347" y="322"/>
                      <a:pt x="351" y="325"/>
                    </a:cubicBezTo>
                    <a:cubicBezTo>
                      <a:pt x="354" y="328"/>
                      <a:pt x="356" y="332"/>
                      <a:pt x="357" y="337"/>
                    </a:cubicBezTo>
                    <a:cubicBezTo>
                      <a:pt x="359" y="344"/>
                      <a:pt x="358" y="349"/>
                      <a:pt x="356" y="353"/>
                    </a:cubicBezTo>
                    <a:cubicBezTo>
                      <a:pt x="354" y="357"/>
                      <a:pt x="351" y="359"/>
                      <a:pt x="347" y="360"/>
                    </a:cubicBezTo>
                    <a:cubicBezTo>
                      <a:pt x="342" y="361"/>
                      <a:pt x="338" y="360"/>
                      <a:pt x="334" y="357"/>
                    </a:cubicBezTo>
                    <a:cubicBezTo>
                      <a:pt x="331" y="354"/>
                      <a:pt x="329" y="350"/>
                      <a:pt x="328" y="344"/>
                    </a:cubicBezTo>
                    <a:cubicBezTo>
                      <a:pt x="326" y="338"/>
                      <a:pt x="327" y="333"/>
                      <a:pt x="329" y="329"/>
                    </a:cubicBezTo>
                    <a:cubicBezTo>
                      <a:pt x="331" y="325"/>
                      <a:pt x="334" y="323"/>
                      <a:pt x="338" y="322"/>
                    </a:cubicBezTo>
                    <a:close/>
                    <a:moveTo>
                      <a:pt x="383" y="312"/>
                    </a:moveTo>
                    <a:cubicBezTo>
                      <a:pt x="384" y="315"/>
                      <a:pt x="384" y="315"/>
                      <a:pt x="384" y="315"/>
                    </a:cubicBezTo>
                    <a:cubicBezTo>
                      <a:pt x="366" y="321"/>
                      <a:pt x="366" y="321"/>
                      <a:pt x="366" y="321"/>
                    </a:cubicBezTo>
                    <a:cubicBezTo>
                      <a:pt x="370" y="333"/>
                      <a:pt x="370" y="333"/>
                      <a:pt x="370" y="333"/>
                    </a:cubicBezTo>
                    <a:cubicBezTo>
                      <a:pt x="383" y="328"/>
                      <a:pt x="383" y="328"/>
                      <a:pt x="383" y="328"/>
                    </a:cubicBezTo>
                    <a:cubicBezTo>
                      <a:pt x="385" y="332"/>
                      <a:pt x="385" y="332"/>
                      <a:pt x="385" y="332"/>
                    </a:cubicBezTo>
                    <a:cubicBezTo>
                      <a:pt x="371" y="336"/>
                      <a:pt x="371" y="336"/>
                      <a:pt x="371" y="336"/>
                    </a:cubicBezTo>
                    <a:cubicBezTo>
                      <a:pt x="377" y="353"/>
                      <a:pt x="377" y="353"/>
                      <a:pt x="377" y="353"/>
                    </a:cubicBezTo>
                    <a:cubicBezTo>
                      <a:pt x="372" y="355"/>
                      <a:pt x="372" y="355"/>
                      <a:pt x="372" y="355"/>
                    </a:cubicBezTo>
                    <a:cubicBezTo>
                      <a:pt x="361" y="319"/>
                      <a:pt x="361" y="319"/>
                      <a:pt x="361" y="319"/>
                    </a:cubicBezTo>
                    <a:cubicBezTo>
                      <a:pt x="383" y="312"/>
                      <a:pt x="383" y="312"/>
                      <a:pt x="383" y="312"/>
                    </a:cubicBezTo>
                    <a:close/>
                    <a:moveTo>
                      <a:pt x="446" y="289"/>
                    </a:moveTo>
                    <a:cubicBezTo>
                      <a:pt x="443" y="292"/>
                      <a:pt x="443" y="292"/>
                      <a:pt x="443" y="292"/>
                    </a:cubicBezTo>
                    <a:cubicBezTo>
                      <a:pt x="439" y="289"/>
                      <a:pt x="435" y="288"/>
                      <a:pt x="431" y="291"/>
                    </a:cubicBezTo>
                    <a:cubicBezTo>
                      <a:pt x="428" y="293"/>
                      <a:pt x="427" y="296"/>
                      <a:pt x="427" y="299"/>
                    </a:cubicBezTo>
                    <a:cubicBezTo>
                      <a:pt x="427" y="303"/>
                      <a:pt x="429" y="306"/>
                      <a:pt x="431" y="310"/>
                    </a:cubicBezTo>
                    <a:cubicBezTo>
                      <a:pt x="434" y="314"/>
                      <a:pt x="438" y="317"/>
                      <a:pt x="441" y="318"/>
                    </a:cubicBezTo>
                    <a:cubicBezTo>
                      <a:pt x="444" y="319"/>
                      <a:pt x="447" y="318"/>
                      <a:pt x="449" y="317"/>
                    </a:cubicBezTo>
                    <a:cubicBezTo>
                      <a:pt x="452" y="315"/>
                      <a:pt x="453" y="312"/>
                      <a:pt x="453" y="309"/>
                    </a:cubicBezTo>
                    <a:cubicBezTo>
                      <a:pt x="453" y="307"/>
                      <a:pt x="452" y="304"/>
                      <a:pt x="450" y="301"/>
                    </a:cubicBezTo>
                    <a:cubicBezTo>
                      <a:pt x="442" y="307"/>
                      <a:pt x="442" y="307"/>
                      <a:pt x="442" y="307"/>
                    </a:cubicBezTo>
                    <a:cubicBezTo>
                      <a:pt x="440" y="304"/>
                      <a:pt x="440" y="304"/>
                      <a:pt x="440" y="304"/>
                    </a:cubicBezTo>
                    <a:cubicBezTo>
                      <a:pt x="451" y="296"/>
                      <a:pt x="451" y="296"/>
                      <a:pt x="451" y="296"/>
                    </a:cubicBezTo>
                    <a:cubicBezTo>
                      <a:pt x="462" y="311"/>
                      <a:pt x="462" y="311"/>
                      <a:pt x="462" y="311"/>
                    </a:cubicBezTo>
                    <a:cubicBezTo>
                      <a:pt x="460" y="313"/>
                      <a:pt x="460" y="313"/>
                      <a:pt x="460" y="313"/>
                    </a:cubicBezTo>
                    <a:cubicBezTo>
                      <a:pt x="456" y="308"/>
                      <a:pt x="456" y="308"/>
                      <a:pt x="456" y="308"/>
                    </a:cubicBezTo>
                    <a:cubicBezTo>
                      <a:pt x="456" y="311"/>
                      <a:pt x="456" y="313"/>
                      <a:pt x="455" y="315"/>
                    </a:cubicBezTo>
                    <a:cubicBezTo>
                      <a:pt x="454" y="317"/>
                      <a:pt x="453" y="318"/>
                      <a:pt x="451" y="320"/>
                    </a:cubicBezTo>
                    <a:cubicBezTo>
                      <a:pt x="447" y="323"/>
                      <a:pt x="443" y="323"/>
                      <a:pt x="438" y="322"/>
                    </a:cubicBezTo>
                    <a:cubicBezTo>
                      <a:pt x="434" y="320"/>
                      <a:pt x="431" y="317"/>
                      <a:pt x="428" y="313"/>
                    </a:cubicBezTo>
                    <a:cubicBezTo>
                      <a:pt x="424" y="307"/>
                      <a:pt x="422" y="302"/>
                      <a:pt x="423" y="298"/>
                    </a:cubicBezTo>
                    <a:cubicBezTo>
                      <a:pt x="424" y="294"/>
                      <a:pt x="426" y="290"/>
                      <a:pt x="429" y="288"/>
                    </a:cubicBezTo>
                    <a:cubicBezTo>
                      <a:pt x="432" y="286"/>
                      <a:pt x="435" y="285"/>
                      <a:pt x="438" y="285"/>
                    </a:cubicBezTo>
                    <a:cubicBezTo>
                      <a:pt x="441" y="286"/>
                      <a:pt x="444" y="287"/>
                      <a:pt x="446" y="289"/>
                    </a:cubicBezTo>
                    <a:close/>
                    <a:moveTo>
                      <a:pt x="466" y="260"/>
                    </a:moveTo>
                    <a:cubicBezTo>
                      <a:pt x="449" y="275"/>
                      <a:pt x="449" y="275"/>
                      <a:pt x="449" y="275"/>
                    </a:cubicBezTo>
                    <a:cubicBezTo>
                      <a:pt x="473" y="303"/>
                      <a:pt x="473" y="303"/>
                      <a:pt x="473" y="303"/>
                    </a:cubicBezTo>
                    <a:cubicBezTo>
                      <a:pt x="491" y="288"/>
                      <a:pt x="491" y="288"/>
                      <a:pt x="491" y="288"/>
                    </a:cubicBezTo>
                    <a:cubicBezTo>
                      <a:pt x="488" y="285"/>
                      <a:pt x="488" y="285"/>
                      <a:pt x="488" y="285"/>
                    </a:cubicBezTo>
                    <a:cubicBezTo>
                      <a:pt x="474" y="298"/>
                      <a:pt x="474" y="298"/>
                      <a:pt x="474" y="298"/>
                    </a:cubicBezTo>
                    <a:cubicBezTo>
                      <a:pt x="464" y="287"/>
                      <a:pt x="464" y="287"/>
                      <a:pt x="464" y="287"/>
                    </a:cubicBezTo>
                    <a:cubicBezTo>
                      <a:pt x="475" y="277"/>
                      <a:pt x="475" y="277"/>
                      <a:pt x="475" y="277"/>
                    </a:cubicBezTo>
                    <a:cubicBezTo>
                      <a:pt x="473" y="275"/>
                      <a:pt x="473" y="275"/>
                      <a:pt x="473" y="275"/>
                    </a:cubicBezTo>
                    <a:cubicBezTo>
                      <a:pt x="462" y="284"/>
                      <a:pt x="462" y="284"/>
                      <a:pt x="462" y="284"/>
                    </a:cubicBezTo>
                    <a:cubicBezTo>
                      <a:pt x="454" y="275"/>
                      <a:pt x="454" y="275"/>
                      <a:pt x="454" y="275"/>
                    </a:cubicBezTo>
                    <a:cubicBezTo>
                      <a:pt x="469" y="263"/>
                      <a:pt x="469" y="263"/>
                      <a:pt x="469" y="263"/>
                    </a:cubicBezTo>
                    <a:cubicBezTo>
                      <a:pt x="466" y="260"/>
                      <a:pt x="466" y="260"/>
                      <a:pt x="466" y="260"/>
                    </a:cubicBezTo>
                    <a:close/>
                    <a:moveTo>
                      <a:pt x="483" y="247"/>
                    </a:moveTo>
                    <a:cubicBezTo>
                      <a:pt x="485" y="245"/>
                      <a:pt x="487" y="244"/>
                      <a:pt x="490" y="244"/>
                    </a:cubicBezTo>
                    <a:cubicBezTo>
                      <a:pt x="494" y="244"/>
                      <a:pt x="497" y="246"/>
                      <a:pt x="501" y="249"/>
                    </a:cubicBezTo>
                    <a:cubicBezTo>
                      <a:pt x="505" y="252"/>
                      <a:pt x="507" y="255"/>
                      <a:pt x="508" y="258"/>
                    </a:cubicBezTo>
                    <a:cubicBezTo>
                      <a:pt x="509" y="262"/>
                      <a:pt x="508" y="265"/>
                      <a:pt x="506" y="268"/>
                    </a:cubicBezTo>
                    <a:cubicBezTo>
                      <a:pt x="504" y="270"/>
                      <a:pt x="502" y="271"/>
                      <a:pt x="499" y="271"/>
                    </a:cubicBezTo>
                    <a:cubicBezTo>
                      <a:pt x="495" y="271"/>
                      <a:pt x="491" y="269"/>
                      <a:pt x="487" y="265"/>
                    </a:cubicBezTo>
                    <a:cubicBezTo>
                      <a:pt x="484" y="262"/>
                      <a:pt x="482" y="259"/>
                      <a:pt x="481" y="256"/>
                    </a:cubicBezTo>
                    <a:cubicBezTo>
                      <a:pt x="480" y="253"/>
                      <a:pt x="480" y="250"/>
                      <a:pt x="483" y="247"/>
                    </a:cubicBezTo>
                    <a:close/>
                    <a:moveTo>
                      <a:pt x="480" y="245"/>
                    </a:moveTo>
                    <a:cubicBezTo>
                      <a:pt x="483" y="241"/>
                      <a:pt x="487" y="239"/>
                      <a:pt x="492" y="240"/>
                    </a:cubicBezTo>
                    <a:cubicBezTo>
                      <a:pt x="496" y="240"/>
                      <a:pt x="500" y="242"/>
                      <a:pt x="504" y="246"/>
                    </a:cubicBezTo>
                    <a:cubicBezTo>
                      <a:pt x="509" y="250"/>
                      <a:pt x="512" y="254"/>
                      <a:pt x="512" y="259"/>
                    </a:cubicBezTo>
                    <a:cubicBezTo>
                      <a:pt x="513" y="263"/>
                      <a:pt x="512" y="267"/>
                      <a:pt x="509" y="270"/>
                    </a:cubicBezTo>
                    <a:cubicBezTo>
                      <a:pt x="506" y="274"/>
                      <a:pt x="502" y="275"/>
                      <a:pt x="497" y="275"/>
                    </a:cubicBezTo>
                    <a:cubicBezTo>
                      <a:pt x="493" y="275"/>
                      <a:pt x="488" y="273"/>
                      <a:pt x="484" y="269"/>
                    </a:cubicBezTo>
                    <a:cubicBezTo>
                      <a:pt x="479" y="265"/>
                      <a:pt x="477" y="260"/>
                      <a:pt x="476" y="255"/>
                    </a:cubicBezTo>
                    <a:cubicBezTo>
                      <a:pt x="476" y="251"/>
                      <a:pt x="477" y="248"/>
                      <a:pt x="480" y="245"/>
                    </a:cubicBezTo>
                    <a:close/>
                    <a:moveTo>
                      <a:pt x="516" y="214"/>
                    </a:moveTo>
                    <a:cubicBezTo>
                      <a:pt x="510" y="212"/>
                      <a:pt x="505" y="214"/>
                      <a:pt x="501" y="219"/>
                    </a:cubicBezTo>
                    <a:cubicBezTo>
                      <a:pt x="500" y="222"/>
                      <a:pt x="499" y="225"/>
                      <a:pt x="499" y="228"/>
                    </a:cubicBezTo>
                    <a:cubicBezTo>
                      <a:pt x="499" y="231"/>
                      <a:pt x="501" y="233"/>
                      <a:pt x="503" y="234"/>
                    </a:cubicBezTo>
                    <a:cubicBezTo>
                      <a:pt x="505" y="236"/>
                      <a:pt x="508" y="237"/>
                      <a:pt x="510" y="236"/>
                    </a:cubicBezTo>
                    <a:cubicBezTo>
                      <a:pt x="512" y="236"/>
                      <a:pt x="515" y="234"/>
                      <a:pt x="518" y="231"/>
                    </a:cubicBezTo>
                    <a:cubicBezTo>
                      <a:pt x="519" y="230"/>
                      <a:pt x="519" y="230"/>
                      <a:pt x="519" y="230"/>
                    </a:cubicBezTo>
                    <a:cubicBezTo>
                      <a:pt x="522" y="228"/>
                      <a:pt x="524" y="227"/>
                      <a:pt x="525" y="227"/>
                    </a:cubicBezTo>
                    <a:cubicBezTo>
                      <a:pt x="527" y="226"/>
                      <a:pt x="528" y="226"/>
                      <a:pt x="530" y="228"/>
                    </a:cubicBezTo>
                    <a:cubicBezTo>
                      <a:pt x="532" y="229"/>
                      <a:pt x="533" y="230"/>
                      <a:pt x="533" y="231"/>
                    </a:cubicBezTo>
                    <a:cubicBezTo>
                      <a:pt x="533" y="233"/>
                      <a:pt x="533" y="236"/>
                      <a:pt x="531" y="238"/>
                    </a:cubicBezTo>
                    <a:cubicBezTo>
                      <a:pt x="530" y="240"/>
                      <a:pt x="528" y="241"/>
                      <a:pt x="527" y="242"/>
                    </a:cubicBezTo>
                    <a:cubicBezTo>
                      <a:pt x="525" y="243"/>
                      <a:pt x="522" y="243"/>
                      <a:pt x="520" y="242"/>
                    </a:cubicBezTo>
                    <a:cubicBezTo>
                      <a:pt x="519" y="246"/>
                      <a:pt x="519" y="246"/>
                      <a:pt x="519" y="246"/>
                    </a:cubicBezTo>
                    <a:cubicBezTo>
                      <a:pt x="522" y="247"/>
                      <a:pt x="524" y="247"/>
                      <a:pt x="527" y="246"/>
                    </a:cubicBezTo>
                    <a:cubicBezTo>
                      <a:pt x="530" y="245"/>
                      <a:pt x="532" y="243"/>
                      <a:pt x="534" y="240"/>
                    </a:cubicBezTo>
                    <a:cubicBezTo>
                      <a:pt x="536" y="237"/>
                      <a:pt x="537" y="234"/>
                      <a:pt x="537" y="231"/>
                    </a:cubicBezTo>
                    <a:cubicBezTo>
                      <a:pt x="537" y="228"/>
                      <a:pt x="535" y="225"/>
                      <a:pt x="532" y="224"/>
                    </a:cubicBezTo>
                    <a:cubicBezTo>
                      <a:pt x="530" y="222"/>
                      <a:pt x="528" y="221"/>
                      <a:pt x="526" y="222"/>
                    </a:cubicBezTo>
                    <a:cubicBezTo>
                      <a:pt x="523" y="222"/>
                      <a:pt x="520" y="224"/>
                      <a:pt x="517" y="227"/>
                    </a:cubicBezTo>
                    <a:cubicBezTo>
                      <a:pt x="516" y="228"/>
                      <a:pt x="516" y="228"/>
                      <a:pt x="516" y="228"/>
                    </a:cubicBezTo>
                    <a:cubicBezTo>
                      <a:pt x="514" y="230"/>
                      <a:pt x="512" y="231"/>
                      <a:pt x="510" y="232"/>
                    </a:cubicBezTo>
                    <a:cubicBezTo>
                      <a:pt x="509" y="232"/>
                      <a:pt x="507" y="232"/>
                      <a:pt x="505" y="231"/>
                    </a:cubicBezTo>
                    <a:cubicBezTo>
                      <a:pt x="504" y="230"/>
                      <a:pt x="503" y="228"/>
                      <a:pt x="503" y="227"/>
                    </a:cubicBezTo>
                    <a:cubicBezTo>
                      <a:pt x="503" y="225"/>
                      <a:pt x="503" y="223"/>
                      <a:pt x="505" y="221"/>
                    </a:cubicBezTo>
                    <a:cubicBezTo>
                      <a:pt x="507" y="218"/>
                      <a:pt x="510" y="217"/>
                      <a:pt x="514" y="218"/>
                    </a:cubicBezTo>
                    <a:cubicBezTo>
                      <a:pt x="516" y="214"/>
                      <a:pt x="516" y="214"/>
                      <a:pt x="516" y="214"/>
                    </a:cubicBezTo>
                    <a:close/>
                    <a:moveTo>
                      <a:pt x="545" y="103"/>
                    </a:moveTo>
                    <a:cubicBezTo>
                      <a:pt x="582" y="107"/>
                      <a:pt x="582" y="107"/>
                      <a:pt x="582" y="107"/>
                    </a:cubicBezTo>
                    <a:cubicBezTo>
                      <a:pt x="581" y="113"/>
                      <a:pt x="581" y="113"/>
                      <a:pt x="581" y="113"/>
                    </a:cubicBezTo>
                    <a:cubicBezTo>
                      <a:pt x="557" y="122"/>
                      <a:pt x="557" y="122"/>
                      <a:pt x="557" y="122"/>
                    </a:cubicBezTo>
                    <a:cubicBezTo>
                      <a:pt x="557" y="122"/>
                      <a:pt x="553" y="123"/>
                      <a:pt x="546" y="126"/>
                    </a:cubicBezTo>
                    <a:cubicBezTo>
                      <a:pt x="546" y="127"/>
                      <a:pt x="546" y="127"/>
                      <a:pt x="546" y="127"/>
                    </a:cubicBezTo>
                    <a:cubicBezTo>
                      <a:pt x="547" y="127"/>
                      <a:pt x="549" y="127"/>
                      <a:pt x="552" y="127"/>
                    </a:cubicBezTo>
                    <a:cubicBezTo>
                      <a:pt x="555" y="127"/>
                      <a:pt x="556" y="128"/>
                      <a:pt x="558" y="128"/>
                    </a:cubicBezTo>
                    <a:cubicBezTo>
                      <a:pt x="579" y="130"/>
                      <a:pt x="579" y="130"/>
                      <a:pt x="579" y="130"/>
                    </a:cubicBezTo>
                    <a:cubicBezTo>
                      <a:pt x="579" y="134"/>
                      <a:pt x="579" y="134"/>
                      <a:pt x="579" y="134"/>
                    </a:cubicBezTo>
                    <a:cubicBezTo>
                      <a:pt x="542" y="130"/>
                      <a:pt x="542" y="130"/>
                      <a:pt x="542" y="130"/>
                    </a:cubicBezTo>
                    <a:cubicBezTo>
                      <a:pt x="542" y="123"/>
                      <a:pt x="542" y="123"/>
                      <a:pt x="542" y="123"/>
                    </a:cubicBezTo>
                    <a:cubicBezTo>
                      <a:pt x="564" y="115"/>
                      <a:pt x="564" y="115"/>
                      <a:pt x="564" y="115"/>
                    </a:cubicBezTo>
                    <a:cubicBezTo>
                      <a:pt x="566" y="114"/>
                      <a:pt x="568" y="114"/>
                      <a:pt x="571" y="113"/>
                    </a:cubicBezTo>
                    <a:cubicBezTo>
                      <a:pt x="574" y="112"/>
                      <a:pt x="575" y="111"/>
                      <a:pt x="576" y="111"/>
                    </a:cubicBezTo>
                    <a:cubicBezTo>
                      <a:pt x="576" y="110"/>
                      <a:pt x="576" y="110"/>
                      <a:pt x="576" y="110"/>
                    </a:cubicBezTo>
                    <a:cubicBezTo>
                      <a:pt x="569" y="110"/>
                      <a:pt x="565" y="109"/>
                      <a:pt x="564" y="109"/>
                    </a:cubicBezTo>
                    <a:cubicBezTo>
                      <a:pt x="544" y="107"/>
                      <a:pt x="544" y="107"/>
                      <a:pt x="544" y="107"/>
                    </a:cubicBezTo>
                    <a:cubicBezTo>
                      <a:pt x="545" y="103"/>
                      <a:pt x="545" y="103"/>
                      <a:pt x="545" y="103"/>
                    </a:cubicBezTo>
                    <a:close/>
                    <a:moveTo>
                      <a:pt x="557" y="68"/>
                    </a:moveTo>
                    <a:cubicBezTo>
                      <a:pt x="558" y="73"/>
                      <a:pt x="558" y="73"/>
                      <a:pt x="558" y="73"/>
                    </a:cubicBezTo>
                    <a:cubicBezTo>
                      <a:pt x="553" y="74"/>
                      <a:pt x="550" y="77"/>
                      <a:pt x="550" y="82"/>
                    </a:cubicBezTo>
                    <a:cubicBezTo>
                      <a:pt x="550" y="85"/>
                      <a:pt x="551" y="88"/>
                      <a:pt x="554" y="90"/>
                    </a:cubicBezTo>
                    <a:cubicBezTo>
                      <a:pt x="557" y="92"/>
                      <a:pt x="560" y="93"/>
                      <a:pt x="565" y="93"/>
                    </a:cubicBezTo>
                    <a:cubicBezTo>
                      <a:pt x="570" y="93"/>
                      <a:pt x="574" y="92"/>
                      <a:pt x="577" y="90"/>
                    </a:cubicBezTo>
                    <a:cubicBezTo>
                      <a:pt x="580" y="88"/>
                      <a:pt x="581" y="85"/>
                      <a:pt x="581" y="82"/>
                    </a:cubicBezTo>
                    <a:cubicBezTo>
                      <a:pt x="581" y="77"/>
                      <a:pt x="578" y="74"/>
                      <a:pt x="573" y="73"/>
                    </a:cubicBezTo>
                    <a:cubicBezTo>
                      <a:pt x="574" y="68"/>
                      <a:pt x="574" y="68"/>
                      <a:pt x="574" y="68"/>
                    </a:cubicBezTo>
                    <a:cubicBezTo>
                      <a:pt x="581" y="71"/>
                      <a:pt x="585" y="75"/>
                      <a:pt x="585" y="82"/>
                    </a:cubicBezTo>
                    <a:cubicBezTo>
                      <a:pt x="584" y="87"/>
                      <a:pt x="582" y="91"/>
                      <a:pt x="579" y="94"/>
                    </a:cubicBezTo>
                    <a:cubicBezTo>
                      <a:pt x="575" y="96"/>
                      <a:pt x="571" y="98"/>
                      <a:pt x="565" y="98"/>
                    </a:cubicBezTo>
                    <a:cubicBezTo>
                      <a:pt x="559" y="97"/>
                      <a:pt x="554" y="96"/>
                      <a:pt x="550" y="92"/>
                    </a:cubicBezTo>
                    <a:cubicBezTo>
                      <a:pt x="547" y="89"/>
                      <a:pt x="546" y="86"/>
                      <a:pt x="546" y="82"/>
                    </a:cubicBezTo>
                    <a:cubicBezTo>
                      <a:pt x="546" y="78"/>
                      <a:pt x="547" y="75"/>
                      <a:pt x="549" y="72"/>
                    </a:cubicBezTo>
                    <a:cubicBezTo>
                      <a:pt x="551" y="70"/>
                      <a:pt x="554" y="69"/>
                      <a:pt x="557" y="68"/>
                    </a:cubicBezTo>
                    <a:close/>
                    <a:moveTo>
                      <a:pt x="545" y="38"/>
                    </a:moveTo>
                    <a:cubicBezTo>
                      <a:pt x="549" y="38"/>
                      <a:pt x="549" y="38"/>
                      <a:pt x="549" y="38"/>
                    </a:cubicBezTo>
                    <a:cubicBezTo>
                      <a:pt x="550" y="57"/>
                      <a:pt x="550" y="57"/>
                      <a:pt x="550" y="57"/>
                    </a:cubicBezTo>
                    <a:cubicBezTo>
                      <a:pt x="562" y="56"/>
                      <a:pt x="562" y="56"/>
                      <a:pt x="562" y="56"/>
                    </a:cubicBezTo>
                    <a:cubicBezTo>
                      <a:pt x="561" y="42"/>
                      <a:pt x="561" y="42"/>
                      <a:pt x="561" y="42"/>
                    </a:cubicBezTo>
                    <a:cubicBezTo>
                      <a:pt x="565" y="42"/>
                      <a:pt x="565" y="42"/>
                      <a:pt x="565" y="42"/>
                    </a:cubicBezTo>
                    <a:cubicBezTo>
                      <a:pt x="566" y="56"/>
                      <a:pt x="566" y="56"/>
                      <a:pt x="566" y="56"/>
                    </a:cubicBezTo>
                    <a:cubicBezTo>
                      <a:pt x="580" y="55"/>
                      <a:pt x="580" y="55"/>
                      <a:pt x="580" y="55"/>
                    </a:cubicBezTo>
                    <a:cubicBezTo>
                      <a:pt x="579" y="36"/>
                      <a:pt x="579" y="36"/>
                      <a:pt x="579" y="36"/>
                    </a:cubicBezTo>
                    <a:cubicBezTo>
                      <a:pt x="582" y="36"/>
                      <a:pt x="582" y="36"/>
                      <a:pt x="582" y="36"/>
                    </a:cubicBezTo>
                    <a:cubicBezTo>
                      <a:pt x="584" y="59"/>
                      <a:pt x="584" y="59"/>
                      <a:pt x="584" y="59"/>
                    </a:cubicBezTo>
                    <a:cubicBezTo>
                      <a:pt x="547" y="62"/>
                      <a:pt x="547" y="62"/>
                      <a:pt x="547" y="62"/>
                    </a:cubicBezTo>
                    <a:lnTo>
                      <a:pt x="545" y="38"/>
                    </a:lnTo>
                    <a:close/>
                  </a:path>
                </a:pathLst>
              </a:custGeom>
              <a:solidFill>
                <a:srgbClr val="0062A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" name="Freeform 8"/>
              <p:cNvSpPr>
                <a:spLocks noEditPoints="1"/>
              </p:cNvSpPr>
              <p:nvPr/>
            </p:nvSpPr>
            <p:spPr bwMode="auto">
              <a:xfrm>
                <a:off x="4537107" y="3583347"/>
                <a:ext cx="1238250" cy="387350"/>
              </a:xfrm>
              <a:custGeom>
                <a:avLst/>
                <a:gdLst>
                  <a:gd name="T0" fmla="*/ 36 w 501"/>
                  <a:gd name="T1" fmla="*/ 127 h 157"/>
                  <a:gd name="T2" fmla="*/ 43 w 501"/>
                  <a:gd name="T3" fmla="*/ 118 h 157"/>
                  <a:gd name="T4" fmla="*/ 23 w 501"/>
                  <a:gd name="T5" fmla="*/ 103 h 157"/>
                  <a:gd name="T6" fmla="*/ 20 w 501"/>
                  <a:gd name="T7" fmla="*/ 157 h 157"/>
                  <a:gd name="T8" fmla="*/ 48 w 501"/>
                  <a:gd name="T9" fmla="*/ 121 h 157"/>
                  <a:gd name="T10" fmla="*/ 65 w 501"/>
                  <a:gd name="T11" fmla="*/ 62 h 157"/>
                  <a:gd name="T12" fmla="*/ 90 w 501"/>
                  <a:gd name="T13" fmla="*/ 93 h 157"/>
                  <a:gd name="T14" fmla="*/ 142 w 501"/>
                  <a:gd name="T15" fmla="*/ 52 h 157"/>
                  <a:gd name="T16" fmla="*/ 127 w 501"/>
                  <a:gd name="T17" fmla="*/ 53 h 157"/>
                  <a:gd name="T18" fmla="*/ 127 w 501"/>
                  <a:gd name="T19" fmla="*/ 53 h 157"/>
                  <a:gd name="T20" fmla="*/ 130 w 501"/>
                  <a:gd name="T21" fmla="*/ 51 h 157"/>
                  <a:gd name="T22" fmla="*/ 119 w 501"/>
                  <a:gd name="T23" fmla="*/ 48 h 157"/>
                  <a:gd name="T24" fmla="*/ 85 w 501"/>
                  <a:gd name="T25" fmla="*/ 60 h 157"/>
                  <a:gd name="T26" fmla="*/ 90 w 501"/>
                  <a:gd name="T27" fmla="*/ 66 h 157"/>
                  <a:gd name="T28" fmla="*/ 95 w 501"/>
                  <a:gd name="T29" fmla="*/ 73 h 157"/>
                  <a:gd name="T30" fmla="*/ 167 w 501"/>
                  <a:gd name="T31" fmla="*/ 19 h 157"/>
                  <a:gd name="T32" fmla="*/ 171 w 501"/>
                  <a:gd name="T33" fmla="*/ 42 h 157"/>
                  <a:gd name="T34" fmla="*/ 191 w 501"/>
                  <a:gd name="T35" fmla="*/ 38 h 157"/>
                  <a:gd name="T36" fmla="*/ 187 w 501"/>
                  <a:gd name="T37" fmla="*/ 21 h 157"/>
                  <a:gd name="T38" fmla="*/ 165 w 501"/>
                  <a:gd name="T39" fmla="*/ 9 h 157"/>
                  <a:gd name="T40" fmla="*/ 195 w 501"/>
                  <a:gd name="T41" fmla="*/ 16 h 157"/>
                  <a:gd name="T42" fmla="*/ 197 w 501"/>
                  <a:gd name="T43" fmla="*/ 40 h 157"/>
                  <a:gd name="T44" fmla="*/ 250 w 501"/>
                  <a:gd name="T45" fmla="*/ 28 h 157"/>
                  <a:gd name="T46" fmla="*/ 208 w 501"/>
                  <a:gd name="T47" fmla="*/ 18 h 157"/>
                  <a:gd name="T48" fmla="*/ 228 w 501"/>
                  <a:gd name="T49" fmla="*/ 15 h 157"/>
                  <a:gd name="T50" fmla="*/ 234 w 501"/>
                  <a:gd name="T51" fmla="*/ 24 h 157"/>
                  <a:gd name="T52" fmla="*/ 228 w 501"/>
                  <a:gd name="T53" fmla="*/ 0 h 157"/>
                  <a:gd name="T54" fmla="*/ 260 w 501"/>
                  <a:gd name="T55" fmla="*/ 35 h 157"/>
                  <a:gd name="T56" fmla="*/ 282 w 501"/>
                  <a:gd name="T57" fmla="*/ 11 h 157"/>
                  <a:gd name="T58" fmla="*/ 282 w 501"/>
                  <a:gd name="T59" fmla="*/ 19 h 157"/>
                  <a:gd name="T60" fmla="*/ 301 w 501"/>
                  <a:gd name="T61" fmla="*/ 25 h 157"/>
                  <a:gd name="T62" fmla="*/ 290 w 501"/>
                  <a:gd name="T63" fmla="*/ 39 h 157"/>
                  <a:gd name="T64" fmla="*/ 336 w 501"/>
                  <a:gd name="T65" fmla="*/ 47 h 157"/>
                  <a:gd name="T66" fmla="*/ 323 w 501"/>
                  <a:gd name="T67" fmla="*/ 36 h 157"/>
                  <a:gd name="T68" fmla="*/ 313 w 501"/>
                  <a:gd name="T69" fmla="*/ 19 h 157"/>
                  <a:gd name="T70" fmla="*/ 314 w 501"/>
                  <a:gd name="T71" fmla="*/ 12 h 157"/>
                  <a:gd name="T72" fmla="*/ 306 w 501"/>
                  <a:gd name="T73" fmla="*/ 5 h 157"/>
                  <a:gd name="T74" fmla="*/ 359 w 501"/>
                  <a:gd name="T75" fmla="*/ 35 h 157"/>
                  <a:gd name="T76" fmla="*/ 370 w 501"/>
                  <a:gd name="T77" fmla="*/ 60 h 157"/>
                  <a:gd name="T78" fmla="*/ 422 w 501"/>
                  <a:gd name="T79" fmla="*/ 92 h 157"/>
                  <a:gd name="T80" fmla="*/ 427 w 501"/>
                  <a:gd name="T81" fmla="*/ 76 h 157"/>
                  <a:gd name="T82" fmla="*/ 397 w 501"/>
                  <a:gd name="T83" fmla="*/ 37 h 157"/>
                  <a:gd name="T84" fmla="*/ 451 w 501"/>
                  <a:gd name="T85" fmla="*/ 123 h 157"/>
                  <a:gd name="T86" fmla="*/ 457 w 501"/>
                  <a:gd name="T87" fmla="*/ 139 h 157"/>
                  <a:gd name="T88" fmla="*/ 468 w 501"/>
                  <a:gd name="T89" fmla="*/ 131 h 157"/>
                  <a:gd name="T90" fmla="*/ 461 w 501"/>
                  <a:gd name="T91" fmla="*/ 107 h 157"/>
                  <a:gd name="T92" fmla="*/ 457 w 501"/>
                  <a:gd name="T93" fmla="*/ 118 h 157"/>
                  <a:gd name="T94" fmla="*/ 451 w 501"/>
                  <a:gd name="T95" fmla="*/ 123 h 157"/>
                  <a:gd name="T96" fmla="*/ 456 w 501"/>
                  <a:gd name="T97" fmla="*/ 82 h 157"/>
                  <a:gd name="T98" fmla="*/ 470 w 501"/>
                  <a:gd name="T99" fmla="*/ 97 h 157"/>
                  <a:gd name="T100" fmla="*/ 490 w 501"/>
                  <a:gd name="T101" fmla="*/ 121 h 157"/>
                  <a:gd name="T102" fmla="*/ 493 w 501"/>
                  <a:gd name="T103" fmla="*/ 148 h 157"/>
                  <a:gd name="T104" fmla="*/ 466 w 501"/>
                  <a:gd name="T105" fmla="*/ 108 h 1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501" h="157">
                    <a:moveTo>
                      <a:pt x="24" y="143"/>
                    </a:moveTo>
                    <a:cubicBezTo>
                      <a:pt x="14" y="135"/>
                      <a:pt x="14" y="135"/>
                      <a:pt x="14" y="135"/>
                    </a:cubicBezTo>
                    <a:cubicBezTo>
                      <a:pt x="26" y="120"/>
                      <a:pt x="26" y="120"/>
                      <a:pt x="26" y="120"/>
                    </a:cubicBezTo>
                    <a:cubicBezTo>
                      <a:pt x="36" y="127"/>
                      <a:pt x="36" y="127"/>
                      <a:pt x="36" y="127"/>
                    </a:cubicBezTo>
                    <a:cubicBezTo>
                      <a:pt x="24" y="143"/>
                      <a:pt x="24" y="143"/>
                      <a:pt x="24" y="143"/>
                    </a:cubicBezTo>
                    <a:close/>
                    <a:moveTo>
                      <a:pt x="49" y="93"/>
                    </a:moveTo>
                    <a:cubicBezTo>
                      <a:pt x="58" y="100"/>
                      <a:pt x="58" y="100"/>
                      <a:pt x="58" y="100"/>
                    </a:cubicBezTo>
                    <a:cubicBezTo>
                      <a:pt x="43" y="118"/>
                      <a:pt x="43" y="118"/>
                      <a:pt x="43" y="118"/>
                    </a:cubicBezTo>
                    <a:cubicBezTo>
                      <a:pt x="34" y="110"/>
                      <a:pt x="34" y="110"/>
                      <a:pt x="34" y="110"/>
                    </a:cubicBezTo>
                    <a:cubicBezTo>
                      <a:pt x="49" y="93"/>
                      <a:pt x="49" y="93"/>
                      <a:pt x="49" y="93"/>
                    </a:cubicBezTo>
                    <a:close/>
                    <a:moveTo>
                      <a:pt x="30" y="107"/>
                    </a:moveTo>
                    <a:cubicBezTo>
                      <a:pt x="23" y="103"/>
                      <a:pt x="23" y="103"/>
                      <a:pt x="23" y="103"/>
                    </a:cubicBezTo>
                    <a:cubicBezTo>
                      <a:pt x="15" y="112"/>
                      <a:pt x="15" y="112"/>
                      <a:pt x="15" y="112"/>
                    </a:cubicBezTo>
                    <a:cubicBezTo>
                      <a:pt x="22" y="117"/>
                      <a:pt x="22" y="117"/>
                      <a:pt x="22" y="117"/>
                    </a:cubicBezTo>
                    <a:cubicBezTo>
                      <a:pt x="0" y="142"/>
                      <a:pt x="0" y="142"/>
                      <a:pt x="0" y="142"/>
                    </a:cubicBezTo>
                    <a:cubicBezTo>
                      <a:pt x="20" y="157"/>
                      <a:pt x="20" y="157"/>
                      <a:pt x="20" y="157"/>
                    </a:cubicBezTo>
                    <a:cubicBezTo>
                      <a:pt x="40" y="131"/>
                      <a:pt x="40" y="131"/>
                      <a:pt x="40" y="131"/>
                    </a:cubicBezTo>
                    <a:cubicBezTo>
                      <a:pt x="48" y="137"/>
                      <a:pt x="48" y="137"/>
                      <a:pt x="48" y="137"/>
                    </a:cubicBezTo>
                    <a:cubicBezTo>
                      <a:pt x="55" y="127"/>
                      <a:pt x="55" y="127"/>
                      <a:pt x="55" y="127"/>
                    </a:cubicBezTo>
                    <a:cubicBezTo>
                      <a:pt x="48" y="121"/>
                      <a:pt x="48" y="121"/>
                      <a:pt x="48" y="121"/>
                    </a:cubicBezTo>
                    <a:cubicBezTo>
                      <a:pt x="71" y="95"/>
                      <a:pt x="71" y="95"/>
                      <a:pt x="71" y="95"/>
                    </a:cubicBezTo>
                    <a:cubicBezTo>
                      <a:pt x="53" y="80"/>
                      <a:pt x="53" y="80"/>
                      <a:pt x="53" y="80"/>
                    </a:cubicBezTo>
                    <a:cubicBezTo>
                      <a:pt x="30" y="107"/>
                      <a:pt x="30" y="107"/>
                      <a:pt x="30" y="107"/>
                    </a:cubicBezTo>
                    <a:close/>
                    <a:moveTo>
                      <a:pt x="65" y="62"/>
                    </a:moveTo>
                    <a:cubicBezTo>
                      <a:pt x="77" y="54"/>
                      <a:pt x="87" y="47"/>
                      <a:pt x="99" y="40"/>
                    </a:cubicBezTo>
                    <a:cubicBezTo>
                      <a:pt x="111" y="32"/>
                      <a:pt x="123" y="25"/>
                      <a:pt x="136" y="18"/>
                    </a:cubicBezTo>
                    <a:cubicBezTo>
                      <a:pt x="155" y="52"/>
                      <a:pt x="155" y="52"/>
                      <a:pt x="155" y="52"/>
                    </a:cubicBezTo>
                    <a:cubicBezTo>
                      <a:pt x="90" y="93"/>
                      <a:pt x="90" y="93"/>
                      <a:pt x="90" y="93"/>
                    </a:cubicBezTo>
                    <a:cubicBezTo>
                      <a:pt x="65" y="62"/>
                      <a:pt x="65" y="62"/>
                      <a:pt x="65" y="62"/>
                    </a:cubicBezTo>
                    <a:close/>
                    <a:moveTo>
                      <a:pt x="96" y="81"/>
                    </a:moveTo>
                    <a:cubicBezTo>
                      <a:pt x="119" y="66"/>
                      <a:pt x="119" y="66"/>
                      <a:pt x="119" y="66"/>
                    </a:cubicBezTo>
                    <a:cubicBezTo>
                      <a:pt x="142" y="52"/>
                      <a:pt x="142" y="52"/>
                      <a:pt x="142" y="52"/>
                    </a:cubicBezTo>
                    <a:cubicBezTo>
                      <a:pt x="128" y="29"/>
                      <a:pt x="128" y="29"/>
                      <a:pt x="128" y="29"/>
                    </a:cubicBezTo>
                    <a:cubicBezTo>
                      <a:pt x="79" y="58"/>
                      <a:pt x="79" y="58"/>
                      <a:pt x="79" y="58"/>
                    </a:cubicBezTo>
                    <a:cubicBezTo>
                      <a:pt x="96" y="81"/>
                      <a:pt x="96" y="81"/>
                      <a:pt x="96" y="81"/>
                    </a:cubicBezTo>
                    <a:close/>
                    <a:moveTo>
                      <a:pt x="127" y="53"/>
                    </a:moveTo>
                    <a:cubicBezTo>
                      <a:pt x="125" y="50"/>
                      <a:pt x="125" y="50"/>
                      <a:pt x="125" y="50"/>
                    </a:cubicBezTo>
                    <a:cubicBezTo>
                      <a:pt x="121" y="52"/>
                      <a:pt x="121" y="52"/>
                      <a:pt x="121" y="52"/>
                    </a:cubicBezTo>
                    <a:cubicBezTo>
                      <a:pt x="123" y="56"/>
                      <a:pt x="123" y="56"/>
                      <a:pt x="123" y="56"/>
                    </a:cubicBezTo>
                    <a:cubicBezTo>
                      <a:pt x="127" y="53"/>
                      <a:pt x="127" y="53"/>
                      <a:pt x="127" y="53"/>
                    </a:cubicBezTo>
                    <a:close/>
                    <a:moveTo>
                      <a:pt x="120" y="62"/>
                    </a:moveTo>
                    <a:cubicBezTo>
                      <a:pt x="137" y="52"/>
                      <a:pt x="137" y="52"/>
                      <a:pt x="137" y="52"/>
                    </a:cubicBezTo>
                    <a:cubicBezTo>
                      <a:pt x="135" y="48"/>
                      <a:pt x="135" y="48"/>
                      <a:pt x="135" y="48"/>
                    </a:cubicBezTo>
                    <a:cubicBezTo>
                      <a:pt x="130" y="51"/>
                      <a:pt x="130" y="51"/>
                      <a:pt x="130" y="51"/>
                    </a:cubicBezTo>
                    <a:cubicBezTo>
                      <a:pt x="128" y="48"/>
                      <a:pt x="128" y="48"/>
                      <a:pt x="128" y="48"/>
                    </a:cubicBezTo>
                    <a:cubicBezTo>
                      <a:pt x="133" y="45"/>
                      <a:pt x="133" y="45"/>
                      <a:pt x="133" y="45"/>
                    </a:cubicBezTo>
                    <a:cubicBezTo>
                      <a:pt x="130" y="41"/>
                      <a:pt x="130" y="41"/>
                      <a:pt x="130" y="41"/>
                    </a:cubicBezTo>
                    <a:cubicBezTo>
                      <a:pt x="119" y="48"/>
                      <a:pt x="119" y="48"/>
                      <a:pt x="119" y="48"/>
                    </a:cubicBezTo>
                    <a:cubicBezTo>
                      <a:pt x="117" y="45"/>
                      <a:pt x="117" y="45"/>
                      <a:pt x="117" y="45"/>
                    </a:cubicBezTo>
                    <a:cubicBezTo>
                      <a:pt x="128" y="38"/>
                      <a:pt x="128" y="38"/>
                      <a:pt x="128" y="38"/>
                    </a:cubicBezTo>
                    <a:cubicBezTo>
                      <a:pt x="126" y="34"/>
                      <a:pt x="126" y="34"/>
                      <a:pt x="126" y="34"/>
                    </a:cubicBezTo>
                    <a:cubicBezTo>
                      <a:pt x="112" y="43"/>
                      <a:pt x="99" y="51"/>
                      <a:pt x="85" y="60"/>
                    </a:cubicBezTo>
                    <a:cubicBezTo>
                      <a:pt x="88" y="63"/>
                      <a:pt x="88" y="63"/>
                      <a:pt x="88" y="63"/>
                    </a:cubicBezTo>
                    <a:cubicBezTo>
                      <a:pt x="101" y="55"/>
                      <a:pt x="101" y="55"/>
                      <a:pt x="101" y="55"/>
                    </a:cubicBezTo>
                    <a:cubicBezTo>
                      <a:pt x="103" y="58"/>
                      <a:pt x="103" y="58"/>
                      <a:pt x="103" y="58"/>
                    </a:cubicBezTo>
                    <a:cubicBezTo>
                      <a:pt x="90" y="66"/>
                      <a:pt x="90" y="66"/>
                      <a:pt x="90" y="66"/>
                    </a:cubicBezTo>
                    <a:cubicBezTo>
                      <a:pt x="93" y="69"/>
                      <a:pt x="93" y="69"/>
                      <a:pt x="93" y="69"/>
                    </a:cubicBezTo>
                    <a:cubicBezTo>
                      <a:pt x="106" y="62"/>
                      <a:pt x="106" y="62"/>
                      <a:pt x="106" y="62"/>
                    </a:cubicBezTo>
                    <a:cubicBezTo>
                      <a:pt x="108" y="65"/>
                      <a:pt x="108" y="65"/>
                      <a:pt x="108" y="65"/>
                    </a:cubicBezTo>
                    <a:cubicBezTo>
                      <a:pt x="95" y="73"/>
                      <a:pt x="95" y="73"/>
                      <a:pt x="95" y="73"/>
                    </a:cubicBezTo>
                    <a:cubicBezTo>
                      <a:pt x="98" y="76"/>
                      <a:pt x="98" y="76"/>
                      <a:pt x="98" y="76"/>
                    </a:cubicBezTo>
                    <a:cubicBezTo>
                      <a:pt x="120" y="62"/>
                      <a:pt x="120" y="62"/>
                      <a:pt x="120" y="62"/>
                    </a:cubicBezTo>
                    <a:close/>
                    <a:moveTo>
                      <a:pt x="165" y="9"/>
                    </a:moveTo>
                    <a:cubicBezTo>
                      <a:pt x="167" y="19"/>
                      <a:pt x="167" y="19"/>
                      <a:pt x="167" y="19"/>
                    </a:cubicBezTo>
                    <a:cubicBezTo>
                      <a:pt x="159" y="20"/>
                      <a:pt x="159" y="20"/>
                      <a:pt x="159" y="20"/>
                    </a:cubicBezTo>
                    <a:cubicBezTo>
                      <a:pt x="160" y="25"/>
                      <a:pt x="160" y="25"/>
                      <a:pt x="160" y="25"/>
                    </a:cubicBezTo>
                    <a:cubicBezTo>
                      <a:pt x="168" y="24"/>
                      <a:pt x="168" y="24"/>
                      <a:pt x="168" y="24"/>
                    </a:cubicBezTo>
                    <a:cubicBezTo>
                      <a:pt x="171" y="42"/>
                      <a:pt x="171" y="42"/>
                      <a:pt x="171" y="42"/>
                    </a:cubicBezTo>
                    <a:cubicBezTo>
                      <a:pt x="166" y="43"/>
                      <a:pt x="166" y="43"/>
                      <a:pt x="166" y="43"/>
                    </a:cubicBezTo>
                    <a:cubicBezTo>
                      <a:pt x="166" y="47"/>
                      <a:pt x="166" y="47"/>
                      <a:pt x="166" y="47"/>
                    </a:cubicBezTo>
                    <a:cubicBezTo>
                      <a:pt x="191" y="43"/>
                      <a:pt x="191" y="43"/>
                      <a:pt x="191" y="43"/>
                    </a:cubicBezTo>
                    <a:cubicBezTo>
                      <a:pt x="191" y="38"/>
                      <a:pt x="191" y="38"/>
                      <a:pt x="191" y="38"/>
                    </a:cubicBezTo>
                    <a:cubicBezTo>
                      <a:pt x="184" y="40"/>
                      <a:pt x="184" y="40"/>
                      <a:pt x="184" y="40"/>
                    </a:cubicBezTo>
                    <a:cubicBezTo>
                      <a:pt x="183" y="31"/>
                      <a:pt x="183" y="31"/>
                      <a:pt x="183" y="31"/>
                    </a:cubicBezTo>
                    <a:cubicBezTo>
                      <a:pt x="181" y="22"/>
                      <a:pt x="181" y="22"/>
                      <a:pt x="181" y="22"/>
                    </a:cubicBezTo>
                    <a:cubicBezTo>
                      <a:pt x="187" y="21"/>
                      <a:pt x="187" y="21"/>
                      <a:pt x="187" y="21"/>
                    </a:cubicBezTo>
                    <a:cubicBezTo>
                      <a:pt x="186" y="17"/>
                      <a:pt x="186" y="17"/>
                      <a:pt x="186" y="17"/>
                    </a:cubicBezTo>
                    <a:cubicBezTo>
                      <a:pt x="181" y="17"/>
                      <a:pt x="181" y="17"/>
                      <a:pt x="181" y="17"/>
                    </a:cubicBezTo>
                    <a:cubicBezTo>
                      <a:pt x="180" y="7"/>
                      <a:pt x="180" y="7"/>
                      <a:pt x="180" y="7"/>
                    </a:cubicBezTo>
                    <a:cubicBezTo>
                      <a:pt x="165" y="9"/>
                      <a:pt x="165" y="9"/>
                      <a:pt x="165" y="9"/>
                    </a:cubicBezTo>
                    <a:close/>
                    <a:moveTo>
                      <a:pt x="208" y="14"/>
                    </a:moveTo>
                    <a:cubicBezTo>
                      <a:pt x="208" y="9"/>
                      <a:pt x="208" y="9"/>
                      <a:pt x="208" y="9"/>
                    </a:cubicBezTo>
                    <a:cubicBezTo>
                      <a:pt x="194" y="9"/>
                      <a:pt x="194" y="9"/>
                      <a:pt x="194" y="9"/>
                    </a:cubicBezTo>
                    <a:cubicBezTo>
                      <a:pt x="195" y="16"/>
                      <a:pt x="195" y="16"/>
                      <a:pt x="195" y="16"/>
                    </a:cubicBezTo>
                    <a:cubicBezTo>
                      <a:pt x="192" y="16"/>
                      <a:pt x="192" y="16"/>
                      <a:pt x="192" y="16"/>
                    </a:cubicBezTo>
                    <a:cubicBezTo>
                      <a:pt x="192" y="20"/>
                      <a:pt x="192" y="20"/>
                      <a:pt x="192" y="20"/>
                    </a:cubicBezTo>
                    <a:cubicBezTo>
                      <a:pt x="195" y="20"/>
                      <a:pt x="195" y="20"/>
                      <a:pt x="195" y="20"/>
                    </a:cubicBezTo>
                    <a:cubicBezTo>
                      <a:pt x="197" y="40"/>
                      <a:pt x="197" y="40"/>
                      <a:pt x="197" y="40"/>
                    </a:cubicBezTo>
                    <a:cubicBezTo>
                      <a:pt x="209" y="39"/>
                      <a:pt x="209" y="39"/>
                      <a:pt x="209" y="39"/>
                    </a:cubicBezTo>
                    <a:cubicBezTo>
                      <a:pt x="222" y="38"/>
                      <a:pt x="222" y="38"/>
                      <a:pt x="222" y="38"/>
                    </a:cubicBezTo>
                    <a:cubicBezTo>
                      <a:pt x="231" y="38"/>
                      <a:pt x="241" y="38"/>
                      <a:pt x="250" y="38"/>
                    </a:cubicBezTo>
                    <a:cubicBezTo>
                      <a:pt x="250" y="28"/>
                      <a:pt x="250" y="28"/>
                      <a:pt x="250" y="28"/>
                    </a:cubicBezTo>
                    <a:cubicBezTo>
                      <a:pt x="236" y="28"/>
                      <a:pt x="236" y="28"/>
                      <a:pt x="236" y="28"/>
                    </a:cubicBezTo>
                    <a:cubicBezTo>
                      <a:pt x="236" y="34"/>
                      <a:pt x="236" y="34"/>
                      <a:pt x="236" y="34"/>
                    </a:cubicBezTo>
                    <a:cubicBezTo>
                      <a:pt x="209" y="34"/>
                      <a:pt x="209" y="34"/>
                      <a:pt x="209" y="34"/>
                    </a:cubicBezTo>
                    <a:cubicBezTo>
                      <a:pt x="208" y="18"/>
                      <a:pt x="208" y="18"/>
                      <a:pt x="208" y="18"/>
                    </a:cubicBezTo>
                    <a:cubicBezTo>
                      <a:pt x="215" y="17"/>
                      <a:pt x="215" y="17"/>
                      <a:pt x="215" y="17"/>
                    </a:cubicBezTo>
                    <a:cubicBezTo>
                      <a:pt x="216" y="27"/>
                      <a:pt x="216" y="27"/>
                      <a:pt x="216" y="27"/>
                    </a:cubicBezTo>
                    <a:cubicBezTo>
                      <a:pt x="228" y="26"/>
                      <a:pt x="228" y="26"/>
                      <a:pt x="228" y="26"/>
                    </a:cubicBezTo>
                    <a:cubicBezTo>
                      <a:pt x="228" y="15"/>
                      <a:pt x="228" y="15"/>
                      <a:pt x="228" y="15"/>
                    </a:cubicBezTo>
                    <a:cubicBezTo>
                      <a:pt x="236" y="14"/>
                      <a:pt x="236" y="14"/>
                      <a:pt x="236" y="14"/>
                    </a:cubicBezTo>
                    <a:cubicBezTo>
                      <a:pt x="236" y="19"/>
                      <a:pt x="236" y="19"/>
                      <a:pt x="236" y="19"/>
                    </a:cubicBezTo>
                    <a:cubicBezTo>
                      <a:pt x="234" y="19"/>
                      <a:pt x="234" y="19"/>
                      <a:pt x="234" y="19"/>
                    </a:cubicBezTo>
                    <a:cubicBezTo>
                      <a:pt x="234" y="24"/>
                      <a:pt x="234" y="24"/>
                      <a:pt x="234" y="24"/>
                    </a:cubicBezTo>
                    <a:cubicBezTo>
                      <a:pt x="248" y="24"/>
                      <a:pt x="248" y="24"/>
                      <a:pt x="248" y="24"/>
                    </a:cubicBezTo>
                    <a:cubicBezTo>
                      <a:pt x="248" y="8"/>
                      <a:pt x="248" y="8"/>
                      <a:pt x="248" y="8"/>
                    </a:cubicBezTo>
                    <a:cubicBezTo>
                      <a:pt x="228" y="11"/>
                      <a:pt x="228" y="11"/>
                      <a:pt x="228" y="11"/>
                    </a:cubicBezTo>
                    <a:cubicBezTo>
                      <a:pt x="228" y="0"/>
                      <a:pt x="228" y="0"/>
                      <a:pt x="228" y="0"/>
                    </a:cubicBezTo>
                    <a:cubicBezTo>
                      <a:pt x="214" y="0"/>
                      <a:pt x="214" y="0"/>
                      <a:pt x="214" y="0"/>
                    </a:cubicBezTo>
                    <a:cubicBezTo>
                      <a:pt x="215" y="13"/>
                      <a:pt x="215" y="13"/>
                      <a:pt x="215" y="13"/>
                    </a:cubicBezTo>
                    <a:cubicBezTo>
                      <a:pt x="208" y="14"/>
                      <a:pt x="208" y="14"/>
                      <a:pt x="208" y="14"/>
                    </a:cubicBezTo>
                    <a:close/>
                    <a:moveTo>
                      <a:pt x="260" y="35"/>
                    </a:moveTo>
                    <a:cubicBezTo>
                      <a:pt x="280" y="33"/>
                      <a:pt x="277" y="27"/>
                      <a:pt x="278" y="6"/>
                    </a:cubicBezTo>
                    <a:cubicBezTo>
                      <a:pt x="303" y="9"/>
                      <a:pt x="303" y="9"/>
                      <a:pt x="303" y="9"/>
                    </a:cubicBezTo>
                    <a:cubicBezTo>
                      <a:pt x="303" y="13"/>
                      <a:pt x="303" y="13"/>
                      <a:pt x="303" y="13"/>
                    </a:cubicBezTo>
                    <a:cubicBezTo>
                      <a:pt x="282" y="11"/>
                      <a:pt x="282" y="11"/>
                      <a:pt x="282" y="11"/>
                    </a:cubicBezTo>
                    <a:cubicBezTo>
                      <a:pt x="282" y="15"/>
                      <a:pt x="282" y="15"/>
                      <a:pt x="282" y="15"/>
                    </a:cubicBezTo>
                    <a:cubicBezTo>
                      <a:pt x="302" y="17"/>
                      <a:pt x="302" y="17"/>
                      <a:pt x="302" y="17"/>
                    </a:cubicBezTo>
                    <a:cubicBezTo>
                      <a:pt x="302" y="20"/>
                      <a:pt x="302" y="20"/>
                      <a:pt x="302" y="20"/>
                    </a:cubicBezTo>
                    <a:cubicBezTo>
                      <a:pt x="282" y="19"/>
                      <a:pt x="282" y="19"/>
                      <a:pt x="282" y="19"/>
                    </a:cubicBezTo>
                    <a:cubicBezTo>
                      <a:pt x="281" y="29"/>
                      <a:pt x="281" y="29"/>
                      <a:pt x="281" y="29"/>
                    </a:cubicBezTo>
                    <a:cubicBezTo>
                      <a:pt x="292" y="29"/>
                      <a:pt x="292" y="29"/>
                      <a:pt x="292" y="29"/>
                    </a:cubicBezTo>
                    <a:cubicBezTo>
                      <a:pt x="292" y="24"/>
                      <a:pt x="292" y="24"/>
                      <a:pt x="292" y="24"/>
                    </a:cubicBezTo>
                    <a:cubicBezTo>
                      <a:pt x="301" y="25"/>
                      <a:pt x="301" y="25"/>
                      <a:pt x="301" y="25"/>
                    </a:cubicBezTo>
                    <a:cubicBezTo>
                      <a:pt x="299" y="31"/>
                      <a:pt x="292" y="33"/>
                      <a:pt x="285" y="34"/>
                    </a:cubicBezTo>
                    <a:cubicBezTo>
                      <a:pt x="273" y="37"/>
                      <a:pt x="273" y="37"/>
                      <a:pt x="273" y="37"/>
                    </a:cubicBezTo>
                    <a:cubicBezTo>
                      <a:pt x="273" y="39"/>
                      <a:pt x="273" y="39"/>
                      <a:pt x="273" y="39"/>
                    </a:cubicBezTo>
                    <a:cubicBezTo>
                      <a:pt x="282" y="40"/>
                      <a:pt x="287" y="39"/>
                      <a:pt x="290" y="39"/>
                    </a:cubicBezTo>
                    <a:cubicBezTo>
                      <a:pt x="294" y="39"/>
                      <a:pt x="300" y="37"/>
                      <a:pt x="306" y="35"/>
                    </a:cubicBezTo>
                    <a:cubicBezTo>
                      <a:pt x="308" y="40"/>
                      <a:pt x="315" y="44"/>
                      <a:pt x="322" y="46"/>
                    </a:cubicBezTo>
                    <a:cubicBezTo>
                      <a:pt x="327" y="48"/>
                      <a:pt x="331" y="49"/>
                      <a:pt x="335" y="50"/>
                    </a:cubicBezTo>
                    <a:cubicBezTo>
                      <a:pt x="336" y="47"/>
                      <a:pt x="336" y="47"/>
                      <a:pt x="336" y="47"/>
                    </a:cubicBezTo>
                    <a:cubicBezTo>
                      <a:pt x="322" y="41"/>
                      <a:pt x="322" y="41"/>
                      <a:pt x="322" y="41"/>
                    </a:cubicBezTo>
                    <a:cubicBezTo>
                      <a:pt x="315" y="37"/>
                      <a:pt x="314" y="35"/>
                      <a:pt x="312" y="27"/>
                    </a:cubicBezTo>
                    <a:cubicBezTo>
                      <a:pt x="324" y="29"/>
                      <a:pt x="324" y="29"/>
                      <a:pt x="324" y="29"/>
                    </a:cubicBezTo>
                    <a:cubicBezTo>
                      <a:pt x="323" y="36"/>
                      <a:pt x="323" y="36"/>
                      <a:pt x="323" y="36"/>
                    </a:cubicBezTo>
                    <a:cubicBezTo>
                      <a:pt x="335" y="38"/>
                      <a:pt x="335" y="38"/>
                      <a:pt x="335" y="38"/>
                    </a:cubicBezTo>
                    <a:cubicBezTo>
                      <a:pt x="337" y="28"/>
                      <a:pt x="337" y="28"/>
                      <a:pt x="337" y="28"/>
                    </a:cubicBezTo>
                    <a:cubicBezTo>
                      <a:pt x="313" y="22"/>
                      <a:pt x="313" y="22"/>
                      <a:pt x="313" y="22"/>
                    </a:cubicBezTo>
                    <a:cubicBezTo>
                      <a:pt x="313" y="19"/>
                      <a:pt x="313" y="19"/>
                      <a:pt x="313" y="19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2" y="21"/>
                      <a:pt x="342" y="21"/>
                      <a:pt x="342" y="21"/>
                    </a:cubicBezTo>
                    <a:cubicBezTo>
                      <a:pt x="313" y="16"/>
                      <a:pt x="313" y="16"/>
                      <a:pt x="313" y="16"/>
                    </a:cubicBezTo>
                    <a:cubicBezTo>
                      <a:pt x="314" y="12"/>
                      <a:pt x="314" y="12"/>
                      <a:pt x="314" y="12"/>
                    </a:cubicBezTo>
                    <a:cubicBezTo>
                      <a:pt x="320" y="13"/>
                      <a:pt x="325" y="14"/>
                      <a:pt x="330" y="16"/>
                    </a:cubicBezTo>
                    <a:cubicBezTo>
                      <a:pt x="344" y="19"/>
                      <a:pt x="344" y="19"/>
                      <a:pt x="344" y="19"/>
                    </a:cubicBezTo>
                    <a:cubicBezTo>
                      <a:pt x="345" y="15"/>
                      <a:pt x="345" y="15"/>
                      <a:pt x="345" y="15"/>
                    </a:cubicBezTo>
                    <a:cubicBezTo>
                      <a:pt x="333" y="12"/>
                      <a:pt x="317" y="7"/>
                      <a:pt x="306" y="5"/>
                    </a:cubicBezTo>
                    <a:cubicBezTo>
                      <a:pt x="292" y="3"/>
                      <a:pt x="283" y="2"/>
                      <a:pt x="269" y="1"/>
                    </a:cubicBezTo>
                    <a:cubicBezTo>
                      <a:pt x="268" y="13"/>
                      <a:pt x="270" y="21"/>
                      <a:pt x="266" y="29"/>
                    </a:cubicBezTo>
                    <a:cubicBezTo>
                      <a:pt x="265" y="32"/>
                      <a:pt x="263" y="32"/>
                      <a:pt x="260" y="35"/>
                    </a:cubicBezTo>
                    <a:close/>
                    <a:moveTo>
                      <a:pt x="359" y="35"/>
                    </a:moveTo>
                    <a:cubicBezTo>
                      <a:pt x="388" y="51"/>
                      <a:pt x="388" y="51"/>
                      <a:pt x="388" y="51"/>
                    </a:cubicBezTo>
                    <a:cubicBezTo>
                      <a:pt x="382" y="52"/>
                      <a:pt x="375" y="53"/>
                      <a:pt x="370" y="53"/>
                    </a:cubicBezTo>
                    <a:cubicBezTo>
                      <a:pt x="362" y="53"/>
                      <a:pt x="355" y="52"/>
                      <a:pt x="348" y="51"/>
                    </a:cubicBezTo>
                    <a:cubicBezTo>
                      <a:pt x="347" y="57"/>
                      <a:pt x="366" y="59"/>
                      <a:pt x="370" y="60"/>
                    </a:cubicBezTo>
                    <a:cubicBezTo>
                      <a:pt x="376" y="61"/>
                      <a:pt x="386" y="60"/>
                      <a:pt x="392" y="60"/>
                    </a:cubicBezTo>
                    <a:cubicBezTo>
                      <a:pt x="396" y="71"/>
                      <a:pt x="401" y="78"/>
                      <a:pt x="405" y="82"/>
                    </a:cubicBezTo>
                    <a:cubicBezTo>
                      <a:pt x="418" y="95"/>
                      <a:pt x="418" y="95"/>
                      <a:pt x="418" y="95"/>
                    </a:cubicBezTo>
                    <a:cubicBezTo>
                      <a:pt x="422" y="92"/>
                      <a:pt x="422" y="92"/>
                      <a:pt x="422" y="92"/>
                    </a:cubicBezTo>
                    <a:cubicBezTo>
                      <a:pt x="416" y="84"/>
                      <a:pt x="416" y="84"/>
                      <a:pt x="416" y="84"/>
                    </a:cubicBezTo>
                    <a:cubicBezTo>
                      <a:pt x="412" y="79"/>
                      <a:pt x="408" y="75"/>
                      <a:pt x="407" y="73"/>
                    </a:cubicBezTo>
                    <a:cubicBezTo>
                      <a:pt x="404" y="68"/>
                      <a:pt x="402" y="63"/>
                      <a:pt x="401" y="59"/>
                    </a:cubicBezTo>
                    <a:cubicBezTo>
                      <a:pt x="427" y="76"/>
                      <a:pt x="427" y="76"/>
                      <a:pt x="427" y="76"/>
                    </a:cubicBezTo>
                    <a:cubicBezTo>
                      <a:pt x="430" y="72"/>
                      <a:pt x="430" y="72"/>
                      <a:pt x="430" y="72"/>
                    </a:cubicBezTo>
                    <a:cubicBezTo>
                      <a:pt x="403" y="54"/>
                      <a:pt x="403" y="54"/>
                      <a:pt x="403" y="54"/>
                    </a:cubicBezTo>
                    <a:cubicBezTo>
                      <a:pt x="409" y="45"/>
                      <a:pt x="409" y="45"/>
                      <a:pt x="409" y="45"/>
                    </a:cubicBezTo>
                    <a:cubicBezTo>
                      <a:pt x="397" y="37"/>
                      <a:pt x="397" y="37"/>
                      <a:pt x="397" y="37"/>
                    </a:cubicBezTo>
                    <a:cubicBezTo>
                      <a:pt x="391" y="47"/>
                      <a:pt x="391" y="47"/>
                      <a:pt x="391" y="47"/>
                    </a:cubicBezTo>
                    <a:cubicBezTo>
                      <a:pt x="381" y="42"/>
                      <a:pt x="371" y="36"/>
                      <a:pt x="361" y="30"/>
                    </a:cubicBezTo>
                    <a:cubicBezTo>
                      <a:pt x="359" y="35"/>
                      <a:pt x="359" y="35"/>
                      <a:pt x="359" y="35"/>
                    </a:cubicBezTo>
                    <a:close/>
                    <a:moveTo>
                      <a:pt x="451" y="123"/>
                    </a:moveTo>
                    <a:cubicBezTo>
                      <a:pt x="439" y="110"/>
                      <a:pt x="439" y="110"/>
                      <a:pt x="439" y="110"/>
                    </a:cubicBezTo>
                    <a:cubicBezTo>
                      <a:pt x="435" y="113"/>
                      <a:pt x="435" y="113"/>
                      <a:pt x="435" y="113"/>
                    </a:cubicBezTo>
                    <a:cubicBezTo>
                      <a:pt x="447" y="127"/>
                      <a:pt x="447" y="127"/>
                      <a:pt x="447" y="127"/>
                    </a:cubicBezTo>
                    <a:cubicBezTo>
                      <a:pt x="457" y="139"/>
                      <a:pt x="457" y="139"/>
                      <a:pt x="457" y="139"/>
                    </a:cubicBezTo>
                    <a:cubicBezTo>
                      <a:pt x="464" y="134"/>
                      <a:pt x="464" y="134"/>
                      <a:pt x="464" y="134"/>
                    </a:cubicBezTo>
                    <a:cubicBezTo>
                      <a:pt x="482" y="157"/>
                      <a:pt x="482" y="157"/>
                      <a:pt x="482" y="157"/>
                    </a:cubicBezTo>
                    <a:cubicBezTo>
                      <a:pt x="485" y="154"/>
                      <a:pt x="485" y="154"/>
                      <a:pt x="485" y="154"/>
                    </a:cubicBezTo>
                    <a:cubicBezTo>
                      <a:pt x="468" y="131"/>
                      <a:pt x="468" y="131"/>
                      <a:pt x="468" y="131"/>
                    </a:cubicBezTo>
                    <a:cubicBezTo>
                      <a:pt x="481" y="132"/>
                      <a:pt x="481" y="132"/>
                      <a:pt x="481" y="132"/>
                    </a:cubicBezTo>
                    <a:cubicBezTo>
                      <a:pt x="475" y="124"/>
                      <a:pt x="475" y="124"/>
                      <a:pt x="475" y="124"/>
                    </a:cubicBezTo>
                    <a:cubicBezTo>
                      <a:pt x="468" y="116"/>
                      <a:pt x="468" y="116"/>
                      <a:pt x="468" y="116"/>
                    </a:cubicBezTo>
                    <a:cubicBezTo>
                      <a:pt x="461" y="107"/>
                      <a:pt x="461" y="107"/>
                      <a:pt x="461" y="107"/>
                    </a:cubicBezTo>
                    <a:cubicBezTo>
                      <a:pt x="453" y="99"/>
                      <a:pt x="453" y="99"/>
                      <a:pt x="453" y="99"/>
                    </a:cubicBezTo>
                    <a:cubicBezTo>
                      <a:pt x="450" y="102"/>
                      <a:pt x="450" y="102"/>
                      <a:pt x="450" y="102"/>
                    </a:cubicBezTo>
                    <a:cubicBezTo>
                      <a:pt x="464" y="118"/>
                      <a:pt x="464" y="118"/>
                      <a:pt x="464" y="118"/>
                    </a:cubicBezTo>
                    <a:cubicBezTo>
                      <a:pt x="457" y="118"/>
                      <a:pt x="457" y="118"/>
                      <a:pt x="457" y="118"/>
                    </a:cubicBezTo>
                    <a:cubicBezTo>
                      <a:pt x="435" y="94"/>
                      <a:pt x="435" y="94"/>
                      <a:pt x="435" y="94"/>
                    </a:cubicBezTo>
                    <a:cubicBezTo>
                      <a:pt x="431" y="97"/>
                      <a:pt x="431" y="97"/>
                      <a:pt x="431" y="97"/>
                    </a:cubicBezTo>
                    <a:cubicBezTo>
                      <a:pt x="453" y="121"/>
                      <a:pt x="453" y="121"/>
                      <a:pt x="453" y="121"/>
                    </a:cubicBezTo>
                    <a:cubicBezTo>
                      <a:pt x="451" y="123"/>
                      <a:pt x="451" y="123"/>
                      <a:pt x="451" y="123"/>
                    </a:cubicBezTo>
                    <a:close/>
                    <a:moveTo>
                      <a:pt x="441" y="85"/>
                    </a:moveTo>
                    <a:cubicBezTo>
                      <a:pt x="447" y="79"/>
                      <a:pt x="447" y="79"/>
                      <a:pt x="447" y="79"/>
                    </a:cubicBezTo>
                    <a:cubicBezTo>
                      <a:pt x="455" y="87"/>
                      <a:pt x="455" y="87"/>
                      <a:pt x="455" y="87"/>
                    </a:cubicBezTo>
                    <a:cubicBezTo>
                      <a:pt x="456" y="82"/>
                      <a:pt x="456" y="82"/>
                      <a:pt x="456" y="82"/>
                    </a:cubicBezTo>
                    <a:cubicBezTo>
                      <a:pt x="465" y="92"/>
                      <a:pt x="465" y="92"/>
                      <a:pt x="465" y="92"/>
                    </a:cubicBezTo>
                    <a:cubicBezTo>
                      <a:pt x="465" y="98"/>
                      <a:pt x="465" y="98"/>
                      <a:pt x="465" y="98"/>
                    </a:cubicBezTo>
                    <a:cubicBezTo>
                      <a:pt x="470" y="104"/>
                      <a:pt x="470" y="104"/>
                      <a:pt x="470" y="104"/>
                    </a:cubicBezTo>
                    <a:cubicBezTo>
                      <a:pt x="470" y="97"/>
                      <a:pt x="470" y="97"/>
                      <a:pt x="470" y="97"/>
                    </a:cubicBezTo>
                    <a:cubicBezTo>
                      <a:pt x="482" y="110"/>
                      <a:pt x="482" y="110"/>
                      <a:pt x="482" y="110"/>
                    </a:cubicBezTo>
                    <a:cubicBezTo>
                      <a:pt x="481" y="117"/>
                      <a:pt x="481" y="117"/>
                      <a:pt x="481" y="117"/>
                    </a:cubicBezTo>
                    <a:cubicBezTo>
                      <a:pt x="486" y="124"/>
                      <a:pt x="486" y="124"/>
                      <a:pt x="486" y="124"/>
                    </a:cubicBezTo>
                    <a:cubicBezTo>
                      <a:pt x="490" y="121"/>
                      <a:pt x="490" y="121"/>
                      <a:pt x="490" y="121"/>
                    </a:cubicBezTo>
                    <a:cubicBezTo>
                      <a:pt x="500" y="133"/>
                      <a:pt x="500" y="133"/>
                      <a:pt x="500" y="133"/>
                    </a:cubicBezTo>
                    <a:cubicBezTo>
                      <a:pt x="496" y="136"/>
                      <a:pt x="496" y="136"/>
                      <a:pt x="496" y="136"/>
                    </a:cubicBezTo>
                    <a:cubicBezTo>
                      <a:pt x="501" y="143"/>
                      <a:pt x="501" y="143"/>
                      <a:pt x="501" y="143"/>
                    </a:cubicBezTo>
                    <a:cubicBezTo>
                      <a:pt x="493" y="148"/>
                      <a:pt x="493" y="148"/>
                      <a:pt x="493" y="148"/>
                    </a:cubicBezTo>
                    <a:cubicBezTo>
                      <a:pt x="485" y="137"/>
                      <a:pt x="485" y="137"/>
                      <a:pt x="485" y="137"/>
                    </a:cubicBezTo>
                    <a:cubicBezTo>
                      <a:pt x="488" y="134"/>
                      <a:pt x="488" y="134"/>
                      <a:pt x="488" y="134"/>
                    </a:cubicBezTo>
                    <a:cubicBezTo>
                      <a:pt x="479" y="123"/>
                      <a:pt x="479" y="123"/>
                      <a:pt x="479" y="123"/>
                    </a:cubicBezTo>
                    <a:cubicBezTo>
                      <a:pt x="466" y="108"/>
                      <a:pt x="466" y="108"/>
                      <a:pt x="466" y="108"/>
                    </a:cubicBezTo>
                    <a:cubicBezTo>
                      <a:pt x="453" y="92"/>
                      <a:pt x="453" y="92"/>
                      <a:pt x="453" y="92"/>
                    </a:cubicBezTo>
                    <a:cubicBezTo>
                      <a:pt x="450" y="95"/>
                      <a:pt x="450" y="95"/>
                      <a:pt x="450" y="95"/>
                    </a:cubicBezTo>
                    <a:lnTo>
                      <a:pt x="441" y="85"/>
                    </a:lnTo>
                    <a:close/>
                  </a:path>
                </a:pathLst>
              </a:custGeom>
              <a:solidFill>
                <a:srgbClr val="0062A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" name="Freeform 9"/>
              <p:cNvSpPr>
                <a:spLocks noEditPoints="1"/>
              </p:cNvSpPr>
              <p:nvPr/>
            </p:nvSpPr>
            <p:spPr bwMode="auto">
              <a:xfrm>
                <a:off x="5051457" y="4769210"/>
                <a:ext cx="212725" cy="79375"/>
              </a:xfrm>
              <a:custGeom>
                <a:avLst/>
                <a:gdLst>
                  <a:gd name="T0" fmla="*/ 7 w 86"/>
                  <a:gd name="T1" fmla="*/ 32 h 32"/>
                  <a:gd name="T2" fmla="*/ 4 w 86"/>
                  <a:gd name="T3" fmla="*/ 10 h 32"/>
                  <a:gd name="T4" fmla="*/ 0 w 86"/>
                  <a:gd name="T5" fmla="*/ 8 h 32"/>
                  <a:gd name="T6" fmla="*/ 8 w 86"/>
                  <a:gd name="T7" fmla="*/ 0 h 32"/>
                  <a:gd name="T8" fmla="*/ 10 w 86"/>
                  <a:gd name="T9" fmla="*/ 32 h 32"/>
                  <a:gd name="T10" fmla="*/ 25 w 86"/>
                  <a:gd name="T11" fmla="*/ 24 h 32"/>
                  <a:gd name="T12" fmla="*/ 29 w 86"/>
                  <a:gd name="T13" fmla="*/ 29 h 32"/>
                  <a:gd name="T14" fmla="*/ 34 w 86"/>
                  <a:gd name="T15" fmla="*/ 26 h 32"/>
                  <a:gd name="T16" fmla="*/ 36 w 86"/>
                  <a:gd name="T17" fmla="*/ 17 h 32"/>
                  <a:gd name="T18" fmla="*/ 33 w 86"/>
                  <a:gd name="T19" fmla="*/ 20 h 32"/>
                  <a:gd name="T20" fmla="*/ 23 w 86"/>
                  <a:gd name="T21" fmla="*/ 18 h 32"/>
                  <a:gd name="T22" fmla="*/ 23 w 86"/>
                  <a:gd name="T23" fmla="*/ 3 h 32"/>
                  <a:gd name="T24" fmla="*/ 34 w 86"/>
                  <a:gd name="T25" fmla="*/ 1 h 32"/>
                  <a:gd name="T26" fmla="*/ 39 w 86"/>
                  <a:gd name="T27" fmla="*/ 15 h 32"/>
                  <a:gd name="T28" fmla="*/ 34 w 86"/>
                  <a:gd name="T29" fmla="*/ 30 h 32"/>
                  <a:gd name="T30" fmla="*/ 24 w 86"/>
                  <a:gd name="T31" fmla="*/ 30 h 32"/>
                  <a:gd name="T32" fmla="*/ 35 w 86"/>
                  <a:gd name="T33" fmla="*/ 10 h 32"/>
                  <a:gd name="T34" fmla="*/ 30 w 86"/>
                  <a:gd name="T35" fmla="*/ 3 h 32"/>
                  <a:gd name="T36" fmla="*/ 24 w 86"/>
                  <a:gd name="T37" fmla="*/ 11 h 32"/>
                  <a:gd name="T38" fmla="*/ 30 w 86"/>
                  <a:gd name="T39" fmla="*/ 17 h 32"/>
                  <a:gd name="T40" fmla="*/ 35 w 86"/>
                  <a:gd name="T41" fmla="*/ 10 h 32"/>
                  <a:gd name="T42" fmla="*/ 48 w 86"/>
                  <a:gd name="T43" fmla="*/ 23 h 32"/>
                  <a:gd name="T44" fmla="*/ 53 w 86"/>
                  <a:gd name="T45" fmla="*/ 29 h 32"/>
                  <a:gd name="T46" fmla="*/ 59 w 86"/>
                  <a:gd name="T47" fmla="*/ 21 h 32"/>
                  <a:gd name="T48" fmla="*/ 53 w 86"/>
                  <a:gd name="T49" fmla="*/ 14 h 32"/>
                  <a:gd name="T50" fmla="*/ 48 w 86"/>
                  <a:gd name="T51" fmla="*/ 17 h 32"/>
                  <a:gd name="T52" fmla="*/ 48 w 86"/>
                  <a:gd name="T53" fmla="*/ 0 h 32"/>
                  <a:gd name="T54" fmla="*/ 61 w 86"/>
                  <a:gd name="T55" fmla="*/ 4 h 32"/>
                  <a:gd name="T56" fmla="*/ 49 w 86"/>
                  <a:gd name="T57" fmla="*/ 13 h 32"/>
                  <a:gd name="T58" fmla="*/ 60 w 86"/>
                  <a:gd name="T59" fmla="*/ 13 h 32"/>
                  <a:gd name="T60" fmla="*/ 60 w 86"/>
                  <a:gd name="T61" fmla="*/ 28 h 32"/>
                  <a:gd name="T62" fmla="*/ 47 w 86"/>
                  <a:gd name="T63" fmla="*/ 30 h 32"/>
                  <a:gd name="T64" fmla="*/ 86 w 86"/>
                  <a:gd name="T65" fmla="*/ 28 h 32"/>
                  <a:gd name="T66" fmla="*/ 67 w 86"/>
                  <a:gd name="T67" fmla="*/ 32 h 32"/>
                  <a:gd name="T68" fmla="*/ 70 w 86"/>
                  <a:gd name="T69" fmla="*/ 25 h 32"/>
                  <a:gd name="T70" fmla="*/ 80 w 86"/>
                  <a:gd name="T71" fmla="*/ 13 h 32"/>
                  <a:gd name="T72" fmla="*/ 81 w 86"/>
                  <a:gd name="T73" fmla="*/ 5 h 32"/>
                  <a:gd name="T74" fmla="*/ 73 w 86"/>
                  <a:gd name="T75" fmla="*/ 5 h 32"/>
                  <a:gd name="T76" fmla="*/ 68 w 86"/>
                  <a:gd name="T77" fmla="*/ 9 h 32"/>
                  <a:gd name="T78" fmla="*/ 77 w 86"/>
                  <a:gd name="T79" fmla="*/ 0 h 32"/>
                  <a:gd name="T80" fmla="*/ 85 w 86"/>
                  <a:gd name="T81" fmla="*/ 9 h 32"/>
                  <a:gd name="T82" fmla="*/ 83 w 86"/>
                  <a:gd name="T83" fmla="*/ 16 h 32"/>
                  <a:gd name="T84" fmla="*/ 73 w 86"/>
                  <a:gd name="T85" fmla="*/ 26 h 32"/>
                  <a:gd name="T86" fmla="*/ 86 w 86"/>
                  <a:gd name="T87" fmla="*/ 28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86" h="32">
                    <a:moveTo>
                      <a:pt x="10" y="32"/>
                    </a:moveTo>
                    <a:cubicBezTo>
                      <a:pt x="7" y="32"/>
                      <a:pt x="7" y="32"/>
                      <a:pt x="7" y="32"/>
                    </a:cubicBezTo>
                    <a:cubicBezTo>
                      <a:pt x="7" y="7"/>
                      <a:pt x="7" y="7"/>
                      <a:pt x="7" y="7"/>
                    </a:cubicBezTo>
                    <a:cubicBezTo>
                      <a:pt x="6" y="8"/>
                      <a:pt x="5" y="9"/>
                      <a:pt x="4" y="10"/>
                    </a:cubicBezTo>
                    <a:cubicBezTo>
                      <a:pt x="2" y="10"/>
                      <a:pt x="1" y="11"/>
                      <a:pt x="0" y="12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2" y="7"/>
                      <a:pt x="4" y="5"/>
                      <a:pt x="5" y="4"/>
                    </a:cubicBezTo>
                    <a:cubicBezTo>
                      <a:pt x="6" y="3"/>
                      <a:pt x="7" y="1"/>
                      <a:pt x="8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0" y="32"/>
                      <a:pt x="10" y="32"/>
                      <a:pt x="10" y="32"/>
                    </a:cubicBezTo>
                    <a:close/>
                    <a:moveTo>
                      <a:pt x="21" y="24"/>
                    </a:move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6"/>
                      <a:pt x="26" y="27"/>
                      <a:pt x="26" y="28"/>
                    </a:cubicBezTo>
                    <a:cubicBezTo>
                      <a:pt x="27" y="29"/>
                      <a:pt x="28" y="29"/>
                      <a:pt x="29" y="29"/>
                    </a:cubicBezTo>
                    <a:cubicBezTo>
                      <a:pt x="30" y="29"/>
                      <a:pt x="31" y="29"/>
                      <a:pt x="32" y="28"/>
                    </a:cubicBezTo>
                    <a:cubicBezTo>
                      <a:pt x="33" y="28"/>
                      <a:pt x="33" y="27"/>
                      <a:pt x="34" y="26"/>
                    </a:cubicBezTo>
                    <a:cubicBezTo>
                      <a:pt x="34" y="25"/>
                      <a:pt x="35" y="24"/>
                      <a:pt x="35" y="22"/>
                    </a:cubicBezTo>
                    <a:cubicBezTo>
                      <a:pt x="35" y="21"/>
                      <a:pt x="36" y="19"/>
                      <a:pt x="36" y="17"/>
                    </a:cubicBezTo>
                    <a:cubicBezTo>
                      <a:pt x="36" y="17"/>
                      <a:pt x="36" y="17"/>
                      <a:pt x="36" y="17"/>
                    </a:cubicBezTo>
                    <a:cubicBezTo>
                      <a:pt x="35" y="18"/>
                      <a:pt x="34" y="19"/>
                      <a:pt x="33" y="20"/>
                    </a:cubicBezTo>
                    <a:cubicBezTo>
                      <a:pt x="32" y="21"/>
                      <a:pt x="30" y="21"/>
                      <a:pt x="29" y="21"/>
                    </a:cubicBezTo>
                    <a:cubicBezTo>
                      <a:pt x="27" y="21"/>
                      <a:pt x="25" y="20"/>
                      <a:pt x="23" y="18"/>
                    </a:cubicBezTo>
                    <a:cubicBezTo>
                      <a:pt x="22" y="16"/>
                      <a:pt x="21" y="14"/>
                      <a:pt x="21" y="11"/>
                    </a:cubicBezTo>
                    <a:cubicBezTo>
                      <a:pt x="21" y="7"/>
                      <a:pt x="22" y="5"/>
                      <a:pt x="23" y="3"/>
                    </a:cubicBezTo>
                    <a:cubicBezTo>
                      <a:pt x="25" y="1"/>
                      <a:pt x="27" y="0"/>
                      <a:pt x="30" y="0"/>
                    </a:cubicBezTo>
                    <a:cubicBezTo>
                      <a:pt x="31" y="0"/>
                      <a:pt x="33" y="0"/>
                      <a:pt x="34" y="1"/>
                    </a:cubicBezTo>
                    <a:cubicBezTo>
                      <a:pt x="36" y="3"/>
                      <a:pt x="37" y="4"/>
                      <a:pt x="38" y="6"/>
                    </a:cubicBezTo>
                    <a:cubicBezTo>
                      <a:pt x="39" y="8"/>
                      <a:pt x="39" y="11"/>
                      <a:pt x="39" y="15"/>
                    </a:cubicBezTo>
                    <a:cubicBezTo>
                      <a:pt x="39" y="19"/>
                      <a:pt x="39" y="22"/>
                      <a:pt x="38" y="25"/>
                    </a:cubicBezTo>
                    <a:cubicBezTo>
                      <a:pt x="37" y="27"/>
                      <a:pt x="36" y="29"/>
                      <a:pt x="34" y="30"/>
                    </a:cubicBezTo>
                    <a:cubicBezTo>
                      <a:pt x="33" y="32"/>
                      <a:pt x="31" y="32"/>
                      <a:pt x="29" y="32"/>
                    </a:cubicBezTo>
                    <a:cubicBezTo>
                      <a:pt x="27" y="32"/>
                      <a:pt x="25" y="32"/>
                      <a:pt x="24" y="30"/>
                    </a:cubicBezTo>
                    <a:cubicBezTo>
                      <a:pt x="23" y="29"/>
                      <a:pt x="22" y="27"/>
                      <a:pt x="21" y="24"/>
                    </a:cubicBezTo>
                    <a:close/>
                    <a:moveTo>
                      <a:pt x="35" y="10"/>
                    </a:moveTo>
                    <a:cubicBezTo>
                      <a:pt x="35" y="8"/>
                      <a:pt x="35" y="6"/>
                      <a:pt x="34" y="5"/>
                    </a:cubicBezTo>
                    <a:cubicBezTo>
                      <a:pt x="33" y="4"/>
                      <a:pt x="31" y="3"/>
                      <a:pt x="30" y="3"/>
                    </a:cubicBezTo>
                    <a:cubicBezTo>
                      <a:pt x="28" y="3"/>
                      <a:pt x="27" y="4"/>
                      <a:pt x="26" y="5"/>
                    </a:cubicBezTo>
                    <a:cubicBezTo>
                      <a:pt x="25" y="7"/>
                      <a:pt x="24" y="8"/>
                      <a:pt x="24" y="11"/>
                    </a:cubicBezTo>
                    <a:cubicBezTo>
                      <a:pt x="24" y="13"/>
                      <a:pt x="25" y="14"/>
                      <a:pt x="26" y="16"/>
                    </a:cubicBezTo>
                    <a:cubicBezTo>
                      <a:pt x="27" y="17"/>
                      <a:pt x="28" y="17"/>
                      <a:pt x="30" y="17"/>
                    </a:cubicBezTo>
                    <a:cubicBezTo>
                      <a:pt x="31" y="17"/>
                      <a:pt x="33" y="17"/>
                      <a:pt x="34" y="16"/>
                    </a:cubicBezTo>
                    <a:cubicBezTo>
                      <a:pt x="35" y="14"/>
                      <a:pt x="35" y="13"/>
                      <a:pt x="35" y="10"/>
                    </a:cubicBezTo>
                    <a:close/>
                    <a:moveTo>
                      <a:pt x="44" y="23"/>
                    </a:moveTo>
                    <a:cubicBezTo>
                      <a:pt x="48" y="23"/>
                      <a:pt x="48" y="23"/>
                      <a:pt x="48" y="23"/>
                    </a:cubicBezTo>
                    <a:cubicBezTo>
                      <a:pt x="48" y="25"/>
                      <a:pt x="49" y="27"/>
                      <a:pt x="50" y="28"/>
                    </a:cubicBezTo>
                    <a:cubicBezTo>
                      <a:pt x="51" y="29"/>
                      <a:pt x="52" y="29"/>
                      <a:pt x="53" y="29"/>
                    </a:cubicBezTo>
                    <a:cubicBezTo>
                      <a:pt x="55" y="29"/>
                      <a:pt x="56" y="28"/>
                      <a:pt x="57" y="27"/>
                    </a:cubicBezTo>
                    <a:cubicBezTo>
                      <a:pt x="58" y="25"/>
                      <a:pt x="59" y="24"/>
                      <a:pt x="59" y="21"/>
                    </a:cubicBezTo>
                    <a:cubicBezTo>
                      <a:pt x="59" y="19"/>
                      <a:pt x="58" y="17"/>
                      <a:pt x="57" y="16"/>
                    </a:cubicBezTo>
                    <a:cubicBezTo>
                      <a:pt x="56" y="15"/>
                      <a:pt x="55" y="14"/>
                      <a:pt x="53" y="14"/>
                    </a:cubicBezTo>
                    <a:cubicBezTo>
                      <a:pt x="52" y="14"/>
                      <a:pt x="51" y="14"/>
                      <a:pt x="50" y="15"/>
                    </a:cubicBezTo>
                    <a:cubicBezTo>
                      <a:pt x="49" y="16"/>
                      <a:pt x="49" y="16"/>
                      <a:pt x="48" y="17"/>
                    </a:cubicBezTo>
                    <a:cubicBezTo>
                      <a:pt x="45" y="17"/>
                      <a:pt x="45" y="17"/>
                      <a:pt x="45" y="17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50" y="4"/>
                      <a:pt x="50" y="4"/>
                      <a:pt x="50" y="4"/>
                    </a:cubicBezTo>
                    <a:cubicBezTo>
                      <a:pt x="49" y="13"/>
                      <a:pt x="49" y="13"/>
                      <a:pt x="49" y="13"/>
                    </a:cubicBezTo>
                    <a:cubicBezTo>
                      <a:pt x="51" y="11"/>
                      <a:pt x="52" y="11"/>
                      <a:pt x="54" y="11"/>
                    </a:cubicBezTo>
                    <a:cubicBezTo>
                      <a:pt x="56" y="11"/>
                      <a:pt x="58" y="12"/>
                      <a:pt x="60" y="13"/>
                    </a:cubicBezTo>
                    <a:cubicBezTo>
                      <a:pt x="62" y="15"/>
                      <a:pt x="63" y="18"/>
                      <a:pt x="63" y="21"/>
                    </a:cubicBezTo>
                    <a:cubicBezTo>
                      <a:pt x="63" y="24"/>
                      <a:pt x="62" y="26"/>
                      <a:pt x="60" y="28"/>
                    </a:cubicBezTo>
                    <a:cubicBezTo>
                      <a:pt x="59" y="31"/>
                      <a:pt x="56" y="32"/>
                      <a:pt x="53" y="32"/>
                    </a:cubicBezTo>
                    <a:cubicBezTo>
                      <a:pt x="51" y="32"/>
                      <a:pt x="49" y="31"/>
                      <a:pt x="47" y="30"/>
                    </a:cubicBezTo>
                    <a:cubicBezTo>
                      <a:pt x="46" y="28"/>
                      <a:pt x="45" y="26"/>
                      <a:pt x="44" y="23"/>
                    </a:cubicBezTo>
                    <a:close/>
                    <a:moveTo>
                      <a:pt x="86" y="28"/>
                    </a:moveTo>
                    <a:cubicBezTo>
                      <a:pt x="86" y="32"/>
                      <a:pt x="86" y="32"/>
                      <a:pt x="86" y="32"/>
                    </a:cubicBezTo>
                    <a:cubicBezTo>
                      <a:pt x="67" y="32"/>
                      <a:pt x="67" y="32"/>
                      <a:pt x="67" y="32"/>
                    </a:cubicBezTo>
                    <a:cubicBezTo>
                      <a:pt x="67" y="31"/>
                      <a:pt x="67" y="30"/>
                      <a:pt x="68" y="29"/>
                    </a:cubicBezTo>
                    <a:cubicBezTo>
                      <a:pt x="68" y="28"/>
                      <a:pt x="69" y="26"/>
                      <a:pt x="70" y="25"/>
                    </a:cubicBezTo>
                    <a:cubicBezTo>
                      <a:pt x="71" y="23"/>
                      <a:pt x="72" y="22"/>
                      <a:pt x="74" y="20"/>
                    </a:cubicBezTo>
                    <a:cubicBezTo>
                      <a:pt x="77" y="17"/>
                      <a:pt x="79" y="15"/>
                      <a:pt x="80" y="13"/>
                    </a:cubicBezTo>
                    <a:cubicBezTo>
                      <a:pt x="81" y="12"/>
                      <a:pt x="82" y="10"/>
                      <a:pt x="82" y="9"/>
                    </a:cubicBezTo>
                    <a:cubicBezTo>
                      <a:pt x="82" y="7"/>
                      <a:pt x="82" y="6"/>
                      <a:pt x="81" y="5"/>
                    </a:cubicBezTo>
                    <a:cubicBezTo>
                      <a:pt x="80" y="4"/>
                      <a:pt x="78" y="3"/>
                      <a:pt x="77" y="3"/>
                    </a:cubicBezTo>
                    <a:cubicBezTo>
                      <a:pt x="75" y="3"/>
                      <a:pt x="74" y="4"/>
                      <a:pt x="73" y="5"/>
                    </a:cubicBezTo>
                    <a:cubicBezTo>
                      <a:pt x="72" y="6"/>
                      <a:pt x="71" y="7"/>
                      <a:pt x="71" y="9"/>
                    </a:cubicBezTo>
                    <a:cubicBezTo>
                      <a:pt x="68" y="9"/>
                      <a:pt x="68" y="9"/>
                      <a:pt x="68" y="9"/>
                    </a:cubicBezTo>
                    <a:cubicBezTo>
                      <a:pt x="68" y="6"/>
                      <a:pt x="69" y="4"/>
                      <a:pt x="71" y="2"/>
                    </a:cubicBezTo>
                    <a:cubicBezTo>
                      <a:pt x="72" y="1"/>
                      <a:pt x="74" y="0"/>
                      <a:pt x="77" y="0"/>
                    </a:cubicBezTo>
                    <a:cubicBezTo>
                      <a:pt x="80" y="0"/>
                      <a:pt x="82" y="1"/>
                      <a:pt x="83" y="2"/>
                    </a:cubicBezTo>
                    <a:cubicBezTo>
                      <a:pt x="85" y="4"/>
                      <a:pt x="85" y="6"/>
                      <a:pt x="85" y="9"/>
                    </a:cubicBezTo>
                    <a:cubicBezTo>
                      <a:pt x="85" y="10"/>
                      <a:pt x="85" y="11"/>
                      <a:pt x="85" y="12"/>
                    </a:cubicBezTo>
                    <a:cubicBezTo>
                      <a:pt x="84" y="14"/>
                      <a:pt x="84" y="15"/>
                      <a:pt x="83" y="16"/>
                    </a:cubicBezTo>
                    <a:cubicBezTo>
                      <a:pt x="82" y="18"/>
                      <a:pt x="80" y="19"/>
                      <a:pt x="77" y="22"/>
                    </a:cubicBezTo>
                    <a:cubicBezTo>
                      <a:pt x="75" y="24"/>
                      <a:pt x="74" y="25"/>
                      <a:pt x="73" y="26"/>
                    </a:cubicBezTo>
                    <a:cubicBezTo>
                      <a:pt x="73" y="27"/>
                      <a:pt x="72" y="27"/>
                      <a:pt x="72" y="28"/>
                    </a:cubicBezTo>
                    <a:lnTo>
                      <a:pt x="86" y="28"/>
                    </a:lnTo>
                    <a:close/>
                  </a:path>
                </a:pathLst>
              </a:custGeom>
              <a:solidFill>
                <a:srgbClr val="E1E8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" name="Freeform 10"/>
              <p:cNvSpPr>
                <a:spLocks noEditPoints="1"/>
              </p:cNvSpPr>
              <p:nvPr/>
            </p:nvSpPr>
            <p:spPr bwMode="auto">
              <a:xfrm>
                <a:off x="4545044" y="3700823"/>
                <a:ext cx="1225550" cy="1182688"/>
              </a:xfrm>
              <a:custGeom>
                <a:avLst/>
                <a:gdLst>
                  <a:gd name="T0" fmla="*/ 376 w 496"/>
                  <a:gd name="T1" fmla="*/ 242 h 479"/>
                  <a:gd name="T2" fmla="*/ 302 w 496"/>
                  <a:gd name="T3" fmla="*/ 153 h 479"/>
                  <a:gd name="T4" fmla="*/ 245 w 496"/>
                  <a:gd name="T5" fmla="*/ 122 h 479"/>
                  <a:gd name="T6" fmla="*/ 221 w 496"/>
                  <a:gd name="T7" fmla="*/ 153 h 479"/>
                  <a:gd name="T8" fmla="*/ 237 w 496"/>
                  <a:gd name="T9" fmla="*/ 218 h 479"/>
                  <a:gd name="T10" fmla="*/ 145 w 496"/>
                  <a:gd name="T11" fmla="*/ 131 h 479"/>
                  <a:gd name="T12" fmla="*/ 248 w 496"/>
                  <a:gd name="T13" fmla="*/ 93 h 479"/>
                  <a:gd name="T14" fmla="*/ 398 w 496"/>
                  <a:gd name="T15" fmla="*/ 237 h 479"/>
                  <a:gd name="T16" fmla="*/ 237 w 496"/>
                  <a:gd name="T17" fmla="*/ 242 h 479"/>
                  <a:gd name="T18" fmla="*/ 237 w 496"/>
                  <a:gd name="T19" fmla="*/ 242 h 479"/>
                  <a:gd name="T20" fmla="*/ 259 w 496"/>
                  <a:gd name="T21" fmla="*/ 386 h 479"/>
                  <a:gd name="T22" fmla="*/ 358 w 496"/>
                  <a:gd name="T23" fmla="*/ 351 h 479"/>
                  <a:gd name="T24" fmla="*/ 91 w 496"/>
                  <a:gd name="T25" fmla="*/ 248 h 479"/>
                  <a:gd name="T26" fmla="*/ 342 w 496"/>
                  <a:gd name="T27" fmla="*/ 114 h 479"/>
                  <a:gd name="T28" fmla="*/ 252 w 496"/>
                  <a:gd name="T29" fmla="*/ 85 h 479"/>
                  <a:gd name="T30" fmla="*/ 64 w 496"/>
                  <a:gd name="T31" fmla="*/ 247 h 479"/>
                  <a:gd name="T32" fmla="*/ 151 w 496"/>
                  <a:gd name="T33" fmla="*/ 373 h 479"/>
                  <a:gd name="T34" fmla="*/ 89 w 496"/>
                  <a:gd name="T35" fmla="*/ 339 h 479"/>
                  <a:gd name="T36" fmla="*/ 151 w 496"/>
                  <a:gd name="T37" fmla="*/ 373 h 479"/>
                  <a:gd name="T38" fmla="*/ 199 w 496"/>
                  <a:gd name="T39" fmla="*/ 423 h 479"/>
                  <a:gd name="T40" fmla="*/ 327 w 496"/>
                  <a:gd name="T41" fmla="*/ 384 h 479"/>
                  <a:gd name="T42" fmla="*/ 296 w 496"/>
                  <a:gd name="T43" fmla="*/ 423 h 479"/>
                  <a:gd name="T44" fmla="*/ 451 w 496"/>
                  <a:gd name="T45" fmla="*/ 362 h 479"/>
                  <a:gd name="T46" fmla="*/ 357 w 496"/>
                  <a:gd name="T47" fmla="*/ 445 h 479"/>
                  <a:gd name="T48" fmla="*/ 459 w 496"/>
                  <a:gd name="T49" fmla="*/ 130 h 479"/>
                  <a:gd name="T50" fmla="*/ 488 w 496"/>
                  <a:gd name="T51" fmla="*/ 238 h 479"/>
                  <a:gd name="T52" fmla="*/ 248 w 496"/>
                  <a:gd name="T53" fmla="*/ 427 h 479"/>
                  <a:gd name="T54" fmla="*/ 333 w 496"/>
                  <a:gd name="T55" fmla="*/ 442 h 479"/>
                  <a:gd name="T56" fmla="*/ 456 w 496"/>
                  <a:gd name="T57" fmla="*/ 355 h 479"/>
                  <a:gd name="T58" fmla="*/ 488 w 496"/>
                  <a:gd name="T59" fmla="*/ 246 h 479"/>
                  <a:gd name="T60" fmla="*/ 55 w 496"/>
                  <a:gd name="T61" fmla="*/ 247 h 479"/>
                  <a:gd name="T62" fmla="*/ 8 w 496"/>
                  <a:gd name="T63" fmla="*/ 246 h 479"/>
                  <a:gd name="T64" fmla="*/ 156 w 496"/>
                  <a:gd name="T65" fmla="*/ 437 h 479"/>
                  <a:gd name="T66" fmla="*/ 78 w 496"/>
                  <a:gd name="T67" fmla="*/ 403 h 479"/>
                  <a:gd name="T68" fmla="*/ 79 w 496"/>
                  <a:gd name="T69" fmla="*/ 144 h 479"/>
                  <a:gd name="T70" fmla="*/ 78 w 496"/>
                  <a:gd name="T71" fmla="*/ 76 h 479"/>
                  <a:gd name="T72" fmla="*/ 243 w 496"/>
                  <a:gd name="T73" fmla="*/ 59 h 479"/>
                  <a:gd name="T74" fmla="*/ 412 w 496"/>
                  <a:gd name="T75" fmla="*/ 246 h 479"/>
                  <a:gd name="T76" fmla="*/ 430 w 496"/>
                  <a:gd name="T77" fmla="*/ 246 h 479"/>
                  <a:gd name="T78" fmla="*/ 131 w 496"/>
                  <a:gd name="T79" fmla="*/ 132 h 479"/>
                  <a:gd name="T80" fmla="*/ 164 w 496"/>
                  <a:gd name="T81" fmla="*/ 45 h 479"/>
                  <a:gd name="T82" fmla="*/ 385 w 496"/>
                  <a:gd name="T83" fmla="*/ 331 h 479"/>
                  <a:gd name="T84" fmla="*/ 306 w 496"/>
                  <a:gd name="T85" fmla="*/ 425 h 479"/>
                  <a:gd name="T86" fmla="*/ 385 w 496"/>
                  <a:gd name="T87" fmla="*/ 331 h 479"/>
                  <a:gd name="T88" fmla="*/ 148 w 496"/>
                  <a:gd name="T89" fmla="*/ 29 h 479"/>
                  <a:gd name="T90" fmla="*/ 390 w 496"/>
                  <a:gd name="T91" fmla="*/ 165 h 479"/>
                  <a:gd name="T92" fmla="*/ 411 w 496"/>
                  <a:gd name="T93" fmla="*/ 156 h 479"/>
                  <a:gd name="T94" fmla="*/ 76 w 496"/>
                  <a:gd name="T95" fmla="*/ 151 h 479"/>
                  <a:gd name="T96" fmla="*/ 37 w 496"/>
                  <a:gd name="T97" fmla="*/ 129 h 479"/>
                  <a:gd name="T98" fmla="*/ 340 w 496"/>
                  <a:gd name="T99" fmla="*/ 41 h 479"/>
                  <a:gd name="T100" fmla="*/ 418 w 496"/>
                  <a:gd name="T101" fmla="*/ 76 h 479"/>
                  <a:gd name="T102" fmla="*/ 385 w 496"/>
                  <a:gd name="T103" fmla="*/ 158 h 479"/>
                  <a:gd name="T104" fmla="*/ 308 w 496"/>
                  <a:gd name="T105" fmla="*/ 52 h 479"/>
                  <a:gd name="T106" fmla="*/ 105 w 496"/>
                  <a:gd name="T107" fmla="*/ 165 h 479"/>
                  <a:gd name="T108" fmla="*/ 83 w 496"/>
                  <a:gd name="T109" fmla="*/ 239 h 479"/>
                  <a:gd name="T110" fmla="*/ 496 w 496"/>
                  <a:gd name="T111" fmla="*/ 240 h 479"/>
                  <a:gd name="T112" fmla="*/ 72 w 496"/>
                  <a:gd name="T113" fmla="*/ 409 h 479"/>
                  <a:gd name="T114" fmla="*/ 248 w 496"/>
                  <a:gd name="T115" fmla="*/ 0 h 4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496" h="479">
                    <a:moveTo>
                      <a:pt x="259" y="227"/>
                    </a:moveTo>
                    <a:cubicBezTo>
                      <a:pt x="259" y="242"/>
                      <a:pt x="259" y="242"/>
                      <a:pt x="259" y="242"/>
                    </a:cubicBezTo>
                    <a:cubicBezTo>
                      <a:pt x="376" y="242"/>
                      <a:pt x="376" y="242"/>
                      <a:pt x="376" y="242"/>
                    </a:cubicBezTo>
                    <a:cubicBezTo>
                      <a:pt x="259" y="227"/>
                      <a:pt x="259" y="227"/>
                      <a:pt x="259" y="227"/>
                    </a:cubicBezTo>
                    <a:close/>
                    <a:moveTo>
                      <a:pt x="259" y="168"/>
                    </a:moveTo>
                    <a:cubicBezTo>
                      <a:pt x="258" y="150"/>
                      <a:pt x="291" y="153"/>
                      <a:pt x="302" y="153"/>
                    </a:cubicBezTo>
                    <a:cubicBezTo>
                      <a:pt x="329" y="153"/>
                      <a:pt x="362" y="154"/>
                      <a:pt x="362" y="154"/>
                    </a:cubicBezTo>
                    <a:cubicBezTo>
                      <a:pt x="360" y="151"/>
                      <a:pt x="354" y="147"/>
                      <a:pt x="349" y="144"/>
                    </a:cubicBezTo>
                    <a:cubicBezTo>
                      <a:pt x="322" y="129"/>
                      <a:pt x="260" y="122"/>
                      <a:pt x="245" y="122"/>
                    </a:cubicBezTo>
                    <a:cubicBezTo>
                      <a:pt x="203" y="122"/>
                      <a:pt x="153" y="132"/>
                      <a:pt x="153" y="132"/>
                    </a:cubicBezTo>
                    <a:cubicBezTo>
                      <a:pt x="153" y="151"/>
                      <a:pt x="153" y="151"/>
                      <a:pt x="153" y="151"/>
                    </a:cubicBezTo>
                    <a:cubicBezTo>
                      <a:pt x="153" y="151"/>
                      <a:pt x="216" y="152"/>
                      <a:pt x="221" y="153"/>
                    </a:cubicBezTo>
                    <a:cubicBezTo>
                      <a:pt x="224" y="154"/>
                      <a:pt x="228" y="154"/>
                      <a:pt x="231" y="156"/>
                    </a:cubicBezTo>
                    <a:cubicBezTo>
                      <a:pt x="234" y="158"/>
                      <a:pt x="236" y="165"/>
                      <a:pt x="236" y="168"/>
                    </a:cubicBezTo>
                    <a:cubicBezTo>
                      <a:pt x="237" y="177"/>
                      <a:pt x="237" y="185"/>
                      <a:pt x="237" y="218"/>
                    </a:cubicBezTo>
                    <a:cubicBezTo>
                      <a:pt x="91" y="238"/>
                      <a:pt x="91" y="238"/>
                      <a:pt x="91" y="238"/>
                    </a:cubicBezTo>
                    <a:cubicBezTo>
                      <a:pt x="93" y="200"/>
                      <a:pt x="110" y="164"/>
                      <a:pt x="137" y="138"/>
                    </a:cubicBezTo>
                    <a:cubicBezTo>
                      <a:pt x="140" y="135"/>
                      <a:pt x="142" y="133"/>
                      <a:pt x="145" y="131"/>
                    </a:cubicBezTo>
                    <a:cubicBezTo>
                      <a:pt x="145" y="131"/>
                      <a:pt x="145" y="131"/>
                      <a:pt x="145" y="131"/>
                    </a:cubicBezTo>
                    <a:cubicBezTo>
                      <a:pt x="146" y="130"/>
                      <a:pt x="146" y="130"/>
                      <a:pt x="146" y="130"/>
                    </a:cubicBezTo>
                    <a:cubicBezTo>
                      <a:pt x="173" y="107"/>
                      <a:pt x="209" y="93"/>
                      <a:pt x="248" y="93"/>
                    </a:cubicBezTo>
                    <a:cubicBezTo>
                      <a:pt x="291" y="93"/>
                      <a:pt x="330" y="110"/>
                      <a:pt x="358" y="138"/>
                    </a:cubicBezTo>
                    <a:cubicBezTo>
                      <a:pt x="384" y="163"/>
                      <a:pt x="401" y="198"/>
                      <a:pt x="403" y="237"/>
                    </a:cubicBezTo>
                    <a:cubicBezTo>
                      <a:pt x="398" y="237"/>
                      <a:pt x="398" y="237"/>
                      <a:pt x="398" y="237"/>
                    </a:cubicBezTo>
                    <a:cubicBezTo>
                      <a:pt x="259" y="218"/>
                      <a:pt x="259" y="218"/>
                      <a:pt x="259" y="218"/>
                    </a:cubicBezTo>
                    <a:cubicBezTo>
                      <a:pt x="259" y="168"/>
                      <a:pt x="259" y="168"/>
                      <a:pt x="259" y="168"/>
                    </a:cubicBezTo>
                    <a:close/>
                    <a:moveTo>
                      <a:pt x="237" y="242"/>
                    </a:moveTo>
                    <a:cubicBezTo>
                      <a:pt x="114" y="242"/>
                      <a:pt x="114" y="242"/>
                      <a:pt x="114" y="242"/>
                    </a:cubicBezTo>
                    <a:cubicBezTo>
                      <a:pt x="237" y="258"/>
                      <a:pt x="237" y="258"/>
                      <a:pt x="237" y="258"/>
                    </a:cubicBezTo>
                    <a:cubicBezTo>
                      <a:pt x="237" y="251"/>
                      <a:pt x="237" y="249"/>
                      <a:pt x="237" y="242"/>
                    </a:cubicBezTo>
                    <a:close/>
                    <a:moveTo>
                      <a:pt x="237" y="266"/>
                    </a:moveTo>
                    <a:cubicBezTo>
                      <a:pt x="237" y="386"/>
                      <a:pt x="237" y="386"/>
                      <a:pt x="237" y="386"/>
                    </a:cubicBezTo>
                    <a:cubicBezTo>
                      <a:pt x="259" y="386"/>
                      <a:pt x="259" y="386"/>
                      <a:pt x="259" y="386"/>
                    </a:cubicBezTo>
                    <a:cubicBezTo>
                      <a:pt x="259" y="266"/>
                      <a:pt x="259" y="266"/>
                      <a:pt x="259" y="266"/>
                    </a:cubicBezTo>
                    <a:cubicBezTo>
                      <a:pt x="403" y="247"/>
                      <a:pt x="403" y="247"/>
                      <a:pt x="403" y="247"/>
                    </a:cubicBezTo>
                    <a:cubicBezTo>
                      <a:pt x="403" y="288"/>
                      <a:pt x="385" y="324"/>
                      <a:pt x="358" y="351"/>
                    </a:cubicBezTo>
                    <a:cubicBezTo>
                      <a:pt x="329" y="378"/>
                      <a:pt x="290" y="395"/>
                      <a:pt x="247" y="395"/>
                    </a:cubicBezTo>
                    <a:cubicBezTo>
                      <a:pt x="204" y="395"/>
                      <a:pt x="165" y="378"/>
                      <a:pt x="137" y="351"/>
                    </a:cubicBezTo>
                    <a:cubicBezTo>
                      <a:pt x="110" y="324"/>
                      <a:pt x="92" y="288"/>
                      <a:pt x="91" y="248"/>
                    </a:cubicBezTo>
                    <a:cubicBezTo>
                      <a:pt x="237" y="266"/>
                      <a:pt x="237" y="266"/>
                      <a:pt x="237" y="266"/>
                    </a:cubicBezTo>
                    <a:close/>
                    <a:moveTo>
                      <a:pt x="252" y="85"/>
                    </a:moveTo>
                    <a:cubicBezTo>
                      <a:pt x="285" y="86"/>
                      <a:pt x="316" y="97"/>
                      <a:pt x="342" y="114"/>
                    </a:cubicBezTo>
                    <a:cubicBezTo>
                      <a:pt x="325" y="81"/>
                      <a:pt x="305" y="61"/>
                      <a:pt x="298" y="54"/>
                    </a:cubicBezTo>
                    <a:cubicBezTo>
                      <a:pt x="285" y="57"/>
                      <a:pt x="270" y="59"/>
                      <a:pt x="252" y="59"/>
                    </a:cubicBezTo>
                    <a:cubicBezTo>
                      <a:pt x="252" y="85"/>
                      <a:pt x="252" y="85"/>
                      <a:pt x="252" y="85"/>
                    </a:cubicBezTo>
                    <a:close/>
                    <a:moveTo>
                      <a:pt x="105" y="324"/>
                    </a:moveTo>
                    <a:cubicBezTo>
                      <a:pt x="91" y="301"/>
                      <a:pt x="84" y="275"/>
                      <a:pt x="83" y="247"/>
                    </a:cubicBezTo>
                    <a:cubicBezTo>
                      <a:pt x="64" y="247"/>
                      <a:pt x="64" y="247"/>
                      <a:pt x="64" y="247"/>
                    </a:cubicBezTo>
                    <a:cubicBezTo>
                      <a:pt x="64" y="278"/>
                      <a:pt x="73" y="307"/>
                      <a:pt x="85" y="332"/>
                    </a:cubicBezTo>
                    <a:cubicBezTo>
                      <a:pt x="91" y="329"/>
                      <a:pt x="98" y="326"/>
                      <a:pt x="105" y="324"/>
                    </a:cubicBezTo>
                    <a:close/>
                    <a:moveTo>
                      <a:pt x="151" y="373"/>
                    </a:moveTo>
                    <a:cubicBezTo>
                      <a:pt x="144" y="368"/>
                      <a:pt x="137" y="363"/>
                      <a:pt x="131" y="357"/>
                    </a:cubicBezTo>
                    <a:cubicBezTo>
                      <a:pt x="123" y="349"/>
                      <a:pt x="116" y="340"/>
                      <a:pt x="109" y="331"/>
                    </a:cubicBezTo>
                    <a:cubicBezTo>
                      <a:pt x="102" y="334"/>
                      <a:pt x="95" y="336"/>
                      <a:pt x="89" y="339"/>
                    </a:cubicBezTo>
                    <a:cubicBezTo>
                      <a:pt x="115" y="391"/>
                      <a:pt x="155" y="425"/>
                      <a:pt x="164" y="433"/>
                    </a:cubicBezTo>
                    <a:cubicBezTo>
                      <a:pt x="171" y="430"/>
                      <a:pt x="180" y="427"/>
                      <a:pt x="189" y="425"/>
                    </a:cubicBezTo>
                    <a:cubicBezTo>
                      <a:pt x="181" y="417"/>
                      <a:pt x="166" y="400"/>
                      <a:pt x="151" y="373"/>
                    </a:cubicBezTo>
                    <a:close/>
                    <a:moveTo>
                      <a:pt x="243" y="403"/>
                    </a:moveTo>
                    <a:cubicBezTo>
                      <a:pt x="215" y="403"/>
                      <a:pt x="189" y="395"/>
                      <a:pt x="166" y="383"/>
                    </a:cubicBezTo>
                    <a:cubicBezTo>
                      <a:pt x="181" y="406"/>
                      <a:pt x="194" y="419"/>
                      <a:pt x="199" y="423"/>
                    </a:cubicBezTo>
                    <a:cubicBezTo>
                      <a:pt x="212" y="420"/>
                      <a:pt x="226" y="419"/>
                      <a:pt x="243" y="418"/>
                    </a:cubicBezTo>
                    <a:cubicBezTo>
                      <a:pt x="243" y="403"/>
                      <a:pt x="243" y="403"/>
                      <a:pt x="243" y="403"/>
                    </a:cubicBezTo>
                    <a:close/>
                    <a:moveTo>
                      <a:pt x="327" y="384"/>
                    </a:moveTo>
                    <a:cubicBezTo>
                      <a:pt x="304" y="396"/>
                      <a:pt x="279" y="403"/>
                      <a:pt x="252" y="403"/>
                    </a:cubicBezTo>
                    <a:cubicBezTo>
                      <a:pt x="252" y="418"/>
                      <a:pt x="252" y="418"/>
                      <a:pt x="252" y="418"/>
                    </a:cubicBezTo>
                    <a:cubicBezTo>
                      <a:pt x="269" y="419"/>
                      <a:pt x="284" y="421"/>
                      <a:pt x="296" y="423"/>
                    </a:cubicBezTo>
                    <a:cubicBezTo>
                      <a:pt x="301" y="419"/>
                      <a:pt x="313" y="406"/>
                      <a:pt x="327" y="384"/>
                    </a:cubicBezTo>
                    <a:close/>
                    <a:moveTo>
                      <a:pt x="418" y="403"/>
                    </a:moveTo>
                    <a:cubicBezTo>
                      <a:pt x="430" y="391"/>
                      <a:pt x="442" y="377"/>
                      <a:pt x="451" y="362"/>
                    </a:cubicBezTo>
                    <a:cubicBezTo>
                      <a:pt x="446" y="359"/>
                      <a:pt x="433" y="351"/>
                      <a:pt x="414" y="343"/>
                    </a:cubicBezTo>
                    <a:cubicBezTo>
                      <a:pt x="390" y="392"/>
                      <a:pt x="355" y="426"/>
                      <a:pt x="342" y="437"/>
                    </a:cubicBezTo>
                    <a:cubicBezTo>
                      <a:pt x="350" y="441"/>
                      <a:pt x="355" y="444"/>
                      <a:pt x="357" y="445"/>
                    </a:cubicBezTo>
                    <a:cubicBezTo>
                      <a:pt x="380" y="434"/>
                      <a:pt x="400" y="420"/>
                      <a:pt x="418" y="403"/>
                    </a:cubicBezTo>
                    <a:close/>
                    <a:moveTo>
                      <a:pt x="488" y="238"/>
                    </a:moveTo>
                    <a:cubicBezTo>
                      <a:pt x="487" y="199"/>
                      <a:pt x="477" y="162"/>
                      <a:pt x="459" y="130"/>
                    </a:cubicBezTo>
                    <a:cubicBezTo>
                      <a:pt x="453" y="134"/>
                      <a:pt x="439" y="143"/>
                      <a:pt x="419" y="152"/>
                    </a:cubicBezTo>
                    <a:cubicBezTo>
                      <a:pt x="430" y="178"/>
                      <a:pt x="437" y="207"/>
                      <a:pt x="438" y="238"/>
                    </a:cubicBezTo>
                    <a:cubicBezTo>
                      <a:pt x="488" y="238"/>
                      <a:pt x="488" y="238"/>
                      <a:pt x="488" y="238"/>
                    </a:cubicBezTo>
                    <a:close/>
                    <a:moveTo>
                      <a:pt x="248" y="471"/>
                    </a:moveTo>
                    <a:cubicBezTo>
                      <a:pt x="212" y="471"/>
                      <a:pt x="179" y="464"/>
                      <a:pt x="148" y="450"/>
                    </a:cubicBezTo>
                    <a:cubicBezTo>
                      <a:pt x="161" y="443"/>
                      <a:pt x="193" y="426"/>
                      <a:pt x="248" y="427"/>
                    </a:cubicBezTo>
                    <a:cubicBezTo>
                      <a:pt x="287" y="427"/>
                      <a:pt x="314" y="435"/>
                      <a:pt x="332" y="442"/>
                    </a:cubicBezTo>
                    <a:cubicBezTo>
                      <a:pt x="332" y="442"/>
                      <a:pt x="332" y="442"/>
                      <a:pt x="333" y="442"/>
                    </a:cubicBezTo>
                    <a:cubicBezTo>
                      <a:pt x="333" y="442"/>
                      <a:pt x="333" y="442"/>
                      <a:pt x="333" y="442"/>
                    </a:cubicBezTo>
                    <a:cubicBezTo>
                      <a:pt x="340" y="445"/>
                      <a:pt x="345" y="448"/>
                      <a:pt x="348" y="450"/>
                    </a:cubicBezTo>
                    <a:cubicBezTo>
                      <a:pt x="318" y="463"/>
                      <a:pt x="284" y="471"/>
                      <a:pt x="248" y="471"/>
                    </a:cubicBezTo>
                    <a:close/>
                    <a:moveTo>
                      <a:pt x="456" y="355"/>
                    </a:moveTo>
                    <a:cubicBezTo>
                      <a:pt x="450" y="352"/>
                      <a:pt x="437" y="344"/>
                      <a:pt x="418" y="335"/>
                    </a:cubicBezTo>
                    <a:cubicBezTo>
                      <a:pt x="429" y="309"/>
                      <a:pt x="438" y="279"/>
                      <a:pt x="438" y="246"/>
                    </a:cubicBezTo>
                    <a:cubicBezTo>
                      <a:pt x="488" y="246"/>
                      <a:pt x="488" y="246"/>
                      <a:pt x="488" y="246"/>
                    </a:cubicBezTo>
                    <a:cubicBezTo>
                      <a:pt x="486" y="286"/>
                      <a:pt x="475" y="323"/>
                      <a:pt x="456" y="355"/>
                    </a:cubicBezTo>
                    <a:close/>
                    <a:moveTo>
                      <a:pt x="8" y="246"/>
                    </a:moveTo>
                    <a:cubicBezTo>
                      <a:pt x="55" y="247"/>
                      <a:pt x="55" y="247"/>
                      <a:pt x="55" y="247"/>
                    </a:cubicBezTo>
                    <a:cubicBezTo>
                      <a:pt x="56" y="280"/>
                      <a:pt x="65" y="309"/>
                      <a:pt x="78" y="335"/>
                    </a:cubicBezTo>
                    <a:cubicBezTo>
                      <a:pt x="59" y="344"/>
                      <a:pt x="46" y="352"/>
                      <a:pt x="41" y="356"/>
                    </a:cubicBezTo>
                    <a:cubicBezTo>
                      <a:pt x="21" y="324"/>
                      <a:pt x="9" y="286"/>
                      <a:pt x="8" y="246"/>
                    </a:cubicBezTo>
                    <a:close/>
                    <a:moveTo>
                      <a:pt x="78" y="403"/>
                    </a:moveTo>
                    <a:cubicBezTo>
                      <a:pt x="96" y="421"/>
                      <a:pt x="117" y="435"/>
                      <a:pt x="140" y="446"/>
                    </a:cubicBezTo>
                    <a:cubicBezTo>
                      <a:pt x="143" y="444"/>
                      <a:pt x="148" y="441"/>
                      <a:pt x="156" y="437"/>
                    </a:cubicBezTo>
                    <a:cubicBezTo>
                      <a:pt x="142" y="425"/>
                      <a:pt x="106" y="391"/>
                      <a:pt x="81" y="343"/>
                    </a:cubicBezTo>
                    <a:cubicBezTo>
                      <a:pt x="63" y="352"/>
                      <a:pt x="50" y="360"/>
                      <a:pt x="45" y="363"/>
                    </a:cubicBezTo>
                    <a:cubicBezTo>
                      <a:pt x="54" y="378"/>
                      <a:pt x="66" y="391"/>
                      <a:pt x="78" y="403"/>
                    </a:cubicBezTo>
                    <a:close/>
                    <a:moveTo>
                      <a:pt x="78" y="76"/>
                    </a:moveTo>
                    <a:cubicBezTo>
                      <a:pt x="64" y="90"/>
                      <a:pt x="52" y="105"/>
                      <a:pt x="41" y="122"/>
                    </a:cubicBezTo>
                    <a:cubicBezTo>
                      <a:pt x="47" y="126"/>
                      <a:pt x="60" y="134"/>
                      <a:pt x="79" y="144"/>
                    </a:cubicBezTo>
                    <a:cubicBezTo>
                      <a:pt x="104" y="91"/>
                      <a:pt x="142" y="54"/>
                      <a:pt x="155" y="41"/>
                    </a:cubicBezTo>
                    <a:cubicBezTo>
                      <a:pt x="147" y="38"/>
                      <a:pt x="142" y="35"/>
                      <a:pt x="139" y="33"/>
                    </a:cubicBezTo>
                    <a:cubicBezTo>
                      <a:pt x="116" y="45"/>
                      <a:pt x="96" y="59"/>
                      <a:pt x="78" y="76"/>
                    </a:cubicBezTo>
                    <a:close/>
                    <a:moveTo>
                      <a:pt x="153" y="114"/>
                    </a:moveTo>
                    <a:cubicBezTo>
                      <a:pt x="179" y="96"/>
                      <a:pt x="210" y="86"/>
                      <a:pt x="243" y="85"/>
                    </a:cubicBezTo>
                    <a:cubicBezTo>
                      <a:pt x="243" y="59"/>
                      <a:pt x="243" y="59"/>
                      <a:pt x="243" y="59"/>
                    </a:cubicBezTo>
                    <a:cubicBezTo>
                      <a:pt x="226" y="59"/>
                      <a:pt x="210" y="57"/>
                      <a:pt x="197" y="54"/>
                    </a:cubicBezTo>
                    <a:cubicBezTo>
                      <a:pt x="190" y="61"/>
                      <a:pt x="170" y="81"/>
                      <a:pt x="153" y="114"/>
                    </a:cubicBezTo>
                    <a:close/>
                    <a:moveTo>
                      <a:pt x="412" y="246"/>
                    </a:moveTo>
                    <a:cubicBezTo>
                      <a:pt x="411" y="275"/>
                      <a:pt x="403" y="301"/>
                      <a:pt x="390" y="324"/>
                    </a:cubicBezTo>
                    <a:cubicBezTo>
                      <a:pt x="397" y="327"/>
                      <a:pt x="404" y="329"/>
                      <a:pt x="410" y="332"/>
                    </a:cubicBezTo>
                    <a:cubicBezTo>
                      <a:pt x="421" y="307"/>
                      <a:pt x="429" y="278"/>
                      <a:pt x="430" y="246"/>
                    </a:cubicBezTo>
                    <a:cubicBezTo>
                      <a:pt x="412" y="246"/>
                      <a:pt x="412" y="246"/>
                      <a:pt x="412" y="246"/>
                    </a:cubicBezTo>
                    <a:close/>
                    <a:moveTo>
                      <a:pt x="110" y="158"/>
                    </a:moveTo>
                    <a:cubicBezTo>
                      <a:pt x="116" y="148"/>
                      <a:pt x="123" y="140"/>
                      <a:pt x="131" y="132"/>
                    </a:cubicBezTo>
                    <a:cubicBezTo>
                      <a:pt x="134" y="129"/>
                      <a:pt x="136" y="127"/>
                      <a:pt x="139" y="125"/>
                    </a:cubicBezTo>
                    <a:cubicBezTo>
                      <a:pt x="155" y="88"/>
                      <a:pt x="177" y="63"/>
                      <a:pt x="187" y="52"/>
                    </a:cubicBezTo>
                    <a:cubicBezTo>
                      <a:pt x="178" y="50"/>
                      <a:pt x="171" y="47"/>
                      <a:pt x="164" y="45"/>
                    </a:cubicBezTo>
                    <a:cubicBezTo>
                      <a:pt x="155" y="53"/>
                      <a:pt x="113" y="91"/>
                      <a:pt x="86" y="148"/>
                    </a:cubicBezTo>
                    <a:cubicBezTo>
                      <a:pt x="93" y="151"/>
                      <a:pt x="101" y="154"/>
                      <a:pt x="110" y="158"/>
                    </a:cubicBezTo>
                    <a:close/>
                    <a:moveTo>
                      <a:pt x="385" y="331"/>
                    </a:moveTo>
                    <a:cubicBezTo>
                      <a:pt x="379" y="340"/>
                      <a:pt x="372" y="349"/>
                      <a:pt x="363" y="357"/>
                    </a:cubicBezTo>
                    <a:cubicBezTo>
                      <a:pt x="357" y="363"/>
                      <a:pt x="349" y="369"/>
                      <a:pt x="341" y="375"/>
                    </a:cubicBezTo>
                    <a:cubicBezTo>
                      <a:pt x="328" y="400"/>
                      <a:pt x="314" y="417"/>
                      <a:pt x="306" y="425"/>
                    </a:cubicBezTo>
                    <a:cubicBezTo>
                      <a:pt x="317" y="428"/>
                      <a:pt x="326" y="431"/>
                      <a:pt x="334" y="434"/>
                    </a:cubicBezTo>
                    <a:cubicBezTo>
                      <a:pt x="342" y="426"/>
                      <a:pt x="381" y="392"/>
                      <a:pt x="407" y="339"/>
                    </a:cubicBezTo>
                    <a:cubicBezTo>
                      <a:pt x="400" y="337"/>
                      <a:pt x="393" y="334"/>
                      <a:pt x="385" y="331"/>
                    </a:cubicBezTo>
                    <a:close/>
                    <a:moveTo>
                      <a:pt x="346" y="29"/>
                    </a:moveTo>
                    <a:cubicBezTo>
                      <a:pt x="335" y="36"/>
                      <a:pt x="305" y="50"/>
                      <a:pt x="248" y="51"/>
                    </a:cubicBezTo>
                    <a:cubicBezTo>
                      <a:pt x="199" y="52"/>
                      <a:pt x="163" y="36"/>
                      <a:pt x="148" y="29"/>
                    </a:cubicBezTo>
                    <a:cubicBezTo>
                      <a:pt x="179" y="16"/>
                      <a:pt x="212" y="8"/>
                      <a:pt x="248" y="8"/>
                    </a:cubicBezTo>
                    <a:cubicBezTo>
                      <a:pt x="283" y="8"/>
                      <a:pt x="316" y="16"/>
                      <a:pt x="346" y="29"/>
                    </a:cubicBezTo>
                    <a:close/>
                    <a:moveTo>
                      <a:pt x="390" y="165"/>
                    </a:moveTo>
                    <a:cubicBezTo>
                      <a:pt x="403" y="187"/>
                      <a:pt x="410" y="212"/>
                      <a:pt x="411" y="238"/>
                    </a:cubicBezTo>
                    <a:cubicBezTo>
                      <a:pt x="430" y="238"/>
                      <a:pt x="430" y="238"/>
                      <a:pt x="430" y="238"/>
                    </a:cubicBezTo>
                    <a:cubicBezTo>
                      <a:pt x="429" y="208"/>
                      <a:pt x="422" y="180"/>
                      <a:pt x="411" y="156"/>
                    </a:cubicBezTo>
                    <a:cubicBezTo>
                      <a:pt x="405" y="159"/>
                      <a:pt x="398" y="162"/>
                      <a:pt x="390" y="165"/>
                    </a:cubicBezTo>
                    <a:close/>
                    <a:moveTo>
                      <a:pt x="37" y="129"/>
                    </a:moveTo>
                    <a:cubicBezTo>
                      <a:pt x="43" y="133"/>
                      <a:pt x="56" y="142"/>
                      <a:pt x="76" y="151"/>
                    </a:cubicBezTo>
                    <a:cubicBezTo>
                      <a:pt x="64" y="177"/>
                      <a:pt x="56" y="207"/>
                      <a:pt x="55" y="238"/>
                    </a:cubicBezTo>
                    <a:cubicBezTo>
                      <a:pt x="8" y="238"/>
                      <a:pt x="8" y="238"/>
                      <a:pt x="8" y="238"/>
                    </a:cubicBezTo>
                    <a:cubicBezTo>
                      <a:pt x="8" y="198"/>
                      <a:pt x="19" y="161"/>
                      <a:pt x="37" y="129"/>
                    </a:cubicBezTo>
                    <a:close/>
                    <a:moveTo>
                      <a:pt x="418" y="76"/>
                    </a:moveTo>
                    <a:cubicBezTo>
                      <a:pt x="399" y="59"/>
                      <a:pt x="378" y="44"/>
                      <a:pt x="355" y="33"/>
                    </a:cubicBezTo>
                    <a:cubicBezTo>
                      <a:pt x="353" y="35"/>
                      <a:pt x="348" y="38"/>
                      <a:pt x="340" y="41"/>
                    </a:cubicBezTo>
                    <a:cubicBezTo>
                      <a:pt x="353" y="54"/>
                      <a:pt x="391" y="91"/>
                      <a:pt x="416" y="145"/>
                    </a:cubicBezTo>
                    <a:cubicBezTo>
                      <a:pt x="436" y="135"/>
                      <a:pt x="449" y="126"/>
                      <a:pt x="455" y="123"/>
                    </a:cubicBezTo>
                    <a:cubicBezTo>
                      <a:pt x="444" y="106"/>
                      <a:pt x="432" y="90"/>
                      <a:pt x="418" y="76"/>
                    </a:cubicBezTo>
                    <a:close/>
                    <a:moveTo>
                      <a:pt x="356" y="125"/>
                    </a:moveTo>
                    <a:cubicBezTo>
                      <a:pt x="359" y="127"/>
                      <a:pt x="361" y="129"/>
                      <a:pt x="364" y="132"/>
                    </a:cubicBezTo>
                    <a:cubicBezTo>
                      <a:pt x="372" y="140"/>
                      <a:pt x="379" y="148"/>
                      <a:pt x="385" y="158"/>
                    </a:cubicBezTo>
                    <a:cubicBezTo>
                      <a:pt x="394" y="155"/>
                      <a:pt x="401" y="152"/>
                      <a:pt x="408" y="148"/>
                    </a:cubicBezTo>
                    <a:cubicBezTo>
                      <a:pt x="382" y="92"/>
                      <a:pt x="341" y="53"/>
                      <a:pt x="332" y="45"/>
                    </a:cubicBezTo>
                    <a:cubicBezTo>
                      <a:pt x="325" y="48"/>
                      <a:pt x="317" y="50"/>
                      <a:pt x="308" y="52"/>
                    </a:cubicBezTo>
                    <a:cubicBezTo>
                      <a:pt x="318" y="63"/>
                      <a:pt x="340" y="88"/>
                      <a:pt x="356" y="125"/>
                    </a:cubicBezTo>
                    <a:close/>
                    <a:moveTo>
                      <a:pt x="83" y="239"/>
                    </a:moveTo>
                    <a:cubicBezTo>
                      <a:pt x="84" y="212"/>
                      <a:pt x="92" y="187"/>
                      <a:pt x="105" y="165"/>
                    </a:cubicBezTo>
                    <a:cubicBezTo>
                      <a:pt x="97" y="162"/>
                      <a:pt x="90" y="158"/>
                      <a:pt x="83" y="155"/>
                    </a:cubicBezTo>
                    <a:cubicBezTo>
                      <a:pt x="72" y="180"/>
                      <a:pt x="64" y="208"/>
                      <a:pt x="64" y="239"/>
                    </a:cubicBezTo>
                    <a:cubicBezTo>
                      <a:pt x="83" y="239"/>
                      <a:pt x="83" y="239"/>
                      <a:pt x="83" y="239"/>
                    </a:cubicBezTo>
                    <a:close/>
                    <a:moveTo>
                      <a:pt x="248" y="0"/>
                    </a:moveTo>
                    <a:cubicBezTo>
                      <a:pt x="316" y="0"/>
                      <a:pt x="378" y="27"/>
                      <a:pt x="423" y="70"/>
                    </a:cubicBezTo>
                    <a:cubicBezTo>
                      <a:pt x="468" y="114"/>
                      <a:pt x="496" y="173"/>
                      <a:pt x="496" y="240"/>
                    </a:cubicBezTo>
                    <a:cubicBezTo>
                      <a:pt x="496" y="306"/>
                      <a:pt x="468" y="366"/>
                      <a:pt x="423" y="409"/>
                    </a:cubicBezTo>
                    <a:cubicBezTo>
                      <a:pt x="378" y="452"/>
                      <a:pt x="316" y="479"/>
                      <a:pt x="248" y="479"/>
                    </a:cubicBezTo>
                    <a:cubicBezTo>
                      <a:pt x="179" y="479"/>
                      <a:pt x="117" y="452"/>
                      <a:pt x="72" y="409"/>
                    </a:cubicBezTo>
                    <a:cubicBezTo>
                      <a:pt x="27" y="366"/>
                      <a:pt x="0" y="306"/>
                      <a:pt x="0" y="240"/>
                    </a:cubicBezTo>
                    <a:cubicBezTo>
                      <a:pt x="0" y="173"/>
                      <a:pt x="27" y="114"/>
                      <a:pt x="72" y="70"/>
                    </a:cubicBezTo>
                    <a:cubicBezTo>
                      <a:pt x="117" y="27"/>
                      <a:pt x="179" y="0"/>
                      <a:pt x="248" y="0"/>
                    </a:cubicBezTo>
                    <a:close/>
                  </a:path>
                </a:pathLst>
              </a:custGeom>
              <a:solidFill>
                <a:srgbClr val="C0C0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" name="Freeform 11"/>
              <p:cNvSpPr>
                <a:spLocks noEditPoints="1"/>
              </p:cNvSpPr>
              <p:nvPr/>
            </p:nvSpPr>
            <p:spPr bwMode="auto">
              <a:xfrm>
                <a:off x="4391057" y="3538897"/>
                <a:ext cx="1530350" cy="1492250"/>
              </a:xfrm>
              <a:custGeom>
                <a:avLst/>
                <a:gdLst>
                  <a:gd name="T0" fmla="*/ 309 w 619"/>
                  <a:gd name="T1" fmla="*/ 0 h 605"/>
                  <a:gd name="T2" fmla="*/ 528 w 619"/>
                  <a:gd name="T3" fmla="*/ 89 h 605"/>
                  <a:gd name="T4" fmla="*/ 619 w 619"/>
                  <a:gd name="T5" fmla="*/ 303 h 605"/>
                  <a:gd name="T6" fmla="*/ 528 w 619"/>
                  <a:gd name="T7" fmla="*/ 517 h 605"/>
                  <a:gd name="T8" fmla="*/ 309 w 619"/>
                  <a:gd name="T9" fmla="*/ 605 h 605"/>
                  <a:gd name="T10" fmla="*/ 91 w 619"/>
                  <a:gd name="T11" fmla="*/ 517 h 605"/>
                  <a:gd name="T12" fmla="*/ 0 w 619"/>
                  <a:gd name="T13" fmla="*/ 303 h 605"/>
                  <a:gd name="T14" fmla="*/ 91 w 619"/>
                  <a:gd name="T15" fmla="*/ 89 h 605"/>
                  <a:gd name="T16" fmla="*/ 309 w 619"/>
                  <a:gd name="T17" fmla="*/ 0 h 605"/>
                  <a:gd name="T18" fmla="*/ 523 w 619"/>
                  <a:gd name="T19" fmla="*/ 95 h 605"/>
                  <a:gd name="T20" fmla="*/ 309 w 619"/>
                  <a:gd name="T21" fmla="*/ 9 h 605"/>
                  <a:gd name="T22" fmla="*/ 96 w 619"/>
                  <a:gd name="T23" fmla="*/ 95 h 605"/>
                  <a:gd name="T24" fmla="*/ 8 w 619"/>
                  <a:gd name="T25" fmla="*/ 303 h 605"/>
                  <a:gd name="T26" fmla="*/ 96 w 619"/>
                  <a:gd name="T27" fmla="*/ 511 h 605"/>
                  <a:gd name="T28" fmla="*/ 309 w 619"/>
                  <a:gd name="T29" fmla="*/ 597 h 605"/>
                  <a:gd name="T30" fmla="*/ 523 w 619"/>
                  <a:gd name="T31" fmla="*/ 511 h 605"/>
                  <a:gd name="T32" fmla="*/ 611 w 619"/>
                  <a:gd name="T33" fmla="*/ 303 h 605"/>
                  <a:gd name="T34" fmla="*/ 523 w 619"/>
                  <a:gd name="T35" fmla="*/ 95 h 6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19" h="605">
                    <a:moveTo>
                      <a:pt x="309" y="0"/>
                    </a:moveTo>
                    <a:cubicBezTo>
                      <a:pt x="395" y="0"/>
                      <a:pt x="472" y="34"/>
                      <a:pt x="528" y="89"/>
                    </a:cubicBezTo>
                    <a:cubicBezTo>
                      <a:pt x="584" y="144"/>
                      <a:pt x="619" y="219"/>
                      <a:pt x="619" y="303"/>
                    </a:cubicBezTo>
                    <a:cubicBezTo>
                      <a:pt x="619" y="386"/>
                      <a:pt x="584" y="462"/>
                      <a:pt x="528" y="517"/>
                    </a:cubicBezTo>
                    <a:cubicBezTo>
                      <a:pt x="472" y="571"/>
                      <a:pt x="395" y="605"/>
                      <a:pt x="309" y="605"/>
                    </a:cubicBezTo>
                    <a:cubicBezTo>
                      <a:pt x="224" y="605"/>
                      <a:pt x="147" y="571"/>
                      <a:pt x="91" y="517"/>
                    </a:cubicBezTo>
                    <a:cubicBezTo>
                      <a:pt x="35" y="462"/>
                      <a:pt x="0" y="386"/>
                      <a:pt x="0" y="303"/>
                    </a:cubicBezTo>
                    <a:cubicBezTo>
                      <a:pt x="0" y="219"/>
                      <a:pt x="35" y="144"/>
                      <a:pt x="91" y="89"/>
                    </a:cubicBezTo>
                    <a:cubicBezTo>
                      <a:pt x="147" y="34"/>
                      <a:pt x="224" y="0"/>
                      <a:pt x="309" y="0"/>
                    </a:cubicBezTo>
                    <a:close/>
                    <a:moveTo>
                      <a:pt x="523" y="95"/>
                    </a:moveTo>
                    <a:cubicBezTo>
                      <a:pt x="468" y="42"/>
                      <a:pt x="393" y="9"/>
                      <a:pt x="309" y="9"/>
                    </a:cubicBezTo>
                    <a:cubicBezTo>
                      <a:pt x="226" y="9"/>
                      <a:pt x="151" y="42"/>
                      <a:pt x="96" y="95"/>
                    </a:cubicBezTo>
                    <a:cubicBezTo>
                      <a:pt x="42" y="148"/>
                      <a:pt x="8" y="222"/>
                      <a:pt x="8" y="303"/>
                    </a:cubicBezTo>
                    <a:cubicBezTo>
                      <a:pt x="8" y="384"/>
                      <a:pt x="42" y="458"/>
                      <a:pt x="96" y="511"/>
                    </a:cubicBezTo>
                    <a:cubicBezTo>
                      <a:pt x="151" y="564"/>
                      <a:pt x="226" y="597"/>
                      <a:pt x="309" y="597"/>
                    </a:cubicBezTo>
                    <a:cubicBezTo>
                      <a:pt x="393" y="597"/>
                      <a:pt x="468" y="564"/>
                      <a:pt x="523" y="511"/>
                    </a:cubicBezTo>
                    <a:cubicBezTo>
                      <a:pt x="577" y="458"/>
                      <a:pt x="611" y="384"/>
                      <a:pt x="611" y="303"/>
                    </a:cubicBezTo>
                    <a:cubicBezTo>
                      <a:pt x="611" y="222"/>
                      <a:pt x="577" y="148"/>
                      <a:pt x="523" y="95"/>
                    </a:cubicBezTo>
                    <a:close/>
                  </a:path>
                </a:pathLst>
              </a:custGeom>
              <a:solidFill>
                <a:srgbClr val="C0C0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grpSp>
          <p:nvGrpSpPr>
            <p:cNvPr id="17" name="组合 16"/>
            <p:cNvGrpSpPr/>
            <p:nvPr/>
          </p:nvGrpSpPr>
          <p:grpSpPr>
            <a:xfrm>
              <a:off x="10718800" y="487596"/>
              <a:ext cx="859168" cy="212900"/>
              <a:chOff x="3732034" y="4252643"/>
              <a:chExt cx="1620838" cy="401638"/>
            </a:xfrm>
            <a:solidFill>
              <a:schemeClr val="tx1"/>
            </a:solidFill>
          </p:grpSpPr>
          <p:sp>
            <p:nvSpPr>
              <p:cNvPr id="19" name="Freeform 10"/>
              <p:cNvSpPr>
                <a:spLocks noEditPoints="1"/>
              </p:cNvSpPr>
              <p:nvPr/>
            </p:nvSpPr>
            <p:spPr bwMode="auto">
              <a:xfrm>
                <a:off x="5105222" y="4273281"/>
                <a:ext cx="247650" cy="338138"/>
              </a:xfrm>
              <a:custGeom>
                <a:avLst/>
                <a:gdLst>
                  <a:gd name="T0" fmla="*/ 58 w 217"/>
                  <a:gd name="T1" fmla="*/ 251 h 294"/>
                  <a:gd name="T2" fmla="*/ 69 w 217"/>
                  <a:gd name="T3" fmla="*/ 232 h 294"/>
                  <a:gd name="T4" fmla="*/ 60 w 217"/>
                  <a:gd name="T5" fmla="*/ 258 h 294"/>
                  <a:gd name="T6" fmla="*/ 88 w 217"/>
                  <a:gd name="T7" fmla="*/ 276 h 294"/>
                  <a:gd name="T8" fmla="*/ 124 w 217"/>
                  <a:gd name="T9" fmla="*/ 236 h 294"/>
                  <a:gd name="T10" fmla="*/ 79 w 217"/>
                  <a:gd name="T11" fmla="*/ 229 h 294"/>
                  <a:gd name="T12" fmla="*/ 142 w 217"/>
                  <a:gd name="T13" fmla="*/ 138 h 294"/>
                  <a:gd name="T14" fmla="*/ 101 w 217"/>
                  <a:gd name="T15" fmla="*/ 58 h 294"/>
                  <a:gd name="T16" fmla="*/ 107 w 217"/>
                  <a:gd name="T17" fmla="*/ 64 h 294"/>
                  <a:gd name="T18" fmla="*/ 151 w 217"/>
                  <a:gd name="T19" fmla="*/ 41 h 294"/>
                  <a:gd name="T20" fmla="*/ 152 w 217"/>
                  <a:gd name="T21" fmla="*/ 40 h 294"/>
                  <a:gd name="T22" fmla="*/ 209 w 217"/>
                  <a:gd name="T23" fmla="*/ 41 h 294"/>
                  <a:gd name="T24" fmla="*/ 194 w 217"/>
                  <a:gd name="T25" fmla="*/ 2 h 294"/>
                  <a:gd name="T26" fmla="*/ 167 w 217"/>
                  <a:gd name="T27" fmla="*/ 13 h 294"/>
                  <a:gd name="T28" fmla="*/ 137 w 217"/>
                  <a:gd name="T29" fmla="*/ 41 h 294"/>
                  <a:gd name="T30" fmla="*/ 112 w 217"/>
                  <a:gd name="T31" fmla="*/ 32 h 294"/>
                  <a:gd name="T32" fmla="*/ 69 w 217"/>
                  <a:gd name="T33" fmla="*/ 36 h 294"/>
                  <a:gd name="T34" fmla="*/ 48 w 217"/>
                  <a:gd name="T35" fmla="*/ 36 h 294"/>
                  <a:gd name="T36" fmla="*/ 36 w 217"/>
                  <a:gd name="T37" fmla="*/ 44 h 294"/>
                  <a:gd name="T38" fmla="*/ 61 w 217"/>
                  <a:gd name="T39" fmla="*/ 89 h 294"/>
                  <a:gd name="T40" fmla="*/ 52 w 217"/>
                  <a:gd name="T41" fmla="*/ 105 h 294"/>
                  <a:gd name="T42" fmla="*/ 26 w 217"/>
                  <a:gd name="T43" fmla="*/ 123 h 294"/>
                  <a:gd name="T44" fmla="*/ 0 w 217"/>
                  <a:gd name="T45" fmla="*/ 160 h 294"/>
                  <a:gd name="T46" fmla="*/ 30 w 217"/>
                  <a:gd name="T47" fmla="*/ 174 h 294"/>
                  <a:gd name="T48" fmla="*/ 65 w 217"/>
                  <a:gd name="T49" fmla="*/ 150 h 294"/>
                  <a:gd name="T50" fmla="*/ 98 w 217"/>
                  <a:gd name="T51" fmla="*/ 133 h 294"/>
                  <a:gd name="T52" fmla="*/ 120 w 217"/>
                  <a:gd name="T53" fmla="*/ 125 h 294"/>
                  <a:gd name="T54" fmla="*/ 156 w 217"/>
                  <a:gd name="T55" fmla="*/ 114 h 294"/>
                  <a:gd name="T56" fmla="*/ 141 w 217"/>
                  <a:gd name="T57" fmla="*/ 126 h 294"/>
                  <a:gd name="T58" fmla="*/ 110 w 217"/>
                  <a:gd name="T59" fmla="*/ 137 h 294"/>
                  <a:gd name="T60" fmla="*/ 100 w 217"/>
                  <a:gd name="T61" fmla="*/ 184 h 294"/>
                  <a:gd name="T62" fmla="*/ 74 w 217"/>
                  <a:gd name="T63" fmla="*/ 212 h 294"/>
                  <a:gd name="T64" fmla="*/ 49 w 217"/>
                  <a:gd name="T65" fmla="*/ 227 h 294"/>
                  <a:gd name="T66" fmla="*/ 40 w 217"/>
                  <a:gd name="T67" fmla="*/ 252 h 294"/>
                  <a:gd name="T68" fmla="*/ 64 w 217"/>
                  <a:gd name="T69" fmla="*/ 291 h 294"/>
                  <a:gd name="T70" fmla="*/ 112 w 217"/>
                  <a:gd name="T71" fmla="*/ 289 h 294"/>
                  <a:gd name="T72" fmla="*/ 143 w 217"/>
                  <a:gd name="T73" fmla="*/ 264 h 294"/>
                  <a:gd name="T74" fmla="*/ 152 w 217"/>
                  <a:gd name="T75" fmla="*/ 228 h 294"/>
                  <a:gd name="T76" fmla="*/ 179 w 217"/>
                  <a:gd name="T77" fmla="*/ 227 h 294"/>
                  <a:gd name="T78" fmla="*/ 209 w 217"/>
                  <a:gd name="T79" fmla="*/ 222 h 294"/>
                  <a:gd name="T80" fmla="*/ 184 w 217"/>
                  <a:gd name="T81" fmla="*/ 195 h 294"/>
                  <a:gd name="T82" fmla="*/ 139 w 217"/>
                  <a:gd name="T83" fmla="*/ 193 h 294"/>
                  <a:gd name="T84" fmla="*/ 129 w 217"/>
                  <a:gd name="T85" fmla="*/ 181 h 294"/>
                  <a:gd name="T86" fmla="*/ 150 w 217"/>
                  <a:gd name="T87" fmla="*/ 149 h 294"/>
                  <a:gd name="T88" fmla="*/ 170 w 217"/>
                  <a:gd name="T89" fmla="*/ 138 h 294"/>
                  <a:gd name="T90" fmla="*/ 204 w 217"/>
                  <a:gd name="T91" fmla="*/ 125 h 294"/>
                  <a:gd name="T92" fmla="*/ 176 w 217"/>
                  <a:gd name="T93" fmla="*/ 88 h 294"/>
                  <a:gd name="T94" fmla="*/ 137 w 217"/>
                  <a:gd name="T95" fmla="*/ 95 h 294"/>
                  <a:gd name="T96" fmla="*/ 119 w 217"/>
                  <a:gd name="T97" fmla="*/ 102 h 294"/>
                  <a:gd name="T98" fmla="*/ 84 w 217"/>
                  <a:gd name="T99" fmla="*/ 116 h 294"/>
                  <a:gd name="T100" fmla="*/ 64 w 217"/>
                  <a:gd name="T101" fmla="*/ 127 h 294"/>
                  <a:gd name="T102" fmla="*/ 31 w 217"/>
                  <a:gd name="T103" fmla="*/ 142 h 294"/>
                  <a:gd name="T104" fmla="*/ 46 w 217"/>
                  <a:gd name="T105" fmla="*/ 117 h 294"/>
                  <a:gd name="T106" fmla="*/ 105 w 217"/>
                  <a:gd name="T107" fmla="*/ 87 h 294"/>
                  <a:gd name="T108" fmla="*/ 132 w 217"/>
                  <a:gd name="T109" fmla="*/ 80 h 294"/>
                  <a:gd name="T110" fmla="*/ 151 w 217"/>
                  <a:gd name="T111" fmla="*/ 67 h 294"/>
                  <a:gd name="T112" fmla="*/ 170 w 217"/>
                  <a:gd name="T113" fmla="*/ 143 h 294"/>
                  <a:gd name="T114" fmla="*/ 64 w 217"/>
                  <a:gd name="T115" fmla="*/ 253 h 294"/>
                  <a:gd name="T116" fmla="*/ 173 w 217"/>
                  <a:gd name="T117" fmla="*/ 139 h 294"/>
                  <a:gd name="T118" fmla="*/ 142 w 217"/>
                  <a:gd name="T119" fmla="*/ 78 h 294"/>
                  <a:gd name="T120" fmla="*/ 156 w 217"/>
                  <a:gd name="T121" fmla="*/ 146 h 2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17" h="294">
                    <a:moveTo>
                      <a:pt x="58" y="254"/>
                    </a:moveTo>
                    <a:cubicBezTo>
                      <a:pt x="59" y="255"/>
                      <a:pt x="59" y="256"/>
                      <a:pt x="58" y="257"/>
                    </a:cubicBezTo>
                    <a:cubicBezTo>
                      <a:pt x="58" y="254"/>
                      <a:pt x="58" y="254"/>
                      <a:pt x="58" y="254"/>
                    </a:cubicBezTo>
                    <a:close/>
                    <a:moveTo>
                      <a:pt x="57" y="252"/>
                    </a:moveTo>
                    <a:cubicBezTo>
                      <a:pt x="57" y="252"/>
                      <a:pt x="57" y="252"/>
                      <a:pt x="57" y="252"/>
                    </a:cubicBezTo>
                    <a:cubicBezTo>
                      <a:pt x="58" y="254"/>
                      <a:pt x="58" y="254"/>
                      <a:pt x="58" y="254"/>
                    </a:cubicBezTo>
                    <a:cubicBezTo>
                      <a:pt x="58" y="252"/>
                      <a:pt x="58" y="253"/>
                      <a:pt x="57" y="252"/>
                    </a:cubicBezTo>
                    <a:close/>
                    <a:moveTo>
                      <a:pt x="57" y="252"/>
                    </a:moveTo>
                    <a:cubicBezTo>
                      <a:pt x="57" y="250"/>
                      <a:pt x="57" y="250"/>
                      <a:pt x="57" y="250"/>
                    </a:cubicBezTo>
                    <a:cubicBezTo>
                      <a:pt x="58" y="251"/>
                      <a:pt x="57" y="250"/>
                      <a:pt x="58" y="251"/>
                    </a:cubicBezTo>
                    <a:cubicBezTo>
                      <a:pt x="57" y="252"/>
                      <a:pt x="57" y="252"/>
                      <a:pt x="57" y="252"/>
                    </a:cubicBezTo>
                    <a:close/>
                    <a:moveTo>
                      <a:pt x="65" y="237"/>
                    </a:moveTo>
                    <a:cubicBezTo>
                      <a:pt x="66" y="234"/>
                      <a:pt x="65" y="235"/>
                      <a:pt x="68" y="233"/>
                    </a:cubicBezTo>
                    <a:cubicBezTo>
                      <a:pt x="68" y="234"/>
                      <a:pt x="68" y="234"/>
                      <a:pt x="67" y="235"/>
                    </a:cubicBezTo>
                    <a:cubicBezTo>
                      <a:pt x="67" y="236"/>
                      <a:pt x="66" y="236"/>
                      <a:pt x="65" y="237"/>
                    </a:cubicBezTo>
                    <a:close/>
                    <a:moveTo>
                      <a:pt x="71" y="230"/>
                    </a:moveTo>
                    <a:cubicBezTo>
                      <a:pt x="71" y="228"/>
                      <a:pt x="72" y="230"/>
                      <a:pt x="73" y="228"/>
                    </a:cubicBezTo>
                    <a:cubicBezTo>
                      <a:pt x="71" y="229"/>
                      <a:pt x="70" y="229"/>
                      <a:pt x="70" y="229"/>
                    </a:cubicBezTo>
                    <a:cubicBezTo>
                      <a:pt x="70" y="230"/>
                      <a:pt x="70" y="230"/>
                      <a:pt x="70" y="230"/>
                    </a:cubicBezTo>
                    <a:cubicBezTo>
                      <a:pt x="69" y="231"/>
                      <a:pt x="69" y="231"/>
                      <a:pt x="69" y="232"/>
                    </a:cubicBezTo>
                    <a:cubicBezTo>
                      <a:pt x="71" y="232"/>
                      <a:pt x="72" y="232"/>
                      <a:pt x="74" y="231"/>
                    </a:cubicBezTo>
                    <a:cubicBezTo>
                      <a:pt x="73" y="233"/>
                      <a:pt x="73" y="233"/>
                      <a:pt x="71" y="233"/>
                    </a:cubicBezTo>
                    <a:cubicBezTo>
                      <a:pt x="71" y="235"/>
                      <a:pt x="71" y="234"/>
                      <a:pt x="71" y="236"/>
                    </a:cubicBezTo>
                    <a:cubicBezTo>
                      <a:pt x="69" y="236"/>
                      <a:pt x="69" y="237"/>
                      <a:pt x="66" y="237"/>
                    </a:cubicBezTo>
                    <a:cubicBezTo>
                      <a:pt x="66" y="238"/>
                      <a:pt x="66" y="238"/>
                      <a:pt x="66" y="238"/>
                    </a:cubicBezTo>
                    <a:cubicBezTo>
                      <a:pt x="64" y="238"/>
                      <a:pt x="65" y="238"/>
                      <a:pt x="63" y="238"/>
                    </a:cubicBezTo>
                    <a:cubicBezTo>
                      <a:pt x="64" y="240"/>
                      <a:pt x="64" y="239"/>
                      <a:pt x="63" y="240"/>
                    </a:cubicBezTo>
                    <a:cubicBezTo>
                      <a:pt x="60" y="243"/>
                      <a:pt x="60" y="251"/>
                      <a:pt x="60" y="255"/>
                    </a:cubicBezTo>
                    <a:cubicBezTo>
                      <a:pt x="60" y="255"/>
                      <a:pt x="60" y="257"/>
                      <a:pt x="60" y="257"/>
                    </a:cubicBezTo>
                    <a:cubicBezTo>
                      <a:pt x="60" y="259"/>
                      <a:pt x="60" y="257"/>
                      <a:pt x="60" y="258"/>
                    </a:cubicBezTo>
                    <a:cubicBezTo>
                      <a:pt x="60" y="259"/>
                      <a:pt x="60" y="259"/>
                      <a:pt x="60" y="259"/>
                    </a:cubicBezTo>
                    <a:cubicBezTo>
                      <a:pt x="60" y="260"/>
                      <a:pt x="60" y="259"/>
                      <a:pt x="61" y="260"/>
                    </a:cubicBezTo>
                    <a:cubicBezTo>
                      <a:pt x="61" y="261"/>
                      <a:pt x="60" y="260"/>
                      <a:pt x="61" y="261"/>
                    </a:cubicBezTo>
                    <a:cubicBezTo>
                      <a:pt x="61" y="262"/>
                      <a:pt x="62" y="262"/>
                      <a:pt x="62" y="263"/>
                    </a:cubicBezTo>
                    <a:cubicBezTo>
                      <a:pt x="61" y="265"/>
                      <a:pt x="63" y="265"/>
                      <a:pt x="65" y="265"/>
                    </a:cubicBezTo>
                    <a:cubicBezTo>
                      <a:pt x="65" y="267"/>
                      <a:pt x="64" y="266"/>
                      <a:pt x="66" y="268"/>
                    </a:cubicBezTo>
                    <a:cubicBezTo>
                      <a:pt x="70" y="273"/>
                      <a:pt x="69" y="272"/>
                      <a:pt x="75" y="274"/>
                    </a:cubicBezTo>
                    <a:cubicBezTo>
                      <a:pt x="75" y="275"/>
                      <a:pt x="75" y="275"/>
                      <a:pt x="76" y="275"/>
                    </a:cubicBezTo>
                    <a:cubicBezTo>
                      <a:pt x="77" y="276"/>
                      <a:pt x="76" y="275"/>
                      <a:pt x="76" y="276"/>
                    </a:cubicBezTo>
                    <a:cubicBezTo>
                      <a:pt x="81" y="277"/>
                      <a:pt x="84" y="276"/>
                      <a:pt x="88" y="276"/>
                    </a:cubicBezTo>
                    <a:cubicBezTo>
                      <a:pt x="99" y="276"/>
                      <a:pt x="96" y="275"/>
                      <a:pt x="100" y="275"/>
                    </a:cubicBezTo>
                    <a:cubicBezTo>
                      <a:pt x="101" y="273"/>
                      <a:pt x="100" y="274"/>
                      <a:pt x="101" y="274"/>
                    </a:cubicBezTo>
                    <a:cubicBezTo>
                      <a:pt x="101" y="274"/>
                      <a:pt x="101" y="274"/>
                      <a:pt x="101" y="274"/>
                    </a:cubicBezTo>
                    <a:cubicBezTo>
                      <a:pt x="102" y="274"/>
                      <a:pt x="103" y="274"/>
                      <a:pt x="104" y="273"/>
                    </a:cubicBezTo>
                    <a:cubicBezTo>
                      <a:pt x="107" y="271"/>
                      <a:pt x="107" y="271"/>
                      <a:pt x="107" y="271"/>
                    </a:cubicBezTo>
                    <a:cubicBezTo>
                      <a:pt x="114" y="268"/>
                      <a:pt x="116" y="266"/>
                      <a:pt x="121" y="260"/>
                    </a:cubicBezTo>
                    <a:cubicBezTo>
                      <a:pt x="121" y="259"/>
                      <a:pt x="121" y="259"/>
                      <a:pt x="122" y="259"/>
                    </a:cubicBezTo>
                    <a:cubicBezTo>
                      <a:pt x="126" y="253"/>
                      <a:pt x="126" y="253"/>
                      <a:pt x="126" y="253"/>
                    </a:cubicBezTo>
                    <a:cubicBezTo>
                      <a:pt x="128" y="247"/>
                      <a:pt x="126" y="243"/>
                      <a:pt x="125" y="238"/>
                    </a:cubicBezTo>
                    <a:cubicBezTo>
                      <a:pt x="124" y="236"/>
                      <a:pt x="124" y="236"/>
                      <a:pt x="124" y="236"/>
                    </a:cubicBezTo>
                    <a:cubicBezTo>
                      <a:pt x="121" y="232"/>
                      <a:pt x="116" y="224"/>
                      <a:pt x="112" y="223"/>
                    </a:cubicBezTo>
                    <a:cubicBezTo>
                      <a:pt x="111" y="223"/>
                      <a:pt x="108" y="223"/>
                      <a:pt x="107" y="222"/>
                    </a:cubicBezTo>
                    <a:cubicBezTo>
                      <a:pt x="106" y="221"/>
                      <a:pt x="105" y="222"/>
                      <a:pt x="104" y="221"/>
                    </a:cubicBezTo>
                    <a:cubicBezTo>
                      <a:pt x="99" y="222"/>
                      <a:pt x="99" y="222"/>
                      <a:pt x="99" y="222"/>
                    </a:cubicBezTo>
                    <a:cubicBezTo>
                      <a:pt x="98" y="223"/>
                      <a:pt x="96" y="223"/>
                      <a:pt x="94" y="224"/>
                    </a:cubicBezTo>
                    <a:cubicBezTo>
                      <a:pt x="84" y="228"/>
                      <a:pt x="84" y="228"/>
                      <a:pt x="84" y="228"/>
                    </a:cubicBezTo>
                    <a:cubicBezTo>
                      <a:pt x="81" y="227"/>
                      <a:pt x="81" y="227"/>
                      <a:pt x="81" y="227"/>
                    </a:cubicBezTo>
                    <a:cubicBezTo>
                      <a:pt x="81" y="228"/>
                      <a:pt x="81" y="226"/>
                      <a:pt x="81" y="228"/>
                    </a:cubicBezTo>
                    <a:cubicBezTo>
                      <a:pt x="80" y="226"/>
                      <a:pt x="80" y="226"/>
                      <a:pt x="80" y="226"/>
                    </a:cubicBezTo>
                    <a:cubicBezTo>
                      <a:pt x="80" y="228"/>
                      <a:pt x="80" y="227"/>
                      <a:pt x="79" y="229"/>
                    </a:cubicBezTo>
                    <a:cubicBezTo>
                      <a:pt x="79" y="226"/>
                      <a:pt x="79" y="226"/>
                      <a:pt x="79" y="226"/>
                    </a:cubicBezTo>
                    <a:cubicBezTo>
                      <a:pt x="78" y="227"/>
                      <a:pt x="78" y="226"/>
                      <a:pt x="77" y="226"/>
                    </a:cubicBezTo>
                    <a:cubicBezTo>
                      <a:pt x="75" y="227"/>
                      <a:pt x="76" y="227"/>
                      <a:pt x="74" y="227"/>
                    </a:cubicBezTo>
                    <a:cubicBezTo>
                      <a:pt x="73" y="228"/>
                      <a:pt x="74" y="229"/>
                      <a:pt x="73" y="229"/>
                    </a:cubicBezTo>
                    <a:cubicBezTo>
                      <a:pt x="73" y="230"/>
                      <a:pt x="73" y="230"/>
                      <a:pt x="71" y="230"/>
                    </a:cubicBezTo>
                    <a:close/>
                    <a:moveTo>
                      <a:pt x="143" y="142"/>
                    </a:moveTo>
                    <a:cubicBezTo>
                      <a:pt x="143" y="144"/>
                      <a:pt x="143" y="144"/>
                      <a:pt x="143" y="144"/>
                    </a:cubicBezTo>
                    <a:cubicBezTo>
                      <a:pt x="142" y="144"/>
                      <a:pt x="142" y="144"/>
                      <a:pt x="141" y="144"/>
                    </a:cubicBezTo>
                    <a:cubicBezTo>
                      <a:pt x="141" y="142"/>
                      <a:pt x="141" y="142"/>
                      <a:pt x="143" y="142"/>
                    </a:cubicBezTo>
                    <a:close/>
                    <a:moveTo>
                      <a:pt x="142" y="138"/>
                    </a:moveTo>
                    <a:cubicBezTo>
                      <a:pt x="142" y="140"/>
                      <a:pt x="143" y="139"/>
                      <a:pt x="141" y="139"/>
                    </a:cubicBezTo>
                    <a:cubicBezTo>
                      <a:pt x="141" y="138"/>
                      <a:pt x="141" y="139"/>
                      <a:pt x="142" y="138"/>
                    </a:cubicBezTo>
                    <a:close/>
                    <a:moveTo>
                      <a:pt x="143" y="98"/>
                    </a:moveTo>
                    <a:cubicBezTo>
                      <a:pt x="143" y="96"/>
                      <a:pt x="144" y="97"/>
                      <a:pt x="144" y="98"/>
                    </a:cubicBezTo>
                    <a:cubicBezTo>
                      <a:pt x="144" y="99"/>
                      <a:pt x="143" y="99"/>
                      <a:pt x="143" y="98"/>
                    </a:cubicBezTo>
                    <a:close/>
                    <a:moveTo>
                      <a:pt x="96" y="70"/>
                    </a:moveTo>
                    <a:cubicBezTo>
                      <a:pt x="96" y="68"/>
                      <a:pt x="96" y="66"/>
                      <a:pt x="97" y="65"/>
                    </a:cubicBezTo>
                    <a:cubicBezTo>
                      <a:pt x="98" y="63"/>
                      <a:pt x="98" y="63"/>
                      <a:pt x="98" y="63"/>
                    </a:cubicBezTo>
                    <a:cubicBezTo>
                      <a:pt x="100" y="59"/>
                      <a:pt x="99" y="61"/>
                      <a:pt x="101" y="59"/>
                    </a:cubicBezTo>
                    <a:cubicBezTo>
                      <a:pt x="101" y="58"/>
                      <a:pt x="101" y="58"/>
                      <a:pt x="101" y="58"/>
                    </a:cubicBezTo>
                    <a:cubicBezTo>
                      <a:pt x="106" y="53"/>
                      <a:pt x="106" y="53"/>
                      <a:pt x="106" y="53"/>
                    </a:cubicBezTo>
                    <a:cubicBezTo>
                      <a:pt x="106" y="53"/>
                      <a:pt x="106" y="52"/>
                      <a:pt x="106" y="52"/>
                    </a:cubicBezTo>
                    <a:cubicBezTo>
                      <a:pt x="109" y="48"/>
                      <a:pt x="109" y="48"/>
                      <a:pt x="109" y="48"/>
                    </a:cubicBezTo>
                    <a:cubicBezTo>
                      <a:pt x="109" y="48"/>
                      <a:pt x="109" y="48"/>
                      <a:pt x="109" y="48"/>
                    </a:cubicBezTo>
                    <a:cubicBezTo>
                      <a:pt x="110" y="46"/>
                      <a:pt x="110" y="46"/>
                      <a:pt x="110" y="46"/>
                    </a:cubicBezTo>
                    <a:cubicBezTo>
                      <a:pt x="112" y="48"/>
                      <a:pt x="110" y="49"/>
                      <a:pt x="110" y="51"/>
                    </a:cubicBezTo>
                    <a:cubicBezTo>
                      <a:pt x="109" y="53"/>
                      <a:pt x="109" y="53"/>
                      <a:pt x="109" y="54"/>
                    </a:cubicBezTo>
                    <a:cubicBezTo>
                      <a:pt x="108" y="57"/>
                      <a:pt x="108" y="57"/>
                      <a:pt x="108" y="57"/>
                    </a:cubicBezTo>
                    <a:cubicBezTo>
                      <a:pt x="108" y="58"/>
                      <a:pt x="108" y="60"/>
                      <a:pt x="108" y="61"/>
                    </a:cubicBezTo>
                    <a:cubicBezTo>
                      <a:pt x="108" y="64"/>
                      <a:pt x="107" y="61"/>
                      <a:pt x="107" y="64"/>
                    </a:cubicBezTo>
                    <a:cubicBezTo>
                      <a:pt x="107" y="66"/>
                      <a:pt x="108" y="63"/>
                      <a:pt x="108" y="66"/>
                    </a:cubicBezTo>
                    <a:cubicBezTo>
                      <a:pt x="108" y="71"/>
                      <a:pt x="107" y="71"/>
                      <a:pt x="105" y="72"/>
                    </a:cubicBezTo>
                    <a:cubicBezTo>
                      <a:pt x="99" y="76"/>
                      <a:pt x="99" y="76"/>
                      <a:pt x="99" y="76"/>
                    </a:cubicBezTo>
                    <a:cubicBezTo>
                      <a:pt x="98" y="72"/>
                      <a:pt x="98" y="72"/>
                      <a:pt x="98" y="72"/>
                    </a:cubicBezTo>
                    <a:cubicBezTo>
                      <a:pt x="96" y="72"/>
                      <a:pt x="96" y="72"/>
                      <a:pt x="96" y="72"/>
                    </a:cubicBezTo>
                    <a:cubicBezTo>
                      <a:pt x="97" y="71"/>
                      <a:pt x="97" y="72"/>
                      <a:pt x="96" y="71"/>
                    </a:cubicBezTo>
                    <a:cubicBezTo>
                      <a:pt x="96" y="71"/>
                      <a:pt x="96" y="71"/>
                      <a:pt x="95" y="72"/>
                    </a:cubicBezTo>
                    <a:cubicBezTo>
                      <a:pt x="95" y="70"/>
                      <a:pt x="94" y="71"/>
                      <a:pt x="96" y="70"/>
                    </a:cubicBezTo>
                    <a:close/>
                    <a:moveTo>
                      <a:pt x="150" y="42"/>
                    </a:moveTo>
                    <a:cubicBezTo>
                      <a:pt x="150" y="41"/>
                      <a:pt x="151" y="41"/>
                      <a:pt x="151" y="41"/>
                    </a:cubicBezTo>
                    <a:cubicBezTo>
                      <a:pt x="151" y="41"/>
                      <a:pt x="152" y="41"/>
                      <a:pt x="152" y="41"/>
                    </a:cubicBezTo>
                    <a:cubicBezTo>
                      <a:pt x="151" y="42"/>
                      <a:pt x="151" y="42"/>
                      <a:pt x="150" y="42"/>
                    </a:cubicBezTo>
                    <a:close/>
                    <a:moveTo>
                      <a:pt x="152" y="40"/>
                    </a:moveTo>
                    <a:cubicBezTo>
                      <a:pt x="152" y="39"/>
                      <a:pt x="152" y="40"/>
                      <a:pt x="153" y="39"/>
                    </a:cubicBezTo>
                    <a:cubicBezTo>
                      <a:pt x="154" y="37"/>
                      <a:pt x="161" y="29"/>
                      <a:pt x="163" y="29"/>
                    </a:cubicBezTo>
                    <a:cubicBezTo>
                      <a:pt x="163" y="30"/>
                      <a:pt x="163" y="29"/>
                      <a:pt x="163" y="30"/>
                    </a:cubicBezTo>
                    <a:cubicBezTo>
                      <a:pt x="163" y="30"/>
                      <a:pt x="161" y="34"/>
                      <a:pt x="158" y="34"/>
                    </a:cubicBezTo>
                    <a:cubicBezTo>
                      <a:pt x="159" y="35"/>
                      <a:pt x="159" y="35"/>
                      <a:pt x="159" y="35"/>
                    </a:cubicBezTo>
                    <a:cubicBezTo>
                      <a:pt x="157" y="35"/>
                      <a:pt x="158" y="35"/>
                      <a:pt x="157" y="36"/>
                    </a:cubicBezTo>
                    <a:cubicBezTo>
                      <a:pt x="156" y="38"/>
                      <a:pt x="154" y="40"/>
                      <a:pt x="152" y="40"/>
                    </a:cubicBezTo>
                    <a:close/>
                    <a:moveTo>
                      <a:pt x="177" y="61"/>
                    </a:moveTo>
                    <a:cubicBezTo>
                      <a:pt x="180" y="61"/>
                      <a:pt x="179" y="60"/>
                      <a:pt x="181" y="60"/>
                    </a:cubicBezTo>
                    <a:cubicBezTo>
                      <a:pt x="192" y="60"/>
                      <a:pt x="187" y="61"/>
                      <a:pt x="195" y="57"/>
                    </a:cubicBezTo>
                    <a:cubicBezTo>
                      <a:pt x="199" y="55"/>
                      <a:pt x="206" y="51"/>
                      <a:pt x="206" y="47"/>
                    </a:cubicBezTo>
                    <a:cubicBezTo>
                      <a:pt x="207" y="48"/>
                      <a:pt x="207" y="48"/>
                      <a:pt x="207" y="48"/>
                    </a:cubicBezTo>
                    <a:cubicBezTo>
                      <a:pt x="207" y="46"/>
                      <a:pt x="208" y="46"/>
                      <a:pt x="208" y="44"/>
                    </a:cubicBezTo>
                    <a:cubicBezTo>
                      <a:pt x="209" y="44"/>
                      <a:pt x="209" y="44"/>
                      <a:pt x="209" y="44"/>
                    </a:cubicBezTo>
                    <a:cubicBezTo>
                      <a:pt x="209" y="43"/>
                      <a:pt x="209" y="43"/>
                      <a:pt x="209" y="43"/>
                    </a:cubicBezTo>
                    <a:cubicBezTo>
                      <a:pt x="209" y="43"/>
                      <a:pt x="209" y="43"/>
                      <a:pt x="209" y="43"/>
                    </a:cubicBezTo>
                    <a:cubicBezTo>
                      <a:pt x="209" y="41"/>
                      <a:pt x="209" y="41"/>
                      <a:pt x="209" y="41"/>
                    </a:cubicBezTo>
                    <a:cubicBezTo>
                      <a:pt x="210" y="41"/>
                      <a:pt x="210" y="41"/>
                      <a:pt x="210" y="41"/>
                    </a:cubicBezTo>
                    <a:cubicBezTo>
                      <a:pt x="210" y="39"/>
                      <a:pt x="210" y="39"/>
                      <a:pt x="210" y="39"/>
                    </a:cubicBezTo>
                    <a:cubicBezTo>
                      <a:pt x="210" y="39"/>
                      <a:pt x="210" y="39"/>
                      <a:pt x="210" y="39"/>
                    </a:cubicBezTo>
                    <a:cubicBezTo>
                      <a:pt x="211" y="36"/>
                      <a:pt x="211" y="36"/>
                      <a:pt x="211" y="36"/>
                    </a:cubicBezTo>
                    <a:cubicBezTo>
                      <a:pt x="212" y="35"/>
                      <a:pt x="211" y="33"/>
                      <a:pt x="212" y="31"/>
                    </a:cubicBezTo>
                    <a:cubicBezTo>
                      <a:pt x="212" y="31"/>
                      <a:pt x="212" y="31"/>
                      <a:pt x="212" y="31"/>
                    </a:cubicBezTo>
                    <a:cubicBezTo>
                      <a:pt x="213" y="29"/>
                      <a:pt x="212" y="27"/>
                      <a:pt x="212" y="26"/>
                    </a:cubicBezTo>
                    <a:cubicBezTo>
                      <a:pt x="209" y="13"/>
                      <a:pt x="208" y="15"/>
                      <a:pt x="206" y="12"/>
                    </a:cubicBezTo>
                    <a:cubicBezTo>
                      <a:pt x="205" y="8"/>
                      <a:pt x="202" y="6"/>
                      <a:pt x="200" y="4"/>
                    </a:cubicBezTo>
                    <a:cubicBezTo>
                      <a:pt x="198" y="3"/>
                      <a:pt x="196" y="2"/>
                      <a:pt x="194" y="2"/>
                    </a:cubicBezTo>
                    <a:cubicBezTo>
                      <a:pt x="191" y="0"/>
                      <a:pt x="189" y="0"/>
                      <a:pt x="186" y="0"/>
                    </a:cubicBezTo>
                    <a:cubicBezTo>
                      <a:pt x="184" y="0"/>
                      <a:pt x="183" y="1"/>
                      <a:pt x="182" y="2"/>
                    </a:cubicBezTo>
                    <a:cubicBezTo>
                      <a:pt x="177" y="4"/>
                      <a:pt x="177" y="4"/>
                      <a:pt x="177" y="4"/>
                    </a:cubicBezTo>
                    <a:cubicBezTo>
                      <a:pt x="177" y="4"/>
                      <a:pt x="177" y="4"/>
                      <a:pt x="177" y="4"/>
                    </a:cubicBezTo>
                    <a:cubicBezTo>
                      <a:pt x="176" y="5"/>
                      <a:pt x="176" y="5"/>
                      <a:pt x="176" y="5"/>
                    </a:cubicBezTo>
                    <a:cubicBezTo>
                      <a:pt x="172" y="8"/>
                      <a:pt x="172" y="8"/>
                      <a:pt x="172" y="8"/>
                    </a:cubicBezTo>
                    <a:cubicBezTo>
                      <a:pt x="172" y="8"/>
                      <a:pt x="172" y="8"/>
                      <a:pt x="172" y="8"/>
                    </a:cubicBezTo>
                    <a:cubicBezTo>
                      <a:pt x="172" y="8"/>
                      <a:pt x="172" y="8"/>
                      <a:pt x="172" y="8"/>
                    </a:cubicBezTo>
                    <a:cubicBezTo>
                      <a:pt x="172" y="8"/>
                      <a:pt x="172" y="9"/>
                      <a:pt x="171" y="9"/>
                    </a:cubicBezTo>
                    <a:cubicBezTo>
                      <a:pt x="167" y="13"/>
                      <a:pt x="167" y="13"/>
                      <a:pt x="167" y="13"/>
                    </a:cubicBezTo>
                    <a:cubicBezTo>
                      <a:pt x="164" y="17"/>
                      <a:pt x="164" y="16"/>
                      <a:pt x="164" y="18"/>
                    </a:cubicBezTo>
                    <a:cubicBezTo>
                      <a:pt x="163" y="17"/>
                      <a:pt x="163" y="17"/>
                      <a:pt x="163" y="17"/>
                    </a:cubicBezTo>
                    <a:cubicBezTo>
                      <a:pt x="163" y="19"/>
                      <a:pt x="163" y="18"/>
                      <a:pt x="162" y="20"/>
                    </a:cubicBezTo>
                    <a:cubicBezTo>
                      <a:pt x="161" y="20"/>
                      <a:pt x="161" y="21"/>
                      <a:pt x="160" y="21"/>
                    </a:cubicBezTo>
                    <a:cubicBezTo>
                      <a:pt x="158" y="23"/>
                      <a:pt x="157" y="25"/>
                      <a:pt x="155" y="27"/>
                    </a:cubicBezTo>
                    <a:cubicBezTo>
                      <a:pt x="150" y="32"/>
                      <a:pt x="150" y="32"/>
                      <a:pt x="150" y="32"/>
                    </a:cubicBezTo>
                    <a:cubicBezTo>
                      <a:pt x="150" y="32"/>
                      <a:pt x="150" y="32"/>
                      <a:pt x="150" y="32"/>
                    </a:cubicBezTo>
                    <a:cubicBezTo>
                      <a:pt x="149" y="33"/>
                      <a:pt x="149" y="33"/>
                      <a:pt x="149" y="33"/>
                    </a:cubicBezTo>
                    <a:cubicBezTo>
                      <a:pt x="143" y="38"/>
                      <a:pt x="143" y="38"/>
                      <a:pt x="143" y="38"/>
                    </a:cubicBezTo>
                    <a:cubicBezTo>
                      <a:pt x="141" y="40"/>
                      <a:pt x="140" y="41"/>
                      <a:pt x="137" y="41"/>
                    </a:cubicBezTo>
                    <a:cubicBezTo>
                      <a:pt x="138" y="38"/>
                      <a:pt x="138" y="39"/>
                      <a:pt x="137" y="36"/>
                    </a:cubicBezTo>
                    <a:cubicBezTo>
                      <a:pt x="136" y="34"/>
                      <a:pt x="137" y="36"/>
                      <a:pt x="136" y="34"/>
                    </a:cubicBezTo>
                    <a:cubicBezTo>
                      <a:pt x="136" y="33"/>
                      <a:pt x="135" y="32"/>
                      <a:pt x="134" y="31"/>
                    </a:cubicBezTo>
                    <a:cubicBezTo>
                      <a:pt x="124" y="27"/>
                      <a:pt x="124" y="27"/>
                      <a:pt x="124" y="27"/>
                    </a:cubicBezTo>
                    <a:cubicBezTo>
                      <a:pt x="124" y="27"/>
                      <a:pt x="123" y="27"/>
                      <a:pt x="123" y="27"/>
                    </a:cubicBezTo>
                    <a:cubicBezTo>
                      <a:pt x="122" y="26"/>
                      <a:pt x="122" y="26"/>
                      <a:pt x="122" y="26"/>
                    </a:cubicBezTo>
                    <a:cubicBezTo>
                      <a:pt x="122" y="26"/>
                      <a:pt x="116" y="28"/>
                      <a:pt x="114" y="30"/>
                    </a:cubicBezTo>
                    <a:cubicBezTo>
                      <a:pt x="114" y="30"/>
                      <a:pt x="113" y="30"/>
                      <a:pt x="113" y="30"/>
                    </a:cubicBezTo>
                    <a:cubicBezTo>
                      <a:pt x="113" y="30"/>
                      <a:pt x="113" y="30"/>
                      <a:pt x="113" y="30"/>
                    </a:cubicBezTo>
                    <a:cubicBezTo>
                      <a:pt x="110" y="33"/>
                      <a:pt x="116" y="29"/>
                      <a:pt x="112" y="32"/>
                    </a:cubicBezTo>
                    <a:cubicBezTo>
                      <a:pt x="93" y="41"/>
                      <a:pt x="93" y="41"/>
                      <a:pt x="93" y="41"/>
                    </a:cubicBezTo>
                    <a:cubicBezTo>
                      <a:pt x="90" y="42"/>
                      <a:pt x="89" y="43"/>
                      <a:pt x="87" y="44"/>
                    </a:cubicBezTo>
                    <a:cubicBezTo>
                      <a:pt x="81" y="48"/>
                      <a:pt x="81" y="48"/>
                      <a:pt x="81" y="48"/>
                    </a:cubicBezTo>
                    <a:cubicBezTo>
                      <a:pt x="81" y="48"/>
                      <a:pt x="81" y="49"/>
                      <a:pt x="81" y="49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76" y="49"/>
                      <a:pt x="74" y="51"/>
                      <a:pt x="73" y="48"/>
                    </a:cubicBezTo>
                    <a:cubicBezTo>
                      <a:pt x="72" y="47"/>
                      <a:pt x="72" y="47"/>
                      <a:pt x="72" y="47"/>
                    </a:cubicBezTo>
                    <a:cubicBezTo>
                      <a:pt x="72" y="45"/>
                      <a:pt x="72" y="43"/>
                      <a:pt x="72" y="41"/>
                    </a:cubicBezTo>
                    <a:cubicBezTo>
                      <a:pt x="71" y="39"/>
                      <a:pt x="70" y="38"/>
                      <a:pt x="69" y="35"/>
                    </a:cubicBezTo>
                    <a:cubicBezTo>
                      <a:pt x="69" y="36"/>
                      <a:pt x="69" y="36"/>
                      <a:pt x="69" y="36"/>
                    </a:cubicBezTo>
                    <a:cubicBezTo>
                      <a:pt x="68" y="34"/>
                      <a:pt x="66" y="33"/>
                      <a:pt x="64" y="33"/>
                    </a:cubicBezTo>
                    <a:cubicBezTo>
                      <a:pt x="63" y="34"/>
                      <a:pt x="64" y="32"/>
                      <a:pt x="63" y="34"/>
                    </a:cubicBezTo>
                    <a:cubicBezTo>
                      <a:pt x="62" y="34"/>
                      <a:pt x="62" y="34"/>
                      <a:pt x="60" y="34"/>
                    </a:cubicBezTo>
                    <a:cubicBezTo>
                      <a:pt x="58" y="35"/>
                      <a:pt x="59" y="35"/>
                      <a:pt x="58" y="36"/>
                    </a:cubicBezTo>
                    <a:cubicBezTo>
                      <a:pt x="58" y="35"/>
                      <a:pt x="58" y="35"/>
                      <a:pt x="57" y="36"/>
                    </a:cubicBezTo>
                    <a:cubicBezTo>
                      <a:pt x="55" y="36"/>
                      <a:pt x="50" y="36"/>
                      <a:pt x="49" y="35"/>
                    </a:cubicBezTo>
                    <a:cubicBezTo>
                      <a:pt x="49" y="35"/>
                      <a:pt x="49" y="35"/>
                      <a:pt x="49" y="35"/>
                    </a:cubicBezTo>
                    <a:cubicBezTo>
                      <a:pt x="49" y="35"/>
                      <a:pt x="49" y="36"/>
                      <a:pt x="49" y="36"/>
                    </a:cubicBezTo>
                    <a:cubicBezTo>
                      <a:pt x="48" y="36"/>
                      <a:pt x="48" y="36"/>
                      <a:pt x="48" y="36"/>
                    </a:cubicBezTo>
                    <a:cubicBezTo>
                      <a:pt x="48" y="36"/>
                      <a:pt x="48" y="36"/>
                      <a:pt x="48" y="36"/>
                    </a:cubicBezTo>
                    <a:cubicBezTo>
                      <a:pt x="48" y="36"/>
                      <a:pt x="48" y="36"/>
                      <a:pt x="48" y="36"/>
                    </a:cubicBezTo>
                    <a:cubicBezTo>
                      <a:pt x="48" y="36"/>
                      <a:pt x="48" y="36"/>
                      <a:pt x="48" y="36"/>
                    </a:cubicBezTo>
                    <a:cubicBezTo>
                      <a:pt x="48" y="36"/>
                      <a:pt x="48" y="36"/>
                      <a:pt x="48" y="36"/>
                    </a:cubicBezTo>
                    <a:cubicBezTo>
                      <a:pt x="47" y="36"/>
                      <a:pt x="47" y="36"/>
                      <a:pt x="47" y="36"/>
                    </a:cubicBezTo>
                    <a:cubicBezTo>
                      <a:pt x="45" y="36"/>
                      <a:pt x="42" y="36"/>
                      <a:pt x="40" y="38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37" y="41"/>
                      <a:pt x="36" y="41"/>
                      <a:pt x="36" y="41"/>
                    </a:cubicBezTo>
                    <a:cubicBezTo>
                      <a:pt x="36" y="43"/>
                      <a:pt x="36" y="43"/>
                      <a:pt x="36" y="44"/>
                    </a:cubicBezTo>
                    <a:cubicBezTo>
                      <a:pt x="36" y="46"/>
                      <a:pt x="36" y="46"/>
                      <a:pt x="36" y="46"/>
                    </a:cubicBezTo>
                    <a:cubicBezTo>
                      <a:pt x="33" y="49"/>
                      <a:pt x="33" y="49"/>
                      <a:pt x="33" y="49"/>
                    </a:cubicBezTo>
                    <a:cubicBezTo>
                      <a:pt x="33" y="55"/>
                      <a:pt x="34" y="56"/>
                      <a:pt x="37" y="60"/>
                    </a:cubicBezTo>
                    <a:cubicBezTo>
                      <a:pt x="37" y="61"/>
                      <a:pt x="37" y="61"/>
                      <a:pt x="38" y="62"/>
                    </a:cubicBezTo>
                    <a:cubicBezTo>
                      <a:pt x="49" y="77"/>
                      <a:pt x="49" y="77"/>
                      <a:pt x="49" y="77"/>
                    </a:cubicBezTo>
                    <a:cubicBezTo>
                      <a:pt x="50" y="78"/>
                      <a:pt x="49" y="77"/>
                      <a:pt x="50" y="78"/>
                    </a:cubicBezTo>
                    <a:cubicBezTo>
                      <a:pt x="55" y="83"/>
                      <a:pt x="55" y="83"/>
                      <a:pt x="55" y="83"/>
                    </a:cubicBezTo>
                    <a:cubicBezTo>
                      <a:pt x="55" y="83"/>
                      <a:pt x="55" y="83"/>
                      <a:pt x="55" y="84"/>
                    </a:cubicBezTo>
                    <a:cubicBezTo>
                      <a:pt x="61" y="89"/>
                      <a:pt x="61" y="89"/>
                      <a:pt x="61" y="89"/>
                    </a:cubicBezTo>
                    <a:cubicBezTo>
                      <a:pt x="61" y="89"/>
                      <a:pt x="61" y="89"/>
                      <a:pt x="61" y="89"/>
                    </a:cubicBezTo>
                    <a:cubicBezTo>
                      <a:pt x="63" y="90"/>
                      <a:pt x="63" y="90"/>
                      <a:pt x="63" y="90"/>
                    </a:cubicBezTo>
                    <a:cubicBezTo>
                      <a:pt x="64" y="91"/>
                      <a:pt x="63" y="91"/>
                      <a:pt x="64" y="91"/>
                    </a:cubicBezTo>
                    <a:cubicBezTo>
                      <a:pt x="65" y="92"/>
                      <a:pt x="66" y="92"/>
                      <a:pt x="67" y="93"/>
                    </a:cubicBezTo>
                    <a:cubicBezTo>
                      <a:pt x="67" y="95"/>
                      <a:pt x="67" y="95"/>
                      <a:pt x="65" y="96"/>
                    </a:cubicBezTo>
                    <a:cubicBezTo>
                      <a:pt x="65" y="96"/>
                      <a:pt x="65" y="96"/>
                      <a:pt x="64" y="97"/>
                    </a:cubicBezTo>
                    <a:cubicBezTo>
                      <a:pt x="64" y="97"/>
                      <a:pt x="64" y="97"/>
                      <a:pt x="64" y="97"/>
                    </a:cubicBezTo>
                    <a:cubicBezTo>
                      <a:pt x="61" y="98"/>
                      <a:pt x="62" y="98"/>
                      <a:pt x="61" y="99"/>
                    </a:cubicBezTo>
                    <a:cubicBezTo>
                      <a:pt x="58" y="101"/>
                      <a:pt x="58" y="101"/>
                      <a:pt x="58" y="101"/>
                    </a:cubicBezTo>
                    <a:cubicBezTo>
                      <a:pt x="57" y="102"/>
                      <a:pt x="55" y="102"/>
                      <a:pt x="54" y="103"/>
                    </a:cubicBezTo>
                    <a:cubicBezTo>
                      <a:pt x="53" y="104"/>
                      <a:pt x="52" y="105"/>
                      <a:pt x="52" y="105"/>
                    </a:cubicBezTo>
                    <a:cubicBezTo>
                      <a:pt x="51" y="106"/>
                      <a:pt x="50" y="106"/>
                      <a:pt x="50" y="106"/>
                    </a:cubicBezTo>
                    <a:cubicBezTo>
                      <a:pt x="43" y="112"/>
                      <a:pt x="43" y="112"/>
                      <a:pt x="43" y="112"/>
                    </a:cubicBezTo>
                    <a:cubicBezTo>
                      <a:pt x="42" y="112"/>
                      <a:pt x="42" y="112"/>
                      <a:pt x="42" y="112"/>
                    </a:cubicBezTo>
                    <a:cubicBezTo>
                      <a:pt x="40" y="114"/>
                      <a:pt x="40" y="114"/>
                      <a:pt x="40" y="114"/>
                    </a:cubicBezTo>
                    <a:cubicBezTo>
                      <a:pt x="40" y="114"/>
                      <a:pt x="40" y="114"/>
                      <a:pt x="40" y="114"/>
                    </a:cubicBezTo>
                    <a:cubicBezTo>
                      <a:pt x="40" y="114"/>
                      <a:pt x="39" y="114"/>
                      <a:pt x="39" y="114"/>
                    </a:cubicBezTo>
                    <a:cubicBezTo>
                      <a:pt x="29" y="121"/>
                      <a:pt x="29" y="121"/>
                      <a:pt x="29" y="121"/>
                    </a:cubicBezTo>
                    <a:cubicBezTo>
                      <a:pt x="29" y="121"/>
                      <a:pt x="29" y="121"/>
                      <a:pt x="28" y="122"/>
                    </a:cubicBezTo>
                    <a:cubicBezTo>
                      <a:pt x="27" y="123"/>
                      <a:pt x="27" y="123"/>
                      <a:pt x="27" y="123"/>
                    </a:cubicBezTo>
                    <a:cubicBezTo>
                      <a:pt x="26" y="123"/>
                      <a:pt x="27" y="123"/>
                      <a:pt x="26" y="123"/>
                    </a:cubicBezTo>
                    <a:cubicBezTo>
                      <a:pt x="25" y="124"/>
                      <a:pt x="25" y="124"/>
                      <a:pt x="24" y="125"/>
                    </a:cubicBezTo>
                    <a:cubicBezTo>
                      <a:pt x="23" y="126"/>
                      <a:pt x="21" y="128"/>
                      <a:pt x="19" y="129"/>
                    </a:cubicBezTo>
                    <a:cubicBezTo>
                      <a:pt x="18" y="130"/>
                      <a:pt x="18" y="130"/>
                      <a:pt x="17" y="131"/>
                    </a:cubicBezTo>
                    <a:cubicBezTo>
                      <a:pt x="15" y="133"/>
                      <a:pt x="12" y="136"/>
                      <a:pt x="11" y="139"/>
                    </a:cubicBezTo>
                    <a:cubicBezTo>
                      <a:pt x="10" y="140"/>
                      <a:pt x="10" y="140"/>
                      <a:pt x="10" y="140"/>
                    </a:cubicBezTo>
                    <a:cubicBezTo>
                      <a:pt x="10" y="140"/>
                      <a:pt x="10" y="140"/>
                      <a:pt x="10" y="140"/>
                    </a:cubicBezTo>
                    <a:cubicBezTo>
                      <a:pt x="2" y="153"/>
                      <a:pt x="2" y="153"/>
                      <a:pt x="2" y="153"/>
                    </a:cubicBezTo>
                    <a:cubicBezTo>
                      <a:pt x="2" y="153"/>
                      <a:pt x="2" y="153"/>
                      <a:pt x="2" y="153"/>
                    </a:cubicBezTo>
                    <a:cubicBezTo>
                      <a:pt x="2" y="154"/>
                      <a:pt x="2" y="154"/>
                      <a:pt x="2" y="154"/>
                    </a:cubicBezTo>
                    <a:cubicBezTo>
                      <a:pt x="1" y="156"/>
                      <a:pt x="0" y="158"/>
                      <a:pt x="0" y="160"/>
                    </a:cubicBezTo>
                    <a:cubicBezTo>
                      <a:pt x="0" y="167"/>
                      <a:pt x="0" y="164"/>
                      <a:pt x="1" y="169"/>
                    </a:cubicBezTo>
                    <a:cubicBezTo>
                      <a:pt x="1" y="170"/>
                      <a:pt x="2" y="171"/>
                      <a:pt x="2" y="172"/>
                    </a:cubicBezTo>
                    <a:cubicBezTo>
                      <a:pt x="2" y="174"/>
                      <a:pt x="1" y="172"/>
                      <a:pt x="3" y="175"/>
                    </a:cubicBezTo>
                    <a:cubicBezTo>
                      <a:pt x="3" y="175"/>
                      <a:pt x="3" y="175"/>
                      <a:pt x="4" y="176"/>
                    </a:cubicBezTo>
                    <a:cubicBezTo>
                      <a:pt x="7" y="178"/>
                      <a:pt x="7" y="178"/>
                      <a:pt x="7" y="178"/>
                    </a:cubicBezTo>
                    <a:cubicBezTo>
                      <a:pt x="8" y="179"/>
                      <a:pt x="9" y="180"/>
                      <a:pt x="11" y="181"/>
                    </a:cubicBezTo>
                    <a:cubicBezTo>
                      <a:pt x="12" y="181"/>
                      <a:pt x="16" y="180"/>
                      <a:pt x="18" y="179"/>
                    </a:cubicBezTo>
                    <a:cubicBezTo>
                      <a:pt x="19" y="179"/>
                      <a:pt x="19" y="177"/>
                      <a:pt x="21" y="176"/>
                    </a:cubicBezTo>
                    <a:cubicBezTo>
                      <a:pt x="26" y="173"/>
                      <a:pt x="28" y="176"/>
                      <a:pt x="28" y="174"/>
                    </a:cubicBezTo>
                    <a:cubicBezTo>
                      <a:pt x="29" y="174"/>
                      <a:pt x="29" y="174"/>
                      <a:pt x="30" y="174"/>
                    </a:cubicBezTo>
                    <a:cubicBezTo>
                      <a:pt x="31" y="173"/>
                      <a:pt x="31" y="173"/>
                      <a:pt x="31" y="173"/>
                    </a:cubicBezTo>
                    <a:cubicBezTo>
                      <a:pt x="33" y="172"/>
                      <a:pt x="36" y="172"/>
                      <a:pt x="39" y="171"/>
                    </a:cubicBezTo>
                    <a:cubicBezTo>
                      <a:pt x="41" y="170"/>
                      <a:pt x="39" y="171"/>
                      <a:pt x="41" y="170"/>
                    </a:cubicBezTo>
                    <a:cubicBezTo>
                      <a:pt x="43" y="169"/>
                      <a:pt x="44" y="168"/>
                      <a:pt x="46" y="166"/>
                    </a:cubicBezTo>
                    <a:cubicBezTo>
                      <a:pt x="48" y="166"/>
                      <a:pt x="47" y="166"/>
                      <a:pt x="49" y="166"/>
                    </a:cubicBezTo>
                    <a:cubicBezTo>
                      <a:pt x="52" y="164"/>
                      <a:pt x="53" y="163"/>
                      <a:pt x="56" y="160"/>
                    </a:cubicBezTo>
                    <a:cubicBezTo>
                      <a:pt x="56" y="160"/>
                      <a:pt x="56" y="160"/>
                      <a:pt x="56" y="160"/>
                    </a:cubicBezTo>
                    <a:cubicBezTo>
                      <a:pt x="62" y="153"/>
                      <a:pt x="62" y="153"/>
                      <a:pt x="62" y="153"/>
                    </a:cubicBezTo>
                    <a:cubicBezTo>
                      <a:pt x="62" y="153"/>
                      <a:pt x="62" y="152"/>
                      <a:pt x="62" y="152"/>
                    </a:cubicBezTo>
                    <a:cubicBezTo>
                      <a:pt x="65" y="150"/>
                      <a:pt x="65" y="150"/>
                      <a:pt x="65" y="150"/>
                    </a:cubicBezTo>
                    <a:cubicBezTo>
                      <a:pt x="67" y="148"/>
                      <a:pt x="69" y="148"/>
                      <a:pt x="71" y="146"/>
                    </a:cubicBezTo>
                    <a:cubicBezTo>
                      <a:pt x="73" y="144"/>
                      <a:pt x="76" y="143"/>
                      <a:pt x="78" y="142"/>
                    </a:cubicBezTo>
                    <a:cubicBezTo>
                      <a:pt x="81" y="141"/>
                      <a:pt x="77" y="143"/>
                      <a:pt x="79" y="142"/>
                    </a:cubicBezTo>
                    <a:cubicBezTo>
                      <a:pt x="81" y="141"/>
                      <a:pt x="80" y="139"/>
                      <a:pt x="83" y="139"/>
                    </a:cubicBezTo>
                    <a:cubicBezTo>
                      <a:pt x="85" y="139"/>
                      <a:pt x="85" y="139"/>
                      <a:pt x="86" y="139"/>
                    </a:cubicBezTo>
                    <a:cubicBezTo>
                      <a:pt x="86" y="139"/>
                      <a:pt x="86" y="138"/>
                      <a:pt x="86" y="138"/>
                    </a:cubicBezTo>
                    <a:cubicBezTo>
                      <a:pt x="90" y="136"/>
                      <a:pt x="90" y="136"/>
                      <a:pt x="90" y="136"/>
                    </a:cubicBezTo>
                    <a:cubicBezTo>
                      <a:pt x="92" y="135"/>
                      <a:pt x="94" y="136"/>
                      <a:pt x="96" y="135"/>
                    </a:cubicBezTo>
                    <a:cubicBezTo>
                      <a:pt x="97" y="134"/>
                      <a:pt x="97" y="134"/>
                      <a:pt x="97" y="134"/>
                    </a:cubicBezTo>
                    <a:cubicBezTo>
                      <a:pt x="97" y="134"/>
                      <a:pt x="97" y="134"/>
                      <a:pt x="98" y="133"/>
                    </a:cubicBezTo>
                    <a:cubicBezTo>
                      <a:pt x="98" y="133"/>
                      <a:pt x="98" y="133"/>
                      <a:pt x="99" y="133"/>
                    </a:cubicBezTo>
                    <a:cubicBezTo>
                      <a:pt x="99" y="132"/>
                      <a:pt x="99" y="133"/>
                      <a:pt x="99" y="133"/>
                    </a:cubicBezTo>
                    <a:cubicBezTo>
                      <a:pt x="99" y="133"/>
                      <a:pt x="99" y="133"/>
                      <a:pt x="99" y="133"/>
                    </a:cubicBezTo>
                    <a:cubicBezTo>
                      <a:pt x="101" y="133"/>
                      <a:pt x="105" y="132"/>
                      <a:pt x="107" y="130"/>
                    </a:cubicBezTo>
                    <a:cubicBezTo>
                      <a:pt x="109" y="130"/>
                      <a:pt x="109" y="130"/>
                      <a:pt x="111" y="129"/>
                    </a:cubicBezTo>
                    <a:cubicBezTo>
                      <a:pt x="111" y="129"/>
                      <a:pt x="111" y="128"/>
                      <a:pt x="111" y="128"/>
                    </a:cubicBezTo>
                    <a:cubicBezTo>
                      <a:pt x="115" y="127"/>
                      <a:pt x="116" y="128"/>
                      <a:pt x="119" y="125"/>
                    </a:cubicBezTo>
                    <a:cubicBezTo>
                      <a:pt x="119" y="125"/>
                      <a:pt x="120" y="125"/>
                      <a:pt x="120" y="125"/>
                    </a:cubicBezTo>
                    <a:cubicBezTo>
                      <a:pt x="120" y="125"/>
                      <a:pt x="120" y="125"/>
                      <a:pt x="120" y="125"/>
                    </a:cubicBezTo>
                    <a:cubicBezTo>
                      <a:pt x="120" y="125"/>
                      <a:pt x="120" y="125"/>
                      <a:pt x="120" y="125"/>
                    </a:cubicBezTo>
                    <a:cubicBezTo>
                      <a:pt x="122" y="124"/>
                      <a:pt x="123" y="124"/>
                      <a:pt x="125" y="123"/>
                    </a:cubicBezTo>
                    <a:cubicBezTo>
                      <a:pt x="130" y="121"/>
                      <a:pt x="130" y="121"/>
                      <a:pt x="130" y="121"/>
                    </a:cubicBezTo>
                    <a:cubicBezTo>
                      <a:pt x="132" y="121"/>
                      <a:pt x="134" y="119"/>
                      <a:pt x="136" y="117"/>
                    </a:cubicBezTo>
                    <a:cubicBezTo>
                      <a:pt x="136" y="117"/>
                      <a:pt x="137" y="117"/>
                      <a:pt x="137" y="117"/>
                    </a:cubicBezTo>
                    <a:cubicBezTo>
                      <a:pt x="144" y="112"/>
                      <a:pt x="144" y="112"/>
                      <a:pt x="144" y="112"/>
                    </a:cubicBezTo>
                    <a:cubicBezTo>
                      <a:pt x="144" y="115"/>
                      <a:pt x="144" y="113"/>
                      <a:pt x="145" y="115"/>
                    </a:cubicBezTo>
                    <a:cubicBezTo>
                      <a:pt x="146" y="115"/>
                      <a:pt x="147" y="116"/>
                      <a:pt x="148" y="115"/>
                    </a:cubicBezTo>
                    <a:cubicBezTo>
                      <a:pt x="151" y="114"/>
                      <a:pt x="151" y="114"/>
                      <a:pt x="151" y="114"/>
                    </a:cubicBezTo>
                    <a:cubicBezTo>
                      <a:pt x="153" y="113"/>
                      <a:pt x="153" y="113"/>
                      <a:pt x="156" y="114"/>
                    </a:cubicBezTo>
                    <a:cubicBezTo>
                      <a:pt x="156" y="114"/>
                      <a:pt x="156" y="114"/>
                      <a:pt x="156" y="114"/>
                    </a:cubicBezTo>
                    <a:cubicBezTo>
                      <a:pt x="156" y="114"/>
                      <a:pt x="156" y="114"/>
                      <a:pt x="156" y="115"/>
                    </a:cubicBezTo>
                    <a:cubicBezTo>
                      <a:pt x="156" y="115"/>
                      <a:pt x="156" y="115"/>
                      <a:pt x="155" y="115"/>
                    </a:cubicBezTo>
                    <a:cubicBezTo>
                      <a:pt x="155" y="115"/>
                      <a:pt x="155" y="115"/>
                      <a:pt x="155" y="114"/>
                    </a:cubicBezTo>
                    <a:cubicBezTo>
                      <a:pt x="154" y="118"/>
                      <a:pt x="149" y="119"/>
                      <a:pt x="148" y="121"/>
                    </a:cubicBezTo>
                    <a:cubicBezTo>
                      <a:pt x="145" y="121"/>
                      <a:pt x="144" y="123"/>
                      <a:pt x="142" y="124"/>
                    </a:cubicBezTo>
                    <a:cubicBezTo>
                      <a:pt x="142" y="126"/>
                      <a:pt x="142" y="126"/>
                      <a:pt x="142" y="128"/>
                    </a:cubicBezTo>
                    <a:cubicBezTo>
                      <a:pt x="141" y="129"/>
                      <a:pt x="141" y="129"/>
                      <a:pt x="141" y="129"/>
                    </a:cubicBezTo>
                    <a:cubicBezTo>
                      <a:pt x="140" y="128"/>
                      <a:pt x="141" y="130"/>
                      <a:pt x="140" y="128"/>
                    </a:cubicBezTo>
                    <a:cubicBezTo>
                      <a:pt x="140" y="127"/>
                      <a:pt x="140" y="128"/>
                      <a:pt x="140" y="127"/>
                    </a:cubicBezTo>
                    <a:cubicBezTo>
                      <a:pt x="141" y="126"/>
                      <a:pt x="140" y="127"/>
                      <a:pt x="141" y="126"/>
                    </a:cubicBezTo>
                    <a:cubicBezTo>
                      <a:pt x="142" y="123"/>
                      <a:pt x="140" y="128"/>
                      <a:pt x="141" y="125"/>
                    </a:cubicBezTo>
                    <a:cubicBezTo>
                      <a:pt x="138" y="125"/>
                      <a:pt x="136" y="127"/>
                      <a:pt x="133" y="127"/>
                    </a:cubicBezTo>
                    <a:cubicBezTo>
                      <a:pt x="131" y="127"/>
                      <a:pt x="132" y="128"/>
                      <a:pt x="130" y="128"/>
                    </a:cubicBezTo>
                    <a:cubicBezTo>
                      <a:pt x="128" y="130"/>
                      <a:pt x="128" y="130"/>
                      <a:pt x="128" y="130"/>
                    </a:cubicBezTo>
                    <a:cubicBezTo>
                      <a:pt x="125" y="132"/>
                      <a:pt x="123" y="132"/>
                      <a:pt x="120" y="133"/>
                    </a:cubicBezTo>
                    <a:cubicBezTo>
                      <a:pt x="118" y="134"/>
                      <a:pt x="119" y="134"/>
                      <a:pt x="118" y="134"/>
                    </a:cubicBezTo>
                    <a:cubicBezTo>
                      <a:pt x="116" y="134"/>
                      <a:pt x="113" y="134"/>
                      <a:pt x="112" y="136"/>
                    </a:cubicBezTo>
                    <a:cubicBezTo>
                      <a:pt x="111" y="135"/>
                      <a:pt x="111" y="135"/>
                      <a:pt x="111" y="135"/>
                    </a:cubicBezTo>
                    <a:cubicBezTo>
                      <a:pt x="111" y="136"/>
                      <a:pt x="111" y="136"/>
                      <a:pt x="111" y="136"/>
                    </a:cubicBezTo>
                    <a:cubicBezTo>
                      <a:pt x="110" y="137"/>
                      <a:pt x="110" y="137"/>
                      <a:pt x="110" y="137"/>
                    </a:cubicBezTo>
                    <a:cubicBezTo>
                      <a:pt x="108" y="138"/>
                      <a:pt x="105" y="140"/>
                      <a:pt x="103" y="141"/>
                    </a:cubicBezTo>
                    <a:cubicBezTo>
                      <a:pt x="101" y="141"/>
                      <a:pt x="97" y="143"/>
                      <a:pt x="96" y="145"/>
                    </a:cubicBezTo>
                    <a:cubicBezTo>
                      <a:pt x="94" y="143"/>
                      <a:pt x="95" y="145"/>
                      <a:pt x="93" y="144"/>
                    </a:cubicBezTo>
                    <a:cubicBezTo>
                      <a:pt x="92" y="145"/>
                      <a:pt x="93" y="145"/>
                      <a:pt x="92" y="145"/>
                    </a:cubicBezTo>
                    <a:cubicBezTo>
                      <a:pt x="92" y="145"/>
                      <a:pt x="92" y="145"/>
                      <a:pt x="92" y="145"/>
                    </a:cubicBezTo>
                    <a:cubicBezTo>
                      <a:pt x="88" y="148"/>
                      <a:pt x="88" y="149"/>
                      <a:pt x="86" y="153"/>
                    </a:cubicBezTo>
                    <a:cubicBezTo>
                      <a:pt x="82" y="161"/>
                      <a:pt x="82" y="161"/>
                      <a:pt x="82" y="161"/>
                    </a:cubicBezTo>
                    <a:cubicBezTo>
                      <a:pt x="80" y="164"/>
                      <a:pt x="79" y="167"/>
                      <a:pt x="81" y="171"/>
                    </a:cubicBezTo>
                    <a:cubicBezTo>
                      <a:pt x="83" y="175"/>
                      <a:pt x="84" y="176"/>
                      <a:pt x="87" y="178"/>
                    </a:cubicBezTo>
                    <a:cubicBezTo>
                      <a:pt x="100" y="184"/>
                      <a:pt x="100" y="184"/>
                      <a:pt x="100" y="184"/>
                    </a:cubicBezTo>
                    <a:cubicBezTo>
                      <a:pt x="100" y="184"/>
                      <a:pt x="100" y="184"/>
                      <a:pt x="100" y="184"/>
                    </a:cubicBezTo>
                    <a:cubicBezTo>
                      <a:pt x="100" y="184"/>
                      <a:pt x="100" y="184"/>
                      <a:pt x="100" y="184"/>
                    </a:cubicBezTo>
                    <a:cubicBezTo>
                      <a:pt x="101" y="185"/>
                      <a:pt x="99" y="187"/>
                      <a:pt x="98" y="188"/>
                    </a:cubicBezTo>
                    <a:cubicBezTo>
                      <a:pt x="98" y="189"/>
                      <a:pt x="98" y="190"/>
                      <a:pt x="97" y="191"/>
                    </a:cubicBezTo>
                    <a:cubicBezTo>
                      <a:pt x="95" y="196"/>
                      <a:pt x="95" y="196"/>
                      <a:pt x="95" y="196"/>
                    </a:cubicBezTo>
                    <a:cubicBezTo>
                      <a:pt x="94" y="197"/>
                      <a:pt x="94" y="202"/>
                      <a:pt x="95" y="203"/>
                    </a:cubicBezTo>
                    <a:cubicBezTo>
                      <a:pt x="92" y="204"/>
                      <a:pt x="93" y="204"/>
                      <a:pt x="91" y="205"/>
                    </a:cubicBezTo>
                    <a:cubicBezTo>
                      <a:pt x="91" y="206"/>
                      <a:pt x="91" y="205"/>
                      <a:pt x="90" y="205"/>
                    </a:cubicBezTo>
                    <a:cubicBezTo>
                      <a:pt x="75" y="212"/>
                      <a:pt x="75" y="212"/>
                      <a:pt x="75" y="212"/>
                    </a:cubicBezTo>
                    <a:cubicBezTo>
                      <a:pt x="75" y="212"/>
                      <a:pt x="74" y="212"/>
                      <a:pt x="74" y="212"/>
                    </a:cubicBezTo>
                    <a:cubicBezTo>
                      <a:pt x="67" y="215"/>
                      <a:pt x="67" y="215"/>
                      <a:pt x="67" y="215"/>
                    </a:cubicBezTo>
                    <a:cubicBezTo>
                      <a:pt x="66" y="215"/>
                      <a:pt x="67" y="215"/>
                      <a:pt x="66" y="215"/>
                    </a:cubicBezTo>
                    <a:cubicBezTo>
                      <a:pt x="65" y="216"/>
                      <a:pt x="65" y="216"/>
                      <a:pt x="65" y="216"/>
                    </a:cubicBezTo>
                    <a:cubicBezTo>
                      <a:pt x="65" y="216"/>
                      <a:pt x="65" y="216"/>
                      <a:pt x="65" y="216"/>
                    </a:cubicBezTo>
                    <a:cubicBezTo>
                      <a:pt x="49" y="226"/>
                      <a:pt x="49" y="226"/>
                      <a:pt x="49" y="226"/>
                    </a:cubicBezTo>
                    <a:cubicBezTo>
                      <a:pt x="49" y="224"/>
                      <a:pt x="49" y="224"/>
                      <a:pt x="49" y="224"/>
                    </a:cubicBezTo>
                    <a:cubicBezTo>
                      <a:pt x="48" y="225"/>
                      <a:pt x="46" y="225"/>
                      <a:pt x="46" y="227"/>
                    </a:cubicBezTo>
                    <a:cubicBezTo>
                      <a:pt x="49" y="226"/>
                      <a:pt x="43" y="228"/>
                      <a:pt x="47" y="227"/>
                    </a:cubicBezTo>
                    <a:cubicBezTo>
                      <a:pt x="48" y="226"/>
                      <a:pt x="45" y="227"/>
                      <a:pt x="47" y="226"/>
                    </a:cubicBezTo>
                    <a:cubicBezTo>
                      <a:pt x="50" y="226"/>
                      <a:pt x="49" y="227"/>
                      <a:pt x="49" y="227"/>
                    </a:cubicBezTo>
                    <a:cubicBezTo>
                      <a:pt x="49" y="227"/>
                      <a:pt x="49" y="227"/>
                      <a:pt x="49" y="227"/>
                    </a:cubicBezTo>
                    <a:cubicBezTo>
                      <a:pt x="49" y="228"/>
                      <a:pt x="49" y="228"/>
                      <a:pt x="49" y="228"/>
                    </a:cubicBezTo>
                    <a:cubicBezTo>
                      <a:pt x="47" y="229"/>
                      <a:pt x="49" y="228"/>
                      <a:pt x="48" y="229"/>
                    </a:cubicBezTo>
                    <a:cubicBezTo>
                      <a:pt x="44" y="233"/>
                      <a:pt x="44" y="233"/>
                      <a:pt x="44" y="233"/>
                    </a:cubicBezTo>
                    <a:cubicBezTo>
                      <a:pt x="44" y="233"/>
                      <a:pt x="44" y="233"/>
                      <a:pt x="43" y="234"/>
                    </a:cubicBezTo>
                    <a:cubicBezTo>
                      <a:pt x="41" y="237"/>
                      <a:pt x="41" y="241"/>
                      <a:pt x="39" y="244"/>
                    </a:cubicBezTo>
                    <a:cubicBezTo>
                      <a:pt x="39" y="244"/>
                      <a:pt x="39" y="244"/>
                      <a:pt x="39" y="245"/>
                    </a:cubicBezTo>
                    <a:cubicBezTo>
                      <a:pt x="39" y="245"/>
                      <a:pt x="39" y="245"/>
                      <a:pt x="39" y="245"/>
                    </a:cubicBezTo>
                    <a:cubicBezTo>
                      <a:pt x="38" y="247"/>
                      <a:pt x="38" y="249"/>
                      <a:pt x="39" y="251"/>
                    </a:cubicBezTo>
                    <a:cubicBezTo>
                      <a:pt x="39" y="251"/>
                      <a:pt x="40" y="252"/>
                      <a:pt x="40" y="252"/>
                    </a:cubicBezTo>
                    <a:cubicBezTo>
                      <a:pt x="39" y="253"/>
                      <a:pt x="40" y="255"/>
                      <a:pt x="39" y="258"/>
                    </a:cubicBezTo>
                    <a:cubicBezTo>
                      <a:pt x="39" y="261"/>
                      <a:pt x="38" y="260"/>
                      <a:pt x="39" y="263"/>
                    </a:cubicBezTo>
                    <a:cubicBezTo>
                      <a:pt x="43" y="272"/>
                      <a:pt x="43" y="272"/>
                      <a:pt x="43" y="272"/>
                    </a:cubicBezTo>
                    <a:cubicBezTo>
                      <a:pt x="43" y="275"/>
                      <a:pt x="43" y="274"/>
                      <a:pt x="45" y="275"/>
                    </a:cubicBezTo>
                    <a:cubicBezTo>
                      <a:pt x="46" y="276"/>
                      <a:pt x="46" y="278"/>
                      <a:pt x="47" y="279"/>
                    </a:cubicBezTo>
                    <a:cubicBezTo>
                      <a:pt x="48" y="278"/>
                      <a:pt x="47" y="278"/>
                      <a:pt x="48" y="278"/>
                    </a:cubicBezTo>
                    <a:cubicBezTo>
                      <a:pt x="53" y="284"/>
                      <a:pt x="53" y="284"/>
                      <a:pt x="53" y="284"/>
                    </a:cubicBezTo>
                    <a:cubicBezTo>
                      <a:pt x="55" y="286"/>
                      <a:pt x="57" y="286"/>
                      <a:pt x="59" y="287"/>
                    </a:cubicBezTo>
                    <a:cubicBezTo>
                      <a:pt x="64" y="290"/>
                      <a:pt x="64" y="290"/>
                      <a:pt x="64" y="290"/>
                    </a:cubicBezTo>
                    <a:cubicBezTo>
                      <a:pt x="64" y="290"/>
                      <a:pt x="64" y="290"/>
                      <a:pt x="64" y="291"/>
                    </a:cubicBezTo>
                    <a:cubicBezTo>
                      <a:pt x="70" y="292"/>
                      <a:pt x="74" y="293"/>
                      <a:pt x="79" y="293"/>
                    </a:cubicBezTo>
                    <a:cubicBezTo>
                      <a:pt x="83" y="293"/>
                      <a:pt x="83" y="292"/>
                      <a:pt x="85" y="294"/>
                    </a:cubicBezTo>
                    <a:cubicBezTo>
                      <a:pt x="87" y="292"/>
                      <a:pt x="86" y="294"/>
                      <a:pt x="89" y="293"/>
                    </a:cubicBezTo>
                    <a:cubicBezTo>
                      <a:pt x="90" y="293"/>
                      <a:pt x="89" y="294"/>
                      <a:pt x="90" y="293"/>
                    </a:cubicBezTo>
                    <a:cubicBezTo>
                      <a:pt x="90" y="294"/>
                      <a:pt x="91" y="294"/>
                      <a:pt x="92" y="293"/>
                    </a:cubicBezTo>
                    <a:cubicBezTo>
                      <a:pt x="93" y="293"/>
                      <a:pt x="93" y="293"/>
                      <a:pt x="93" y="293"/>
                    </a:cubicBezTo>
                    <a:cubicBezTo>
                      <a:pt x="96" y="292"/>
                      <a:pt x="96" y="293"/>
                      <a:pt x="100" y="292"/>
                    </a:cubicBezTo>
                    <a:cubicBezTo>
                      <a:pt x="107" y="291"/>
                      <a:pt x="107" y="291"/>
                      <a:pt x="107" y="291"/>
                    </a:cubicBezTo>
                    <a:cubicBezTo>
                      <a:pt x="108" y="290"/>
                      <a:pt x="110" y="290"/>
                      <a:pt x="112" y="289"/>
                    </a:cubicBezTo>
                    <a:cubicBezTo>
                      <a:pt x="112" y="289"/>
                      <a:pt x="112" y="289"/>
                      <a:pt x="112" y="289"/>
                    </a:cubicBezTo>
                    <a:cubicBezTo>
                      <a:pt x="115" y="288"/>
                      <a:pt x="115" y="288"/>
                      <a:pt x="115" y="288"/>
                    </a:cubicBezTo>
                    <a:cubicBezTo>
                      <a:pt x="116" y="287"/>
                      <a:pt x="115" y="288"/>
                      <a:pt x="116" y="287"/>
                    </a:cubicBezTo>
                    <a:cubicBezTo>
                      <a:pt x="117" y="286"/>
                      <a:pt x="116" y="287"/>
                      <a:pt x="117" y="286"/>
                    </a:cubicBezTo>
                    <a:cubicBezTo>
                      <a:pt x="119" y="287"/>
                      <a:pt x="122" y="283"/>
                      <a:pt x="125" y="283"/>
                    </a:cubicBezTo>
                    <a:cubicBezTo>
                      <a:pt x="124" y="280"/>
                      <a:pt x="127" y="284"/>
                      <a:pt x="125" y="280"/>
                    </a:cubicBezTo>
                    <a:cubicBezTo>
                      <a:pt x="129" y="278"/>
                      <a:pt x="129" y="278"/>
                      <a:pt x="129" y="278"/>
                    </a:cubicBezTo>
                    <a:cubicBezTo>
                      <a:pt x="129" y="278"/>
                      <a:pt x="130" y="277"/>
                      <a:pt x="130" y="277"/>
                    </a:cubicBezTo>
                    <a:cubicBezTo>
                      <a:pt x="135" y="274"/>
                      <a:pt x="132" y="276"/>
                      <a:pt x="136" y="272"/>
                    </a:cubicBezTo>
                    <a:cubicBezTo>
                      <a:pt x="138" y="270"/>
                      <a:pt x="143" y="267"/>
                      <a:pt x="141" y="264"/>
                    </a:cubicBezTo>
                    <a:cubicBezTo>
                      <a:pt x="142" y="264"/>
                      <a:pt x="143" y="264"/>
                      <a:pt x="143" y="264"/>
                    </a:cubicBezTo>
                    <a:cubicBezTo>
                      <a:pt x="147" y="262"/>
                      <a:pt x="147" y="262"/>
                      <a:pt x="147" y="262"/>
                    </a:cubicBezTo>
                    <a:cubicBezTo>
                      <a:pt x="151" y="254"/>
                      <a:pt x="151" y="254"/>
                      <a:pt x="151" y="254"/>
                    </a:cubicBezTo>
                    <a:cubicBezTo>
                      <a:pt x="152" y="254"/>
                      <a:pt x="152" y="254"/>
                      <a:pt x="152" y="254"/>
                    </a:cubicBezTo>
                    <a:cubicBezTo>
                      <a:pt x="152" y="253"/>
                      <a:pt x="152" y="253"/>
                      <a:pt x="152" y="253"/>
                    </a:cubicBezTo>
                    <a:cubicBezTo>
                      <a:pt x="154" y="251"/>
                      <a:pt x="152" y="251"/>
                      <a:pt x="154" y="246"/>
                    </a:cubicBezTo>
                    <a:cubicBezTo>
                      <a:pt x="154" y="245"/>
                      <a:pt x="154" y="246"/>
                      <a:pt x="154" y="246"/>
                    </a:cubicBezTo>
                    <a:cubicBezTo>
                      <a:pt x="155" y="244"/>
                      <a:pt x="155" y="244"/>
                      <a:pt x="155" y="244"/>
                    </a:cubicBezTo>
                    <a:cubicBezTo>
                      <a:pt x="155" y="243"/>
                      <a:pt x="154" y="241"/>
                      <a:pt x="154" y="240"/>
                    </a:cubicBezTo>
                    <a:cubicBezTo>
                      <a:pt x="153" y="237"/>
                      <a:pt x="153" y="231"/>
                      <a:pt x="152" y="229"/>
                    </a:cubicBezTo>
                    <a:cubicBezTo>
                      <a:pt x="152" y="229"/>
                      <a:pt x="152" y="229"/>
                      <a:pt x="152" y="228"/>
                    </a:cubicBezTo>
                    <a:cubicBezTo>
                      <a:pt x="151" y="228"/>
                      <a:pt x="151" y="228"/>
                      <a:pt x="151" y="228"/>
                    </a:cubicBezTo>
                    <a:cubicBezTo>
                      <a:pt x="152" y="227"/>
                      <a:pt x="152" y="227"/>
                      <a:pt x="152" y="227"/>
                    </a:cubicBezTo>
                    <a:cubicBezTo>
                      <a:pt x="151" y="227"/>
                      <a:pt x="151" y="227"/>
                      <a:pt x="151" y="226"/>
                    </a:cubicBezTo>
                    <a:cubicBezTo>
                      <a:pt x="150" y="224"/>
                      <a:pt x="149" y="222"/>
                      <a:pt x="149" y="220"/>
                    </a:cubicBezTo>
                    <a:cubicBezTo>
                      <a:pt x="152" y="220"/>
                      <a:pt x="159" y="219"/>
                      <a:pt x="160" y="220"/>
                    </a:cubicBezTo>
                    <a:cubicBezTo>
                      <a:pt x="164" y="221"/>
                      <a:pt x="164" y="221"/>
                      <a:pt x="164" y="221"/>
                    </a:cubicBezTo>
                    <a:cubicBezTo>
                      <a:pt x="165" y="221"/>
                      <a:pt x="165" y="221"/>
                      <a:pt x="166" y="221"/>
                    </a:cubicBezTo>
                    <a:cubicBezTo>
                      <a:pt x="167" y="222"/>
                      <a:pt x="169" y="223"/>
                      <a:pt x="170" y="224"/>
                    </a:cubicBezTo>
                    <a:cubicBezTo>
                      <a:pt x="170" y="223"/>
                      <a:pt x="170" y="223"/>
                      <a:pt x="170" y="223"/>
                    </a:cubicBezTo>
                    <a:cubicBezTo>
                      <a:pt x="171" y="226"/>
                      <a:pt x="177" y="227"/>
                      <a:pt x="179" y="227"/>
                    </a:cubicBezTo>
                    <a:cubicBezTo>
                      <a:pt x="179" y="229"/>
                      <a:pt x="179" y="229"/>
                      <a:pt x="180" y="227"/>
                    </a:cubicBezTo>
                    <a:cubicBezTo>
                      <a:pt x="181" y="229"/>
                      <a:pt x="181" y="229"/>
                      <a:pt x="181" y="229"/>
                    </a:cubicBezTo>
                    <a:cubicBezTo>
                      <a:pt x="184" y="229"/>
                      <a:pt x="184" y="229"/>
                      <a:pt x="186" y="230"/>
                    </a:cubicBezTo>
                    <a:cubicBezTo>
                      <a:pt x="189" y="232"/>
                      <a:pt x="188" y="231"/>
                      <a:pt x="192" y="232"/>
                    </a:cubicBezTo>
                    <a:cubicBezTo>
                      <a:pt x="193" y="232"/>
                      <a:pt x="193" y="231"/>
                      <a:pt x="195" y="230"/>
                    </a:cubicBezTo>
                    <a:cubicBezTo>
                      <a:pt x="197" y="229"/>
                      <a:pt x="197" y="229"/>
                      <a:pt x="197" y="229"/>
                    </a:cubicBezTo>
                    <a:cubicBezTo>
                      <a:pt x="198" y="229"/>
                      <a:pt x="199" y="228"/>
                      <a:pt x="200" y="228"/>
                    </a:cubicBezTo>
                    <a:cubicBezTo>
                      <a:pt x="200" y="227"/>
                      <a:pt x="200" y="228"/>
                      <a:pt x="201" y="228"/>
                    </a:cubicBezTo>
                    <a:cubicBezTo>
                      <a:pt x="202" y="227"/>
                      <a:pt x="203" y="227"/>
                      <a:pt x="205" y="226"/>
                    </a:cubicBezTo>
                    <a:cubicBezTo>
                      <a:pt x="207" y="224"/>
                      <a:pt x="208" y="224"/>
                      <a:pt x="209" y="222"/>
                    </a:cubicBezTo>
                    <a:cubicBezTo>
                      <a:pt x="210" y="220"/>
                      <a:pt x="210" y="217"/>
                      <a:pt x="210" y="215"/>
                    </a:cubicBezTo>
                    <a:cubicBezTo>
                      <a:pt x="211" y="214"/>
                      <a:pt x="213" y="213"/>
                      <a:pt x="213" y="211"/>
                    </a:cubicBezTo>
                    <a:cubicBezTo>
                      <a:pt x="209" y="209"/>
                      <a:pt x="209" y="209"/>
                      <a:pt x="209" y="209"/>
                    </a:cubicBezTo>
                    <a:cubicBezTo>
                      <a:pt x="209" y="209"/>
                      <a:pt x="209" y="209"/>
                      <a:pt x="209" y="208"/>
                    </a:cubicBezTo>
                    <a:cubicBezTo>
                      <a:pt x="203" y="205"/>
                      <a:pt x="203" y="205"/>
                      <a:pt x="203" y="205"/>
                    </a:cubicBezTo>
                    <a:cubicBezTo>
                      <a:pt x="202" y="204"/>
                      <a:pt x="200" y="203"/>
                      <a:pt x="199" y="201"/>
                    </a:cubicBezTo>
                    <a:cubicBezTo>
                      <a:pt x="195" y="196"/>
                      <a:pt x="193" y="199"/>
                      <a:pt x="192" y="197"/>
                    </a:cubicBezTo>
                    <a:cubicBezTo>
                      <a:pt x="190" y="196"/>
                      <a:pt x="189" y="196"/>
                      <a:pt x="187" y="196"/>
                    </a:cubicBezTo>
                    <a:cubicBezTo>
                      <a:pt x="187" y="195"/>
                      <a:pt x="187" y="195"/>
                      <a:pt x="187" y="195"/>
                    </a:cubicBezTo>
                    <a:cubicBezTo>
                      <a:pt x="186" y="196"/>
                      <a:pt x="185" y="196"/>
                      <a:pt x="184" y="195"/>
                    </a:cubicBezTo>
                    <a:cubicBezTo>
                      <a:pt x="181" y="194"/>
                      <a:pt x="179" y="194"/>
                      <a:pt x="176" y="194"/>
                    </a:cubicBezTo>
                    <a:cubicBezTo>
                      <a:pt x="175" y="193"/>
                      <a:pt x="175" y="193"/>
                      <a:pt x="172" y="193"/>
                    </a:cubicBezTo>
                    <a:cubicBezTo>
                      <a:pt x="170" y="193"/>
                      <a:pt x="166" y="192"/>
                      <a:pt x="164" y="194"/>
                    </a:cubicBezTo>
                    <a:cubicBezTo>
                      <a:pt x="162" y="191"/>
                      <a:pt x="157" y="193"/>
                      <a:pt x="152" y="192"/>
                    </a:cubicBezTo>
                    <a:cubicBezTo>
                      <a:pt x="150" y="192"/>
                      <a:pt x="151" y="191"/>
                      <a:pt x="149" y="192"/>
                    </a:cubicBezTo>
                    <a:cubicBezTo>
                      <a:pt x="148" y="191"/>
                      <a:pt x="148" y="191"/>
                      <a:pt x="148" y="191"/>
                    </a:cubicBezTo>
                    <a:cubicBezTo>
                      <a:pt x="145" y="191"/>
                      <a:pt x="146" y="191"/>
                      <a:pt x="144" y="190"/>
                    </a:cubicBezTo>
                    <a:cubicBezTo>
                      <a:pt x="144" y="192"/>
                      <a:pt x="144" y="192"/>
                      <a:pt x="144" y="192"/>
                    </a:cubicBezTo>
                    <a:cubicBezTo>
                      <a:pt x="142" y="192"/>
                      <a:pt x="142" y="191"/>
                      <a:pt x="141" y="190"/>
                    </a:cubicBezTo>
                    <a:cubicBezTo>
                      <a:pt x="139" y="193"/>
                      <a:pt x="139" y="193"/>
                      <a:pt x="139" y="193"/>
                    </a:cubicBezTo>
                    <a:cubicBezTo>
                      <a:pt x="139" y="193"/>
                      <a:pt x="139" y="193"/>
                      <a:pt x="139" y="193"/>
                    </a:cubicBezTo>
                    <a:cubicBezTo>
                      <a:pt x="139" y="194"/>
                      <a:pt x="139" y="194"/>
                      <a:pt x="138" y="195"/>
                    </a:cubicBezTo>
                    <a:cubicBezTo>
                      <a:pt x="132" y="195"/>
                      <a:pt x="132" y="195"/>
                      <a:pt x="132" y="195"/>
                    </a:cubicBezTo>
                    <a:cubicBezTo>
                      <a:pt x="132" y="196"/>
                      <a:pt x="132" y="195"/>
                      <a:pt x="132" y="195"/>
                    </a:cubicBezTo>
                    <a:cubicBezTo>
                      <a:pt x="126" y="195"/>
                      <a:pt x="126" y="195"/>
                      <a:pt x="126" y="195"/>
                    </a:cubicBezTo>
                    <a:cubicBezTo>
                      <a:pt x="122" y="194"/>
                      <a:pt x="121" y="192"/>
                      <a:pt x="124" y="188"/>
                    </a:cubicBezTo>
                    <a:cubicBezTo>
                      <a:pt x="126" y="186"/>
                      <a:pt x="126" y="187"/>
                      <a:pt x="126" y="184"/>
                    </a:cubicBezTo>
                    <a:cubicBezTo>
                      <a:pt x="127" y="185"/>
                      <a:pt x="126" y="185"/>
                      <a:pt x="127" y="184"/>
                    </a:cubicBezTo>
                    <a:cubicBezTo>
                      <a:pt x="129" y="182"/>
                      <a:pt x="129" y="182"/>
                      <a:pt x="129" y="182"/>
                    </a:cubicBezTo>
                    <a:cubicBezTo>
                      <a:pt x="129" y="182"/>
                      <a:pt x="129" y="182"/>
                      <a:pt x="129" y="181"/>
                    </a:cubicBezTo>
                    <a:cubicBezTo>
                      <a:pt x="129" y="181"/>
                      <a:pt x="130" y="181"/>
                      <a:pt x="130" y="181"/>
                    </a:cubicBezTo>
                    <a:cubicBezTo>
                      <a:pt x="138" y="173"/>
                      <a:pt x="138" y="173"/>
                      <a:pt x="138" y="173"/>
                    </a:cubicBezTo>
                    <a:cubicBezTo>
                      <a:pt x="139" y="172"/>
                      <a:pt x="140" y="171"/>
                      <a:pt x="141" y="170"/>
                    </a:cubicBezTo>
                    <a:cubicBezTo>
                      <a:pt x="142" y="168"/>
                      <a:pt x="142" y="168"/>
                      <a:pt x="144" y="167"/>
                    </a:cubicBezTo>
                    <a:cubicBezTo>
                      <a:pt x="146" y="167"/>
                      <a:pt x="147" y="166"/>
                      <a:pt x="147" y="162"/>
                    </a:cubicBezTo>
                    <a:cubicBezTo>
                      <a:pt x="148" y="162"/>
                      <a:pt x="148" y="162"/>
                      <a:pt x="148" y="162"/>
                    </a:cubicBezTo>
                    <a:cubicBezTo>
                      <a:pt x="148" y="161"/>
                      <a:pt x="147" y="161"/>
                      <a:pt x="148" y="160"/>
                    </a:cubicBezTo>
                    <a:cubicBezTo>
                      <a:pt x="149" y="159"/>
                      <a:pt x="149" y="158"/>
                      <a:pt x="150" y="157"/>
                    </a:cubicBezTo>
                    <a:cubicBezTo>
                      <a:pt x="149" y="156"/>
                      <a:pt x="149" y="153"/>
                      <a:pt x="149" y="151"/>
                    </a:cubicBezTo>
                    <a:cubicBezTo>
                      <a:pt x="149" y="149"/>
                      <a:pt x="149" y="150"/>
                      <a:pt x="150" y="149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5" y="146"/>
                      <a:pt x="145" y="146"/>
                      <a:pt x="145" y="146"/>
                    </a:cubicBezTo>
                    <a:cubicBezTo>
                      <a:pt x="147" y="144"/>
                      <a:pt x="155" y="142"/>
                      <a:pt x="158" y="141"/>
                    </a:cubicBezTo>
                    <a:cubicBezTo>
                      <a:pt x="164" y="138"/>
                      <a:pt x="164" y="138"/>
                      <a:pt x="164" y="138"/>
                    </a:cubicBezTo>
                    <a:cubicBezTo>
                      <a:pt x="166" y="137"/>
                      <a:pt x="166" y="137"/>
                      <a:pt x="168" y="137"/>
                    </a:cubicBezTo>
                    <a:cubicBezTo>
                      <a:pt x="169" y="140"/>
                      <a:pt x="168" y="136"/>
                      <a:pt x="170" y="138"/>
                    </a:cubicBezTo>
                    <a:cubicBezTo>
                      <a:pt x="170" y="136"/>
                      <a:pt x="172" y="136"/>
                      <a:pt x="174" y="135"/>
                    </a:cubicBezTo>
                    <a:cubicBezTo>
                      <a:pt x="174" y="137"/>
                      <a:pt x="174" y="137"/>
                      <a:pt x="174" y="137"/>
                    </a:cubicBezTo>
                    <a:cubicBezTo>
                      <a:pt x="174" y="137"/>
                      <a:pt x="175" y="137"/>
                      <a:pt x="175" y="137"/>
                    </a:cubicBezTo>
                    <a:cubicBezTo>
                      <a:pt x="176" y="136"/>
                      <a:pt x="176" y="136"/>
                      <a:pt x="176" y="136"/>
                    </a:cubicBezTo>
                    <a:cubicBezTo>
                      <a:pt x="176" y="139"/>
                      <a:pt x="177" y="136"/>
                      <a:pt x="176" y="138"/>
                    </a:cubicBezTo>
                    <a:cubicBezTo>
                      <a:pt x="175" y="139"/>
                      <a:pt x="175" y="138"/>
                      <a:pt x="175" y="139"/>
                    </a:cubicBezTo>
                    <a:cubicBezTo>
                      <a:pt x="181" y="139"/>
                      <a:pt x="178" y="139"/>
                      <a:pt x="183" y="137"/>
                    </a:cubicBezTo>
                    <a:cubicBezTo>
                      <a:pt x="185" y="136"/>
                      <a:pt x="186" y="135"/>
                      <a:pt x="189" y="135"/>
                    </a:cubicBezTo>
                    <a:cubicBezTo>
                      <a:pt x="190" y="133"/>
                      <a:pt x="193" y="132"/>
                      <a:pt x="195" y="131"/>
                    </a:cubicBezTo>
                    <a:cubicBezTo>
                      <a:pt x="204" y="125"/>
                      <a:pt x="204" y="125"/>
                      <a:pt x="204" y="125"/>
                    </a:cubicBezTo>
                    <a:cubicBezTo>
                      <a:pt x="204" y="125"/>
                      <a:pt x="204" y="125"/>
                      <a:pt x="204" y="125"/>
                    </a:cubicBezTo>
                    <a:cubicBezTo>
                      <a:pt x="207" y="124"/>
                      <a:pt x="207" y="124"/>
                      <a:pt x="207" y="124"/>
                    </a:cubicBezTo>
                    <a:cubicBezTo>
                      <a:pt x="209" y="122"/>
                      <a:pt x="212" y="120"/>
                      <a:pt x="213" y="117"/>
                    </a:cubicBezTo>
                    <a:cubicBezTo>
                      <a:pt x="216" y="109"/>
                      <a:pt x="216" y="109"/>
                      <a:pt x="216" y="109"/>
                    </a:cubicBezTo>
                    <a:cubicBezTo>
                      <a:pt x="217" y="103"/>
                      <a:pt x="217" y="103"/>
                      <a:pt x="217" y="103"/>
                    </a:cubicBezTo>
                    <a:cubicBezTo>
                      <a:pt x="213" y="100"/>
                      <a:pt x="211" y="95"/>
                      <a:pt x="207" y="93"/>
                    </a:cubicBezTo>
                    <a:cubicBezTo>
                      <a:pt x="206" y="93"/>
                      <a:pt x="206" y="93"/>
                      <a:pt x="206" y="92"/>
                    </a:cubicBezTo>
                    <a:cubicBezTo>
                      <a:pt x="195" y="89"/>
                      <a:pt x="195" y="89"/>
                      <a:pt x="195" y="89"/>
                    </a:cubicBezTo>
                    <a:cubicBezTo>
                      <a:pt x="193" y="88"/>
                      <a:pt x="189" y="89"/>
                      <a:pt x="186" y="88"/>
                    </a:cubicBezTo>
                    <a:cubicBezTo>
                      <a:pt x="183" y="87"/>
                      <a:pt x="179" y="87"/>
                      <a:pt x="176" y="88"/>
                    </a:cubicBezTo>
                    <a:cubicBezTo>
                      <a:pt x="172" y="88"/>
                      <a:pt x="172" y="88"/>
                      <a:pt x="172" y="88"/>
                    </a:cubicBezTo>
                    <a:cubicBezTo>
                      <a:pt x="169" y="88"/>
                      <a:pt x="166" y="88"/>
                      <a:pt x="163" y="89"/>
                    </a:cubicBezTo>
                    <a:cubicBezTo>
                      <a:pt x="162" y="89"/>
                      <a:pt x="163" y="88"/>
                      <a:pt x="162" y="90"/>
                    </a:cubicBezTo>
                    <a:cubicBezTo>
                      <a:pt x="161" y="90"/>
                      <a:pt x="159" y="89"/>
                      <a:pt x="158" y="90"/>
                    </a:cubicBezTo>
                    <a:cubicBezTo>
                      <a:pt x="151" y="91"/>
                      <a:pt x="151" y="91"/>
                      <a:pt x="151" y="91"/>
                    </a:cubicBezTo>
                    <a:cubicBezTo>
                      <a:pt x="149" y="91"/>
                      <a:pt x="151" y="91"/>
                      <a:pt x="150" y="91"/>
                    </a:cubicBezTo>
                    <a:cubicBezTo>
                      <a:pt x="149" y="92"/>
                      <a:pt x="149" y="92"/>
                      <a:pt x="148" y="92"/>
                    </a:cubicBezTo>
                    <a:cubicBezTo>
                      <a:pt x="138" y="94"/>
                      <a:pt x="138" y="94"/>
                      <a:pt x="138" y="94"/>
                    </a:cubicBezTo>
                    <a:cubicBezTo>
                      <a:pt x="137" y="95"/>
                      <a:pt x="139" y="93"/>
                      <a:pt x="138" y="94"/>
                    </a:cubicBezTo>
                    <a:cubicBezTo>
                      <a:pt x="137" y="95"/>
                      <a:pt x="138" y="95"/>
                      <a:pt x="137" y="95"/>
                    </a:cubicBezTo>
                    <a:cubicBezTo>
                      <a:pt x="136" y="96"/>
                      <a:pt x="136" y="96"/>
                      <a:pt x="136" y="96"/>
                    </a:cubicBezTo>
                    <a:cubicBezTo>
                      <a:pt x="135" y="95"/>
                      <a:pt x="136" y="96"/>
                      <a:pt x="134" y="96"/>
                    </a:cubicBezTo>
                    <a:cubicBezTo>
                      <a:pt x="131" y="97"/>
                      <a:pt x="131" y="97"/>
                      <a:pt x="131" y="97"/>
                    </a:cubicBezTo>
                    <a:cubicBezTo>
                      <a:pt x="132" y="98"/>
                      <a:pt x="131" y="96"/>
                      <a:pt x="131" y="98"/>
                    </a:cubicBezTo>
                    <a:cubicBezTo>
                      <a:pt x="130" y="99"/>
                      <a:pt x="131" y="99"/>
                      <a:pt x="129" y="99"/>
                    </a:cubicBezTo>
                    <a:cubicBezTo>
                      <a:pt x="129" y="99"/>
                      <a:pt x="128" y="99"/>
                      <a:pt x="127" y="100"/>
                    </a:cubicBezTo>
                    <a:cubicBezTo>
                      <a:pt x="126" y="100"/>
                      <a:pt x="127" y="100"/>
                      <a:pt x="126" y="100"/>
                    </a:cubicBezTo>
                    <a:cubicBezTo>
                      <a:pt x="125" y="101"/>
                      <a:pt x="125" y="101"/>
                      <a:pt x="125" y="101"/>
                    </a:cubicBezTo>
                    <a:cubicBezTo>
                      <a:pt x="123" y="102"/>
                      <a:pt x="121" y="101"/>
                      <a:pt x="119" y="102"/>
                    </a:cubicBezTo>
                    <a:cubicBezTo>
                      <a:pt x="119" y="102"/>
                      <a:pt x="119" y="102"/>
                      <a:pt x="119" y="102"/>
                    </a:cubicBezTo>
                    <a:cubicBezTo>
                      <a:pt x="119" y="102"/>
                      <a:pt x="119" y="102"/>
                      <a:pt x="119" y="102"/>
                    </a:cubicBezTo>
                    <a:cubicBezTo>
                      <a:pt x="107" y="107"/>
                      <a:pt x="107" y="107"/>
                      <a:pt x="107" y="107"/>
                    </a:cubicBezTo>
                    <a:cubicBezTo>
                      <a:pt x="106" y="107"/>
                      <a:pt x="106" y="107"/>
                      <a:pt x="106" y="107"/>
                    </a:cubicBezTo>
                    <a:cubicBezTo>
                      <a:pt x="105" y="107"/>
                      <a:pt x="105" y="107"/>
                      <a:pt x="104" y="107"/>
                    </a:cubicBezTo>
                    <a:cubicBezTo>
                      <a:pt x="104" y="110"/>
                      <a:pt x="101" y="107"/>
                      <a:pt x="100" y="109"/>
                    </a:cubicBezTo>
                    <a:cubicBezTo>
                      <a:pt x="96" y="109"/>
                      <a:pt x="99" y="112"/>
                      <a:pt x="90" y="112"/>
                    </a:cubicBezTo>
                    <a:cubicBezTo>
                      <a:pt x="89" y="114"/>
                      <a:pt x="89" y="114"/>
                      <a:pt x="87" y="115"/>
                    </a:cubicBezTo>
                    <a:cubicBezTo>
                      <a:pt x="86" y="115"/>
                      <a:pt x="87" y="115"/>
                      <a:pt x="86" y="115"/>
                    </a:cubicBezTo>
                    <a:cubicBezTo>
                      <a:pt x="83" y="116"/>
                      <a:pt x="87" y="115"/>
                      <a:pt x="84" y="116"/>
                    </a:cubicBezTo>
                    <a:cubicBezTo>
                      <a:pt x="84" y="116"/>
                      <a:pt x="84" y="116"/>
                      <a:pt x="84" y="116"/>
                    </a:cubicBezTo>
                    <a:cubicBezTo>
                      <a:pt x="84" y="116"/>
                      <a:pt x="84" y="116"/>
                      <a:pt x="84" y="116"/>
                    </a:cubicBezTo>
                    <a:cubicBezTo>
                      <a:pt x="84" y="116"/>
                      <a:pt x="84" y="116"/>
                      <a:pt x="84" y="116"/>
                    </a:cubicBezTo>
                    <a:cubicBezTo>
                      <a:pt x="80" y="117"/>
                      <a:pt x="80" y="117"/>
                      <a:pt x="80" y="117"/>
                    </a:cubicBezTo>
                    <a:cubicBezTo>
                      <a:pt x="79" y="118"/>
                      <a:pt x="78" y="119"/>
                      <a:pt x="77" y="120"/>
                    </a:cubicBezTo>
                    <a:cubicBezTo>
                      <a:pt x="75" y="121"/>
                      <a:pt x="75" y="121"/>
                      <a:pt x="75" y="121"/>
                    </a:cubicBezTo>
                    <a:cubicBezTo>
                      <a:pt x="74" y="121"/>
                      <a:pt x="73" y="121"/>
                      <a:pt x="71" y="122"/>
                    </a:cubicBezTo>
                    <a:cubicBezTo>
                      <a:pt x="71" y="122"/>
                      <a:pt x="71" y="122"/>
                      <a:pt x="71" y="122"/>
                    </a:cubicBezTo>
                    <a:cubicBezTo>
                      <a:pt x="69" y="123"/>
                      <a:pt x="69" y="123"/>
                      <a:pt x="69" y="123"/>
                    </a:cubicBezTo>
                    <a:cubicBezTo>
                      <a:pt x="68" y="124"/>
                      <a:pt x="70" y="124"/>
                      <a:pt x="67" y="124"/>
                    </a:cubicBezTo>
                    <a:cubicBezTo>
                      <a:pt x="64" y="127"/>
                      <a:pt x="64" y="127"/>
                      <a:pt x="64" y="127"/>
                    </a:cubicBezTo>
                    <a:cubicBezTo>
                      <a:pt x="61" y="130"/>
                      <a:pt x="62" y="132"/>
                      <a:pt x="57" y="132"/>
                    </a:cubicBezTo>
                    <a:cubicBezTo>
                      <a:pt x="57" y="133"/>
                      <a:pt x="57" y="133"/>
                      <a:pt x="58" y="133"/>
                    </a:cubicBezTo>
                    <a:cubicBezTo>
                      <a:pt x="54" y="133"/>
                      <a:pt x="58" y="134"/>
                      <a:pt x="55" y="134"/>
                    </a:cubicBezTo>
                    <a:cubicBezTo>
                      <a:pt x="54" y="134"/>
                      <a:pt x="54" y="134"/>
                      <a:pt x="53" y="134"/>
                    </a:cubicBezTo>
                    <a:cubicBezTo>
                      <a:pt x="50" y="136"/>
                      <a:pt x="47" y="138"/>
                      <a:pt x="44" y="138"/>
                    </a:cubicBezTo>
                    <a:cubicBezTo>
                      <a:pt x="44" y="139"/>
                      <a:pt x="45" y="139"/>
                      <a:pt x="44" y="139"/>
                    </a:cubicBezTo>
                    <a:cubicBezTo>
                      <a:pt x="39" y="140"/>
                      <a:pt x="39" y="140"/>
                      <a:pt x="39" y="140"/>
                    </a:cubicBezTo>
                    <a:cubicBezTo>
                      <a:pt x="39" y="140"/>
                      <a:pt x="39" y="140"/>
                      <a:pt x="38" y="140"/>
                    </a:cubicBezTo>
                    <a:cubicBezTo>
                      <a:pt x="35" y="141"/>
                      <a:pt x="35" y="141"/>
                      <a:pt x="35" y="141"/>
                    </a:cubicBezTo>
                    <a:cubicBezTo>
                      <a:pt x="34" y="142"/>
                      <a:pt x="33" y="143"/>
                      <a:pt x="31" y="142"/>
                    </a:cubicBezTo>
                    <a:cubicBezTo>
                      <a:pt x="31" y="142"/>
                      <a:pt x="31" y="142"/>
                      <a:pt x="31" y="142"/>
                    </a:cubicBezTo>
                    <a:cubicBezTo>
                      <a:pt x="24" y="140"/>
                      <a:pt x="24" y="140"/>
                      <a:pt x="24" y="140"/>
                    </a:cubicBezTo>
                    <a:cubicBezTo>
                      <a:pt x="25" y="135"/>
                      <a:pt x="25" y="135"/>
                      <a:pt x="25" y="135"/>
                    </a:cubicBezTo>
                    <a:cubicBezTo>
                      <a:pt x="25" y="134"/>
                      <a:pt x="25" y="134"/>
                      <a:pt x="25" y="134"/>
                    </a:cubicBezTo>
                    <a:cubicBezTo>
                      <a:pt x="26" y="133"/>
                      <a:pt x="26" y="133"/>
                      <a:pt x="26" y="133"/>
                    </a:cubicBezTo>
                    <a:cubicBezTo>
                      <a:pt x="26" y="133"/>
                      <a:pt x="27" y="132"/>
                      <a:pt x="27" y="132"/>
                    </a:cubicBezTo>
                    <a:cubicBezTo>
                      <a:pt x="29" y="130"/>
                      <a:pt x="30" y="128"/>
                      <a:pt x="32" y="129"/>
                    </a:cubicBezTo>
                    <a:cubicBezTo>
                      <a:pt x="32" y="126"/>
                      <a:pt x="38" y="123"/>
                      <a:pt x="40" y="121"/>
                    </a:cubicBezTo>
                    <a:cubicBezTo>
                      <a:pt x="41" y="121"/>
                      <a:pt x="40" y="121"/>
                      <a:pt x="41" y="120"/>
                    </a:cubicBezTo>
                    <a:cubicBezTo>
                      <a:pt x="43" y="119"/>
                      <a:pt x="45" y="118"/>
                      <a:pt x="46" y="117"/>
                    </a:cubicBezTo>
                    <a:cubicBezTo>
                      <a:pt x="47" y="115"/>
                      <a:pt x="47" y="115"/>
                      <a:pt x="47" y="115"/>
                    </a:cubicBezTo>
                    <a:cubicBezTo>
                      <a:pt x="48" y="115"/>
                      <a:pt x="48" y="115"/>
                      <a:pt x="49" y="114"/>
                    </a:cubicBezTo>
                    <a:cubicBezTo>
                      <a:pt x="59" y="106"/>
                      <a:pt x="59" y="106"/>
                      <a:pt x="59" y="106"/>
                    </a:cubicBezTo>
                    <a:cubicBezTo>
                      <a:pt x="61" y="104"/>
                      <a:pt x="66" y="102"/>
                      <a:pt x="67" y="100"/>
                    </a:cubicBezTo>
                    <a:cubicBezTo>
                      <a:pt x="70" y="99"/>
                      <a:pt x="70" y="98"/>
                      <a:pt x="72" y="98"/>
                    </a:cubicBezTo>
                    <a:cubicBezTo>
                      <a:pt x="76" y="97"/>
                      <a:pt x="75" y="97"/>
                      <a:pt x="77" y="98"/>
                    </a:cubicBezTo>
                    <a:cubicBezTo>
                      <a:pt x="90" y="99"/>
                      <a:pt x="90" y="99"/>
                      <a:pt x="90" y="99"/>
                    </a:cubicBezTo>
                    <a:cubicBezTo>
                      <a:pt x="93" y="98"/>
                      <a:pt x="93" y="98"/>
                      <a:pt x="93" y="98"/>
                    </a:cubicBezTo>
                    <a:cubicBezTo>
                      <a:pt x="95" y="96"/>
                      <a:pt x="97" y="94"/>
                      <a:pt x="98" y="91"/>
                    </a:cubicBezTo>
                    <a:cubicBezTo>
                      <a:pt x="101" y="85"/>
                      <a:pt x="99" y="89"/>
                      <a:pt x="105" y="87"/>
                    </a:cubicBezTo>
                    <a:cubicBezTo>
                      <a:pt x="111" y="84"/>
                      <a:pt x="109" y="87"/>
                      <a:pt x="116" y="86"/>
                    </a:cubicBezTo>
                    <a:cubicBezTo>
                      <a:pt x="117" y="87"/>
                      <a:pt x="117" y="86"/>
                      <a:pt x="119" y="87"/>
                    </a:cubicBezTo>
                    <a:cubicBezTo>
                      <a:pt x="120" y="87"/>
                      <a:pt x="119" y="87"/>
                      <a:pt x="120" y="87"/>
                    </a:cubicBezTo>
                    <a:cubicBezTo>
                      <a:pt x="120" y="88"/>
                      <a:pt x="120" y="88"/>
                      <a:pt x="120" y="88"/>
                    </a:cubicBezTo>
                    <a:cubicBezTo>
                      <a:pt x="122" y="88"/>
                      <a:pt x="122" y="88"/>
                      <a:pt x="123" y="88"/>
                    </a:cubicBezTo>
                    <a:cubicBezTo>
                      <a:pt x="125" y="87"/>
                      <a:pt x="124" y="88"/>
                      <a:pt x="125" y="87"/>
                    </a:cubicBezTo>
                    <a:cubicBezTo>
                      <a:pt x="127" y="85"/>
                      <a:pt x="127" y="85"/>
                      <a:pt x="127" y="85"/>
                    </a:cubicBezTo>
                    <a:cubicBezTo>
                      <a:pt x="127" y="86"/>
                      <a:pt x="127" y="86"/>
                      <a:pt x="127" y="86"/>
                    </a:cubicBezTo>
                    <a:cubicBezTo>
                      <a:pt x="128" y="84"/>
                      <a:pt x="128" y="84"/>
                      <a:pt x="129" y="84"/>
                    </a:cubicBezTo>
                    <a:cubicBezTo>
                      <a:pt x="131" y="83"/>
                      <a:pt x="131" y="81"/>
                      <a:pt x="132" y="80"/>
                    </a:cubicBezTo>
                    <a:cubicBezTo>
                      <a:pt x="132" y="80"/>
                      <a:pt x="132" y="80"/>
                      <a:pt x="132" y="80"/>
                    </a:cubicBezTo>
                    <a:cubicBezTo>
                      <a:pt x="132" y="80"/>
                      <a:pt x="132" y="80"/>
                      <a:pt x="133" y="80"/>
                    </a:cubicBezTo>
                    <a:cubicBezTo>
                      <a:pt x="136" y="78"/>
                      <a:pt x="133" y="77"/>
                      <a:pt x="136" y="79"/>
                    </a:cubicBezTo>
                    <a:cubicBezTo>
                      <a:pt x="136" y="77"/>
                      <a:pt x="136" y="77"/>
                      <a:pt x="135" y="77"/>
                    </a:cubicBezTo>
                    <a:cubicBezTo>
                      <a:pt x="136" y="77"/>
                      <a:pt x="137" y="76"/>
                      <a:pt x="137" y="76"/>
                    </a:cubicBezTo>
                    <a:cubicBezTo>
                      <a:pt x="138" y="76"/>
                      <a:pt x="137" y="76"/>
                      <a:pt x="138" y="77"/>
                    </a:cubicBezTo>
                    <a:cubicBezTo>
                      <a:pt x="138" y="74"/>
                      <a:pt x="139" y="74"/>
                      <a:pt x="140" y="73"/>
                    </a:cubicBezTo>
                    <a:cubicBezTo>
                      <a:pt x="142" y="70"/>
                      <a:pt x="142" y="70"/>
                      <a:pt x="142" y="70"/>
                    </a:cubicBezTo>
                    <a:cubicBezTo>
                      <a:pt x="144" y="69"/>
                      <a:pt x="143" y="69"/>
                      <a:pt x="143" y="70"/>
                    </a:cubicBezTo>
                    <a:cubicBezTo>
                      <a:pt x="146" y="70"/>
                      <a:pt x="148" y="69"/>
                      <a:pt x="151" y="67"/>
                    </a:cubicBezTo>
                    <a:cubicBezTo>
                      <a:pt x="161" y="62"/>
                      <a:pt x="161" y="62"/>
                      <a:pt x="161" y="62"/>
                    </a:cubicBezTo>
                    <a:cubicBezTo>
                      <a:pt x="161" y="62"/>
                      <a:pt x="162" y="61"/>
                      <a:pt x="162" y="61"/>
                    </a:cubicBezTo>
                    <a:cubicBezTo>
                      <a:pt x="166" y="62"/>
                      <a:pt x="166" y="62"/>
                      <a:pt x="166" y="62"/>
                    </a:cubicBezTo>
                    <a:cubicBezTo>
                      <a:pt x="166" y="61"/>
                      <a:pt x="166" y="61"/>
                      <a:pt x="166" y="61"/>
                    </a:cubicBezTo>
                    <a:cubicBezTo>
                      <a:pt x="167" y="61"/>
                      <a:pt x="167" y="61"/>
                      <a:pt x="168" y="61"/>
                    </a:cubicBezTo>
                    <a:cubicBezTo>
                      <a:pt x="169" y="60"/>
                      <a:pt x="170" y="59"/>
                      <a:pt x="173" y="59"/>
                    </a:cubicBezTo>
                    <a:cubicBezTo>
                      <a:pt x="181" y="59"/>
                      <a:pt x="172" y="61"/>
                      <a:pt x="177" y="61"/>
                    </a:cubicBezTo>
                    <a:close/>
                    <a:moveTo>
                      <a:pt x="170" y="144"/>
                    </a:moveTo>
                    <a:cubicBezTo>
                      <a:pt x="170" y="144"/>
                      <a:pt x="170" y="144"/>
                      <a:pt x="170" y="144"/>
                    </a:cubicBezTo>
                    <a:cubicBezTo>
                      <a:pt x="170" y="143"/>
                      <a:pt x="170" y="143"/>
                      <a:pt x="170" y="143"/>
                    </a:cubicBezTo>
                    <a:cubicBezTo>
                      <a:pt x="166" y="145"/>
                      <a:pt x="169" y="143"/>
                      <a:pt x="165" y="144"/>
                    </a:cubicBezTo>
                    <a:cubicBezTo>
                      <a:pt x="168" y="143"/>
                      <a:pt x="166" y="144"/>
                      <a:pt x="167" y="143"/>
                    </a:cubicBezTo>
                    <a:cubicBezTo>
                      <a:pt x="166" y="142"/>
                      <a:pt x="166" y="142"/>
                      <a:pt x="165" y="141"/>
                    </a:cubicBezTo>
                    <a:cubicBezTo>
                      <a:pt x="167" y="141"/>
                      <a:pt x="166" y="142"/>
                      <a:pt x="167" y="140"/>
                    </a:cubicBezTo>
                    <a:cubicBezTo>
                      <a:pt x="172" y="142"/>
                      <a:pt x="172" y="142"/>
                      <a:pt x="172" y="142"/>
                    </a:cubicBezTo>
                    <a:cubicBezTo>
                      <a:pt x="170" y="142"/>
                      <a:pt x="172" y="142"/>
                      <a:pt x="170" y="144"/>
                    </a:cubicBezTo>
                    <a:close/>
                    <a:moveTo>
                      <a:pt x="64" y="253"/>
                    </a:moveTo>
                    <a:cubicBezTo>
                      <a:pt x="63" y="252"/>
                      <a:pt x="63" y="250"/>
                      <a:pt x="64" y="248"/>
                    </a:cubicBezTo>
                    <a:cubicBezTo>
                      <a:pt x="65" y="247"/>
                      <a:pt x="65" y="247"/>
                      <a:pt x="67" y="247"/>
                    </a:cubicBezTo>
                    <a:cubicBezTo>
                      <a:pt x="65" y="252"/>
                      <a:pt x="65" y="254"/>
                      <a:pt x="64" y="253"/>
                    </a:cubicBezTo>
                    <a:close/>
                    <a:moveTo>
                      <a:pt x="161" y="147"/>
                    </a:moveTo>
                    <a:cubicBezTo>
                      <a:pt x="159" y="148"/>
                      <a:pt x="160" y="147"/>
                      <a:pt x="158" y="146"/>
                    </a:cubicBezTo>
                    <a:cubicBezTo>
                      <a:pt x="157" y="146"/>
                      <a:pt x="157" y="146"/>
                      <a:pt x="157" y="146"/>
                    </a:cubicBezTo>
                    <a:cubicBezTo>
                      <a:pt x="157" y="146"/>
                      <a:pt x="157" y="145"/>
                      <a:pt x="157" y="145"/>
                    </a:cubicBezTo>
                    <a:cubicBezTo>
                      <a:pt x="158" y="145"/>
                      <a:pt x="158" y="145"/>
                      <a:pt x="158" y="145"/>
                    </a:cubicBezTo>
                    <a:cubicBezTo>
                      <a:pt x="159" y="146"/>
                      <a:pt x="159" y="145"/>
                      <a:pt x="160" y="146"/>
                    </a:cubicBezTo>
                    <a:cubicBezTo>
                      <a:pt x="161" y="147"/>
                      <a:pt x="161" y="147"/>
                      <a:pt x="161" y="147"/>
                    </a:cubicBezTo>
                    <a:close/>
                    <a:moveTo>
                      <a:pt x="174" y="140"/>
                    </a:moveTo>
                    <a:cubicBezTo>
                      <a:pt x="173" y="143"/>
                      <a:pt x="173" y="143"/>
                      <a:pt x="173" y="143"/>
                    </a:cubicBezTo>
                    <a:cubicBezTo>
                      <a:pt x="173" y="139"/>
                      <a:pt x="173" y="139"/>
                      <a:pt x="173" y="139"/>
                    </a:cubicBezTo>
                    <a:cubicBezTo>
                      <a:pt x="175" y="139"/>
                      <a:pt x="174" y="139"/>
                      <a:pt x="175" y="140"/>
                    </a:cubicBezTo>
                    <a:cubicBezTo>
                      <a:pt x="175" y="140"/>
                      <a:pt x="175" y="140"/>
                      <a:pt x="174" y="140"/>
                    </a:cubicBezTo>
                    <a:close/>
                    <a:moveTo>
                      <a:pt x="68" y="242"/>
                    </a:moveTo>
                    <a:cubicBezTo>
                      <a:pt x="72" y="242"/>
                      <a:pt x="69" y="242"/>
                      <a:pt x="70" y="243"/>
                    </a:cubicBezTo>
                    <a:cubicBezTo>
                      <a:pt x="69" y="244"/>
                      <a:pt x="69" y="244"/>
                      <a:pt x="69" y="244"/>
                    </a:cubicBezTo>
                    <a:cubicBezTo>
                      <a:pt x="68" y="243"/>
                      <a:pt x="68" y="243"/>
                      <a:pt x="68" y="242"/>
                    </a:cubicBezTo>
                    <a:close/>
                    <a:moveTo>
                      <a:pt x="139" y="79"/>
                    </a:moveTo>
                    <a:cubicBezTo>
                      <a:pt x="140" y="77"/>
                      <a:pt x="140" y="77"/>
                      <a:pt x="140" y="77"/>
                    </a:cubicBezTo>
                    <a:cubicBezTo>
                      <a:pt x="140" y="77"/>
                      <a:pt x="140" y="77"/>
                      <a:pt x="140" y="77"/>
                    </a:cubicBezTo>
                    <a:cubicBezTo>
                      <a:pt x="142" y="78"/>
                      <a:pt x="142" y="78"/>
                      <a:pt x="142" y="78"/>
                    </a:cubicBezTo>
                    <a:cubicBezTo>
                      <a:pt x="140" y="79"/>
                      <a:pt x="139" y="78"/>
                      <a:pt x="140" y="80"/>
                    </a:cubicBezTo>
                    <a:cubicBezTo>
                      <a:pt x="139" y="79"/>
                      <a:pt x="139" y="79"/>
                      <a:pt x="139" y="79"/>
                    </a:cubicBezTo>
                    <a:close/>
                    <a:moveTo>
                      <a:pt x="71" y="241"/>
                    </a:moveTo>
                    <a:cubicBezTo>
                      <a:pt x="70" y="241"/>
                      <a:pt x="71" y="241"/>
                      <a:pt x="70" y="240"/>
                    </a:cubicBezTo>
                    <a:cubicBezTo>
                      <a:pt x="73" y="240"/>
                      <a:pt x="73" y="240"/>
                      <a:pt x="73" y="240"/>
                    </a:cubicBezTo>
                    <a:cubicBezTo>
                      <a:pt x="71" y="242"/>
                      <a:pt x="72" y="241"/>
                      <a:pt x="71" y="241"/>
                    </a:cubicBezTo>
                    <a:close/>
                    <a:moveTo>
                      <a:pt x="71" y="241"/>
                    </a:moveTo>
                    <a:cubicBezTo>
                      <a:pt x="71" y="243"/>
                      <a:pt x="72" y="242"/>
                      <a:pt x="70" y="242"/>
                    </a:cubicBezTo>
                    <a:cubicBezTo>
                      <a:pt x="71" y="241"/>
                      <a:pt x="70" y="242"/>
                      <a:pt x="71" y="241"/>
                    </a:cubicBezTo>
                    <a:close/>
                    <a:moveTo>
                      <a:pt x="156" y="146"/>
                    </a:moveTo>
                    <a:cubicBezTo>
                      <a:pt x="156" y="146"/>
                      <a:pt x="157" y="146"/>
                      <a:pt x="156" y="147"/>
                    </a:cubicBezTo>
                    <a:cubicBezTo>
                      <a:pt x="156" y="147"/>
                      <a:pt x="155" y="147"/>
                      <a:pt x="156" y="14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" name="Freeform 11"/>
              <p:cNvSpPr/>
              <p:nvPr/>
            </p:nvSpPr>
            <p:spPr bwMode="auto">
              <a:xfrm>
                <a:off x="4854397" y="4333606"/>
                <a:ext cx="200025" cy="247650"/>
              </a:xfrm>
              <a:custGeom>
                <a:avLst/>
                <a:gdLst>
                  <a:gd name="T0" fmla="*/ 118 w 175"/>
                  <a:gd name="T1" fmla="*/ 8 h 216"/>
                  <a:gd name="T2" fmla="*/ 102 w 175"/>
                  <a:gd name="T3" fmla="*/ 0 h 216"/>
                  <a:gd name="T4" fmla="*/ 90 w 175"/>
                  <a:gd name="T5" fmla="*/ 10 h 216"/>
                  <a:gd name="T6" fmla="*/ 88 w 175"/>
                  <a:gd name="T7" fmla="*/ 35 h 216"/>
                  <a:gd name="T8" fmla="*/ 85 w 175"/>
                  <a:gd name="T9" fmla="*/ 57 h 216"/>
                  <a:gd name="T10" fmla="*/ 80 w 175"/>
                  <a:gd name="T11" fmla="*/ 72 h 216"/>
                  <a:gd name="T12" fmla="*/ 75 w 175"/>
                  <a:gd name="T13" fmla="*/ 80 h 216"/>
                  <a:gd name="T14" fmla="*/ 58 w 175"/>
                  <a:gd name="T15" fmla="*/ 88 h 216"/>
                  <a:gd name="T16" fmla="*/ 47 w 175"/>
                  <a:gd name="T17" fmla="*/ 94 h 216"/>
                  <a:gd name="T18" fmla="*/ 41 w 175"/>
                  <a:gd name="T19" fmla="*/ 98 h 216"/>
                  <a:gd name="T20" fmla="*/ 11 w 175"/>
                  <a:gd name="T21" fmla="*/ 105 h 216"/>
                  <a:gd name="T22" fmla="*/ 11 w 175"/>
                  <a:gd name="T23" fmla="*/ 122 h 216"/>
                  <a:gd name="T24" fmla="*/ 28 w 175"/>
                  <a:gd name="T25" fmla="*/ 131 h 216"/>
                  <a:gd name="T26" fmla="*/ 41 w 175"/>
                  <a:gd name="T27" fmla="*/ 133 h 216"/>
                  <a:gd name="T28" fmla="*/ 53 w 175"/>
                  <a:gd name="T29" fmla="*/ 130 h 216"/>
                  <a:gd name="T30" fmla="*/ 62 w 175"/>
                  <a:gd name="T31" fmla="*/ 127 h 216"/>
                  <a:gd name="T32" fmla="*/ 63 w 175"/>
                  <a:gd name="T33" fmla="*/ 139 h 216"/>
                  <a:gd name="T34" fmla="*/ 57 w 175"/>
                  <a:gd name="T35" fmla="*/ 151 h 216"/>
                  <a:gd name="T36" fmla="*/ 43 w 175"/>
                  <a:gd name="T37" fmla="*/ 173 h 216"/>
                  <a:gd name="T38" fmla="*/ 38 w 175"/>
                  <a:gd name="T39" fmla="*/ 179 h 216"/>
                  <a:gd name="T40" fmla="*/ 17 w 175"/>
                  <a:gd name="T41" fmla="*/ 198 h 216"/>
                  <a:gd name="T42" fmla="*/ 7 w 175"/>
                  <a:gd name="T43" fmla="*/ 205 h 216"/>
                  <a:gd name="T44" fmla="*/ 18 w 175"/>
                  <a:gd name="T45" fmla="*/ 215 h 216"/>
                  <a:gd name="T46" fmla="*/ 39 w 175"/>
                  <a:gd name="T47" fmla="*/ 213 h 216"/>
                  <a:gd name="T48" fmla="*/ 58 w 175"/>
                  <a:gd name="T49" fmla="*/ 201 h 216"/>
                  <a:gd name="T50" fmla="*/ 72 w 175"/>
                  <a:gd name="T51" fmla="*/ 184 h 216"/>
                  <a:gd name="T52" fmla="*/ 82 w 175"/>
                  <a:gd name="T53" fmla="*/ 170 h 216"/>
                  <a:gd name="T54" fmla="*/ 111 w 175"/>
                  <a:gd name="T55" fmla="*/ 165 h 216"/>
                  <a:gd name="T56" fmla="*/ 142 w 175"/>
                  <a:gd name="T57" fmla="*/ 200 h 216"/>
                  <a:gd name="T58" fmla="*/ 154 w 175"/>
                  <a:gd name="T59" fmla="*/ 205 h 216"/>
                  <a:gd name="T60" fmla="*/ 162 w 175"/>
                  <a:gd name="T61" fmla="*/ 207 h 216"/>
                  <a:gd name="T62" fmla="*/ 174 w 175"/>
                  <a:gd name="T63" fmla="*/ 195 h 216"/>
                  <a:gd name="T64" fmla="*/ 170 w 175"/>
                  <a:gd name="T65" fmla="*/ 175 h 216"/>
                  <a:gd name="T66" fmla="*/ 162 w 175"/>
                  <a:gd name="T67" fmla="*/ 165 h 216"/>
                  <a:gd name="T68" fmla="*/ 148 w 175"/>
                  <a:gd name="T69" fmla="*/ 153 h 216"/>
                  <a:gd name="T70" fmla="*/ 126 w 175"/>
                  <a:gd name="T71" fmla="*/ 139 h 216"/>
                  <a:gd name="T72" fmla="*/ 112 w 175"/>
                  <a:gd name="T73" fmla="*/ 134 h 216"/>
                  <a:gd name="T74" fmla="*/ 111 w 175"/>
                  <a:gd name="T75" fmla="*/ 135 h 216"/>
                  <a:gd name="T76" fmla="*/ 102 w 175"/>
                  <a:gd name="T77" fmla="*/ 132 h 216"/>
                  <a:gd name="T78" fmla="*/ 108 w 175"/>
                  <a:gd name="T79" fmla="*/ 109 h 216"/>
                  <a:gd name="T80" fmla="*/ 119 w 175"/>
                  <a:gd name="T81" fmla="*/ 103 h 216"/>
                  <a:gd name="T82" fmla="*/ 123 w 175"/>
                  <a:gd name="T83" fmla="*/ 101 h 216"/>
                  <a:gd name="T84" fmla="*/ 141 w 175"/>
                  <a:gd name="T85" fmla="*/ 92 h 216"/>
                  <a:gd name="T86" fmla="*/ 151 w 175"/>
                  <a:gd name="T87" fmla="*/ 89 h 216"/>
                  <a:gd name="T88" fmla="*/ 162 w 175"/>
                  <a:gd name="T89" fmla="*/ 84 h 216"/>
                  <a:gd name="T90" fmla="*/ 173 w 175"/>
                  <a:gd name="T91" fmla="*/ 69 h 216"/>
                  <a:gd name="T92" fmla="*/ 152 w 175"/>
                  <a:gd name="T93" fmla="*/ 59 h 216"/>
                  <a:gd name="T94" fmla="*/ 141 w 175"/>
                  <a:gd name="T95" fmla="*/ 54 h 216"/>
                  <a:gd name="T96" fmla="*/ 119 w 175"/>
                  <a:gd name="T97" fmla="*/ 58 h 216"/>
                  <a:gd name="T98" fmla="*/ 120 w 175"/>
                  <a:gd name="T99" fmla="*/ 37 h 216"/>
                  <a:gd name="T100" fmla="*/ 122 w 175"/>
                  <a:gd name="T101" fmla="*/ 25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175" h="216">
                    <a:moveTo>
                      <a:pt x="121" y="13"/>
                    </a:moveTo>
                    <a:cubicBezTo>
                      <a:pt x="120" y="11"/>
                      <a:pt x="119" y="11"/>
                      <a:pt x="119" y="9"/>
                    </a:cubicBezTo>
                    <a:cubicBezTo>
                      <a:pt x="118" y="10"/>
                      <a:pt x="118" y="10"/>
                      <a:pt x="118" y="10"/>
                    </a:cubicBezTo>
                    <a:cubicBezTo>
                      <a:pt x="118" y="9"/>
                      <a:pt x="118" y="8"/>
                      <a:pt x="118" y="8"/>
                    </a:cubicBezTo>
                    <a:cubicBezTo>
                      <a:pt x="117" y="7"/>
                      <a:pt x="117" y="7"/>
                      <a:pt x="117" y="7"/>
                    </a:cubicBezTo>
                    <a:cubicBezTo>
                      <a:pt x="116" y="6"/>
                      <a:pt x="115" y="5"/>
                      <a:pt x="114" y="4"/>
                    </a:cubicBezTo>
                    <a:cubicBezTo>
                      <a:pt x="112" y="2"/>
                      <a:pt x="109" y="1"/>
                      <a:pt x="107" y="1"/>
                    </a:cubicBezTo>
                    <a:cubicBezTo>
                      <a:pt x="105" y="0"/>
                      <a:pt x="104" y="0"/>
                      <a:pt x="102" y="0"/>
                    </a:cubicBezTo>
                    <a:cubicBezTo>
                      <a:pt x="99" y="1"/>
                      <a:pt x="99" y="1"/>
                      <a:pt x="99" y="1"/>
                    </a:cubicBezTo>
                    <a:cubicBezTo>
                      <a:pt x="99" y="1"/>
                      <a:pt x="99" y="1"/>
                      <a:pt x="98" y="1"/>
                    </a:cubicBezTo>
                    <a:cubicBezTo>
                      <a:pt x="96" y="3"/>
                      <a:pt x="96" y="6"/>
                      <a:pt x="92" y="6"/>
                    </a:cubicBezTo>
                    <a:cubicBezTo>
                      <a:pt x="90" y="10"/>
                      <a:pt x="90" y="10"/>
                      <a:pt x="90" y="10"/>
                    </a:cubicBezTo>
                    <a:cubicBezTo>
                      <a:pt x="88" y="19"/>
                      <a:pt x="91" y="18"/>
                      <a:pt x="90" y="20"/>
                    </a:cubicBezTo>
                    <a:cubicBezTo>
                      <a:pt x="90" y="20"/>
                      <a:pt x="90" y="20"/>
                      <a:pt x="90" y="20"/>
                    </a:cubicBezTo>
                    <a:cubicBezTo>
                      <a:pt x="90" y="21"/>
                      <a:pt x="90" y="21"/>
                      <a:pt x="90" y="21"/>
                    </a:cubicBezTo>
                    <a:cubicBezTo>
                      <a:pt x="90" y="25"/>
                      <a:pt x="88" y="31"/>
                      <a:pt x="88" y="35"/>
                    </a:cubicBezTo>
                    <a:cubicBezTo>
                      <a:pt x="88" y="36"/>
                      <a:pt x="88" y="36"/>
                      <a:pt x="88" y="36"/>
                    </a:cubicBezTo>
                    <a:cubicBezTo>
                      <a:pt x="88" y="38"/>
                      <a:pt x="87" y="38"/>
                      <a:pt x="87" y="41"/>
                    </a:cubicBezTo>
                    <a:cubicBezTo>
                      <a:pt x="85" y="52"/>
                      <a:pt x="85" y="52"/>
                      <a:pt x="85" y="52"/>
                    </a:cubicBezTo>
                    <a:cubicBezTo>
                      <a:pt x="85" y="54"/>
                      <a:pt x="85" y="54"/>
                      <a:pt x="85" y="57"/>
                    </a:cubicBezTo>
                    <a:cubicBezTo>
                      <a:pt x="82" y="63"/>
                      <a:pt x="82" y="63"/>
                      <a:pt x="82" y="63"/>
                    </a:cubicBezTo>
                    <a:cubicBezTo>
                      <a:pt x="82" y="63"/>
                      <a:pt x="82" y="65"/>
                      <a:pt x="82" y="66"/>
                    </a:cubicBezTo>
                    <a:cubicBezTo>
                      <a:pt x="81" y="65"/>
                      <a:pt x="82" y="66"/>
                      <a:pt x="81" y="68"/>
                    </a:cubicBezTo>
                    <a:cubicBezTo>
                      <a:pt x="80" y="72"/>
                      <a:pt x="80" y="72"/>
                      <a:pt x="80" y="72"/>
                    </a:cubicBezTo>
                    <a:cubicBezTo>
                      <a:pt x="79" y="72"/>
                      <a:pt x="80" y="72"/>
                      <a:pt x="80" y="72"/>
                    </a:cubicBezTo>
                    <a:cubicBezTo>
                      <a:pt x="80" y="73"/>
                      <a:pt x="80" y="75"/>
                      <a:pt x="79" y="76"/>
                    </a:cubicBezTo>
                    <a:cubicBezTo>
                      <a:pt x="78" y="78"/>
                      <a:pt x="76" y="79"/>
                      <a:pt x="74" y="79"/>
                    </a:cubicBezTo>
                    <a:cubicBezTo>
                      <a:pt x="75" y="80"/>
                      <a:pt x="75" y="80"/>
                      <a:pt x="75" y="80"/>
                    </a:cubicBezTo>
                    <a:cubicBezTo>
                      <a:pt x="72" y="80"/>
                      <a:pt x="69" y="82"/>
                      <a:pt x="66" y="84"/>
                    </a:cubicBezTo>
                    <a:cubicBezTo>
                      <a:pt x="64" y="85"/>
                      <a:pt x="65" y="84"/>
                      <a:pt x="64" y="85"/>
                    </a:cubicBezTo>
                    <a:cubicBezTo>
                      <a:pt x="63" y="86"/>
                      <a:pt x="61" y="86"/>
                      <a:pt x="61" y="86"/>
                    </a:cubicBezTo>
                    <a:cubicBezTo>
                      <a:pt x="60" y="87"/>
                      <a:pt x="60" y="88"/>
                      <a:pt x="58" y="88"/>
                    </a:cubicBezTo>
                    <a:cubicBezTo>
                      <a:pt x="51" y="92"/>
                      <a:pt x="51" y="92"/>
                      <a:pt x="51" y="92"/>
                    </a:cubicBezTo>
                    <a:cubicBezTo>
                      <a:pt x="51" y="92"/>
                      <a:pt x="51" y="92"/>
                      <a:pt x="51" y="92"/>
                    </a:cubicBezTo>
                    <a:cubicBezTo>
                      <a:pt x="49" y="93"/>
                      <a:pt x="49" y="93"/>
                      <a:pt x="49" y="93"/>
                    </a:cubicBezTo>
                    <a:cubicBezTo>
                      <a:pt x="48" y="93"/>
                      <a:pt x="48" y="94"/>
                      <a:pt x="47" y="94"/>
                    </a:cubicBezTo>
                    <a:cubicBezTo>
                      <a:pt x="44" y="96"/>
                      <a:pt x="44" y="96"/>
                      <a:pt x="44" y="96"/>
                    </a:cubicBezTo>
                    <a:cubicBezTo>
                      <a:pt x="42" y="97"/>
                      <a:pt x="44" y="97"/>
                      <a:pt x="41" y="97"/>
                    </a:cubicBezTo>
                    <a:cubicBezTo>
                      <a:pt x="42" y="97"/>
                      <a:pt x="42" y="97"/>
                      <a:pt x="42" y="97"/>
                    </a:cubicBezTo>
                    <a:cubicBezTo>
                      <a:pt x="42" y="97"/>
                      <a:pt x="42" y="98"/>
                      <a:pt x="41" y="98"/>
                    </a:cubicBezTo>
                    <a:cubicBezTo>
                      <a:pt x="26" y="102"/>
                      <a:pt x="26" y="102"/>
                      <a:pt x="26" y="102"/>
                    </a:cubicBezTo>
                    <a:cubicBezTo>
                      <a:pt x="24" y="102"/>
                      <a:pt x="21" y="102"/>
                      <a:pt x="19" y="102"/>
                    </a:cubicBezTo>
                    <a:cubicBezTo>
                      <a:pt x="18" y="103"/>
                      <a:pt x="19" y="103"/>
                      <a:pt x="18" y="103"/>
                    </a:cubicBezTo>
                    <a:cubicBezTo>
                      <a:pt x="11" y="105"/>
                      <a:pt x="11" y="105"/>
                      <a:pt x="11" y="105"/>
                    </a:cubicBezTo>
                    <a:cubicBezTo>
                      <a:pt x="12" y="106"/>
                      <a:pt x="12" y="105"/>
                      <a:pt x="12" y="106"/>
                    </a:cubicBezTo>
                    <a:cubicBezTo>
                      <a:pt x="12" y="106"/>
                      <a:pt x="11" y="107"/>
                      <a:pt x="11" y="107"/>
                    </a:cubicBezTo>
                    <a:cubicBezTo>
                      <a:pt x="7" y="113"/>
                      <a:pt x="11" y="111"/>
                      <a:pt x="9" y="116"/>
                    </a:cubicBezTo>
                    <a:cubicBezTo>
                      <a:pt x="8" y="118"/>
                      <a:pt x="10" y="120"/>
                      <a:pt x="11" y="122"/>
                    </a:cubicBezTo>
                    <a:cubicBezTo>
                      <a:pt x="13" y="125"/>
                      <a:pt x="13" y="123"/>
                      <a:pt x="15" y="125"/>
                    </a:cubicBezTo>
                    <a:cubicBezTo>
                      <a:pt x="18" y="127"/>
                      <a:pt x="18" y="127"/>
                      <a:pt x="18" y="127"/>
                    </a:cubicBezTo>
                    <a:cubicBezTo>
                      <a:pt x="19" y="128"/>
                      <a:pt x="19" y="127"/>
                      <a:pt x="21" y="128"/>
                    </a:cubicBezTo>
                    <a:cubicBezTo>
                      <a:pt x="24" y="129"/>
                      <a:pt x="26" y="131"/>
                      <a:pt x="28" y="131"/>
                    </a:cubicBezTo>
                    <a:cubicBezTo>
                      <a:pt x="35" y="132"/>
                      <a:pt x="35" y="132"/>
                      <a:pt x="35" y="132"/>
                    </a:cubicBezTo>
                    <a:cubicBezTo>
                      <a:pt x="35" y="132"/>
                      <a:pt x="36" y="132"/>
                      <a:pt x="36" y="132"/>
                    </a:cubicBezTo>
                    <a:cubicBezTo>
                      <a:pt x="40" y="133"/>
                      <a:pt x="40" y="133"/>
                      <a:pt x="40" y="133"/>
                    </a:cubicBezTo>
                    <a:cubicBezTo>
                      <a:pt x="40" y="133"/>
                      <a:pt x="41" y="133"/>
                      <a:pt x="41" y="133"/>
                    </a:cubicBezTo>
                    <a:cubicBezTo>
                      <a:pt x="44" y="133"/>
                      <a:pt x="44" y="133"/>
                      <a:pt x="44" y="133"/>
                    </a:cubicBezTo>
                    <a:cubicBezTo>
                      <a:pt x="44" y="133"/>
                      <a:pt x="44" y="133"/>
                      <a:pt x="44" y="133"/>
                    </a:cubicBezTo>
                    <a:cubicBezTo>
                      <a:pt x="53" y="130"/>
                      <a:pt x="53" y="130"/>
                      <a:pt x="53" y="130"/>
                    </a:cubicBezTo>
                    <a:cubicBezTo>
                      <a:pt x="53" y="130"/>
                      <a:pt x="53" y="130"/>
                      <a:pt x="53" y="130"/>
                    </a:cubicBezTo>
                    <a:cubicBezTo>
                      <a:pt x="55" y="129"/>
                      <a:pt x="55" y="129"/>
                      <a:pt x="55" y="129"/>
                    </a:cubicBezTo>
                    <a:cubicBezTo>
                      <a:pt x="55" y="129"/>
                      <a:pt x="55" y="129"/>
                      <a:pt x="55" y="129"/>
                    </a:cubicBezTo>
                    <a:cubicBezTo>
                      <a:pt x="57" y="128"/>
                      <a:pt x="57" y="129"/>
                      <a:pt x="59" y="128"/>
                    </a:cubicBezTo>
                    <a:cubicBezTo>
                      <a:pt x="61" y="126"/>
                      <a:pt x="59" y="127"/>
                      <a:pt x="62" y="127"/>
                    </a:cubicBezTo>
                    <a:cubicBezTo>
                      <a:pt x="69" y="124"/>
                      <a:pt x="69" y="124"/>
                      <a:pt x="69" y="124"/>
                    </a:cubicBezTo>
                    <a:cubicBezTo>
                      <a:pt x="68" y="126"/>
                      <a:pt x="69" y="124"/>
                      <a:pt x="68" y="126"/>
                    </a:cubicBezTo>
                    <a:cubicBezTo>
                      <a:pt x="67" y="132"/>
                      <a:pt x="67" y="130"/>
                      <a:pt x="65" y="135"/>
                    </a:cubicBezTo>
                    <a:cubicBezTo>
                      <a:pt x="63" y="139"/>
                      <a:pt x="63" y="139"/>
                      <a:pt x="63" y="139"/>
                    </a:cubicBezTo>
                    <a:cubicBezTo>
                      <a:pt x="63" y="139"/>
                      <a:pt x="63" y="139"/>
                      <a:pt x="63" y="140"/>
                    </a:cubicBezTo>
                    <a:cubicBezTo>
                      <a:pt x="63" y="140"/>
                      <a:pt x="63" y="140"/>
                      <a:pt x="63" y="140"/>
                    </a:cubicBezTo>
                    <a:cubicBezTo>
                      <a:pt x="61" y="144"/>
                      <a:pt x="62" y="141"/>
                      <a:pt x="60" y="145"/>
                    </a:cubicBezTo>
                    <a:cubicBezTo>
                      <a:pt x="57" y="151"/>
                      <a:pt x="57" y="151"/>
                      <a:pt x="57" y="151"/>
                    </a:cubicBezTo>
                    <a:cubicBezTo>
                      <a:pt x="57" y="151"/>
                      <a:pt x="56" y="152"/>
                      <a:pt x="56" y="152"/>
                    </a:cubicBezTo>
                    <a:cubicBezTo>
                      <a:pt x="49" y="165"/>
                      <a:pt x="49" y="165"/>
                      <a:pt x="49" y="165"/>
                    </a:cubicBezTo>
                    <a:cubicBezTo>
                      <a:pt x="49" y="165"/>
                      <a:pt x="48" y="165"/>
                      <a:pt x="48" y="165"/>
                    </a:cubicBezTo>
                    <a:cubicBezTo>
                      <a:pt x="43" y="173"/>
                      <a:pt x="43" y="173"/>
                      <a:pt x="43" y="173"/>
                    </a:cubicBezTo>
                    <a:cubicBezTo>
                      <a:pt x="42" y="174"/>
                      <a:pt x="42" y="174"/>
                      <a:pt x="41" y="175"/>
                    </a:cubicBezTo>
                    <a:cubicBezTo>
                      <a:pt x="40" y="176"/>
                      <a:pt x="40" y="176"/>
                      <a:pt x="40" y="177"/>
                    </a:cubicBezTo>
                    <a:cubicBezTo>
                      <a:pt x="39" y="176"/>
                      <a:pt x="39" y="176"/>
                      <a:pt x="39" y="176"/>
                    </a:cubicBezTo>
                    <a:cubicBezTo>
                      <a:pt x="39" y="178"/>
                      <a:pt x="39" y="178"/>
                      <a:pt x="38" y="179"/>
                    </a:cubicBezTo>
                    <a:cubicBezTo>
                      <a:pt x="28" y="190"/>
                      <a:pt x="28" y="190"/>
                      <a:pt x="28" y="190"/>
                    </a:cubicBezTo>
                    <a:cubicBezTo>
                      <a:pt x="27" y="190"/>
                      <a:pt x="27" y="190"/>
                      <a:pt x="27" y="189"/>
                    </a:cubicBezTo>
                    <a:cubicBezTo>
                      <a:pt x="26" y="191"/>
                      <a:pt x="23" y="193"/>
                      <a:pt x="22" y="194"/>
                    </a:cubicBezTo>
                    <a:cubicBezTo>
                      <a:pt x="17" y="198"/>
                      <a:pt x="17" y="198"/>
                      <a:pt x="17" y="198"/>
                    </a:cubicBezTo>
                    <a:cubicBezTo>
                      <a:pt x="17" y="198"/>
                      <a:pt x="16" y="199"/>
                      <a:pt x="16" y="199"/>
                    </a:cubicBezTo>
                    <a:cubicBezTo>
                      <a:pt x="15" y="199"/>
                      <a:pt x="15" y="199"/>
                      <a:pt x="15" y="199"/>
                    </a:cubicBezTo>
                    <a:cubicBezTo>
                      <a:pt x="7" y="205"/>
                      <a:pt x="7" y="205"/>
                      <a:pt x="7" y="205"/>
                    </a:cubicBezTo>
                    <a:cubicBezTo>
                      <a:pt x="7" y="205"/>
                      <a:pt x="7" y="205"/>
                      <a:pt x="7" y="205"/>
                    </a:cubicBezTo>
                    <a:cubicBezTo>
                      <a:pt x="0" y="209"/>
                      <a:pt x="0" y="209"/>
                      <a:pt x="0" y="209"/>
                    </a:cubicBezTo>
                    <a:cubicBezTo>
                      <a:pt x="0" y="211"/>
                      <a:pt x="0" y="211"/>
                      <a:pt x="0" y="211"/>
                    </a:cubicBezTo>
                    <a:cubicBezTo>
                      <a:pt x="2" y="211"/>
                      <a:pt x="4" y="211"/>
                      <a:pt x="5" y="213"/>
                    </a:cubicBezTo>
                    <a:cubicBezTo>
                      <a:pt x="9" y="211"/>
                      <a:pt x="14" y="215"/>
                      <a:pt x="18" y="215"/>
                    </a:cubicBezTo>
                    <a:cubicBezTo>
                      <a:pt x="22" y="215"/>
                      <a:pt x="24" y="214"/>
                      <a:pt x="28" y="214"/>
                    </a:cubicBezTo>
                    <a:cubicBezTo>
                      <a:pt x="28" y="216"/>
                      <a:pt x="28" y="216"/>
                      <a:pt x="28" y="216"/>
                    </a:cubicBezTo>
                    <a:cubicBezTo>
                      <a:pt x="34" y="215"/>
                      <a:pt x="35" y="214"/>
                      <a:pt x="35" y="214"/>
                    </a:cubicBezTo>
                    <a:cubicBezTo>
                      <a:pt x="37" y="213"/>
                      <a:pt x="38" y="213"/>
                      <a:pt x="39" y="213"/>
                    </a:cubicBezTo>
                    <a:cubicBezTo>
                      <a:pt x="42" y="211"/>
                      <a:pt x="42" y="211"/>
                      <a:pt x="42" y="211"/>
                    </a:cubicBezTo>
                    <a:cubicBezTo>
                      <a:pt x="47" y="209"/>
                      <a:pt x="48" y="206"/>
                      <a:pt x="54" y="205"/>
                    </a:cubicBezTo>
                    <a:cubicBezTo>
                      <a:pt x="56" y="204"/>
                      <a:pt x="56" y="203"/>
                      <a:pt x="57" y="204"/>
                    </a:cubicBezTo>
                    <a:cubicBezTo>
                      <a:pt x="58" y="201"/>
                      <a:pt x="58" y="201"/>
                      <a:pt x="58" y="201"/>
                    </a:cubicBezTo>
                    <a:cubicBezTo>
                      <a:pt x="60" y="200"/>
                      <a:pt x="59" y="200"/>
                      <a:pt x="61" y="198"/>
                    </a:cubicBezTo>
                    <a:cubicBezTo>
                      <a:pt x="67" y="192"/>
                      <a:pt x="67" y="192"/>
                      <a:pt x="67" y="192"/>
                    </a:cubicBezTo>
                    <a:cubicBezTo>
                      <a:pt x="68" y="191"/>
                      <a:pt x="69" y="189"/>
                      <a:pt x="70" y="188"/>
                    </a:cubicBezTo>
                    <a:cubicBezTo>
                      <a:pt x="72" y="186"/>
                      <a:pt x="71" y="187"/>
                      <a:pt x="72" y="184"/>
                    </a:cubicBezTo>
                    <a:cubicBezTo>
                      <a:pt x="76" y="179"/>
                      <a:pt x="76" y="179"/>
                      <a:pt x="76" y="179"/>
                    </a:cubicBezTo>
                    <a:cubicBezTo>
                      <a:pt x="76" y="178"/>
                      <a:pt x="77" y="178"/>
                      <a:pt x="77" y="177"/>
                    </a:cubicBezTo>
                    <a:cubicBezTo>
                      <a:pt x="79" y="175"/>
                      <a:pt x="80" y="173"/>
                      <a:pt x="81" y="171"/>
                    </a:cubicBezTo>
                    <a:cubicBezTo>
                      <a:pt x="82" y="170"/>
                      <a:pt x="82" y="171"/>
                      <a:pt x="82" y="170"/>
                    </a:cubicBezTo>
                    <a:cubicBezTo>
                      <a:pt x="95" y="146"/>
                      <a:pt x="95" y="146"/>
                      <a:pt x="95" y="146"/>
                    </a:cubicBezTo>
                    <a:cubicBezTo>
                      <a:pt x="95" y="146"/>
                      <a:pt x="96" y="145"/>
                      <a:pt x="96" y="145"/>
                    </a:cubicBezTo>
                    <a:cubicBezTo>
                      <a:pt x="100" y="148"/>
                      <a:pt x="102" y="154"/>
                      <a:pt x="106" y="157"/>
                    </a:cubicBezTo>
                    <a:cubicBezTo>
                      <a:pt x="109" y="161"/>
                      <a:pt x="109" y="161"/>
                      <a:pt x="111" y="165"/>
                    </a:cubicBezTo>
                    <a:cubicBezTo>
                      <a:pt x="119" y="176"/>
                      <a:pt x="119" y="176"/>
                      <a:pt x="119" y="176"/>
                    </a:cubicBezTo>
                    <a:cubicBezTo>
                      <a:pt x="120" y="178"/>
                      <a:pt x="119" y="177"/>
                      <a:pt x="120" y="178"/>
                    </a:cubicBezTo>
                    <a:cubicBezTo>
                      <a:pt x="124" y="183"/>
                      <a:pt x="123" y="184"/>
                      <a:pt x="129" y="189"/>
                    </a:cubicBezTo>
                    <a:cubicBezTo>
                      <a:pt x="142" y="200"/>
                      <a:pt x="142" y="200"/>
                      <a:pt x="142" y="200"/>
                    </a:cubicBezTo>
                    <a:cubicBezTo>
                      <a:pt x="142" y="200"/>
                      <a:pt x="143" y="200"/>
                      <a:pt x="143" y="200"/>
                    </a:cubicBezTo>
                    <a:cubicBezTo>
                      <a:pt x="145" y="202"/>
                      <a:pt x="145" y="202"/>
                      <a:pt x="145" y="202"/>
                    </a:cubicBezTo>
                    <a:cubicBezTo>
                      <a:pt x="146" y="202"/>
                      <a:pt x="146" y="202"/>
                      <a:pt x="146" y="202"/>
                    </a:cubicBezTo>
                    <a:cubicBezTo>
                      <a:pt x="154" y="205"/>
                      <a:pt x="154" y="205"/>
                      <a:pt x="154" y="205"/>
                    </a:cubicBezTo>
                    <a:cubicBezTo>
                      <a:pt x="158" y="207"/>
                      <a:pt x="159" y="206"/>
                      <a:pt x="160" y="206"/>
                    </a:cubicBezTo>
                    <a:cubicBezTo>
                      <a:pt x="161" y="207"/>
                      <a:pt x="160" y="206"/>
                      <a:pt x="161" y="206"/>
                    </a:cubicBezTo>
                    <a:cubicBezTo>
                      <a:pt x="162" y="207"/>
                      <a:pt x="162" y="207"/>
                      <a:pt x="162" y="207"/>
                    </a:cubicBezTo>
                    <a:cubicBezTo>
                      <a:pt x="162" y="207"/>
                      <a:pt x="162" y="207"/>
                      <a:pt x="162" y="207"/>
                    </a:cubicBezTo>
                    <a:cubicBezTo>
                      <a:pt x="162" y="206"/>
                      <a:pt x="162" y="207"/>
                      <a:pt x="162" y="206"/>
                    </a:cubicBezTo>
                    <a:cubicBezTo>
                      <a:pt x="167" y="206"/>
                      <a:pt x="170" y="203"/>
                      <a:pt x="173" y="200"/>
                    </a:cubicBezTo>
                    <a:cubicBezTo>
                      <a:pt x="173" y="199"/>
                      <a:pt x="174" y="199"/>
                      <a:pt x="174" y="198"/>
                    </a:cubicBezTo>
                    <a:cubicBezTo>
                      <a:pt x="174" y="197"/>
                      <a:pt x="174" y="195"/>
                      <a:pt x="174" y="195"/>
                    </a:cubicBezTo>
                    <a:cubicBezTo>
                      <a:pt x="175" y="193"/>
                      <a:pt x="175" y="193"/>
                      <a:pt x="175" y="193"/>
                    </a:cubicBezTo>
                    <a:cubicBezTo>
                      <a:pt x="175" y="190"/>
                      <a:pt x="175" y="188"/>
                      <a:pt x="174" y="185"/>
                    </a:cubicBezTo>
                    <a:cubicBezTo>
                      <a:pt x="174" y="184"/>
                      <a:pt x="174" y="184"/>
                      <a:pt x="174" y="184"/>
                    </a:cubicBezTo>
                    <a:cubicBezTo>
                      <a:pt x="170" y="175"/>
                      <a:pt x="170" y="175"/>
                      <a:pt x="170" y="175"/>
                    </a:cubicBezTo>
                    <a:cubicBezTo>
                      <a:pt x="169" y="174"/>
                      <a:pt x="170" y="174"/>
                      <a:pt x="168" y="171"/>
                    </a:cubicBezTo>
                    <a:cubicBezTo>
                      <a:pt x="164" y="167"/>
                      <a:pt x="164" y="167"/>
                      <a:pt x="164" y="167"/>
                    </a:cubicBezTo>
                    <a:cubicBezTo>
                      <a:pt x="163" y="166"/>
                      <a:pt x="163" y="166"/>
                      <a:pt x="163" y="166"/>
                    </a:cubicBezTo>
                    <a:cubicBezTo>
                      <a:pt x="162" y="165"/>
                      <a:pt x="162" y="165"/>
                      <a:pt x="162" y="165"/>
                    </a:cubicBezTo>
                    <a:cubicBezTo>
                      <a:pt x="161" y="164"/>
                      <a:pt x="161" y="164"/>
                      <a:pt x="159" y="163"/>
                    </a:cubicBezTo>
                    <a:cubicBezTo>
                      <a:pt x="160" y="162"/>
                      <a:pt x="160" y="162"/>
                      <a:pt x="160" y="162"/>
                    </a:cubicBezTo>
                    <a:cubicBezTo>
                      <a:pt x="158" y="162"/>
                      <a:pt x="159" y="161"/>
                      <a:pt x="157" y="160"/>
                    </a:cubicBezTo>
                    <a:cubicBezTo>
                      <a:pt x="148" y="153"/>
                      <a:pt x="148" y="153"/>
                      <a:pt x="148" y="153"/>
                    </a:cubicBezTo>
                    <a:cubicBezTo>
                      <a:pt x="146" y="151"/>
                      <a:pt x="142" y="146"/>
                      <a:pt x="138" y="145"/>
                    </a:cubicBezTo>
                    <a:cubicBezTo>
                      <a:pt x="139" y="145"/>
                      <a:pt x="139" y="145"/>
                      <a:pt x="139" y="145"/>
                    </a:cubicBezTo>
                    <a:cubicBezTo>
                      <a:pt x="137" y="144"/>
                      <a:pt x="136" y="144"/>
                      <a:pt x="135" y="143"/>
                    </a:cubicBezTo>
                    <a:cubicBezTo>
                      <a:pt x="126" y="139"/>
                      <a:pt x="126" y="139"/>
                      <a:pt x="126" y="139"/>
                    </a:cubicBezTo>
                    <a:cubicBezTo>
                      <a:pt x="123" y="138"/>
                      <a:pt x="122" y="137"/>
                      <a:pt x="119" y="137"/>
                    </a:cubicBezTo>
                    <a:cubicBezTo>
                      <a:pt x="119" y="136"/>
                      <a:pt x="117" y="136"/>
                      <a:pt x="116" y="135"/>
                    </a:cubicBezTo>
                    <a:cubicBezTo>
                      <a:pt x="113" y="135"/>
                      <a:pt x="113" y="135"/>
                      <a:pt x="113" y="135"/>
                    </a:cubicBezTo>
                    <a:cubicBezTo>
                      <a:pt x="112" y="133"/>
                      <a:pt x="113" y="134"/>
                      <a:pt x="112" y="134"/>
                    </a:cubicBezTo>
                    <a:cubicBezTo>
                      <a:pt x="111" y="134"/>
                      <a:pt x="111" y="134"/>
                      <a:pt x="111" y="134"/>
                    </a:cubicBezTo>
                    <a:cubicBezTo>
                      <a:pt x="111" y="134"/>
                      <a:pt x="111" y="134"/>
                      <a:pt x="111" y="134"/>
                    </a:cubicBezTo>
                    <a:cubicBezTo>
                      <a:pt x="111" y="134"/>
                      <a:pt x="111" y="135"/>
                      <a:pt x="111" y="135"/>
                    </a:cubicBezTo>
                    <a:cubicBezTo>
                      <a:pt x="111" y="134"/>
                      <a:pt x="111" y="135"/>
                      <a:pt x="111" y="135"/>
                    </a:cubicBezTo>
                    <a:cubicBezTo>
                      <a:pt x="110" y="134"/>
                      <a:pt x="110" y="134"/>
                      <a:pt x="110" y="134"/>
                    </a:cubicBezTo>
                    <a:cubicBezTo>
                      <a:pt x="110" y="134"/>
                      <a:pt x="109" y="134"/>
                      <a:pt x="109" y="134"/>
                    </a:cubicBezTo>
                    <a:cubicBezTo>
                      <a:pt x="108" y="133"/>
                      <a:pt x="106" y="134"/>
                      <a:pt x="106" y="133"/>
                    </a:cubicBezTo>
                    <a:cubicBezTo>
                      <a:pt x="103" y="133"/>
                      <a:pt x="104" y="132"/>
                      <a:pt x="102" y="132"/>
                    </a:cubicBezTo>
                    <a:cubicBezTo>
                      <a:pt x="105" y="121"/>
                      <a:pt x="105" y="121"/>
                      <a:pt x="105" y="121"/>
                    </a:cubicBezTo>
                    <a:cubicBezTo>
                      <a:pt x="105" y="119"/>
                      <a:pt x="105" y="120"/>
                      <a:pt x="105" y="119"/>
                    </a:cubicBezTo>
                    <a:cubicBezTo>
                      <a:pt x="107" y="114"/>
                      <a:pt x="107" y="114"/>
                      <a:pt x="107" y="114"/>
                    </a:cubicBezTo>
                    <a:cubicBezTo>
                      <a:pt x="107" y="110"/>
                      <a:pt x="107" y="112"/>
                      <a:pt x="108" y="109"/>
                    </a:cubicBezTo>
                    <a:cubicBezTo>
                      <a:pt x="109" y="108"/>
                      <a:pt x="109" y="108"/>
                      <a:pt x="109" y="108"/>
                    </a:cubicBezTo>
                    <a:cubicBezTo>
                      <a:pt x="109" y="106"/>
                      <a:pt x="109" y="107"/>
                      <a:pt x="109" y="105"/>
                    </a:cubicBezTo>
                    <a:cubicBezTo>
                      <a:pt x="113" y="105"/>
                      <a:pt x="114" y="104"/>
                      <a:pt x="117" y="103"/>
                    </a:cubicBezTo>
                    <a:cubicBezTo>
                      <a:pt x="118" y="103"/>
                      <a:pt x="119" y="103"/>
                      <a:pt x="119" y="103"/>
                    </a:cubicBezTo>
                    <a:cubicBezTo>
                      <a:pt x="120" y="102"/>
                      <a:pt x="120" y="102"/>
                      <a:pt x="120" y="102"/>
                    </a:cubicBezTo>
                    <a:cubicBezTo>
                      <a:pt x="120" y="102"/>
                      <a:pt x="121" y="102"/>
                      <a:pt x="121" y="102"/>
                    </a:cubicBezTo>
                    <a:cubicBezTo>
                      <a:pt x="122" y="102"/>
                      <a:pt x="122" y="102"/>
                      <a:pt x="122" y="102"/>
                    </a:cubicBezTo>
                    <a:cubicBezTo>
                      <a:pt x="124" y="101"/>
                      <a:pt x="122" y="102"/>
                      <a:pt x="123" y="101"/>
                    </a:cubicBezTo>
                    <a:cubicBezTo>
                      <a:pt x="135" y="96"/>
                      <a:pt x="135" y="96"/>
                      <a:pt x="135" y="96"/>
                    </a:cubicBezTo>
                    <a:cubicBezTo>
                      <a:pt x="136" y="95"/>
                      <a:pt x="136" y="95"/>
                      <a:pt x="137" y="95"/>
                    </a:cubicBezTo>
                    <a:cubicBezTo>
                      <a:pt x="139" y="93"/>
                      <a:pt x="139" y="93"/>
                      <a:pt x="141" y="93"/>
                    </a:cubicBezTo>
                    <a:cubicBezTo>
                      <a:pt x="141" y="92"/>
                      <a:pt x="141" y="92"/>
                      <a:pt x="141" y="92"/>
                    </a:cubicBezTo>
                    <a:cubicBezTo>
                      <a:pt x="143" y="92"/>
                      <a:pt x="142" y="92"/>
                      <a:pt x="143" y="91"/>
                    </a:cubicBezTo>
                    <a:cubicBezTo>
                      <a:pt x="144" y="91"/>
                      <a:pt x="144" y="91"/>
                      <a:pt x="144" y="91"/>
                    </a:cubicBezTo>
                    <a:cubicBezTo>
                      <a:pt x="151" y="90"/>
                      <a:pt x="151" y="90"/>
                      <a:pt x="151" y="90"/>
                    </a:cubicBezTo>
                    <a:cubicBezTo>
                      <a:pt x="151" y="90"/>
                      <a:pt x="151" y="89"/>
                      <a:pt x="151" y="89"/>
                    </a:cubicBezTo>
                    <a:cubicBezTo>
                      <a:pt x="152" y="89"/>
                      <a:pt x="152" y="89"/>
                      <a:pt x="152" y="89"/>
                    </a:cubicBezTo>
                    <a:cubicBezTo>
                      <a:pt x="159" y="88"/>
                      <a:pt x="159" y="88"/>
                      <a:pt x="159" y="88"/>
                    </a:cubicBezTo>
                    <a:cubicBezTo>
                      <a:pt x="160" y="85"/>
                      <a:pt x="159" y="89"/>
                      <a:pt x="160" y="86"/>
                    </a:cubicBezTo>
                    <a:cubicBezTo>
                      <a:pt x="161" y="84"/>
                      <a:pt x="161" y="85"/>
                      <a:pt x="162" y="84"/>
                    </a:cubicBezTo>
                    <a:cubicBezTo>
                      <a:pt x="163" y="82"/>
                      <a:pt x="162" y="83"/>
                      <a:pt x="163" y="82"/>
                    </a:cubicBezTo>
                    <a:cubicBezTo>
                      <a:pt x="164" y="80"/>
                      <a:pt x="168" y="77"/>
                      <a:pt x="170" y="76"/>
                    </a:cubicBezTo>
                    <a:cubicBezTo>
                      <a:pt x="172" y="76"/>
                      <a:pt x="172" y="75"/>
                      <a:pt x="173" y="74"/>
                    </a:cubicBezTo>
                    <a:cubicBezTo>
                      <a:pt x="173" y="69"/>
                      <a:pt x="173" y="69"/>
                      <a:pt x="173" y="69"/>
                    </a:cubicBezTo>
                    <a:cubicBezTo>
                      <a:pt x="169" y="65"/>
                      <a:pt x="169" y="65"/>
                      <a:pt x="169" y="65"/>
                    </a:cubicBezTo>
                    <a:cubicBezTo>
                      <a:pt x="167" y="63"/>
                      <a:pt x="167" y="64"/>
                      <a:pt x="164" y="63"/>
                    </a:cubicBezTo>
                    <a:cubicBezTo>
                      <a:pt x="156" y="60"/>
                      <a:pt x="156" y="60"/>
                      <a:pt x="156" y="60"/>
                    </a:cubicBezTo>
                    <a:cubicBezTo>
                      <a:pt x="155" y="59"/>
                      <a:pt x="153" y="59"/>
                      <a:pt x="152" y="59"/>
                    </a:cubicBezTo>
                    <a:cubicBezTo>
                      <a:pt x="152" y="59"/>
                      <a:pt x="153" y="59"/>
                      <a:pt x="152" y="59"/>
                    </a:cubicBezTo>
                    <a:cubicBezTo>
                      <a:pt x="151" y="58"/>
                      <a:pt x="151" y="58"/>
                      <a:pt x="151" y="58"/>
                    </a:cubicBezTo>
                    <a:cubicBezTo>
                      <a:pt x="150" y="57"/>
                      <a:pt x="151" y="58"/>
                      <a:pt x="149" y="57"/>
                    </a:cubicBezTo>
                    <a:cubicBezTo>
                      <a:pt x="141" y="54"/>
                      <a:pt x="141" y="54"/>
                      <a:pt x="141" y="54"/>
                    </a:cubicBezTo>
                    <a:cubicBezTo>
                      <a:pt x="137" y="53"/>
                      <a:pt x="133" y="53"/>
                      <a:pt x="129" y="54"/>
                    </a:cubicBezTo>
                    <a:cubicBezTo>
                      <a:pt x="128" y="54"/>
                      <a:pt x="128" y="54"/>
                      <a:pt x="128" y="54"/>
                    </a:cubicBezTo>
                    <a:cubicBezTo>
                      <a:pt x="127" y="54"/>
                      <a:pt x="125" y="55"/>
                      <a:pt x="124" y="55"/>
                    </a:cubicBezTo>
                    <a:cubicBezTo>
                      <a:pt x="119" y="58"/>
                      <a:pt x="119" y="58"/>
                      <a:pt x="119" y="58"/>
                    </a:cubicBezTo>
                    <a:cubicBezTo>
                      <a:pt x="118" y="58"/>
                      <a:pt x="118" y="58"/>
                      <a:pt x="118" y="58"/>
                    </a:cubicBezTo>
                    <a:cubicBezTo>
                      <a:pt x="119" y="51"/>
                      <a:pt x="119" y="51"/>
                      <a:pt x="119" y="51"/>
                    </a:cubicBezTo>
                    <a:cubicBezTo>
                      <a:pt x="119" y="50"/>
                      <a:pt x="119" y="45"/>
                      <a:pt x="120" y="42"/>
                    </a:cubicBezTo>
                    <a:cubicBezTo>
                      <a:pt x="120" y="41"/>
                      <a:pt x="120" y="39"/>
                      <a:pt x="120" y="37"/>
                    </a:cubicBezTo>
                    <a:cubicBezTo>
                      <a:pt x="121" y="35"/>
                      <a:pt x="121" y="35"/>
                      <a:pt x="121" y="35"/>
                    </a:cubicBezTo>
                    <a:cubicBezTo>
                      <a:pt x="121" y="33"/>
                      <a:pt x="121" y="32"/>
                      <a:pt x="121" y="30"/>
                    </a:cubicBezTo>
                    <a:cubicBezTo>
                      <a:pt x="121" y="26"/>
                      <a:pt x="121" y="26"/>
                      <a:pt x="121" y="26"/>
                    </a:cubicBezTo>
                    <a:cubicBezTo>
                      <a:pt x="121" y="25"/>
                      <a:pt x="120" y="25"/>
                      <a:pt x="122" y="25"/>
                    </a:cubicBezTo>
                    <a:cubicBezTo>
                      <a:pt x="122" y="21"/>
                      <a:pt x="122" y="21"/>
                      <a:pt x="122" y="21"/>
                    </a:cubicBezTo>
                    <a:cubicBezTo>
                      <a:pt x="122" y="15"/>
                      <a:pt x="122" y="15"/>
                      <a:pt x="121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" name="Freeform 12"/>
              <p:cNvSpPr>
                <a:spLocks noEditPoints="1"/>
              </p:cNvSpPr>
              <p:nvPr/>
            </p:nvSpPr>
            <p:spPr bwMode="auto">
              <a:xfrm>
                <a:off x="4557534" y="4252643"/>
                <a:ext cx="242888" cy="369888"/>
              </a:xfrm>
              <a:custGeom>
                <a:avLst/>
                <a:gdLst>
                  <a:gd name="T0" fmla="*/ 148 w 212"/>
                  <a:gd name="T1" fmla="*/ 261 h 322"/>
                  <a:gd name="T2" fmla="*/ 107 w 212"/>
                  <a:gd name="T3" fmla="*/ 211 h 322"/>
                  <a:gd name="T4" fmla="*/ 121 w 212"/>
                  <a:gd name="T5" fmla="*/ 193 h 322"/>
                  <a:gd name="T6" fmla="*/ 111 w 212"/>
                  <a:gd name="T7" fmla="*/ 211 h 322"/>
                  <a:gd name="T8" fmla="*/ 113 w 212"/>
                  <a:gd name="T9" fmla="*/ 149 h 322"/>
                  <a:gd name="T10" fmla="*/ 147 w 212"/>
                  <a:gd name="T11" fmla="*/ 148 h 322"/>
                  <a:gd name="T12" fmla="*/ 136 w 212"/>
                  <a:gd name="T13" fmla="*/ 166 h 322"/>
                  <a:gd name="T14" fmla="*/ 135 w 212"/>
                  <a:gd name="T15" fmla="*/ 176 h 322"/>
                  <a:gd name="T16" fmla="*/ 140 w 212"/>
                  <a:gd name="T17" fmla="*/ 186 h 322"/>
                  <a:gd name="T18" fmla="*/ 153 w 212"/>
                  <a:gd name="T19" fmla="*/ 229 h 322"/>
                  <a:gd name="T20" fmla="*/ 153 w 212"/>
                  <a:gd name="T21" fmla="*/ 186 h 322"/>
                  <a:gd name="T22" fmla="*/ 116 w 212"/>
                  <a:gd name="T23" fmla="*/ 147 h 322"/>
                  <a:gd name="T24" fmla="*/ 133 w 212"/>
                  <a:gd name="T25" fmla="*/ 128 h 322"/>
                  <a:gd name="T26" fmla="*/ 123 w 212"/>
                  <a:gd name="T27" fmla="*/ 117 h 322"/>
                  <a:gd name="T28" fmla="*/ 160 w 212"/>
                  <a:gd name="T29" fmla="*/ 97 h 322"/>
                  <a:gd name="T30" fmla="*/ 161 w 212"/>
                  <a:gd name="T31" fmla="*/ 96 h 322"/>
                  <a:gd name="T32" fmla="*/ 95 w 212"/>
                  <a:gd name="T33" fmla="*/ 83 h 322"/>
                  <a:gd name="T34" fmla="*/ 130 w 212"/>
                  <a:gd name="T35" fmla="*/ 96 h 322"/>
                  <a:gd name="T36" fmla="*/ 140 w 212"/>
                  <a:gd name="T37" fmla="*/ 89 h 322"/>
                  <a:gd name="T38" fmla="*/ 130 w 212"/>
                  <a:gd name="T39" fmla="*/ 95 h 322"/>
                  <a:gd name="T40" fmla="*/ 124 w 212"/>
                  <a:gd name="T41" fmla="*/ 141 h 322"/>
                  <a:gd name="T42" fmla="*/ 140 w 212"/>
                  <a:gd name="T43" fmla="*/ 122 h 322"/>
                  <a:gd name="T44" fmla="*/ 148 w 212"/>
                  <a:gd name="T45" fmla="*/ 110 h 322"/>
                  <a:gd name="T46" fmla="*/ 167 w 212"/>
                  <a:gd name="T47" fmla="*/ 94 h 322"/>
                  <a:gd name="T48" fmla="*/ 173 w 212"/>
                  <a:gd name="T49" fmla="*/ 61 h 322"/>
                  <a:gd name="T50" fmla="*/ 137 w 212"/>
                  <a:gd name="T51" fmla="*/ 73 h 322"/>
                  <a:gd name="T52" fmla="*/ 105 w 212"/>
                  <a:gd name="T53" fmla="*/ 109 h 322"/>
                  <a:gd name="T54" fmla="*/ 80 w 212"/>
                  <a:gd name="T55" fmla="*/ 153 h 322"/>
                  <a:gd name="T56" fmla="*/ 63 w 212"/>
                  <a:gd name="T57" fmla="*/ 101 h 322"/>
                  <a:gd name="T58" fmla="*/ 113 w 212"/>
                  <a:gd name="T59" fmla="*/ 75 h 322"/>
                  <a:gd name="T60" fmla="*/ 123 w 212"/>
                  <a:gd name="T61" fmla="*/ 71 h 322"/>
                  <a:gd name="T62" fmla="*/ 149 w 212"/>
                  <a:gd name="T63" fmla="*/ 52 h 322"/>
                  <a:gd name="T64" fmla="*/ 150 w 212"/>
                  <a:gd name="T65" fmla="*/ 0 h 322"/>
                  <a:gd name="T66" fmla="*/ 103 w 212"/>
                  <a:gd name="T67" fmla="*/ 56 h 322"/>
                  <a:gd name="T68" fmla="*/ 41 w 212"/>
                  <a:gd name="T69" fmla="*/ 95 h 322"/>
                  <a:gd name="T70" fmla="*/ 4 w 212"/>
                  <a:gd name="T71" fmla="*/ 109 h 322"/>
                  <a:gd name="T72" fmla="*/ 40 w 212"/>
                  <a:gd name="T73" fmla="*/ 133 h 322"/>
                  <a:gd name="T74" fmla="*/ 33 w 212"/>
                  <a:gd name="T75" fmla="*/ 198 h 322"/>
                  <a:gd name="T76" fmla="*/ 17 w 212"/>
                  <a:gd name="T77" fmla="*/ 258 h 322"/>
                  <a:gd name="T78" fmla="*/ 55 w 212"/>
                  <a:gd name="T79" fmla="*/ 255 h 322"/>
                  <a:gd name="T80" fmla="*/ 65 w 212"/>
                  <a:gd name="T81" fmla="*/ 227 h 322"/>
                  <a:gd name="T82" fmla="*/ 83 w 212"/>
                  <a:gd name="T83" fmla="*/ 238 h 322"/>
                  <a:gd name="T84" fmla="*/ 103 w 212"/>
                  <a:gd name="T85" fmla="*/ 231 h 322"/>
                  <a:gd name="T86" fmla="*/ 122 w 212"/>
                  <a:gd name="T87" fmla="*/ 197 h 322"/>
                  <a:gd name="T88" fmla="*/ 105 w 212"/>
                  <a:gd name="T89" fmla="*/ 260 h 322"/>
                  <a:gd name="T90" fmla="*/ 63 w 212"/>
                  <a:gd name="T91" fmla="*/ 287 h 322"/>
                  <a:gd name="T92" fmla="*/ 44 w 212"/>
                  <a:gd name="T93" fmla="*/ 301 h 322"/>
                  <a:gd name="T94" fmla="*/ 87 w 212"/>
                  <a:gd name="T95" fmla="*/ 304 h 322"/>
                  <a:gd name="T96" fmla="*/ 115 w 212"/>
                  <a:gd name="T97" fmla="*/ 294 h 322"/>
                  <a:gd name="T98" fmla="*/ 153 w 212"/>
                  <a:gd name="T99" fmla="*/ 279 h 322"/>
                  <a:gd name="T100" fmla="*/ 193 w 212"/>
                  <a:gd name="T101" fmla="*/ 321 h 322"/>
                  <a:gd name="T102" fmla="*/ 195 w 212"/>
                  <a:gd name="T103" fmla="*/ 282 h 322"/>
                  <a:gd name="T104" fmla="*/ 187 w 212"/>
                  <a:gd name="T105" fmla="*/ 199 h 322"/>
                  <a:gd name="T106" fmla="*/ 198 w 212"/>
                  <a:gd name="T107" fmla="*/ 169 h 322"/>
                  <a:gd name="T108" fmla="*/ 177 w 212"/>
                  <a:gd name="T109" fmla="*/ 121 h 322"/>
                  <a:gd name="T110" fmla="*/ 150 w 212"/>
                  <a:gd name="T111" fmla="*/ 133 h 322"/>
                  <a:gd name="T112" fmla="*/ 123 w 212"/>
                  <a:gd name="T113" fmla="*/ 162 h 322"/>
                  <a:gd name="T114" fmla="*/ 142 w 212"/>
                  <a:gd name="T115" fmla="*/ 157 h 322"/>
                  <a:gd name="T116" fmla="*/ 147 w 212"/>
                  <a:gd name="T117" fmla="*/ 156 h 322"/>
                  <a:gd name="T118" fmla="*/ 142 w 212"/>
                  <a:gd name="T119" fmla="*/ 163 h 322"/>
                  <a:gd name="T120" fmla="*/ 123 w 212"/>
                  <a:gd name="T121" fmla="*/ 145 h 322"/>
                  <a:gd name="T122" fmla="*/ 32 w 212"/>
                  <a:gd name="T123" fmla="*/ 115 h 322"/>
                  <a:gd name="T124" fmla="*/ 33 w 212"/>
                  <a:gd name="T125" fmla="*/ 299 h 3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12" h="322">
                    <a:moveTo>
                      <a:pt x="160" y="287"/>
                    </a:moveTo>
                    <a:cubicBezTo>
                      <a:pt x="160" y="287"/>
                      <a:pt x="161" y="286"/>
                      <a:pt x="160" y="287"/>
                    </a:cubicBezTo>
                    <a:cubicBezTo>
                      <a:pt x="160" y="288"/>
                      <a:pt x="162" y="288"/>
                      <a:pt x="160" y="288"/>
                    </a:cubicBezTo>
                    <a:cubicBezTo>
                      <a:pt x="159" y="288"/>
                      <a:pt x="160" y="288"/>
                      <a:pt x="160" y="287"/>
                    </a:cubicBezTo>
                    <a:close/>
                    <a:moveTo>
                      <a:pt x="142" y="244"/>
                    </a:moveTo>
                    <a:cubicBezTo>
                      <a:pt x="143" y="242"/>
                      <a:pt x="145" y="240"/>
                      <a:pt x="147" y="241"/>
                    </a:cubicBezTo>
                    <a:cubicBezTo>
                      <a:pt x="149" y="243"/>
                      <a:pt x="149" y="243"/>
                      <a:pt x="149" y="243"/>
                    </a:cubicBezTo>
                    <a:cubicBezTo>
                      <a:pt x="149" y="244"/>
                      <a:pt x="149" y="243"/>
                      <a:pt x="150" y="244"/>
                    </a:cubicBezTo>
                    <a:cubicBezTo>
                      <a:pt x="152" y="248"/>
                      <a:pt x="152" y="248"/>
                      <a:pt x="152" y="248"/>
                    </a:cubicBezTo>
                    <a:cubicBezTo>
                      <a:pt x="155" y="254"/>
                      <a:pt x="154" y="260"/>
                      <a:pt x="151" y="262"/>
                    </a:cubicBezTo>
                    <a:cubicBezTo>
                      <a:pt x="151" y="262"/>
                      <a:pt x="151" y="262"/>
                      <a:pt x="151" y="262"/>
                    </a:cubicBezTo>
                    <a:cubicBezTo>
                      <a:pt x="149" y="261"/>
                      <a:pt x="149" y="261"/>
                      <a:pt x="149" y="261"/>
                    </a:cubicBezTo>
                    <a:cubicBezTo>
                      <a:pt x="148" y="261"/>
                      <a:pt x="148" y="261"/>
                      <a:pt x="148" y="261"/>
                    </a:cubicBezTo>
                    <a:cubicBezTo>
                      <a:pt x="146" y="260"/>
                      <a:pt x="147" y="261"/>
                      <a:pt x="142" y="260"/>
                    </a:cubicBezTo>
                    <a:cubicBezTo>
                      <a:pt x="141" y="260"/>
                      <a:pt x="141" y="260"/>
                      <a:pt x="141" y="260"/>
                    </a:cubicBezTo>
                    <a:cubicBezTo>
                      <a:pt x="140" y="260"/>
                      <a:pt x="141" y="259"/>
                      <a:pt x="140" y="260"/>
                    </a:cubicBezTo>
                    <a:cubicBezTo>
                      <a:pt x="140" y="260"/>
                      <a:pt x="139" y="259"/>
                      <a:pt x="139" y="259"/>
                    </a:cubicBezTo>
                    <a:cubicBezTo>
                      <a:pt x="139" y="257"/>
                      <a:pt x="139" y="257"/>
                      <a:pt x="139" y="257"/>
                    </a:cubicBezTo>
                    <a:cubicBezTo>
                      <a:pt x="141" y="258"/>
                      <a:pt x="138" y="256"/>
                      <a:pt x="140" y="257"/>
                    </a:cubicBezTo>
                    <a:cubicBezTo>
                      <a:pt x="142" y="253"/>
                      <a:pt x="142" y="253"/>
                      <a:pt x="142" y="253"/>
                    </a:cubicBezTo>
                    <a:cubicBezTo>
                      <a:pt x="144" y="248"/>
                      <a:pt x="146" y="249"/>
                      <a:pt x="142" y="244"/>
                    </a:cubicBezTo>
                    <a:close/>
                    <a:moveTo>
                      <a:pt x="108" y="216"/>
                    </a:moveTo>
                    <a:cubicBezTo>
                      <a:pt x="108" y="218"/>
                      <a:pt x="108" y="218"/>
                      <a:pt x="108" y="218"/>
                    </a:cubicBezTo>
                    <a:cubicBezTo>
                      <a:pt x="107" y="216"/>
                      <a:pt x="107" y="217"/>
                      <a:pt x="108" y="216"/>
                    </a:cubicBezTo>
                    <a:close/>
                    <a:moveTo>
                      <a:pt x="106" y="214"/>
                    </a:moveTo>
                    <a:cubicBezTo>
                      <a:pt x="106" y="212"/>
                      <a:pt x="107" y="212"/>
                      <a:pt x="107" y="211"/>
                    </a:cubicBezTo>
                    <a:cubicBezTo>
                      <a:pt x="107" y="211"/>
                      <a:pt x="109" y="212"/>
                      <a:pt x="106" y="214"/>
                    </a:cubicBezTo>
                    <a:close/>
                    <a:moveTo>
                      <a:pt x="123" y="195"/>
                    </a:moveTo>
                    <a:cubicBezTo>
                      <a:pt x="123" y="196"/>
                      <a:pt x="123" y="196"/>
                      <a:pt x="124" y="197"/>
                    </a:cubicBezTo>
                    <a:cubicBezTo>
                      <a:pt x="122" y="197"/>
                      <a:pt x="122" y="197"/>
                      <a:pt x="122" y="197"/>
                    </a:cubicBezTo>
                    <a:cubicBezTo>
                      <a:pt x="123" y="195"/>
                      <a:pt x="123" y="195"/>
                      <a:pt x="123" y="195"/>
                    </a:cubicBezTo>
                    <a:close/>
                    <a:moveTo>
                      <a:pt x="108" y="216"/>
                    </a:moveTo>
                    <a:cubicBezTo>
                      <a:pt x="109" y="216"/>
                      <a:pt x="109" y="216"/>
                      <a:pt x="109" y="216"/>
                    </a:cubicBezTo>
                    <a:cubicBezTo>
                      <a:pt x="109" y="215"/>
                      <a:pt x="109" y="215"/>
                      <a:pt x="110" y="213"/>
                    </a:cubicBezTo>
                    <a:cubicBezTo>
                      <a:pt x="111" y="212"/>
                      <a:pt x="110" y="213"/>
                      <a:pt x="111" y="212"/>
                    </a:cubicBezTo>
                    <a:cubicBezTo>
                      <a:pt x="111" y="211"/>
                      <a:pt x="111" y="212"/>
                      <a:pt x="111" y="211"/>
                    </a:cubicBezTo>
                    <a:cubicBezTo>
                      <a:pt x="116" y="202"/>
                      <a:pt x="116" y="202"/>
                      <a:pt x="116" y="202"/>
                    </a:cubicBezTo>
                    <a:cubicBezTo>
                      <a:pt x="118" y="199"/>
                      <a:pt x="120" y="198"/>
                      <a:pt x="120" y="197"/>
                    </a:cubicBezTo>
                    <a:cubicBezTo>
                      <a:pt x="120" y="195"/>
                      <a:pt x="120" y="194"/>
                      <a:pt x="121" y="193"/>
                    </a:cubicBezTo>
                    <a:cubicBezTo>
                      <a:pt x="123" y="191"/>
                      <a:pt x="123" y="193"/>
                      <a:pt x="123" y="190"/>
                    </a:cubicBezTo>
                    <a:cubicBezTo>
                      <a:pt x="118" y="193"/>
                      <a:pt x="120" y="195"/>
                      <a:pt x="117" y="196"/>
                    </a:cubicBezTo>
                    <a:cubicBezTo>
                      <a:pt x="115" y="196"/>
                      <a:pt x="116" y="196"/>
                      <a:pt x="113" y="198"/>
                    </a:cubicBezTo>
                    <a:cubicBezTo>
                      <a:pt x="112" y="202"/>
                      <a:pt x="112" y="202"/>
                      <a:pt x="112" y="202"/>
                    </a:cubicBezTo>
                    <a:cubicBezTo>
                      <a:pt x="110" y="203"/>
                      <a:pt x="113" y="201"/>
                      <a:pt x="111" y="202"/>
                    </a:cubicBezTo>
                    <a:cubicBezTo>
                      <a:pt x="111" y="202"/>
                      <a:pt x="111" y="203"/>
                      <a:pt x="111" y="203"/>
                    </a:cubicBezTo>
                    <a:cubicBezTo>
                      <a:pt x="110" y="204"/>
                      <a:pt x="110" y="204"/>
                      <a:pt x="110" y="204"/>
                    </a:cubicBezTo>
                    <a:cubicBezTo>
                      <a:pt x="109" y="206"/>
                      <a:pt x="110" y="206"/>
                      <a:pt x="109" y="207"/>
                    </a:cubicBezTo>
                    <a:cubicBezTo>
                      <a:pt x="109" y="208"/>
                      <a:pt x="109" y="208"/>
                      <a:pt x="109" y="208"/>
                    </a:cubicBezTo>
                    <a:cubicBezTo>
                      <a:pt x="109" y="209"/>
                      <a:pt x="109" y="207"/>
                      <a:pt x="109" y="209"/>
                    </a:cubicBezTo>
                    <a:cubicBezTo>
                      <a:pt x="108" y="208"/>
                      <a:pt x="108" y="208"/>
                      <a:pt x="108" y="208"/>
                    </a:cubicBezTo>
                    <a:cubicBezTo>
                      <a:pt x="108" y="210"/>
                      <a:pt x="108" y="210"/>
                      <a:pt x="111" y="209"/>
                    </a:cubicBezTo>
                    <a:cubicBezTo>
                      <a:pt x="111" y="211"/>
                      <a:pt x="111" y="211"/>
                      <a:pt x="111" y="211"/>
                    </a:cubicBezTo>
                    <a:cubicBezTo>
                      <a:pt x="109" y="213"/>
                      <a:pt x="108" y="214"/>
                      <a:pt x="108" y="216"/>
                    </a:cubicBezTo>
                    <a:close/>
                    <a:moveTo>
                      <a:pt x="112" y="150"/>
                    </a:moveTo>
                    <a:cubicBezTo>
                      <a:pt x="112" y="151"/>
                      <a:pt x="112" y="151"/>
                      <a:pt x="112" y="151"/>
                    </a:cubicBezTo>
                    <a:cubicBezTo>
                      <a:pt x="112" y="151"/>
                      <a:pt x="112" y="151"/>
                      <a:pt x="112" y="151"/>
                    </a:cubicBezTo>
                    <a:cubicBezTo>
                      <a:pt x="112" y="150"/>
                      <a:pt x="112" y="150"/>
                      <a:pt x="112" y="150"/>
                    </a:cubicBezTo>
                    <a:close/>
                    <a:moveTo>
                      <a:pt x="150" y="150"/>
                    </a:moveTo>
                    <a:cubicBezTo>
                      <a:pt x="150" y="149"/>
                      <a:pt x="150" y="150"/>
                      <a:pt x="151" y="149"/>
                    </a:cubicBezTo>
                    <a:cubicBezTo>
                      <a:pt x="150" y="150"/>
                      <a:pt x="150" y="150"/>
                      <a:pt x="150" y="150"/>
                    </a:cubicBezTo>
                    <a:close/>
                    <a:moveTo>
                      <a:pt x="113" y="149"/>
                    </a:moveTo>
                    <a:cubicBezTo>
                      <a:pt x="112" y="150"/>
                      <a:pt x="113" y="149"/>
                      <a:pt x="111" y="149"/>
                    </a:cubicBezTo>
                    <a:cubicBezTo>
                      <a:pt x="112" y="150"/>
                      <a:pt x="111" y="149"/>
                      <a:pt x="112" y="150"/>
                    </a:cubicBezTo>
                    <a:cubicBezTo>
                      <a:pt x="113" y="150"/>
                      <a:pt x="113" y="150"/>
                      <a:pt x="113" y="150"/>
                    </a:cubicBezTo>
                    <a:lnTo>
                      <a:pt x="113" y="149"/>
                    </a:lnTo>
                    <a:close/>
                    <a:moveTo>
                      <a:pt x="113" y="149"/>
                    </a:moveTo>
                    <a:cubicBezTo>
                      <a:pt x="113" y="147"/>
                      <a:pt x="113" y="147"/>
                      <a:pt x="113" y="147"/>
                    </a:cubicBezTo>
                    <a:cubicBezTo>
                      <a:pt x="114" y="148"/>
                      <a:pt x="114" y="148"/>
                      <a:pt x="114" y="149"/>
                    </a:cubicBezTo>
                    <a:cubicBezTo>
                      <a:pt x="113" y="149"/>
                      <a:pt x="113" y="149"/>
                      <a:pt x="113" y="149"/>
                    </a:cubicBezTo>
                    <a:close/>
                    <a:moveTo>
                      <a:pt x="150" y="150"/>
                    </a:moveTo>
                    <a:cubicBezTo>
                      <a:pt x="149" y="149"/>
                      <a:pt x="149" y="149"/>
                      <a:pt x="149" y="149"/>
                    </a:cubicBezTo>
                    <a:cubicBezTo>
                      <a:pt x="148" y="151"/>
                      <a:pt x="150" y="150"/>
                      <a:pt x="147" y="150"/>
                    </a:cubicBezTo>
                    <a:cubicBezTo>
                      <a:pt x="147" y="152"/>
                      <a:pt x="147" y="152"/>
                      <a:pt x="147" y="152"/>
                    </a:cubicBezTo>
                    <a:cubicBezTo>
                      <a:pt x="145" y="152"/>
                      <a:pt x="145" y="152"/>
                      <a:pt x="145" y="152"/>
                    </a:cubicBezTo>
                    <a:cubicBezTo>
                      <a:pt x="145" y="151"/>
                      <a:pt x="145" y="151"/>
                      <a:pt x="145" y="150"/>
                    </a:cubicBezTo>
                    <a:cubicBezTo>
                      <a:pt x="146" y="152"/>
                      <a:pt x="146" y="151"/>
                      <a:pt x="146" y="151"/>
                    </a:cubicBezTo>
                    <a:cubicBezTo>
                      <a:pt x="146" y="150"/>
                      <a:pt x="145" y="151"/>
                      <a:pt x="146" y="149"/>
                    </a:cubicBezTo>
                    <a:cubicBezTo>
                      <a:pt x="147" y="148"/>
                      <a:pt x="147" y="148"/>
                      <a:pt x="147" y="148"/>
                    </a:cubicBezTo>
                    <a:cubicBezTo>
                      <a:pt x="149" y="146"/>
                      <a:pt x="149" y="148"/>
                      <a:pt x="149" y="145"/>
                    </a:cubicBezTo>
                    <a:cubicBezTo>
                      <a:pt x="145" y="145"/>
                      <a:pt x="148" y="148"/>
                      <a:pt x="143" y="149"/>
                    </a:cubicBezTo>
                    <a:cubicBezTo>
                      <a:pt x="142" y="151"/>
                      <a:pt x="142" y="151"/>
                      <a:pt x="142" y="151"/>
                    </a:cubicBezTo>
                    <a:cubicBezTo>
                      <a:pt x="142" y="152"/>
                      <a:pt x="142" y="152"/>
                      <a:pt x="142" y="152"/>
                    </a:cubicBezTo>
                    <a:cubicBezTo>
                      <a:pt x="140" y="155"/>
                      <a:pt x="140" y="155"/>
                      <a:pt x="140" y="155"/>
                    </a:cubicBezTo>
                    <a:cubicBezTo>
                      <a:pt x="140" y="155"/>
                      <a:pt x="140" y="155"/>
                      <a:pt x="140" y="155"/>
                    </a:cubicBezTo>
                    <a:cubicBezTo>
                      <a:pt x="139" y="157"/>
                      <a:pt x="139" y="157"/>
                      <a:pt x="139" y="157"/>
                    </a:cubicBezTo>
                    <a:cubicBezTo>
                      <a:pt x="136" y="160"/>
                      <a:pt x="138" y="159"/>
                      <a:pt x="136" y="162"/>
                    </a:cubicBezTo>
                    <a:cubicBezTo>
                      <a:pt x="136" y="162"/>
                      <a:pt x="136" y="162"/>
                      <a:pt x="136" y="162"/>
                    </a:cubicBezTo>
                    <a:cubicBezTo>
                      <a:pt x="136" y="162"/>
                      <a:pt x="137" y="162"/>
                      <a:pt x="137" y="162"/>
                    </a:cubicBezTo>
                    <a:cubicBezTo>
                      <a:pt x="138" y="164"/>
                      <a:pt x="138" y="164"/>
                      <a:pt x="138" y="164"/>
                    </a:cubicBezTo>
                    <a:cubicBezTo>
                      <a:pt x="137" y="165"/>
                      <a:pt x="137" y="166"/>
                      <a:pt x="135" y="165"/>
                    </a:cubicBezTo>
                    <a:cubicBezTo>
                      <a:pt x="135" y="167"/>
                      <a:pt x="135" y="166"/>
                      <a:pt x="136" y="166"/>
                    </a:cubicBezTo>
                    <a:cubicBezTo>
                      <a:pt x="136" y="168"/>
                      <a:pt x="136" y="167"/>
                      <a:pt x="136" y="168"/>
                    </a:cubicBezTo>
                    <a:cubicBezTo>
                      <a:pt x="134" y="171"/>
                      <a:pt x="134" y="171"/>
                      <a:pt x="134" y="171"/>
                    </a:cubicBezTo>
                    <a:cubicBezTo>
                      <a:pt x="132" y="171"/>
                      <a:pt x="134" y="171"/>
                      <a:pt x="132" y="171"/>
                    </a:cubicBezTo>
                    <a:cubicBezTo>
                      <a:pt x="132" y="172"/>
                      <a:pt x="132" y="173"/>
                      <a:pt x="131" y="174"/>
                    </a:cubicBezTo>
                    <a:cubicBezTo>
                      <a:pt x="131" y="177"/>
                      <a:pt x="131" y="177"/>
                      <a:pt x="131" y="177"/>
                    </a:cubicBezTo>
                    <a:cubicBezTo>
                      <a:pt x="129" y="178"/>
                      <a:pt x="129" y="178"/>
                      <a:pt x="129" y="180"/>
                    </a:cubicBezTo>
                    <a:cubicBezTo>
                      <a:pt x="130" y="180"/>
                      <a:pt x="129" y="180"/>
                      <a:pt x="131" y="180"/>
                    </a:cubicBezTo>
                    <a:cubicBezTo>
                      <a:pt x="132" y="179"/>
                      <a:pt x="130" y="179"/>
                      <a:pt x="132" y="179"/>
                    </a:cubicBezTo>
                    <a:cubicBezTo>
                      <a:pt x="131" y="181"/>
                      <a:pt x="132" y="181"/>
                      <a:pt x="133" y="181"/>
                    </a:cubicBezTo>
                    <a:cubicBezTo>
                      <a:pt x="132" y="175"/>
                      <a:pt x="133" y="179"/>
                      <a:pt x="133" y="175"/>
                    </a:cubicBezTo>
                    <a:cubicBezTo>
                      <a:pt x="135" y="174"/>
                      <a:pt x="135" y="174"/>
                      <a:pt x="135" y="174"/>
                    </a:cubicBezTo>
                    <a:cubicBezTo>
                      <a:pt x="135" y="175"/>
                      <a:pt x="135" y="174"/>
                      <a:pt x="135" y="175"/>
                    </a:cubicBezTo>
                    <a:cubicBezTo>
                      <a:pt x="135" y="175"/>
                      <a:pt x="135" y="176"/>
                      <a:pt x="135" y="176"/>
                    </a:cubicBezTo>
                    <a:cubicBezTo>
                      <a:pt x="137" y="174"/>
                      <a:pt x="137" y="174"/>
                      <a:pt x="137" y="174"/>
                    </a:cubicBezTo>
                    <a:cubicBezTo>
                      <a:pt x="138" y="173"/>
                      <a:pt x="136" y="174"/>
                      <a:pt x="138" y="174"/>
                    </a:cubicBezTo>
                    <a:cubicBezTo>
                      <a:pt x="138" y="173"/>
                      <a:pt x="138" y="173"/>
                      <a:pt x="138" y="173"/>
                    </a:cubicBezTo>
                    <a:cubicBezTo>
                      <a:pt x="137" y="172"/>
                      <a:pt x="136" y="172"/>
                      <a:pt x="138" y="168"/>
                    </a:cubicBezTo>
                    <a:cubicBezTo>
                      <a:pt x="139" y="167"/>
                      <a:pt x="139" y="167"/>
                      <a:pt x="139" y="167"/>
                    </a:cubicBezTo>
                    <a:cubicBezTo>
                      <a:pt x="139" y="167"/>
                      <a:pt x="139" y="167"/>
                      <a:pt x="139" y="167"/>
                    </a:cubicBezTo>
                    <a:cubicBezTo>
                      <a:pt x="140" y="167"/>
                      <a:pt x="140" y="167"/>
                      <a:pt x="140" y="167"/>
                    </a:cubicBezTo>
                    <a:cubicBezTo>
                      <a:pt x="140" y="168"/>
                      <a:pt x="140" y="168"/>
                      <a:pt x="140" y="169"/>
                    </a:cubicBezTo>
                    <a:cubicBezTo>
                      <a:pt x="138" y="171"/>
                      <a:pt x="138" y="171"/>
                      <a:pt x="138" y="171"/>
                    </a:cubicBezTo>
                    <a:cubicBezTo>
                      <a:pt x="138" y="172"/>
                      <a:pt x="138" y="172"/>
                      <a:pt x="139" y="173"/>
                    </a:cubicBezTo>
                    <a:cubicBezTo>
                      <a:pt x="136" y="177"/>
                      <a:pt x="137" y="178"/>
                      <a:pt x="135" y="179"/>
                    </a:cubicBezTo>
                    <a:cubicBezTo>
                      <a:pt x="135" y="182"/>
                      <a:pt x="135" y="182"/>
                      <a:pt x="135" y="182"/>
                    </a:cubicBezTo>
                    <a:cubicBezTo>
                      <a:pt x="137" y="184"/>
                      <a:pt x="137" y="182"/>
                      <a:pt x="140" y="186"/>
                    </a:cubicBezTo>
                    <a:cubicBezTo>
                      <a:pt x="142" y="188"/>
                      <a:pt x="144" y="191"/>
                      <a:pt x="145" y="190"/>
                    </a:cubicBezTo>
                    <a:cubicBezTo>
                      <a:pt x="145" y="192"/>
                      <a:pt x="146" y="196"/>
                      <a:pt x="147" y="197"/>
                    </a:cubicBezTo>
                    <a:cubicBezTo>
                      <a:pt x="146" y="200"/>
                      <a:pt x="147" y="198"/>
                      <a:pt x="147" y="204"/>
                    </a:cubicBezTo>
                    <a:cubicBezTo>
                      <a:pt x="147" y="210"/>
                      <a:pt x="147" y="206"/>
                      <a:pt x="147" y="209"/>
                    </a:cubicBezTo>
                    <a:cubicBezTo>
                      <a:pt x="148" y="213"/>
                      <a:pt x="148" y="218"/>
                      <a:pt x="148" y="219"/>
                    </a:cubicBezTo>
                    <a:cubicBezTo>
                      <a:pt x="149" y="224"/>
                      <a:pt x="149" y="224"/>
                      <a:pt x="149" y="224"/>
                    </a:cubicBezTo>
                    <a:cubicBezTo>
                      <a:pt x="150" y="225"/>
                      <a:pt x="150" y="225"/>
                      <a:pt x="150" y="227"/>
                    </a:cubicBezTo>
                    <a:cubicBezTo>
                      <a:pt x="150" y="228"/>
                      <a:pt x="148" y="239"/>
                      <a:pt x="148" y="238"/>
                    </a:cubicBezTo>
                    <a:cubicBezTo>
                      <a:pt x="148" y="238"/>
                      <a:pt x="147" y="238"/>
                      <a:pt x="147" y="238"/>
                    </a:cubicBezTo>
                    <a:cubicBezTo>
                      <a:pt x="150" y="240"/>
                      <a:pt x="151" y="243"/>
                      <a:pt x="153" y="243"/>
                    </a:cubicBezTo>
                    <a:cubicBezTo>
                      <a:pt x="154" y="241"/>
                      <a:pt x="153" y="243"/>
                      <a:pt x="153" y="240"/>
                    </a:cubicBezTo>
                    <a:cubicBezTo>
                      <a:pt x="153" y="239"/>
                      <a:pt x="153" y="237"/>
                      <a:pt x="153" y="236"/>
                    </a:cubicBezTo>
                    <a:cubicBezTo>
                      <a:pt x="152" y="234"/>
                      <a:pt x="151" y="232"/>
                      <a:pt x="153" y="229"/>
                    </a:cubicBezTo>
                    <a:cubicBezTo>
                      <a:pt x="152" y="229"/>
                      <a:pt x="151" y="227"/>
                      <a:pt x="151" y="226"/>
                    </a:cubicBezTo>
                    <a:cubicBezTo>
                      <a:pt x="151" y="223"/>
                      <a:pt x="152" y="223"/>
                      <a:pt x="151" y="221"/>
                    </a:cubicBezTo>
                    <a:cubicBezTo>
                      <a:pt x="152" y="222"/>
                      <a:pt x="152" y="221"/>
                      <a:pt x="152" y="222"/>
                    </a:cubicBezTo>
                    <a:cubicBezTo>
                      <a:pt x="152" y="217"/>
                      <a:pt x="152" y="217"/>
                      <a:pt x="152" y="217"/>
                    </a:cubicBezTo>
                    <a:cubicBezTo>
                      <a:pt x="151" y="218"/>
                      <a:pt x="152" y="217"/>
                      <a:pt x="151" y="218"/>
                    </a:cubicBezTo>
                    <a:cubicBezTo>
                      <a:pt x="151" y="215"/>
                      <a:pt x="151" y="216"/>
                      <a:pt x="151" y="214"/>
                    </a:cubicBezTo>
                    <a:cubicBezTo>
                      <a:pt x="152" y="216"/>
                      <a:pt x="152" y="216"/>
                      <a:pt x="152" y="216"/>
                    </a:cubicBezTo>
                    <a:cubicBezTo>
                      <a:pt x="153" y="212"/>
                      <a:pt x="153" y="212"/>
                      <a:pt x="153" y="212"/>
                    </a:cubicBezTo>
                    <a:cubicBezTo>
                      <a:pt x="153" y="211"/>
                      <a:pt x="153" y="212"/>
                      <a:pt x="153" y="211"/>
                    </a:cubicBezTo>
                    <a:cubicBezTo>
                      <a:pt x="154" y="202"/>
                      <a:pt x="153" y="193"/>
                      <a:pt x="153" y="193"/>
                    </a:cubicBezTo>
                    <a:cubicBezTo>
                      <a:pt x="153" y="191"/>
                      <a:pt x="154" y="193"/>
                      <a:pt x="153" y="187"/>
                    </a:cubicBezTo>
                    <a:cubicBezTo>
                      <a:pt x="153" y="187"/>
                      <a:pt x="153" y="187"/>
                      <a:pt x="153" y="187"/>
                    </a:cubicBezTo>
                    <a:cubicBezTo>
                      <a:pt x="153" y="187"/>
                      <a:pt x="153" y="186"/>
                      <a:pt x="153" y="186"/>
                    </a:cubicBezTo>
                    <a:cubicBezTo>
                      <a:pt x="153" y="186"/>
                      <a:pt x="153" y="186"/>
                      <a:pt x="153" y="186"/>
                    </a:cubicBezTo>
                    <a:cubicBezTo>
                      <a:pt x="153" y="184"/>
                      <a:pt x="153" y="184"/>
                      <a:pt x="153" y="184"/>
                    </a:cubicBezTo>
                    <a:cubicBezTo>
                      <a:pt x="152" y="182"/>
                      <a:pt x="152" y="183"/>
                      <a:pt x="152" y="183"/>
                    </a:cubicBezTo>
                    <a:cubicBezTo>
                      <a:pt x="152" y="183"/>
                      <a:pt x="152" y="183"/>
                      <a:pt x="152" y="183"/>
                    </a:cubicBezTo>
                    <a:cubicBezTo>
                      <a:pt x="151" y="181"/>
                      <a:pt x="151" y="181"/>
                      <a:pt x="151" y="181"/>
                    </a:cubicBezTo>
                    <a:cubicBezTo>
                      <a:pt x="153" y="181"/>
                      <a:pt x="153" y="181"/>
                      <a:pt x="153" y="181"/>
                    </a:cubicBezTo>
                    <a:cubicBezTo>
                      <a:pt x="152" y="178"/>
                      <a:pt x="152" y="169"/>
                      <a:pt x="153" y="165"/>
                    </a:cubicBezTo>
                    <a:cubicBezTo>
                      <a:pt x="153" y="160"/>
                      <a:pt x="152" y="161"/>
                      <a:pt x="151" y="158"/>
                    </a:cubicBezTo>
                    <a:cubicBezTo>
                      <a:pt x="151" y="157"/>
                      <a:pt x="151" y="154"/>
                      <a:pt x="151" y="152"/>
                    </a:cubicBezTo>
                    <a:cubicBezTo>
                      <a:pt x="150" y="150"/>
                      <a:pt x="150" y="150"/>
                      <a:pt x="150" y="150"/>
                    </a:cubicBezTo>
                    <a:close/>
                    <a:moveTo>
                      <a:pt x="116" y="147"/>
                    </a:moveTo>
                    <a:cubicBezTo>
                      <a:pt x="118" y="144"/>
                      <a:pt x="118" y="143"/>
                      <a:pt x="120" y="144"/>
                    </a:cubicBezTo>
                    <a:cubicBezTo>
                      <a:pt x="116" y="147"/>
                      <a:pt x="116" y="147"/>
                      <a:pt x="116" y="147"/>
                    </a:cubicBezTo>
                    <a:close/>
                    <a:moveTo>
                      <a:pt x="120" y="143"/>
                    </a:moveTo>
                    <a:cubicBezTo>
                      <a:pt x="120" y="143"/>
                      <a:pt x="121" y="143"/>
                      <a:pt x="121" y="142"/>
                    </a:cubicBezTo>
                    <a:cubicBezTo>
                      <a:pt x="121" y="142"/>
                      <a:pt x="120" y="142"/>
                      <a:pt x="120" y="143"/>
                    </a:cubicBezTo>
                    <a:close/>
                    <a:moveTo>
                      <a:pt x="124" y="138"/>
                    </a:moveTo>
                    <a:cubicBezTo>
                      <a:pt x="124" y="140"/>
                      <a:pt x="124" y="140"/>
                      <a:pt x="124" y="140"/>
                    </a:cubicBezTo>
                    <a:cubicBezTo>
                      <a:pt x="123" y="140"/>
                      <a:pt x="122" y="141"/>
                      <a:pt x="122" y="141"/>
                    </a:cubicBezTo>
                    <a:cubicBezTo>
                      <a:pt x="122" y="141"/>
                      <a:pt x="121" y="142"/>
                      <a:pt x="122" y="140"/>
                    </a:cubicBezTo>
                    <a:cubicBezTo>
                      <a:pt x="123" y="139"/>
                      <a:pt x="123" y="139"/>
                      <a:pt x="124" y="138"/>
                    </a:cubicBezTo>
                    <a:close/>
                    <a:moveTo>
                      <a:pt x="124" y="138"/>
                    </a:moveTo>
                    <a:cubicBezTo>
                      <a:pt x="125" y="138"/>
                      <a:pt x="125" y="139"/>
                      <a:pt x="124" y="137"/>
                    </a:cubicBezTo>
                    <a:cubicBezTo>
                      <a:pt x="124" y="138"/>
                      <a:pt x="124" y="137"/>
                      <a:pt x="124" y="138"/>
                    </a:cubicBezTo>
                    <a:close/>
                    <a:moveTo>
                      <a:pt x="134" y="127"/>
                    </a:moveTo>
                    <a:cubicBezTo>
                      <a:pt x="134" y="129"/>
                      <a:pt x="135" y="128"/>
                      <a:pt x="133" y="128"/>
                    </a:cubicBezTo>
                    <a:cubicBezTo>
                      <a:pt x="134" y="127"/>
                      <a:pt x="133" y="127"/>
                      <a:pt x="134" y="127"/>
                    </a:cubicBezTo>
                    <a:close/>
                    <a:moveTo>
                      <a:pt x="135" y="127"/>
                    </a:moveTo>
                    <a:cubicBezTo>
                      <a:pt x="136" y="126"/>
                      <a:pt x="136" y="126"/>
                      <a:pt x="136" y="126"/>
                    </a:cubicBezTo>
                    <a:cubicBezTo>
                      <a:pt x="136" y="126"/>
                      <a:pt x="136" y="125"/>
                      <a:pt x="136" y="125"/>
                    </a:cubicBezTo>
                    <a:cubicBezTo>
                      <a:pt x="136" y="125"/>
                      <a:pt x="137" y="125"/>
                      <a:pt x="137" y="125"/>
                    </a:cubicBezTo>
                    <a:cubicBezTo>
                      <a:pt x="139" y="122"/>
                      <a:pt x="139" y="122"/>
                      <a:pt x="139" y="122"/>
                    </a:cubicBezTo>
                    <a:cubicBezTo>
                      <a:pt x="139" y="122"/>
                      <a:pt x="139" y="122"/>
                      <a:pt x="139" y="121"/>
                    </a:cubicBezTo>
                    <a:cubicBezTo>
                      <a:pt x="136" y="122"/>
                      <a:pt x="137" y="123"/>
                      <a:pt x="136" y="124"/>
                    </a:cubicBezTo>
                    <a:cubicBezTo>
                      <a:pt x="134" y="125"/>
                      <a:pt x="134" y="125"/>
                      <a:pt x="134" y="125"/>
                    </a:cubicBezTo>
                    <a:cubicBezTo>
                      <a:pt x="134" y="126"/>
                      <a:pt x="134" y="125"/>
                      <a:pt x="134" y="127"/>
                    </a:cubicBezTo>
                    <a:cubicBezTo>
                      <a:pt x="135" y="127"/>
                      <a:pt x="135" y="127"/>
                      <a:pt x="135" y="127"/>
                    </a:cubicBezTo>
                    <a:close/>
                    <a:moveTo>
                      <a:pt x="123" y="115"/>
                    </a:moveTo>
                    <a:cubicBezTo>
                      <a:pt x="123" y="117"/>
                      <a:pt x="123" y="117"/>
                      <a:pt x="123" y="117"/>
                    </a:cubicBezTo>
                    <a:cubicBezTo>
                      <a:pt x="121" y="117"/>
                      <a:pt x="121" y="117"/>
                      <a:pt x="121" y="117"/>
                    </a:cubicBezTo>
                    <a:cubicBezTo>
                      <a:pt x="122" y="116"/>
                      <a:pt x="122" y="116"/>
                      <a:pt x="122" y="115"/>
                    </a:cubicBezTo>
                    <a:lnTo>
                      <a:pt x="123" y="115"/>
                    </a:lnTo>
                    <a:close/>
                    <a:moveTo>
                      <a:pt x="123" y="115"/>
                    </a:moveTo>
                    <a:cubicBezTo>
                      <a:pt x="124" y="115"/>
                      <a:pt x="124" y="115"/>
                      <a:pt x="124" y="115"/>
                    </a:cubicBezTo>
                    <a:cubicBezTo>
                      <a:pt x="124" y="113"/>
                      <a:pt x="124" y="114"/>
                      <a:pt x="123" y="114"/>
                    </a:cubicBezTo>
                    <a:cubicBezTo>
                      <a:pt x="123" y="115"/>
                      <a:pt x="123" y="115"/>
                      <a:pt x="123" y="115"/>
                    </a:cubicBezTo>
                    <a:close/>
                    <a:moveTo>
                      <a:pt x="155" y="101"/>
                    </a:moveTo>
                    <a:cubicBezTo>
                      <a:pt x="155" y="100"/>
                      <a:pt x="155" y="100"/>
                      <a:pt x="155" y="100"/>
                    </a:cubicBezTo>
                    <a:cubicBezTo>
                      <a:pt x="158" y="99"/>
                      <a:pt x="155" y="99"/>
                      <a:pt x="156" y="100"/>
                    </a:cubicBezTo>
                    <a:cubicBezTo>
                      <a:pt x="156" y="101"/>
                      <a:pt x="157" y="101"/>
                      <a:pt x="155" y="101"/>
                    </a:cubicBezTo>
                    <a:close/>
                    <a:moveTo>
                      <a:pt x="161" y="96"/>
                    </a:moveTo>
                    <a:cubicBezTo>
                      <a:pt x="160" y="97"/>
                      <a:pt x="160" y="97"/>
                      <a:pt x="160" y="97"/>
                    </a:cubicBezTo>
                    <a:cubicBezTo>
                      <a:pt x="160" y="95"/>
                      <a:pt x="160" y="95"/>
                      <a:pt x="160" y="95"/>
                    </a:cubicBezTo>
                    <a:cubicBezTo>
                      <a:pt x="161" y="96"/>
                      <a:pt x="161" y="96"/>
                      <a:pt x="161" y="96"/>
                    </a:cubicBezTo>
                    <a:close/>
                    <a:moveTo>
                      <a:pt x="65" y="97"/>
                    </a:moveTo>
                    <a:cubicBezTo>
                      <a:pt x="65" y="97"/>
                      <a:pt x="65" y="97"/>
                      <a:pt x="66" y="97"/>
                    </a:cubicBezTo>
                    <a:cubicBezTo>
                      <a:pt x="67" y="96"/>
                      <a:pt x="67" y="96"/>
                      <a:pt x="67" y="96"/>
                    </a:cubicBezTo>
                    <a:cubicBezTo>
                      <a:pt x="68" y="96"/>
                      <a:pt x="66" y="96"/>
                      <a:pt x="68" y="96"/>
                    </a:cubicBezTo>
                    <a:cubicBezTo>
                      <a:pt x="66" y="98"/>
                      <a:pt x="66" y="98"/>
                      <a:pt x="65" y="97"/>
                    </a:cubicBezTo>
                    <a:close/>
                    <a:moveTo>
                      <a:pt x="72" y="95"/>
                    </a:moveTo>
                    <a:cubicBezTo>
                      <a:pt x="72" y="94"/>
                      <a:pt x="73" y="96"/>
                      <a:pt x="72" y="95"/>
                    </a:cubicBezTo>
                    <a:close/>
                    <a:moveTo>
                      <a:pt x="161" y="96"/>
                    </a:moveTo>
                    <a:cubicBezTo>
                      <a:pt x="161" y="95"/>
                      <a:pt x="161" y="97"/>
                      <a:pt x="162" y="95"/>
                    </a:cubicBezTo>
                    <a:cubicBezTo>
                      <a:pt x="163" y="93"/>
                      <a:pt x="162" y="94"/>
                      <a:pt x="162" y="94"/>
                    </a:cubicBezTo>
                    <a:cubicBezTo>
                      <a:pt x="160" y="95"/>
                      <a:pt x="161" y="92"/>
                      <a:pt x="161" y="96"/>
                    </a:cubicBezTo>
                    <a:close/>
                    <a:moveTo>
                      <a:pt x="88" y="89"/>
                    </a:moveTo>
                    <a:cubicBezTo>
                      <a:pt x="86" y="88"/>
                      <a:pt x="87" y="89"/>
                      <a:pt x="87" y="88"/>
                    </a:cubicBezTo>
                    <a:cubicBezTo>
                      <a:pt x="86" y="88"/>
                      <a:pt x="87" y="89"/>
                      <a:pt x="86" y="88"/>
                    </a:cubicBezTo>
                    <a:cubicBezTo>
                      <a:pt x="88" y="88"/>
                      <a:pt x="88" y="88"/>
                      <a:pt x="88" y="88"/>
                    </a:cubicBezTo>
                    <a:cubicBezTo>
                      <a:pt x="88" y="89"/>
                      <a:pt x="88" y="89"/>
                      <a:pt x="88" y="89"/>
                    </a:cubicBezTo>
                    <a:close/>
                    <a:moveTo>
                      <a:pt x="176" y="84"/>
                    </a:moveTo>
                    <a:cubicBezTo>
                      <a:pt x="176" y="83"/>
                      <a:pt x="176" y="84"/>
                      <a:pt x="176" y="84"/>
                    </a:cubicBezTo>
                    <a:cubicBezTo>
                      <a:pt x="177" y="83"/>
                      <a:pt x="177" y="83"/>
                      <a:pt x="177" y="83"/>
                    </a:cubicBezTo>
                    <a:cubicBezTo>
                      <a:pt x="177" y="85"/>
                      <a:pt x="177" y="84"/>
                      <a:pt x="176" y="86"/>
                    </a:cubicBezTo>
                    <a:cubicBezTo>
                      <a:pt x="176" y="85"/>
                      <a:pt x="176" y="86"/>
                      <a:pt x="176" y="84"/>
                    </a:cubicBezTo>
                    <a:close/>
                    <a:moveTo>
                      <a:pt x="95" y="83"/>
                    </a:moveTo>
                    <a:cubicBezTo>
                      <a:pt x="96" y="82"/>
                      <a:pt x="96" y="83"/>
                      <a:pt x="96" y="83"/>
                    </a:cubicBezTo>
                    <a:cubicBezTo>
                      <a:pt x="95" y="83"/>
                      <a:pt x="95" y="83"/>
                      <a:pt x="95" y="83"/>
                    </a:cubicBezTo>
                    <a:close/>
                    <a:moveTo>
                      <a:pt x="132" y="83"/>
                    </a:moveTo>
                    <a:cubicBezTo>
                      <a:pt x="134" y="82"/>
                      <a:pt x="133" y="83"/>
                      <a:pt x="134" y="82"/>
                    </a:cubicBezTo>
                    <a:cubicBezTo>
                      <a:pt x="136" y="82"/>
                      <a:pt x="136" y="82"/>
                      <a:pt x="136" y="82"/>
                    </a:cubicBezTo>
                    <a:cubicBezTo>
                      <a:pt x="134" y="84"/>
                      <a:pt x="134" y="84"/>
                      <a:pt x="134" y="84"/>
                    </a:cubicBezTo>
                    <a:cubicBezTo>
                      <a:pt x="134" y="85"/>
                      <a:pt x="134" y="84"/>
                      <a:pt x="132" y="87"/>
                    </a:cubicBezTo>
                    <a:cubicBezTo>
                      <a:pt x="131" y="86"/>
                      <a:pt x="131" y="86"/>
                      <a:pt x="131" y="86"/>
                    </a:cubicBezTo>
                    <a:cubicBezTo>
                      <a:pt x="131" y="86"/>
                      <a:pt x="132" y="87"/>
                      <a:pt x="131" y="85"/>
                    </a:cubicBezTo>
                    <a:cubicBezTo>
                      <a:pt x="131" y="83"/>
                      <a:pt x="131" y="84"/>
                      <a:pt x="131" y="84"/>
                    </a:cubicBezTo>
                    <a:cubicBezTo>
                      <a:pt x="132" y="83"/>
                      <a:pt x="132" y="83"/>
                      <a:pt x="132" y="83"/>
                    </a:cubicBezTo>
                    <a:close/>
                    <a:moveTo>
                      <a:pt x="142" y="77"/>
                    </a:moveTo>
                    <a:cubicBezTo>
                      <a:pt x="141" y="76"/>
                      <a:pt x="142" y="77"/>
                      <a:pt x="142" y="77"/>
                    </a:cubicBezTo>
                    <a:cubicBezTo>
                      <a:pt x="142" y="78"/>
                      <a:pt x="142" y="77"/>
                      <a:pt x="142" y="77"/>
                    </a:cubicBezTo>
                    <a:close/>
                    <a:moveTo>
                      <a:pt x="130" y="96"/>
                    </a:moveTo>
                    <a:cubicBezTo>
                      <a:pt x="127" y="95"/>
                      <a:pt x="130" y="97"/>
                      <a:pt x="126" y="98"/>
                    </a:cubicBezTo>
                    <a:cubicBezTo>
                      <a:pt x="126" y="100"/>
                      <a:pt x="126" y="100"/>
                      <a:pt x="126" y="100"/>
                    </a:cubicBezTo>
                    <a:cubicBezTo>
                      <a:pt x="125" y="101"/>
                      <a:pt x="125" y="101"/>
                      <a:pt x="125" y="103"/>
                    </a:cubicBezTo>
                    <a:cubicBezTo>
                      <a:pt x="122" y="102"/>
                      <a:pt x="122" y="107"/>
                      <a:pt x="119" y="110"/>
                    </a:cubicBezTo>
                    <a:cubicBezTo>
                      <a:pt x="119" y="112"/>
                      <a:pt x="119" y="112"/>
                      <a:pt x="119" y="112"/>
                    </a:cubicBezTo>
                    <a:cubicBezTo>
                      <a:pt x="121" y="111"/>
                      <a:pt x="119" y="113"/>
                      <a:pt x="121" y="111"/>
                    </a:cubicBezTo>
                    <a:cubicBezTo>
                      <a:pt x="123" y="109"/>
                      <a:pt x="122" y="109"/>
                      <a:pt x="124" y="109"/>
                    </a:cubicBezTo>
                    <a:cubicBezTo>
                      <a:pt x="124" y="106"/>
                      <a:pt x="125" y="105"/>
                      <a:pt x="125" y="102"/>
                    </a:cubicBezTo>
                    <a:cubicBezTo>
                      <a:pt x="128" y="101"/>
                      <a:pt x="127" y="102"/>
                      <a:pt x="127" y="100"/>
                    </a:cubicBezTo>
                    <a:cubicBezTo>
                      <a:pt x="131" y="99"/>
                      <a:pt x="130" y="96"/>
                      <a:pt x="134" y="94"/>
                    </a:cubicBezTo>
                    <a:cubicBezTo>
                      <a:pt x="135" y="93"/>
                      <a:pt x="135" y="93"/>
                      <a:pt x="135" y="93"/>
                    </a:cubicBezTo>
                    <a:cubicBezTo>
                      <a:pt x="137" y="92"/>
                      <a:pt x="136" y="94"/>
                      <a:pt x="137" y="93"/>
                    </a:cubicBezTo>
                    <a:cubicBezTo>
                      <a:pt x="140" y="91"/>
                      <a:pt x="137" y="90"/>
                      <a:pt x="140" y="89"/>
                    </a:cubicBezTo>
                    <a:cubicBezTo>
                      <a:pt x="140" y="88"/>
                      <a:pt x="140" y="88"/>
                      <a:pt x="140" y="88"/>
                    </a:cubicBezTo>
                    <a:cubicBezTo>
                      <a:pt x="141" y="88"/>
                      <a:pt x="141" y="88"/>
                      <a:pt x="141" y="89"/>
                    </a:cubicBezTo>
                    <a:cubicBezTo>
                      <a:pt x="141" y="88"/>
                      <a:pt x="141" y="88"/>
                      <a:pt x="142" y="87"/>
                    </a:cubicBezTo>
                    <a:cubicBezTo>
                      <a:pt x="143" y="84"/>
                      <a:pt x="145" y="85"/>
                      <a:pt x="146" y="81"/>
                    </a:cubicBezTo>
                    <a:cubicBezTo>
                      <a:pt x="150" y="81"/>
                      <a:pt x="150" y="77"/>
                      <a:pt x="153" y="76"/>
                    </a:cubicBezTo>
                    <a:cubicBezTo>
                      <a:pt x="152" y="75"/>
                      <a:pt x="152" y="75"/>
                      <a:pt x="152" y="75"/>
                    </a:cubicBezTo>
                    <a:cubicBezTo>
                      <a:pt x="151" y="77"/>
                      <a:pt x="151" y="76"/>
                      <a:pt x="148" y="78"/>
                    </a:cubicBezTo>
                    <a:cubicBezTo>
                      <a:pt x="146" y="80"/>
                      <a:pt x="147" y="79"/>
                      <a:pt x="145" y="80"/>
                    </a:cubicBezTo>
                    <a:cubicBezTo>
                      <a:pt x="140" y="85"/>
                      <a:pt x="140" y="85"/>
                      <a:pt x="140" y="85"/>
                    </a:cubicBezTo>
                    <a:cubicBezTo>
                      <a:pt x="138" y="86"/>
                      <a:pt x="139" y="85"/>
                      <a:pt x="137" y="88"/>
                    </a:cubicBezTo>
                    <a:cubicBezTo>
                      <a:pt x="133" y="92"/>
                      <a:pt x="134" y="89"/>
                      <a:pt x="133" y="91"/>
                    </a:cubicBezTo>
                    <a:cubicBezTo>
                      <a:pt x="131" y="94"/>
                      <a:pt x="131" y="94"/>
                      <a:pt x="131" y="94"/>
                    </a:cubicBezTo>
                    <a:cubicBezTo>
                      <a:pt x="130" y="94"/>
                      <a:pt x="130" y="94"/>
                      <a:pt x="130" y="95"/>
                    </a:cubicBezTo>
                    <a:cubicBezTo>
                      <a:pt x="130" y="95"/>
                      <a:pt x="130" y="94"/>
                      <a:pt x="130" y="96"/>
                    </a:cubicBezTo>
                    <a:close/>
                    <a:moveTo>
                      <a:pt x="118" y="72"/>
                    </a:moveTo>
                    <a:cubicBezTo>
                      <a:pt x="118" y="71"/>
                      <a:pt x="119" y="69"/>
                      <a:pt x="121" y="71"/>
                    </a:cubicBezTo>
                    <a:cubicBezTo>
                      <a:pt x="120" y="71"/>
                      <a:pt x="119" y="71"/>
                      <a:pt x="119" y="71"/>
                    </a:cubicBezTo>
                    <a:cubicBezTo>
                      <a:pt x="119" y="72"/>
                      <a:pt x="119" y="72"/>
                      <a:pt x="118" y="72"/>
                    </a:cubicBezTo>
                    <a:close/>
                    <a:moveTo>
                      <a:pt x="112" y="151"/>
                    </a:moveTo>
                    <a:cubicBezTo>
                      <a:pt x="114" y="151"/>
                      <a:pt x="114" y="151"/>
                      <a:pt x="114" y="151"/>
                    </a:cubicBezTo>
                    <a:cubicBezTo>
                      <a:pt x="115" y="150"/>
                      <a:pt x="114" y="151"/>
                      <a:pt x="115" y="149"/>
                    </a:cubicBezTo>
                    <a:cubicBezTo>
                      <a:pt x="120" y="146"/>
                      <a:pt x="120" y="146"/>
                      <a:pt x="120" y="146"/>
                    </a:cubicBezTo>
                    <a:cubicBezTo>
                      <a:pt x="120" y="146"/>
                      <a:pt x="119" y="146"/>
                      <a:pt x="121" y="145"/>
                    </a:cubicBezTo>
                    <a:cubicBezTo>
                      <a:pt x="121" y="145"/>
                      <a:pt x="121" y="145"/>
                      <a:pt x="121" y="145"/>
                    </a:cubicBezTo>
                    <a:cubicBezTo>
                      <a:pt x="124" y="141"/>
                      <a:pt x="124" y="141"/>
                      <a:pt x="124" y="141"/>
                    </a:cubicBezTo>
                    <a:cubicBezTo>
                      <a:pt x="124" y="141"/>
                      <a:pt x="124" y="141"/>
                      <a:pt x="124" y="141"/>
                    </a:cubicBezTo>
                    <a:cubicBezTo>
                      <a:pt x="125" y="141"/>
                      <a:pt x="125" y="141"/>
                      <a:pt x="125" y="141"/>
                    </a:cubicBezTo>
                    <a:cubicBezTo>
                      <a:pt x="125" y="141"/>
                      <a:pt x="125" y="141"/>
                      <a:pt x="125" y="140"/>
                    </a:cubicBezTo>
                    <a:cubicBezTo>
                      <a:pt x="128" y="138"/>
                      <a:pt x="128" y="138"/>
                      <a:pt x="128" y="138"/>
                    </a:cubicBezTo>
                    <a:cubicBezTo>
                      <a:pt x="129" y="136"/>
                      <a:pt x="129" y="137"/>
                      <a:pt x="129" y="135"/>
                    </a:cubicBezTo>
                    <a:cubicBezTo>
                      <a:pt x="129" y="134"/>
                      <a:pt x="130" y="134"/>
                      <a:pt x="131" y="133"/>
                    </a:cubicBezTo>
                    <a:cubicBezTo>
                      <a:pt x="133" y="131"/>
                      <a:pt x="133" y="131"/>
                      <a:pt x="133" y="131"/>
                    </a:cubicBezTo>
                    <a:cubicBezTo>
                      <a:pt x="132" y="130"/>
                      <a:pt x="132" y="131"/>
                      <a:pt x="132" y="128"/>
                    </a:cubicBezTo>
                    <a:cubicBezTo>
                      <a:pt x="133" y="129"/>
                      <a:pt x="133" y="129"/>
                      <a:pt x="134" y="130"/>
                    </a:cubicBezTo>
                    <a:cubicBezTo>
                      <a:pt x="136" y="128"/>
                      <a:pt x="134" y="129"/>
                      <a:pt x="136" y="128"/>
                    </a:cubicBezTo>
                    <a:cubicBezTo>
                      <a:pt x="135" y="127"/>
                      <a:pt x="135" y="127"/>
                      <a:pt x="135" y="127"/>
                    </a:cubicBezTo>
                    <a:cubicBezTo>
                      <a:pt x="137" y="127"/>
                      <a:pt x="136" y="128"/>
                      <a:pt x="138" y="127"/>
                    </a:cubicBezTo>
                    <a:cubicBezTo>
                      <a:pt x="142" y="123"/>
                      <a:pt x="138" y="125"/>
                      <a:pt x="140" y="122"/>
                    </a:cubicBezTo>
                    <a:cubicBezTo>
                      <a:pt x="140" y="122"/>
                      <a:pt x="140" y="122"/>
                      <a:pt x="140" y="122"/>
                    </a:cubicBezTo>
                    <a:cubicBezTo>
                      <a:pt x="139" y="121"/>
                      <a:pt x="139" y="121"/>
                      <a:pt x="139" y="121"/>
                    </a:cubicBezTo>
                    <a:cubicBezTo>
                      <a:pt x="139" y="121"/>
                      <a:pt x="139" y="121"/>
                      <a:pt x="139" y="121"/>
                    </a:cubicBezTo>
                    <a:cubicBezTo>
                      <a:pt x="139" y="118"/>
                      <a:pt x="139" y="122"/>
                      <a:pt x="140" y="118"/>
                    </a:cubicBezTo>
                    <a:cubicBezTo>
                      <a:pt x="140" y="119"/>
                      <a:pt x="140" y="119"/>
                      <a:pt x="140" y="119"/>
                    </a:cubicBezTo>
                    <a:cubicBezTo>
                      <a:pt x="141" y="117"/>
                      <a:pt x="141" y="118"/>
                      <a:pt x="143" y="116"/>
                    </a:cubicBezTo>
                    <a:cubicBezTo>
                      <a:pt x="145" y="113"/>
                      <a:pt x="143" y="114"/>
                      <a:pt x="143" y="114"/>
                    </a:cubicBezTo>
                    <a:cubicBezTo>
                      <a:pt x="142" y="116"/>
                      <a:pt x="142" y="116"/>
                      <a:pt x="142" y="116"/>
                    </a:cubicBezTo>
                    <a:cubicBezTo>
                      <a:pt x="142" y="116"/>
                      <a:pt x="141" y="115"/>
                      <a:pt x="141" y="114"/>
                    </a:cubicBezTo>
                    <a:cubicBezTo>
                      <a:pt x="142" y="113"/>
                      <a:pt x="141" y="113"/>
                      <a:pt x="143" y="113"/>
                    </a:cubicBezTo>
                    <a:cubicBezTo>
                      <a:pt x="142" y="113"/>
                      <a:pt x="141" y="111"/>
                      <a:pt x="145" y="110"/>
                    </a:cubicBezTo>
                    <a:cubicBezTo>
                      <a:pt x="146" y="111"/>
                      <a:pt x="146" y="111"/>
                      <a:pt x="145" y="112"/>
                    </a:cubicBezTo>
                    <a:cubicBezTo>
                      <a:pt x="146" y="113"/>
                      <a:pt x="146" y="113"/>
                      <a:pt x="146" y="113"/>
                    </a:cubicBezTo>
                    <a:cubicBezTo>
                      <a:pt x="146" y="111"/>
                      <a:pt x="147" y="112"/>
                      <a:pt x="148" y="110"/>
                    </a:cubicBezTo>
                    <a:cubicBezTo>
                      <a:pt x="146" y="110"/>
                      <a:pt x="147" y="111"/>
                      <a:pt x="145" y="110"/>
                    </a:cubicBezTo>
                    <a:cubicBezTo>
                      <a:pt x="145" y="107"/>
                      <a:pt x="150" y="106"/>
                      <a:pt x="152" y="102"/>
                    </a:cubicBezTo>
                    <a:cubicBezTo>
                      <a:pt x="152" y="101"/>
                      <a:pt x="152" y="102"/>
                      <a:pt x="152" y="101"/>
                    </a:cubicBezTo>
                    <a:cubicBezTo>
                      <a:pt x="155" y="101"/>
                      <a:pt x="155" y="101"/>
                      <a:pt x="155" y="101"/>
                    </a:cubicBezTo>
                    <a:cubicBezTo>
                      <a:pt x="155" y="102"/>
                      <a:pt x="155" y="102"/>
                      <a:pt x="155" y="102"/>
                    </a:cubicBezTo>
                    <a:cubicBezTo>
                      <a:pt x="154" y="102"/>
                      <a:pt x="154" y="102"/>
                      <a:pt x="154" y="102"/>
                    </a:cubicBezTo>
                    <a:cubicBezTo>
                      <a:pt x="154" y="103"/>
                      <a:pt x="154" y="103"/>
                      <a:pt x="154" y="103"/>
                    </a:cubicBezTo>
                    <a:cubicBezTo>
                      <a:pt x="156" y="103"/>
                      <a:pt x="156" y="103"/>
                      <a:pt x="156" y="103"/>
                    </a:cubicBezTo>
                    <a:cubicBezTo>
                      <a:pt x="157" y="100"/>
                      <a:pt x="157" y="101"/>
                      <a:pt x="159" y="99"/>
                    </a:cubicBezTo>
                    <a:cubicBezTo>
                      <a:pt x="163" y="96"/>
                      <a:pt x="163" y="96"/>
                      <a:pt x="163" y="96"/>
                    </a:cubicBezTo>
                    <a:cubicBezTo>
                      <a:pt x="164" y="95"/>
                      <a:pt x="163" y="96"/>
                      <a:pt x="165" y="94"/>
                    </a:cubicBezTo>
                    <a:cubicBezTo>
                      <a:pt x="166" y="93"/>
                      <a:pt x="168" y="91"/>
                      <a:pt x="170" y="90"/>
                    </a:cubicBezTo>
                    <a:cubicBezTo>
                      <a:pt x="170" y="91"/>
                      <a:pt x="168" y="93"/>
                      <a:pt x="167" y="94"/>
                    </a:cubicBezTo>
                    <a:cubicBezTo>
                      <a:pt x="166" y="95"/>
                      <a:pt x="166" y="95"/>
                      <a:pt x="166" y="95"/>
                    </a:cubicBezTo>
                    <a:cubicBezTo>
                      <a:pt x="168" y="96"/>
                      <a:pt x="168" y="96"/>
                      <a:pt x="168" y="96"/>
                    </a:cubicBezTo>
                    <a:cubicBezTo>
                      <a:pt x="168" y="95"/>
                      <a:pt x="168" y="95"/>
                      <a:pt x="169" y="94"/>
                    </a:cubicBezTo>
                    <a:cubicBezTo>
                      <a:pt x="178" y="87"/>
                      <a:pt x="178" y="87"/>
                      <a:pt x="178" y="87"/>
                    </a:cubicBezTo>
                    <a:cubicBezTo>
                      <a:pt x="179" y="85"/>
                      <a:pt x="180" y="85"/>
                      <a:pt x="180" y="82"/>
                    </a:cubicBezTo>
                    <a:cubicBezTo>
                      <a:pt x="182" y="80"/>
                      <a:pt x="182" y="80"/>
                      <a:pt x="182" y="80"/>
                    </a:cubicBezTo>
                    <a:cubicBezTo>
                      <a:pt x="181" y="79"/>
                      <a:pt x="181" y="79"/>
                      <a:pt x="180" y="79"/>
                    </a:cubicBezTo>
                    <a:cubicBezTo>
                      <a:pt x="180" y="81"/>
                      <a:pt x="180" y="81"/>
                      <a:pt x="180" y="81"/>
                    </a:cubicBezTo>
                    <a:cubicBezTo>
                      <a:pt x="178" y="81"/>
                      <a:pt x="178" y="81"/>
                      <a:pt x="178" y="81"/>
                    </a:cubicBezTo>
                    <a:cubicBezTo>
                      <a:pt x="179" y="79"/>
                      <a:pt x="180" y="76"/>
                      <a:pt x="179" y="73"/>
                    </a:cubicBezTo>
                    <a:cubicBezTo>
                      <a:pt x="178" y="71"/>
                      <a:pt x="178" y="71"/>
                      <a:pt x="178" y="71"/>
                    </a:cubicBezTo>
                    <a:cubicBezTo>
                      <a:pt x="176" y="68"/>
                      <a:pt x="173" y="69"/>
                      <a:pt x="173" y="64"/>
                    </a:cubicBezTo>
                    <a:cubicBezTo>
                      <a:pt x="173" y="64"/>
                      <a:pt x="173" y="62"/>
                      <a:pt x="173" y="61"/>
                    </a:cubicBezTo>
                    <a:cubicBezTo>
                      <a:pt x="171" y="61"/>
                      <a:pt x="172" y="61"/>
                      <a:pt x="170" y="60"/>
                    </a:cubicBezTo>
                    <a:cubicBezTo>
                      <a:pt x="169" y="60"/>
                      <a:pt x="171" y="60"/>
                      <a:pt x="169" y="60"/>
                    </a:cubicBezTo>
                    <a:cubicBezTo>
                      <a:pt x="168" y="60"/>
                      <a:pt x="165" y="63"/>
                      <a:pt x="163" y="64"/>
                    </a:cubicBezTo>
                    <a:cubicBezTo>
                      <a:pt x="157" y="63"/>
                      <a:pt x="157" y="63"/>
                      <a:pt x="157" y="63"/>
                    </a:cubicBezTo>
                    <a:cubicBezTo>
                      <a:pt x="157" y="61"/>
                      <a:pt x="155" y="63"/>
                      <a:pt x="154" y="63"/>
                    </a:cubicBezTo>
                    <a:cubicBezTo>
                      <a:pt x="146" y="67"/>
                      <a:pt x="146" y="67"/>
                      <a:pt x="146" y="67"/>
                    </a:cubicBezTo>
                    <a:cubicBezTo>
                      <a:pt x="145" y="68"/>
                      <a:pt x="146" y="67"/>
                      <a:pt x="145" y="68"/>
                    </a:cubicBezTo>
                    <a:cubicBezTo>
                      <a:pt x="142" y="69"/>
                      <a:pt x="142" y="69"/>
                      <a:pt x="142" y="69"/>
                    </a:cubicBezTo>
                    <a:cubicBezTo>
                      <a:pt x="141" y="70"/>
                      <a:pt x="140" y="70"/>
                      <a:pt x="139" y="72"/>
                    </a:cubicBezTo>
                    <a:cubicBezTo>
                      <a:pt x="138" y="72"/>
                      <a:pt x="138" y="72"/>
                      <a:pt x="138" y="72"/>
                    </a:cubicBezTo>
                    <a:cubicBezTo>
                      <a:pt x="138" y="72"/>
                      <a:pt x="138" y="73"/>
                      <a:pt x="138" y="73"/>
                    </a:cubicBezTo>
                    <a:cubicBezTo>
                      <a:pt x="138" y="73"/>
                      <a:pt x="138" y="73"/>
                      <a:pt x="138" y="74"/>
                    </a:cubicBezTo>
                    <a:cubicBezTo>
                      <a:pt x="138" y="72"/>
                      <a:pt x="139" y="72"/>
                      <a:pt x="137" y="73"/>
                    </a:cubicBezTo>
                    <a:cubicBezTo>
                      <a:pt x="135" y="74"/>
                      <a:pt x="137" y="73"/>
                      <a:pt x="135" y="74"/>
                    </a:cubicBezTo>
                    <a:cubicBezTo>
                      <a:pt x="136" y="75"/>
                      <a:pt x="136" y="74"/>
                      <a:pt x="136" y="76"/>
                    </a:cubicBezTo>
                    <a:cubicBezTo>
                      <a:pt x="135" y="75"/>
                      <a:pt x="136" y="76"/>
                      <a:pt x="135" y="75"/>
                    </a:cubicBezTo>
                    <a:cubicBezTo>
                      <a:pt x="134" y="75"/>
                      <a:pt x="134" y="75"/>
                      <a:pt x="134" y="75"/>
                    </a:cubicBezTo>
                    <a:cubicBezTo>
                      <a:pt x="133" y="78"/>
                      <a:pt x="134" y="74"/>
                      <a:pt x="132" y="77"/>
                    </a:cubicBezTo>
                    <a:cubicBezTo>
                      <a:pt x="128" y="82"/>
                      <a:pt x="128" y="82"/>
                      <a:pt x="128" y="82"/>
                    </a:cubicBezTo>
                    <a:cubicBezTo>
                      <a:pt x="128" y="80"/>
                      <a:pt x="128" y="80"/>
                      <a:pt x="128" y="80"/>
                    </a:cubicBezTo>
                    <a:cubicBezTo>
                      <a:pt x="126" y="82"/>
                      <a:pt x="125" y="82"/>
                      <a:pt x="125" y="85"/>
                    </a:cubicBezTo>
                    <a:cubicBezTo>
                      <a:pt x="124" y="84"/>
                      <a:pt x="124" y="84"/>
                      <a:pt x="124" y="84"/>
                    </a:cubicBezTo>
                    <a:cubicBezTo>
                      <a:pt x="111" y="100"/>
                      <a:pt x="111" y="100"/>
                      <a:pt x="111" y="100"/>
                    </a:cubicBezTo>
                    <a:cubicBezTo>
                      <a:pt x="109" y="102"/>
                      <a:pt x="109" y="103"/>
                      <a:pt x="107" y="105"/>
                    </a:cubicBezTo>
                    <a:cubicBezTo>
                      <a:pt x="107" y="106"/>
                      <a:pt x="107" y="106"/>
                      <a:pt x="108" y="106"/>
                    </a:cubicBezTo>
                    <a:cubicBezTo>
                      <a:pt x="106" y="107"/>
                      <a:pt x="106" y="108"/>
                      <a:pt x="105" y="109"/>
                    </a:cubicBezTo>
                    <a:cubicBezTo>
                      <a:pt x="105" y="110"/>
                      <a:pt x="105" y="108"/>
                      <a:pt x="105" y="111"/>
                    </a:cubicBezTo>
                    <a:cubicBezTo>
                      <a:pt x="104" y="111"/>
                      <a:pt x="104" y="111"/>
                      <a:pt x="104" y="111"/>
                    </a:cubicBezTo>
                    <a:cubicBezTo>
                      <a:pt x="103" y="112"/>
                      <a:pt x="104" y="113"/>
                      <a:pt x="103" y="115"/>
                    </a:cubicBezTo>
                    <a:cubicBezTo>
                      <a:pt x="102" y="116"/>
                      <a:pt x="102" y="116"/>
                      <a:pt x="102" y="117"/>
                    </a:cubicBezTo>
                    <a:cubicBezTo>
                      <a:pt x="102" y="118"/>
                      <a:pt x="101" y="119"/>
                      <a:pt x="101" y="119"/>
                    </a:cubicBezTo>
                    <a:cubicBezTo>
                      <a:pt x="100" y="120"/>
                      <a:pt x="101" y="120"/>
                      <a:pt x="99" y="120"/>
                    </a:cubicBezTo>
                    <a:cubicBezTo>
                      <a:pt x="99" y="122"/>
                      <a:pt x="99" y="122"/>
                      <a:pt x="99" y="122"/>
                    </a:cubicBezTo>
                    <a:cubicBezTo>
                      <a:pt x="99" y="122"/>
                      <a:pt x="98" y="124"/>
                      <a:pt x="98" y="124"/>
                    </a:cubicBezTo>
                    <a:cubicBezTo>
                      <a:pt x="95" y="134"/>
                      <a:pt x="95" y="134"/>
                      <a:pt x="95" y="134"/>
                    </a:cubicBezTo>
                    <a:cubicBezTo>
                      <a:pt x="94" y="135"/>
                      <a:pt x="95" y="134"/>
                      <a:pt x="94" y="136"/>
                    </a:cubicBezTo>
                    <a:cubicBezTo>
                      <a:pt x="88" y="142"/>
                      <a:pt x="88" y="142"/>
                      <a:pt x="88" y="142"/>
                    </a:cubicBezTo>
                    <a:cubicBezTo>
                      <a:pt x="86" y="145"/>
                      <a:pt x="82" y="148"/>
                      <a:pt x="81" y="151"/>
                    </a:cubicBezTo>
                    <a:cubicBezTo>
                      <a:pt x="80" y="153"/>
                      <a:pt x="80" y="153"/>
                      <a:pt x="80" y="153"/>
                    </a:cubicBezTo>
                    <a:cubicBezTo>
                      <a:pt x="79" y="154"/>
                      <a:pt x="78" y="155"/>
                      <a:pt x="76" y="155"/>
                    </a:cubicBezTo>
                    <a:cubicBezTo>
                      <a:pt x="77" y="156"/>
                      <a:pt x="77" y="155"/>
                      <a:pt x="77" y="156"/>
                    </a:cubicBezTo>
                    <a:cubicBezTo>
                      <a:pt x="75" y="156"/>
                      <a:pt x="75" y="156"/>
                      <a:pt x="75" y="156"/>
                    </a:cubicBezTo>
                    <a:cubicBezTo>
                      <a:pt x="75" y="154"/>
                      <a:pt x="75" y="153"/>
                      <a:pt x="75" y="151"/>
                    </a:cubicBezTo>
                    <a:cubicBezTo>
                      <a:pt x="75" y="148"/>
                      <a:pt x="75" y="148"/>
                      <a:pt x="75" y="148"/>
                    </a:cubicBezTo>
                    <a:cubicBezTo>
                      <a:pt x="75" y="146"/>
                      <a:pt x="76" y="142"/>
                      <a:pt x="75" y="138"/>
                    </a:cubicBezTo>
                    <a:cubicBezTo>
                      <a:pt x="75" y="137"/>
                      <a:pt x="75" y="137"/>
                      <a:pt x="75" y="137"/>
                    </a:cubicBezTo>
                    <a:cubicBezTo>
                      <a:pt x="75" y="134"/>
                      <a:pt x="75" y="135"/>
                      <a:pt x="75" y="133"/>
                    </a:cubicBezTo>
                    <a:cubicBezTo>
                      <a:pt x="73" y="126"/>
                      <a:pt x="73" y="127"/>
                      <a:pt x="71" y="122"/>
                    </a:cubicBezTo>
                    <a:cubicBezTo>
                      <a:pt x="69" y="119"/>
                      <a:pt x="68" y="116"/>
                      <a:pt x="66" y="113"/>
                    </a:cubicBezTo>
                    <a:cubicBezTo>
                      <a:pt x="58" y="103"/>
                      <a:pt x="58" y="103"/>
                      <a:pt x="58" y="103"/>
                    </a:cubicBezTo>
                    <a:cubicBezTo>
                      <a:pt x="59" y="102"/>
                      <a:pt x="59" y="103"/>
                      <a:pt x="59" y="101"/>
                    </a:cubicBezTo>
                    <a:cubicBezTo>
                      <a:pt x="60" y="103"/>
                      <a:pt x="62" y="101"/>
                      <a:pt x="63" y="101"/>
                    </a:cubicBezTo>
                    <a:cubicBezTo>
                      <a:pt x="66" y="100"/>
                      <a:pt x="66" y="100"/>
                      <a:pt x="66" y="100"/>
                    </a:cubicBezTo>
                    <a:cubicBezTo>
                      <a:pt x="69" y="99"/>
                      <a:pt x="71" y="97"/>
                      <a:pt x="74" y="96"/>
                    </a:cubicBezTo>
                    <a:cubicBezTo>
                      <a:pt x="78" y="95"/>
                      <a:pt x="78" y="95"/>
                      <a:pt x="78" y="95"/>
                    </a:cubicBezTo>
                    <a:cubicBezTo>
                      <a:pt x="80" y="94"/>
                      <a:pt x="78" y="95"/>
                      <a:pt x="80" y="94"/>
                    </a:cubicBezTo>
                    <a:cubicBezTo>
                      <a:pt x="82" y="93"/>
                      <a:pt x="82" y="93"/>
                      <a:pt x="82" y="93"/>
                    </a:cubicBezTo>
                    <a:cubicBezTo>
                      <a:pt x="84" y="91"/>
                      <a:pt x="88" y="91"/>
                      <a:pt x="88" y="89"/>
                    </a:cubicBezTo>
                    <a:cubicBezTo>
                      <a:pt x="90" y="89"/>
                      <a:pt x="90" y="89"/>
                      <a:pt x="93" y="87"/>
                    </a:cubicBezTo>
                    <a:cubicBezTo>
                      <a:pt x="94" y="86"/>
                      <a:pt x="95" y="86"/>
                      <a:pt x="96" y="86"/>
                    </a:cubicBezTo>
                    <a:cubicBezTo>
                      <a:pt x="96" y="85"/>
                      <a:pt x="97" y="84"/>
                      <a:pt x="98" y="83"/>
                    </a:cubicBezTo>
                    <a:cubicBezTo>
                      <a:pt x="105" y="81"/>
                      <a:pt x="101" y="81"/>
                      <a:pt x="104" y="80"/>
                    </a:cubicBezTo>
                    <a:cubicBezTo>
                      <a:pt x="105" y="79"/>
                      <a:pt x="106" y="79"/>
                      <a:pt x="108" y="79"/>
                    </a:cubicBezTo>
                    <a:cubicBezTo>
                      <a:pt x="108" y="78"/>
                      <a:pt x="108" y="78"/>
                      <a:pt x="108" y="78"/>
                    </a:cubicBezTo>
                    <a:cubicBezTo>
                      <a:pt x="110" y="77"/>
                      <a:pt x="111" y="75"/>
                      <a:pt x="113" y="75"/>
                    </a:cubicBezTo>
                    <a:cubicBezTo>
                      <a:pt x="113" y="75"/>
                      <a:pt x="115" y="75"/>
                      <a:pt x="112" y="77"/>
                    </a:cubicBezTo>
                    <a:cubicBezTo>
                      <a:pt x="111" y="78"/>
                      <a:pt x="111" y="78"/>
                      <a:pt x="110" y="78"/>
                    </a:cubicBezTo>
                    <a:cubicBezTo>
                      <a:pt x="110" y="79"/>
                      <a:pt x="112" y="80"/>
                      <a:pt x="111" y="78"/>
                    </a:cubicBezTo>
                    <a:cubicBezTo>
                      <a:pt x="113" y="78"/>
                      <a:pt x="113" y="77"/>
                      <a:pt x="114" y="77"/>
                    </a:cubicBezTo>
                    <a:cubicBezTo>
                      <a:pt x="113" y="76"/>
                      <a:pt x="113" y="75"/>
                      <a:pt x="113" y="74"/>
                    </a:cubicBezTo>
                    <a:cubicBezTo>
                      <a:pt x="114" y="74"/>
                      <a:pt x="115" y="73"/>
                      <a:pt x="116" y="72"/>
                    </a:cubicBezTo>
                    <a:cubicBezTo>
                      <a:pt x="118" y="72"/>
                      <a:pt x="118" y="72"/>
                      <a:pt x="118" y="72"/>
                    </a:cubicBezTo>
                    <a:cubicBezTo>
                      <a:pt x="117" y="74"/>
                      <a:pt x="115" y="73"/>
                      <a:pt x="114" y="76"/>
                    </a:cubicBezTo>
                    <a:cubicBezTo>
                      <a:pt x="118" y="74"/>
                      <a:pt x="118" y="74"/>
                      <a:pt x="118" y="74"/>
                    </a:cubicBezTo>
                    <a:cubicBezTo>
                      <a:pt x="121" y="74"/>
                      <a:pt x="115" y="74"/>
                      <a:pt x="118" y="74"/>
                    </a:cubicBezTo>
                    <a:cubicBezTo>
                      <a:pt x="118" y="74"/>
                      <a:pt x="119" y="75"/>
                      <a:pt x="119" y="75"/>
                    </a:cubicBezTo>
                    <a:cubicBezTo>
                      <a:pt x="120" y="73"/>
                      <a:pt x="119" y="73"/>
                      <a:pt x="122" y="71"/>
                    </a:cubicBezTo>
                    <a:cubicBezTo>
                      <a:pt x="123" y="71"/>
                      <a:pt x="123" y="71"/>
                      <a:pt x="123" y="71"/>
                    </a:cubicBezTo>
                    <a:cubicBezTo>
                      <a:pt x="123" y="71"/>
                      <a:pt x="123" y="70"/>
                      <a:pt x="123" y="70"/>
                    </a:cubicBezTo>
                    <a:cubicBezTo>
                      <a:pt x="124" y="70"/>
                      <a:pt x="122" y="70"/>
                      <a:pt x="124" y="70"/>
                    </a:cubicBezTo>
                    <a:cubicBezTo>
                      <a:pt x="124" y="69"/>
                      <a:pt x="124" y="70"/>
                      <a:pt x="126" y="70"/>
                    </a:cubicBezTo>
                    <a:cubicBezTo>
                      <a:pt x="127" y="69"/>
                      <a:pt x="127" y="69"/>
                      <a:pt x="127" y="68"/>
                    </a:cubicBezTo>
                    <a:cubicBezTo>
                      <a:pt x="129" y="67"/>
                      <a:pt x="128" y="69"/>
                      <a:pt x="130" y="67"/>
                    </a:cubicBezTo>
                    <a:cubicBezTo>
                      <a:pt x="132" y="64"/>
                      <a:pt x="132" y="64"/>
                      <a:pt x="132" y="64"/>
                    </a:cubicBezTo>
                    <a:cubicBezTo>
                      <a:pt x="136" y="62"/>
                      <a:pt x="134" y="62"/>
                      <a:pt x="137" y="60"/>
                    </a:cubicBezTo>
                    <a:cubicBezTo>
                      <a:pt x="140" y="58"/>
                      <a:pt x="136" y="62"/>
                      <a:pt x="141" y="58"/>
                    </a:cubicBezTo>
                    <a:cubicBezTo>
                      <a:pt x="144" y="55"/>
                      <a:pt x="144" y="55"/>
                      <a:pt x="144" y="55"/>
                    </a:cubicBezTo>
                    <a:cubicBezTo>
                      <a:pt x="144" y="55"/>
                      <a:pt x="144" y="55"/>
                      <a:pt x="144" y="55"/>
                    </a:cubicBezTo>
                    <a:cubicBezTo>
                      <a:pt x="145" y="55"/>
                      <a:pt x="146" y="54"/>
                      <a:pt x="147" y="54"/>
                    </a:cubicBezTo>
                    <a:cubicBezTo>
                      <a:pt x="148" y="52"/>
                      <a:pt x="148" y="52"/>
                      <a:pt x="148" y="52"/>
                    </a:cubicBezTo>
                    <a:cubicBezTo>
                      <a:pt x="149" y="52"/>
                      <a:pt x="148" y="52"/>
                      <a:pt x="149" y="52"/>
                    </a:cubicBezTo>
                    <a:cubicBezTo>
                      <a:pt x="151" y="51"/>
                      <a:pt x="162" y="44"/>
                      <a:pt x="166" y="43"/>
                    </a:cubicBezTo>
                    <a:cubicBezTo>
                      <a:pt x="165" y="42"/>
                      <a:pt x="165" y="42"/>
                      <a:pt x="165" y="42"/>
                    </a:cubicBezTo>
                    <a:cubicBezTo>
                      <a:pt x="167" y="42"/>
                      <a:pt x="169" y="39"/>
                      <a:pt x="170" y="38"/>
                    </a:cubicBezTo>
                    <a:cubicBezTo>
                      <a:pt x="171" y="37"/>
                      <a:pt x="172" y="35"/>
                      <a:pt x="173" y="35"/>
                    </a:cubicBezTo>
                    <a:cubicBezTo>
                      <a:pt x="175" y="31"/>
                      <a:pt x="173" y="31"/>
                      <a:pt x="173" y="29"/>
                    </a:cubicBezTo>
                    <a:cubicBezTo>
                      <a:pt x="172" y="25"/>
                      <a:pt x="172" y="26"/>
                      <a:pt x="172" y="23"/>
                    </a:cubicBezTo>
                    <a:cubicBezTo>
                      <a:pt x="171" y="22"/>
                      <a:pt x="172" y="23"/>
                      <a:pt x="171" y="22"/>
                    </a:cubicBezTo>
                    <a:cubicBezTo>
                      <a:pt x="171" y="19"/>
                      <a:pt x="171" y="22"/>
                      <a:pt x="170" y="20"/>
                    </a:cubicBezTo>
                    <a:cubicBezTo>
                      <a:pt x="165" y="11"/>
                      <a:pt x="165" y="11"/>
                      <a:pt x="165" y="11"/>
                    </a:cubicBezTo>
                    <a:cubicBezTo>
                      <a:pt x="165" y="11"/>
                      <a:pt x="164" y="9"/>
                      <a:pt x="163" y="8"/>
                    </a:cubicBezTo>
                    <a:cubicBezTo>
                      <a:pt x="158" y="5"/>
                      <a:pt x="158" y="5"/>
                      <a:pt x="158" y="5"/>
                    </a:cubicBezTo>
                    <a:cubicBezTo>
                      <a:pt x="156" y="3"/>
                      <a:pt x="153" y="1"/>
                      <a:pt x="150" y="1"/>
                    </a:cubicBezTo>
                    <a:cubicBezTo>
                      <a:pt x="150" y="0"/>
                      <a:pt x="150" y="0"/>
                      <a:pt x="150" y="0"/>
                    </a:cubicBezTo>
                    <a:cubicBezTo>
                      <a:pt x="136" y="0"/>
                      <a:pt x="136" y="0"/>
                      <a:pt x="136" y="0"/>
                    </a:cubicBezTo>
                    <a:cubicBezTo>
                      <a:pt x="135" y="1"/>
                      <a:pt x="134" y="2"/>
                      <a:pt x="133" y="3"/>
                    </a:cubicBezTo>
                    <a:cubicBezTo>
                      <a:pt x="132" y="5"/>
                      <a:pt x="130" y="12"/>
                      <a:pt x="132" y="16"/>
                    </a:cubicBezTo>
                    <a:cubicBezTo>
                      <a:pt x="134" y="19"/>
                      <a:pt x="134" y="19"/>
                      <a:pt x="134" y="19"/>
                    </a:cubicBezTo>
                    <a:cubicBezTo>
                      <a:pt x="134" y="21"/>
                      <a:pt x="134" y="21"/>
                      <a:pt x="134" y="21"/>
                    </a:cubicBezTo>
                    <a:cubicBezTo>
                      <a:pt x="134" y="21"/>
                      <a:pt x="134" y="21"/>
                      <a:pt x="133" y="21"/>
                    </a:cubicBezTo>
                    <a:cubicBezTo>
                      <a:pt x="121" y="39"/>
                      <a:pt x="121" y="39"/>
                      <a:pt x="121" y="39"/>
                    </a:cubicBezTo>
                    <a:cubicBezTo>
                      <a:pt x="120" y="39"/>
                      <a:pt x="120" y="39"/>
                      <a:pt x="120" y="40"/>
                    </a:cubicBezTo>
                    <a:cubicBezTo>
                      <a:pt x="119" y="40"/>
                      <a:pt x="119" y="40"/>
                      <a:pt x="119" y="40"/>
                    </a:cubicBezTo>
                    <a:cubicBezTo>
                      <a:pt x="118" y="41"/>
                      <a:pt x="119" y="41"/>
                      <a:pt x="118" y="42"/>
                    </a:cubicBezTo>
                    <a:cubicBezTo>
                      <a:pt x="115" y="42"/>
                      <a:pt x="115" y="47"/>
                      <a:pt x="111" y="47"/>
                    </a:cubicBezTo>
                    <a:cubicBezTo>
                      <a:pt x="112" y="49"/>
                      <a:pt x="112" y="47"/>
                      <a:pt x="111" y="49"/>
                    </a:cubicBezTo>
                    <a:cubicBezTo>
                      <a:pt x="103" y="56"/>
                      <a:pt x="103" y="56"/>
                      <a:pt x="103" y="56"/>
                    </a:cubicBezTo>
                    <a:cubicBezTo>
                      <a:pt x="102" y="56"/>
                      <a:pt x="102" y="56"/>
                      <a:pt x="102" y="56"/>
                    </a:cubicBezTo>
                    <a:cubicBezTo>
                      <a:pt x="102" y="56"/>
                      <a:pt x="102" y="56"/>
                      <a:pt x="102" y="56"/>
                    </a:cubicBezTo>
                    <a:cubicBezTo>
                      <a:pt x="98" y="59"/>
                      <a:pt x="98" y="59"/>
                      <a:pt x="98" y="59"/>
                    </a:cubicBezTo>
                    <a:cubicBezTo>
                      <a:pt x="97" y="60"/>
                      <a:pt x="98" y="60"/>
                      <a:pt x="97" y="61"/>
                    </a:cubicBezTo>
                    <a:cubicBezTo>
                      <a:pt x="92" y="64"/>
                      <a:pt x="92" y="64"/>
                      <a:pt x="92" y="64"/>
                    </a:cubicBezTo>
                    <a:cubicBezTo>
                      <a:pt x="91" y="65"/>
                      <a:pt x="90" y="67"/>
                      <a:pt x="88" y="67"/>
                    </a:cubicBezTo>
                    <a:cubicBezTo>
                      <a:pt x="88" y="68"/>
                      <a:pt x="88" y="68"/>
                      <a:pt x="88" y="68"/>
                    </a:cubicBezTo>
                    <a:cubicBezTo>
                      <a:pt x="85" y="69"/>
                      <a:pt x="87" y="68"/>
                      <a:pt x="86" y="69"/>
                    </a:cubicBezTo>
                    <a:cubicBezTo>
                      <a:pt x="74" y="78"/>
                      <a:pt x="74" y="78"/>
                      <a:pt x="74" y="78"/>
                    </a:cubicBezTo>
                    <a:cubicBezTo>
                      <a:pt x="73" y="79"/>
                      <a:pt x="73" y="78"/>
                      <a:pt x="73" y="80"/>
                    </a:cubicBezTo>
                    <a:cubicBezTo>
                      <a:pt x="72" y="78"/>
                      <a:pt x="73" y="79"/>
                      <a:pt x="71" y="80"/>
                    </a:cubicBezTo>
                    <a:cubicBezTo>
                      <a:pt x="49" y="94"/>
                      <a:pt x="49" y="94"/>
                      <a:pt x="49" y="94"/>
                    </a:cubicBezTo>
                    <a:cubicBezTo>
                      <a:pt x="45" y="95"/>
                      <a:pt x="45" y="96"/>
                      <a:pt x="41" y="95"/>
                    </a:cubicBezTo>
                    <a:cubicBezTo>
                      <a:pt x="36" y="93"/>
                      <a:pt x="36" y="93"/>
                      <a:pt x="36" y="93"/>
                    </a:cubicBezTo>
                    <a:cubicBezTo>
                      <a:pt x="35" y="93"/>
                      <a:pt x="34" y="93"/>
                      <a:pt x="33" y="93"/>
                    </a:cubicBezTo>
                    <a:cubicBezTo>
                      <a:pt x="27" y="92"/>
                      <a:pt x="27" y="91"/>
                      <a:pt x="21" y="93"/>
                    </a:cubicBezTo>
                    <a:cubicBezTo>
                      <a:pt x="18" y="93"/>
                      <a:pt x="21" y="93"/>
                      <a:pt x="19" y="94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3" y="96"/>
                      <a:pt x="13" y="96"/>
                      <a:pt x="13" y="97"/>
                    </a:cubicBezTo>
                    <a:cubicBezTo>
                      <a:pt x="9" y="99"/>
                      <a:pt x="9" y="99"/>
                      <a:pt x="9" y="99"/>
                    </a:cubicBezTo>
                    <a:cubicBezTo>
                      <a:pt x="8" y="99"/>
                      <a:pt x="8" y="100"/>
                      <a:pt x="7" y="100"/>
                    </a:cubicBezTo>
                    <a:cubicBezTo>
                      <a:pt x="3" y="100"/>
                      <a:pt x="3" y="100"/>
                      <a:pt x="3" y="100"/>
                    </a:cubicBezTo>
                    <a:cubicBezTo>
                      <a:pt x="4" y="101"/>
                      <a:pt x="4" y="101"/>
                      <a:pt x="5" y="101"/>
                    </a:cubicBezTo>
                    <a:cubicBezTo>
                      <a:pt x="5" y="102"/>
                      <a:pt x="5" y="101"/>
                      <a:pt x="5" y="102"/>
                    </a:cubicBezTo>
                    <a:cubicBezTo>
                      <a:pt x="0" y="106"/>
                      <a:pt x="0" y="106"/>
                      <a:pt x="0" y="106"/>
                    </a:cubicBezTo>
                    <a:cubicBezTo>
                      <a:pt x="0" y="109"/>
                      <a:pt x="1" y="109"/>
                      <a:pt x="4" y="109"/>
                    </a:cubicBezTo>
                    <a:cubicBezTo>
                      <a:pt x="4" y="108"/>
                      <a:pt x="4" y="108"/>
                      <a:pt x="4" y="108"/>
                    </a:cubicBezTo>
                    <a:cubicBezTo>
                      <a:pt x="6" y="108"/>
                      <a:pt x="9" y="108"/>
                      <a:pt x="10" y="107"/>
                    </a:cubicBezTo>
                    <a:cubicBezTo>
                      <a:pt x="11" y="107"/>
                      <a:pt x="11" y="107"/>
                      <a:pt x="11" y="107"/>
                    </a:cubicBezTo>
                    <a:cubicBezTo>
                      <a:pt x="11" y="107"/>
                      <a:pt x="11" y="107"/>
                      <a:pt x="11" y="107"/>
                    </a:cubicBezTo>
                    <a:cubicBezTo>
                      <a:pt x="11" y="107"/>
                      <a:pt x="11" y="107"/>
                      <a:pt x="12" y="107"/>
                    </a:cubicBezTo>
                    <a:cubicBezTo>
                      <a:pt x="14" y="106"/>
                      <a:pt x="13" y="107"/>
                      <a:pt x="16" y="108"/>
                    </a:cubicBezTo>
                    <a:cubicBezTo>
                      <a:pt x="16" y="108"/>
                      <a:pt x="17" y="107"/>
                      <a:pt x="17" y="107"/>
                    </a:cubicBezTo>
                    <a:cubicBezTo>
                      <a:pt x="18" y="107"/>
                      <a:pt x="17" y="107"/>
                      <a:pt x="18" y="107"/>
                    </a:cubicBezTo>
                    <a:cubicBezTo>
                      <a:pt x="23" y="107"/>
                      <a:pt x="24" y="106"/>
                      <a:pt x="28" y="108"/>
                    </a:cubicBezTo>
                    <a:cubicBezTo>
                      <a:pt x="32" y="110"/>
                      <a:pt x="33" y="108"/>
                      <a:pt x="37" y="115"/>
                    </a:cubicBezTo>
                    <a:cubicBezTo>
                      <a:pt x="39" y="117"/>
                      <a:pt x="37" y="121"/>
                      <a:pt x="39" y="124"/>
                    </a:cubicBezTo>
                    <a:cubicBezTo>
                      <a:pt x="40" y="126"/>
                      <a:pt x="40" y="124"/>
                      <a:pt x="40" y="125"/>
                    </a:cubicBezTo>
                    <a:cubicBezTo>
                      <a:pt x="41" y="128"/>
                      <a:pt x="40" y="132"/>
                      <a:pt x="40" y="133"/>
                    </a:cubicBezTo>
                    <a:cubicBezTo>
                      <a:pt x="40" y="135"/>
                      <a:pt x="40" y="134"/>
                      <a:pt x="40" y="137"/>
                    </a:cubicBezTo>
                    <a:cubicBezTo>
                      <a:pt x="40" y="138"/>
                      <a:pt x="40" y="137"/>
                      <a:pt x="40" y="139"/>
                    </a:cubicBezTo>
                    <a:cubicBezTo>
                      <a:pt x="39" y="142"/>
                      <a:pt x="40" y="146"/>
                      <a:pt x="39" y="148"/>
                    </a:cubicBezTo>
                    <a:cubicBezTo>
                      <a:pt x="39" y="150"/>
                      <a:pt x="39" y="149"/>
                      <a:pt x="39" y="151"/>
                    </a:cubicBezTo>
                    <a:cubicBezTo>
                      <a:pt x="39" y="153"/>
                      <a:pt x="39" y="154"/>
                      <a:pt x="39" y="156"/>
                    </a:cubicBezTo>
                    <a:cubicBezTo>
                      <a:pt x="38" y="157"/>
                      <a:pt x="38" y="157"/>
                      <a:pt x="38" y="159"/>
                    </a:cubicBezTo>
                    <a:cubicBezTo>
                      <a:pt x="38" y="165"/>
                      <a:pt x="38" y="162"/>
                      <a:pt x="37" y="165"/>
                    </a:cubicBezTo>
                    <a:cubicBezTo>
                      <a:pt x="34" y="186"/>
                      <a:pt x="34" y="186"/>
                      <a:pt x="34" y="186"/>
                    </a:cubicBezTo>
                    <a:cubicBezTo>
                      <a:pt x="34" y="187"/>
                      <a:pt x="35" y="187"/>
                      <a:pt x="35" y="188"/>
                    </a:cubicBezTo>
                    <a:cubicBezTo>
                      <a:pt x="35" y="188"/>
                      <a:pt x="34" y="188"/>
                      <a:pt x="34" y="188"/>
                    </a:cubicBezTo>
                    <a:cubicBezTo>
                      <a:pt x="34" y="188"/>
                      <a:pt x="34" y="188"/>
                      <a:pt x="34" y="189"/>
                    </a:cubicBezTo>
                    <a:cubicBezTo>
                      <a:pt x="34" y="190"/>
                      <a:pt x="35" y="192"/>
                      <a:pt x="33" y="193"/>
                    </a:cubicBezTo>
                    <a:cubicBezTo>
                      <a:pt x="33" y="198"/>
                      <a:pt x="33" y="198"/>
                      <a:pt x="33" y="198"/>
                    </a:cubicBezTo>
                    <a:cubicBezTo>
                      <a:pt x="33" y="199"/>
                      <a:pt x="32" y="201"/>
                      <a:pt x="32" y="203"/>
                    </a:cubicBezTo>
                    <a:cubicBezTo>
                      <a:pt x="31" y="203"/>
                      <a:pt x="32" y="202"/>
                      <a:pt x="32" y="204"/>
                    </a:cubicBezTo>
                    <a:cubicBezTo>
                      <a:pt x="31" y="208"/>
                      <a:pt x="32" y="209"/>
                      <a:pt x="31" y="213"/>
                    </a:cubicBezTo>
                    <a:cubicBezTo>
                      <a:pt x="29" y="217"/>
                      <a:pt x="29" y="217"/>
                      <a:pt x="29" y="217"/>
                    </a:cubicBezTo>
                    <a:cubicBezTo>
                      <a:pt x="29" y="218"/>
                      <a:pt x="28" y="221"/>
                      <a:pt x="28" y="222"/>
                    </a:cubicBezTo>
                    <a:cubicBezTo>
                      <a:pt x="27" y="224"/>
                      <a:pt x="28" y="222"/>
                      <a:pt x="27" y="223"/>
                    </a:cubicBezTo>
                    <a:cubicBezTo>
                      <a:pt x="27" y="224"/>
                      <a:pt x="26" y="227"/>
                      <a:pt x="26" y="227"/>
                    </a:cubicBezTo>
                    <a:cubicBezTo>
                      <a:pt x="22" y="233"/>
                      <a:pt x="22" y="233"/>
                      <a:pt x="22" y="233"/>
                    </a:cubicBezTo>
                    <a:cubicBezTo>
                      <a:pt x="22" y="235"/>
                      <a:pt x="20" y="235"/>
                      <a:pt x="19" y="236"/>
                    </a:cubicBezTo>
                    <a:cubicBezTo>
                      <a:pt x="16" y="238"/>
                      <a:pt x="16" y="242"/>
                      <a:pt x="16" y="246"/>
                    </a:cubicBezTo>
                    <a:cubicBezTo>
                      <a:pt x="14" y="246"/>
                      <a:pt x="15" y="246"/>
                      <a:pt x="15" y="247"/>
                    </a:cubicBezTo>
                    <a:cubicBezTo>
                      <a:pt x="16" y="252"/>
                      <a:pt x="16" y="252"/>
                      <a:pt x="16" y="252"/>
                    </a:cubicBezTo>
                    <a:cubicBezTo>
                      <a:pt x="17" y="255"/>
                      <a:pt x="17" y="255"/>
                      <a:pt x="17" y="258"/>
                    </a:cubicBezTo>
                    <a:cubicBezTo>
                      <a:pt x="17" y="260"/>
                      <a:pt x="17" y="260"/>
                      <a:pt x="18" y="260"/>
                    </a:cubicBezTo>
                    <a:cubicBezTo>
                      <a:pt x="18" y="263"/>
                      <a:pt x="18" y="262"/>
                      <a:pt x="18" y="264"/>
                    </a:cubicBezTo>
                    <a:cubicBezTo>
                      <a:pt x="20" y="269"/>
                      <a:pt x="21" y="268"/>
                      <a:pt x="22" y="271"/>
                    </a:cubicBezTo>
                    <a:cubicBezTo>
                      <a:pt x="26" y="272"/>
                      <a:pt x="28" y="274"/>
                      <a:pt x="34" y="274"/>
                    </a:cubicBezTo>
                    <a:cubicBezTo>
                      <a:pt x="38" y="274"/>
                      <a:pt x="39" y="277"/>
                      <a:pt x="46" y="276"/>
                    </a:cubicBezTo>
                    <a:cubicBezTo>
                      <a:pt x="46" y="276"/>
                      <a:pt x="46" y="275"/>
                      <a:pt x="46" y="275"/>
                    </a:cubicBezTo>
                    <a:cubicBezTo>
                      <a:pt x="46" y="275"/>
                      <a:pt x="48" y="274"/>
                      <a:pt x="49" y="274"/>
                    </a:cubicBezTo>
                    <a:cubicBezTo>
                      <a:pt x="51" y="272"/>
                      <a:pt x="51" y="272"/>
                      <a:pt x="51" y="272"/>
                    </a:cubicBezTo>
                    <a:cubicBezTo>
                      <a:pt x="53" y="270"/>
                      <a:pt x="56" y="266"/>
                      <a:pt x="56" y="263"/>
                    </a:cubicBezTo>
                    <a:cubicBezTo>
                      <a:pt x="55" y="262"/>
                      <a:pt x="55" y="262"/>
                      <a:pt x="55" y="262"/>
                    </a:cubicBezTo>
                    <a:cubicBezTo>
                      <a:pt x="56" y="261"/>
                      <a:pt x="56" y="261"/>
                      <a:pt x="56" y="260"/>
                    </a:cubicBezTo>
                    <a:cubicBezTo>
                      <a:pt x="56" y="259"/>
                      <a:pt x="55" y="258"/>
                      <a:pt x="56" y="257"/>
                    </a:cubicBezTo>
                    <a:cubicBezTo>
                      <a:pt x="55" y="255"/>
                      <a:pt x="55" y="255"/>
                      <a:pt x="55" y="255"/>
                    </a:cubicBezTo>
                    <a:cubicBezTo>
                      <a:pt x="57" y="252"/>
                      <a:pt x="57" y="252"/>
                      <a:pt x="57" y="252"/>
                    </a:cubicBezTo>
                    <a:cubicBezTo>
                      <a:pt x="57" y="251"/>
                      <a:pt x="57" y="251"/>
                      <a:pt x="57" y="251"/>
                    </a:cubicBezTo>
                    <a:cubicBezTo>
                      <a:pt x="58" y="249"/>
                      <a:pt x="59" y="248"/>
                      <a:pt x="60" y="246"/>
                    </a:cubicBezTo>
                    <a:cubicBezTo>
                      <a:pt x="59" y="245"/>
                      <a:pt x="61" y="246"/>
                      <a:pt x="58" y="245"/>
                    </a:cubicBezTo>
                    <a:cubicBezTo>
                      <a:pt x="60" y="244"/>
                      <a:pt x="60" y="244"/>
                      <a:pt x="60" y="244"/>
                    </a:cubicBezTo>
                    <a:cubicBezTo>
                      <a:pt x="58" y="243"/>
                      <a:pt x="59" y="245"/>
                      <a:pt x="59" y="243"/>
                    </a:cubicBezTo>
                    <a:cubicBezTo>
                      <a:pt x="59" y="239"/>
                      <a:pt x="60" y="236"/>
                      <a:pt x="62" y="233"/>
                    </a:cubicBezTo>
                    <a:cubicBezTo>
                      <a:pt x="62" y="233"/>
                      <a:pt x="63" y="232"/>
                      <a:pt x="63" y="232"/>
                    </a:cubicBezTo>
                    <a:cubicBezTo>
                      <a:pt x="63" y="232"/>
                      <a:pt x="63" y="232"/>
                      <a:pt x="63" y="232"/>
                    </a:cubicBezTo>
                    <a:cubicBezTo>
                      <a:pt x="63" y="232"/>
                      <a:pt x="63" y="232"/>
                      <a:pt x="63" y="231"/>
                    </a:cubicBezTo>
                    <a:cubicBezTo>
                      <a:pt x="63" y="231"/>
                      <a:pt x="63" y="230"/>
                      <a:pt x="63" y="230"/>
                    </a:cubicBezTo>
                    <a:cubicBezTo>
                      <a:pt x="64" y="230"/>
                      <a:pt x="64" y="230"/>
                      <a:pt x="64" y="230"/>
                    </a:cubicBezTo>
                    <a:cubicBezTo>
                      <a:pt x="65" y="229"/>
                      <a:pt x="64" y="227"/>
                      <a:pt x="65" y="227"/>
                    </a:cubicBezTo>
                    <a:cubicBezTo>
                      <a:pt x="67" y="225"/>
                      <a:pt x="68" y="223"/>
                      <a:pt x="69" y="221"/>
                    </a:cubicBezTo>
                    <a:cubicBezTo>
                      <a:pt x="69" y="221"/>
                      <a:pt x="70" y="221"/>
                      <a:pt x="70" y="221"/>
                    </a:cubicBezTo>
                    <a:cubicBezTo>
                      <a:pt x="71" y="219"/>
                      <a:pt x="72" y="218"/>
                      <a:pt x="72" y="216"/>
                    </a:cubicBezTo>
                    <a:cubicBezTo>
                      <a:pt x="74" y="211"/>
                      <a:pt x="74" y="214"/>
                      <a:pt x="74" y="209"/>
                    </a:cubicBezTo>
                    <a:cubicBezTo>
                      <a:pt x="75" y="208"/>
                      <a:pt x="73" y="208"/>
                      <a:pt x="75" y="208"/>
                    </a:cubicBezTo>
                    <a:cubicBezTo>
                      <a:pt x="74" y="207"/>
                      <a:pt x="74" y="206"/>
                      <a:pt x="76" y="205"/>
                    </a:cubicBezTo>
                    <a:cubicBezTo>
                      <a:pt x="77" y="204"/>
                      <a:pt x="77" y="203"/>
                      <a:pt x="77" y="201"/>
                    </a:cubicBezTo>
                    <a:cubicBezTo>
                      <a:pt x="78" y="199"/>
                      <a:pt x="79" y="197"/>
                      <a:pt x="80" y="195"/>
                    </a:cubicBezTo>
                    <a:cubicBezTo>
                      <a:pt x="81" y="195"/>
                      <a:pt x="82" y="196"/>
                      <a:pt x="83" y="195"/>
                    </a:cubicBezTo>
                    <a:cubicBezTo>
                      <a:pt x="78" y="208"/>
                      <a:pt x="78" y="208"/>
                      <a:pt x="78" y="208"/>
                    </a:cubicBezTo>
                    <a:cubicBezTo>
                      <a:pt x="77" y="214"/>
                      <a:pt x="79" y="217"/>
                      <a:pt x="77" y="223"/>
                    </a:cubicBezTo>
                    <a:cubicBezTo>
                      <a:pt x="76" y="228"/>
                      <a:pt x="77" y="240"/>
                      <a:pt x="81" y="239"/>
                    </a:cubicBezTo>
                    <a:cubicBezTo>
                      <a:pt x="83" y="239"/>
                      <a:pt x="81" y="238"/>
                      <a:pt x="83" y="238"/>
                    </a:cubicBezTo>
                    <a:cubicBezTo>
                      <a:pt x="85" y="242"/>
                      <a:pt x="84" y="243"/>
                      <a:pt x="86" y="246"/>
                    </a:cubicBezTo>
                    <a:cubicBezTo>
                      <a:pt x="88" y="245"/>
                      <a:pt x="87" y="246"/>
                      <a:pt x="89" y="245"/>
                    </a:cubicBezTo>
                    <a:cubicBezTo>
                      <a:pt x="88" y="253"/>
                      <a:pt x="88" y="253"/>
                      <a:pt x="88" y="253"/>
                    </a:cubicBezTo>
                    <a:cubicBezTo>
                      <a:pt x="89" y="255"/>
                      <a:pt x="89" y="255"/>
                      <a:pt x="89" y="255"/>
                    </a:cubicBezTo>
                    <a:cubicBezTo>
                      <a:pt x="92" y="255"/>
                      <a:pt x="91" y="253"/>
                      <a:pt x="93" y="251"/>
                    </a:cubicBezTo>
                    <a:cubicBezTo>
                      <a:pt x="96" y="251"/>
                      <a:pt x="96" y="251"/>
                      <a:pt x="96" y="252"/>
                    </a:cubicBezTo>
                    <a:cubicBezTo>
                      <a:pt x="98" y="250"/>
                      <a:pt x="98" y="250"/>
                      <a:pt x="98" y="250"/>
                    </a:cubicBezTo>
                    <a:cubicBezTo>
                      <a:pt x="99" y="252"/>
                      <a:pt x="100" y="253"/>
                      <a:pt x="102" y="254"/>
                    </a:cubicBezTo>
                    <a:cubicBezTo>
                      <a:pt x="104" y="253"/>
                      <a:pt x="104" y="251"/>
                      <a:pt x="104" y="249"/>
                    </a:cubicBezTo>
                    <a:cubicBezTo>
                      <a:pt x="101" y="241"/>
                      <a:pt x="101" y="241"/>
                      <a:pt x="101" y="241"/>
                    </a:cubicBezTo>
                    <a:cubicBezTo>
                      <a:pt x="102" y="238"/>
                      <a:pt x="102" y="238"/>
                      <a:pt x="102" y="238"/>
                    </a:cubicBezTo>
                    <a:cubicBezTo>
                      <a:pt x="102" y="238"/>
                      <a:pt x="103" y="238"/>
                      <a:pt x="103" y="238"/>
                    </a:cubicBezTo>
                    <a:cubicBezTo>
                      <a:pt x="103" y="234"/>
                      <a:pt x="102" y="233"/>
                      <a:pt x="103" y="231"/>
                    </a:cubicBezTo>
                    <a:cubicBezTo>
                      <a:pt x="103" y="231"/>
                      <a:pt x="103" y="231"/>
                      <a:pt x="103" y="230"/>
                    </a:cubicBezTo>
                    <a:cubicBezTo>
                      <a:pt x="106" y="225"/>
                      <a:pt x="106" y="225"/>
                      <a:pt x="106" y="225"/>
                    </a:cubicBezTo>
                    <a:cubicBezTo>
                      <a:pt x="106" y="223"/>
                      <a:pt x="106" y="222"/>
                      <a:pt x="108" y="221"/>
                    </a:cubicBezTo>
                    <a:cubicBezTo>
                      <a:pt x="107" y="220"/>
                      <a:pt x="108" y="220"/>
                      <a:pt x="108" y="219"/>
                    </a:cubicBezTo>
                    <a:cubicBezTo>
                      <a:pt x="108" y="219"/>
                      <a:pt x="109" y="219"/>
                      <a:pt x="109" y="219"/>
                    </a:cubicBezTo>
                    <a:cubicBezTo>
                      <a:pt x="111" y="214"/>
                      <a:pt x="111" y="214"/>
                      <a:pt x="111" y="214"/>
                    </a:cubicBezTo>
                    <a:cubicBezTo>
                      <a:pt x="112" y="214"/>
                      <a:pt x="112" y="214"/>
                      <a:pt x="112" y="214"/>
                    </a:cubicBezTo>
                    <a:cubicBezTo>
                      <a:pt x="114" y="209"/>
                      <a:pt x="114" y="209"/>
                      <a:pt x="114" y="209"/>
                    </a:cubicBezTo>
                    <a:cubicBezTo>
                      <a:pt x="115" y="207"/>
                      <a:pt x="116" y="206"/>
                      <a:pt x="117" y="205"/>
                    </a:cubicBezTo>
                    <a:cubicBezTo>
                      <a:pt x="118" y="205"/>
                      <a:pt x="116" y="207"/>
                      <a:pt x="118" y="204"/>
                    </a:cubicBezTo>
                    <a:cubicBezTo>
                      <a:pt x="120" y="202"/>
                      <a:pt x="120" y="201"/>
                      <a:pt x="121" y="199"/>
                    </a:cubicBezTo>
                    <a:cubicBezTo>
                      <a:pt x="121" y="199"/>
                      <a:pt x="121" y="198"/>
                      <a:pt x="121" y="198"/>
                    </a:cubicBezTo>
                    <a:cubicBezTo>
                      <a:pt x="122" y="197"/>
                      <a:pt x="122" y="197"/>
                      <a:pt x="122" y="197"/>
                    </a:cubicBezTo>
                    <a:cubicBezTo>
                      <a:pt x="123" y="199"/>
                      <a:pt x="123" y="198"/>
                      <a:pt x="123" y="199"/>
                    </a:cubicBezTo>
                    <a:cubicBezTo>
                      <a:pt x="123" y="207"/>
                      <a:pt x="123" y="207"/>
                      <a:pt x="123" y="207"/>
                    </a:cubicBezTo>
                    <a:cubicBezTo>
                      <a:pt x="123" y="207"/>
                      <a:pt x="123" y="207"/>
                      <a:pt x="123" y="207"/>
                    </a:cubicBezTo>
                    <a:cubicBezTo>
                      <a:pt x="124" y="216"/>
                      <a:pt x="124" y="216"/>
                      <a:pt x="124" y="216"/>
                    </a:cubicBezTo>
                    <a:cubicBezTo>
                      <a:pt x="123" y="216"/>
                      <a:pt x="123" y="216"/>
                      <a:pt x="123" y="216"/>
                    </a:cubicBezTo>
                    <a:cubicBezTo>
                      <a:pt x="123" y="216"/>
                      <a:pt x="123" y="221"/>
                      <a:pt x="122" y="222"/>
                    </a:cubicBezTo>
                    <a:cubicBezTo>
                      <a:pt x="122" y="224"/>
                      <a:pt x="122" y="224"/>
                      <a:pt x="121" y="226"/>
                    </a:cubicBezTo>
                    <a:cubicBezTo>
                      <a:pt x="121" y="226"/>
                      <a:pt x="121" y="228"/>
                      <a:pt x="121" y="228"/>
                    </a:cubicBezTo>
                    <a:cubicBezTo>
                      <a:pt x="120" y="231"/>
                      <a:pt x="120" y="231"/>
                      <a:pt x="120" y="231"/>
                    </a:cubicBezTo>
                    <a:cubicBezTo>
                      <a:pt x="119" y="233"/>
                      <a:pt x="117" y="238"/>
                      <a:pt x="116" y="240"/>
                    </a:cubicBezTo>
                    <a:cubicBezTo>
                      <a:pt x="115" y="241"/>
                      <a:pt x="115" y="241"/>
                      <a:pt x="115" y="242"/>
                    </a:cubicBezTo>
                    <a:cubicBezTo>
                      <a:pt x="114" y="245"/>
                      <a:pt x="113" y="246"/>
                      <a:pt x="112" y="249"/>
                    </a:cubicBezTo>
                    <a:cubicBezTo>
                      <a:pt x="105" y="260"/>
                      <a:pt x="105" y="260"/>
                      <a:pt x="105" y="260"/>
                    </a:cubicBezTo>
                    <a:cubicBezTo>
                      <a:pt x="104" y="261"/>
                      <a:pt x="104" y="261"/>
                      <a:pt x="104" y="261"/>
                    </a:cubicBezTo>
                    <a:cubicBezTo>
                      <a:pt x="103" y="262"/>
                      <a:pt x="103" y="262"/>
                      <a:pt x="102" y="262"/>
                    </a:cubicBezTo>
                    <a:cubicBezTo>
                      <a:pt x="103" y="263"/>
                      <a:pt x="103" y="263"/>
                      <a:pt x="103" y="263"/>
                    </a:cubicBezTo>
                    <a:cubicBezTo>
                      <a:pt x="101" y="264"/>
                      <a:pt x="99" y="265"/>
                      <a:pt x="98" y="267"/>
                    </a:cubicBezTo>
                    <a:cubicBezTo>
                      <a:pt x="89" y="275"/>
                      <a:pt x="89" y="275"/>
                      <a:pt x="89" y="275"/>
                    </a:cubicBezTo>
                    <a:cubicBezTo>
                      <a:pt x="88" y="276"/>
                      <a:pt x="88" y="276"/>
                      <a:pt x="87" y="276"/>
                    </a:cubicBezTo>
                    <a:cubicBezTo>
                      <a:pt x="86" y="278"/>
                      <a:pt x="86" y="278"/>
                      <a:pt x="86" y="278"/>
                    </a:cubicBezTo>
                    <a:cubicBezTo>
                      <a:pt x="84" y="278"/>
                      <a:pt x="82" y="279"/>
                      <a:pt x="81" y="280"/>
                    </a:cubicBezTo>
                    <a:cubicBezTo>
                      <a:pt x="77" y="283"/>
                      <a:pt x="73" y="283"/>
                      <a:pt x="70" y="285"/>
                    </a:cubicBezTo>
                    <a:cubicBezTo>
                      <a:pt x="70" y="285"/>
                      <a:pt x="70" y="285"/>
                      <a:pt x="70" y="285"/>
                    </a:cubicBezTo>
                    <a:cubicBezTo>
                      <a:pt x="70" y="285"/>
                      <a:pt x="70" y="285"/>
                      <a:pt x="69" y="285"/>
                    </a:cubicBezTo>
                    <a:cubicBezTo>
                      <a:pt x="63" y="287"/>
                      <a:pt x="63" y="287"/>
                      <a:pt x="63" y="287"/>
                    </a:cubicBezTo>
                    <a:cubicBezTo>
                      <a:pt x="63" y="287"/>
                      <a:pt x="63" y="287"/>
                      <a:pt x="63" y="287"/>
                    </a:cubicBezTo>
                    <a:cubicBezTo>
                      <a:pt x="63" y="287"/>
                      <a:pt x="63" y="288"/>
                      <a:pt x="63" y="288"/>
                    </a:cubicBezTo>
                    <a:cubicBezTo>
                      <a:pt x="62" y="289"/>
                      <a:pt x="63" y="287"/>
                      <a:pt x="60" y="289"/>
                    </a:cubicBezTo>
                    <a:cubicBezTo>
                      <a:pt x="60" y="289"/>
                      <a:pt x="60" y="290"/>
                      <a:pt x="60" y="290"/>
                    </a:cubicBezTo>
                    <a:cubicBezTo>
                      <a:pt x="57" y="290"/>
                      <a:pt x="56" y="290"/>
                      <a:pt x="53" y="291"/>
                    </a:cubicBezTo>
                    <a:cubicBezTo>
                      <a:pt x="42" y="294"/>
                      <a:pt x="42" y="294"/>
                      <a:pt x="42" y="294"/>
                    </a:cubicBezTo>
                    <a:cubicBezTo>
                      <a:pt x="43" y="295"/>
                      <a:pt x="42" y="295"/>
                      <a:pt x="43" y="296"/>
                    </a:cubicBezTo>
                    <a:cubicBezTo>
                      <a:pt x="42" y="294"/>
                      <a:pt x="43" y="295"/>
                      <a:pt x="41" y="295"/>
                    </a:cubicBezTo>
                    <a:cubicBezTo>
                      <a:pt x="41" y="296"/>
                      <a:pt x="41" y="295"/>
                      <a:pt x="41" y="297"/>
                    </a:cubicBezTo>
                    <a:cubicBezTo>
                      <a:pt x="40" y="297"/>
                      <a:pt x="40" y="296"/>
                      <a:pt x="40" y="296"/>
                    </a:cubicBezTo>
                    <a:cubicBezTo>
                      <a:pt x="39" y="297"/>
                      <a:pt x="39" y="297"/>
                      <a:pt x="39" y="297"/>
                    </a:cubicBezTo>
                    <a:cubicBezTo>
                      <a:pt x="39" y="300"/>
                      <a:pt x="39" y="300"/>
                      <a:pt x="39" y="300"/>
                    </a:cubicBezTo>
                    <a:cubicBezTo>
                      <a:pt x="35" y="301"/>
                      <a:pt x="35" y="301"/>
                      <a:pt x="35" y="301"/>
                    </a:cubicBezTo>
                    <a:cubicBezTo>
                      <a:pt x="43" y="302"/>
                      <a:pt x="37" y="300"/>
                      <a:pt x="44" y="301"/>
                    </a:cubicBezTo>
                    <a:cubicBezTo>
                      <a:pt x="45" y="302"/>
                      <a:pt x="44" y="302"/>
                      <a:pt x="45" y="301"/>
                    </a:cubicBezTo>
                    <a:cubicBezTo>
                      <a:pt x="47" y="302"/>
                      <a:pt x="48" y="303"/>
                      <a:pt x="50" y="302"/>
                    </a:cubicBezTo>
                    <a:cubicBezTo>
                      <a:pt x="51" y="302"/>
                      <a:pt x="51" y="302"/>
                      <a:pt x="51" y="302"/>
                    </a:cubicBezTo>
                    <a:cubicBezTo>
                      <a:pt x="53" y="302"/>
                      <a:pt x="57" y="302"/>
                      <a:pt x="59" y="301"/>
                    </a:cubicBezTo>
                    <a:cubicBezTo>
                      <a:pt x="60" y="301"/>
                      <a:pt x="62" y="301"/>
                      <a:pt x="63" y="301"/>
                    </a:cubicBezTo>
                    <a:cubicBezTo>
                      <a:pt x="65" y="300"/>
                      <a:pt x="63" y="300"/>
                      <a:pt x="65" y="300"/>
                    </a:cubicBezTo>
                    <a:cubicBezTo>
                      <a:pt x="69" y="299"/>
                      <a:pt x="74" y="300"/>
                      <a:pt x="78" y="301"/>
                    </a:cubicBezTo>
                    <a:cubicBezTo>
                      <a:pt x="79" y="301"/>
                      <a:pt x="79" y="301"/>
                      <a:pt x="81" y="301"/>
                    </a:cubicBezTo>
                    <a:cubicBezTo>
                      <a:pt x="81" y="301"/>
                      <a:pt x="81" y="301"/>
                      <a:pt x="81" y="301"/>
                    </a:cubicBezTo>
                    <a:cubicBezTo>
                      <a:pt x="82" y="301"/>
                      <a:pt x="83" y="301"/>
                      <a:pt x="84" y="302"/>
                    </a:cubicBezTo>
                    <a:cubicBezTo>
                      <a:pt x="90" y="302"/>
                      <a:pt x="90" y="302"/>
                      <a:pt x="90" y="302"/>
                    </a:cubicBezTo>
                    <a:cubicBezTo>
                      <a:pt x="89" y="302"/>
                      <a:pt x="89" y="303"/>
                      <a:pt x="87" y="302"/>
                    </a:cubicBezTo>
                    <a:cubicBezTo>
                      <a:pt x="87" y="303"/>
                      <a:pt x="87" y="303"/>
                      <a:pt x="87" y="304"/>
                    </a:cubicBezTo>
                    <a:cubicBezTo>
                      <a:pt x="86" y="304"/>
                      <a:pt x="86" y="304"/>
                      <a:pt x="85" y="304"/>
                    </a:cubicBezTo>
                    <a:cubicBezTo>
                      <a:pt x="85" y="305"/>
                      <a:pt x="85" y="306"/>
                      <a:pt x="86" y="307"/>
                    </a:cubicBezTo>
                    <a:cubicBezTo>
                      <a:pt x="92" y="307"/>
                      <a:pt x="92" y="307"/>
                      <a:pt x="92" y="307"/>
                    </a:cubicBezTo>
                    <a:cubicBezTo>
                      <a:pt x="92" y="307"/>
                      <a:pt x="92" y="307"/>
                      <a:pt x="92" y="307"/>
                    </a:cubicBezTo>
                    <a:cubicBezTo>
                      <a:pt x="93" y="309"/>
                      <a:pt x="94" y="309"/>
                      <a:pt x="95" y="308"/>
                    </a:cubicBezTo>
                    <a:cubicBezTo>
                      <a:pt x="100" y="306"/>
                      <a:pt x="100" y="306"/>
                      <a:pt x="100" y="306"/>
                    </a:cubicBezTo>
                    <a:cubicBezTo>
                      <a:pt x="101" y="306"/>
                      <a:pt x="100" y="306"/>
                      <a:pt x="101" y="305"/>
                    </a:cubicBezTo>
                    <a:cubicBezTo>
                      <a:pt x="102" y="303"/>
                      <a:pt x="105" y="302"/>
                      <a:pt x="107" y="301"/>
                    </a:cubicBezTo>
                    <a:cubicBezTo>
                      <a:pt x="108" y="300"/>
                      <a:pt x="108" y="299"/>
                      <a:pt x="109" y="300"/>
                    </a:cubicBezTo>
                    <a:cubicBezTo>
                      <a:pt x="109" y="297"/>
                      <a:pt x="111" y="299"/>
                      <a:pt x="115" y="295"/>
                    </a:cubicBezTo>
                    <a:cubicBezTo>
                      <a:pt x="115" y="295"/>
                      <a:pt x="115" y="295"/>
                      <a:pt x="115" y="295"/>
                    </a:cubicBezTo>
                    <a:cubicBezTo>
                      <a:pt x="115" y="295"/>
                      <a:pt x="115" y="295"/>
                      <a:pt x="115" y="295"/>
                    </a:cubicBezTo>
                    <a:cubicBezTo>
                      <a:pt x="115" y="294"/>
                      <a:pt x="115" y="294"/>
                      <a:pt x="115" y="294"/>
                    </a:cubicBezTo>
                    <a:cubicBezTo>
                      <a:pt x="117" y="292"/>
                      <a:pt x="118" y="289"/>
                      <a:pt x="119" y="288"/>
                    </a:cubicBezTo>
                    <a:cubicBezTo>
                      <a:pt x="121" y="286"/>
                      <a:pt x="124" y="285"/>
                      <a:pt x="125" y="283"/>
                    </a:cubicBezTo>
                    <a:cubicBezTo>
                      <a:pt x="129" y="280"/>
                      <a:pt x="129" y="280"/>
                      <a:pt x="129" y="280"/>
                    </a:cubicBezTo>
                    <a:cubicBezTo>
                      <a:pt x="132" y="277"/>
                      <a:pt x="132" y="274"/>
                      <a:pt x="135" y="270"/>
                    </a:cubicBezTo>
                    <a:cubicBezTo>
                      <a:pt x="135" y="270"/>
                      <a:pt x="135" y="270"/>
                      <a:pt x="135" y="270"/>
                    </a:cubicBezTo>
                    <a:cubicBezTo>
                      <a:pt x="136" y="269"/>
                      <a:pt x="136" y="269"/>
                      <a:pt x="136" y="267"/>
                    </a:cubicBezTo>
                    <a:cubicBezTo>
                      <a:pt x="145" y="272"/>
                      <a:pt x="145" y="272"/>
                      <a:pt x="145" y="272"/>
                    </a:cubicBezTo>
                    <a:cubicBezTo>
                      <a:pt x="146" y="273"/>
                      <a:pt x="145" y="272"/>
                      <a:pt x="146" y="274"/>
                    </a:cubicBezTo>
                    <a:cubicBezTo>
                      <a:pt x="147" y="275"/>
                      <a:pt x="146" y="274"/>
                      <a:pt x="147" y="275"/>
                    </a:cubicBezTo>
                    <a:cubicBezTo>
                      <a:pt x="150" y="275"/>
                      <a:pt x="150" y="275"/>
                      <a:pt x="150" y="275"/>
                    </a:cubicBezTo>
                    <a:cubicBezTo>
                      <a:pt x="153" y="277"/>
                      <a:pt x="153" y="277"/>
                      <a:pt x="153" y="277"/>
                    </a:cubicBezTo>
                    <a:cubicBezTo>
                      <a:pt x="152" y="279"/>
                      <a:pt x="152" y="278"/>
                      <a:pt x="152" y="280"/>
                    </a:cubicBezTo>
                    <a:cubicBezTo>
                      <a:pt x="152" y="280"/>
                      <a:pt x="152" y="279"/>
                      <a:pt x="153" y="279"/>
                    </a:cubicBezTo>
                    <a:cubicBezTo>
                      <a:pt x="153" y="279"/>
                      <a:pt x="153" y="279"/>
                      <a:pt x="153" y="279"/>
                    </a:cubicBezTo>
                    <a:cubicBezTo>
                      <a:pt x="153" y="279"/>
                      <a:pt x="154" y="279"/>
                      <a:pt x="154" y="279"/>
                    </a:cubicBezTo>
                    <a:cubicBezTo>
                      <a:pt x="155" y="281"/>
                      <a:pt x="154" y="280"/>
                      <a:pt x="155" y="281"/>
                    </a:cubicBezTo>
                    <a:cubicBezTo>
                      <a:pt x="155" y="285"/>
                      <a:pt x="155" y="285"/>
                      <a:pt x="155" y="285"/>
                    </a:cubicBezTo>
                    <a:cubicBezTo>
                      <a:pt x="157" y="286"/>
                      <a:pt x="158" y="288"/>
                      <a:pt x="159" y="290"/>
                    </a:cubicBezTo>
                    <a:cubicBezTo>
                      <a:pt x="162" y="295"/>
                      <a:pt x="162" y="292"/>
                      <a:pt x="167" y="299"/>
                    </a:cubicBezTo>
                    <a:cubicBezTo>
                      <a:pt x="173" y="309"/>
                      <a:pt x="173" y="309"/>
                      <a:pt x="173" y="309"/>
                    </a:cubicBezTo>
                    <a:cubicBezTo>
                      <a:pt x="177" y="313"/>
                      <a:pt x="177" y="314"/>
                      <a:pt x="182" y="316"/>
                    </a:cubicBezTo>
                    <a:cubicBezTo>
                      <a:pt x="182" y="316"/>
                      <a:pt x="182" y="316"/>
                      <a:pt x="182" y="316"/>
                    </a:cubicBezTo>
                    <a:cubicBezTo>
                      <a:pt x="182" y="316"/>
                      <a:pt x="182" y="316"/>
                      <a:pt x="182" y="316"/>
                    </a:cubicBezTo>
                    <a:cubicBezTo>
                      <a:pt x="188" y="319"/>
                      <a:pt x="188" y="319"/>
                      <a:pt x="188" y="319"/>
                    </a:cubicBezTo>
                    <a:cubicBezTo>
                      <a:pt x="189" y="320"/>
                      <a:pt x="190" y="320"/>
                      <a:pt x="192" y="320"/>
                    </a:cubicBezTo>
                    <a:cubicBezTo>
                      <a:pt x="192" y="321"/>
                      <a:pt x="191" y="320"/>
                      <a:pt x="193" y="321"/>
                    </a:cubicBezTo>
                    <a:cubicBezTo>
                      <a:pt x="199" y="321"/>
                      <a:pt x="199" y="321"/>
                      <a:pt x="199" y="321"/>
                    </a:cubicBezTo>
                    <a:cubicBezTo>
                      <a:pt x="203" y="321"/>
                      <a:pt x="203" y="322"/>
                      <a:pt x="203" y="321"/>
                    </a:cubicBezTo>
                    <a:cubicBezTo>
                      <a:pt x="205" y="321"/>
                      <a:pt x="205" y="321"/>
                      <a:pt x="207" y="320"/>
                    </a:cubicBezTo>
                    <a:cubicBezTo>
                      <a:pt x="207" y="320"/>
                      <a:pt x="207" y="320"/>
                      <a:pt x="207" y="320"/>
                    </a:cubicBezTo>
                    <a:cubicBezTo>
                      <a:pt x="209" y="318"/>
                      <a:pt x="210" y="316"/>
                      <a:pt x="211" y="314"/>
                    </a:cubicBezTo>
                    <a:cubicBezTo>
                      <a:pt x="212" y="310"/>
                      <a:pt x="212" y="310"/>
                      <a:pt x="212" y="310"/>
                    </a:cubicBezTo>
                    <a:cubicBezTo>
                      <a:pt x="212" y="309"/>
                      <a:pt x="212" y="308"/>
                      <a:pt x="212" y="307"/>
                    </a:cubicBezTo>
                    <a:cubicBezTo>
                      <a:pt x="212" y="306"/>
                      <a:pt x="212" y="307"/>
                      <a:pt x="211" y="302"/>
                    </a:cubicBezTo>
                    <a:cubicBezTo>
                      <a:pt x="210" y="300"/>
                      <a:pt x="211" y="300"/>
                      <a:pt x="209" y="298"/>
                    </a:cubicBezTo>
                    <a:cubicBezTo>
                      <a:pt x="205" y="293"/>
                      <a:pt x="205" y="293"/>
                      <a:pt x="205" y="293"/>
                    </a:cubicBezTo>
                    <a:cubicBezTo>
                      <a:pt x="205" y="293"/>
                      <a:pt x="205" y="293"/>
                      <a:pt x="205" y="292"/>
                    </a:cubicBezTo>
                    <a:cubicBezTo>
                      <a:pt x="196" y="283"/>
                      <a:pt x="196" y="283"/>
                      <a:pt x="196" y="283"/>
                    </a:cubicBezTo>
                    <a:cubicBezTo>
                      <a:pt x="196" y="283"/>
                      <a:pt x="195" y="283"/>
                      <a:pt x="195" y="282"/>
                    </a:cubicBezTo>
                    <a:cubicBezTo>
                      <a:pt x="181" y="274"/>
                      <a:pt x="181" y="274"/>
                      <a:pt x="181" y="274"/>
                    </a:cubicBezTo>
                    <a:cubicBezTo>
                      <a:pt x="181" y="270"/>
                      <a:pt x="181" y="270"/>
                      <a:pt x="181" y="270"/>
                    </a:cubicBezTo>
                    <a:cubicBezTo>
                      <a:pt x="182" y="270"/>
                      <a:pt x="182" y="269"/>
                      <a:pt x="183" y="266"/>
                    </a:cubicBezTo>
                    <a:cubicBezTo>
                      <a:pt x="183" y="266"/>
                      <a:pt x="183" y="266"/>
                      <a:pt x="183" y="266"/>
                    </a:cubicBezTo>
                    <a:cubicBezTo>
                      <a:pt x="184" y="265"/>
                      <a:pt x="184" y="262"/>
                      <a:pt x="184" y="261"/>
                    </a:cubicBezTo>
                    <a:cubicBezTo>
                      <a:pt x="184" y="253"/>
                      <a:pt x="184" y="253"/>
                      <a:pt x="184" y="253"/>
                    </a:cubicBezTo>
                    <a:cubicBezTo>
                      <a:pt x="184" y="250"/>
                      <a:pt x="185" y="250"/>
                      <a:pt x="184" y="247"/>
                    </a:cubicBezTo>
                    <a:cubicBezTo>
                      <a:pt x="184" y="245"/>
                      <a:pt x="185" y="244"/>
                      <a:pt x="185" y="243"/>
                    </a:cubicBezTo>
                    <a:cubicBezTo>
                      <a:pt x="185" y="236"/>
                      <a:pt x="182" y="225"/>
                      <a:pt x="184" y="218"/>
                    </a:cubicBezTo>
                    <a:cubicBezTo>
                      <a:pt x="185" y="213"/>
                      <a:pt x="185" y="210"/>
                      <a:pt x="185" y="205"/>
                    </a:cubicBezTo>
                    <a:cubicBezTo>
                      <a:pt x="185" y="205"/>
                      <a:pt x="185" y="204"/>
                      <a:pt x="185" y="204"/>
                    </a:cubicBezTo>
                    <a:cubicBezTo>
                      <a:pt x="186" y="202"/>
                      <a:pt x="186" y="204"/>
                      <a:pt x="186" y="200"/>
                    </a:cubicBezTo>
                    <a:cubicBezTo>
                      <a:pt x="188" y="198"/>
                      <a:pt x="184" y="200"/>
                      <a:pt x="187" y="199"/>
                    </a:cubicBezTo>
                    <a:cubicBezTo>
                      <a:pt x="187" y="195"/>
                      <a:pt x="187" y="195"/>
                      <a:pt x="187" y="195"/>
                    </a:cubicBezTo>
                    <a:cubicBezTo>
                      <a:pt x="188" y="194"/>
                      <a:pt x="187" y="196"/>
                      <a:pt x="188" y="194"/>
                    </a:cubicBezTo>
                    <a:cubicBezTo>
                      <a:pt x="188" y="194"/>
                      <a:pt x="188" y="193"/>
                      <a:pt x="188" y="193"/>
                    </a:cubicBezTo>
                    <a:cubicBezTo>
                      <a:pt x="188" y="186"/>
                      <a:pt x="189" y="186"/>
                      <a:pt x="189" y="186"/>
                    </a:cubicBezTo>
                    <a:cubicBezTo>
                      <a:pt x="189" y="183"/>
                      <a:pt x="188" y="184"/>
                      <a:pt x="190" y="182"/>
                    </a:cubicBezTo>
                    <a:cubicBezTo>
                      <a:pt x="190" y="181"/>
                      <a:pt x="190" y="181"/>
                      <a:pt x="190" y="181"/>
                    </a:cubicBezTo>
                    <a:cubicBezTo>
                      <a:pt x="190" y="181"/>
                      <a:pt x="190" y="181"/>
                      <a:pt x="190" y="181"/>
                    </a:cubicBezTo>
                    <a:cubicBezTo>
                      <a:pt x="191" y="179"/>
                      <a:pt x="191" y="179"/>
                      <a:pt x="191" y="179"/>
                    </a:cubicBezTo>
                    <a:cubicBezTo>
                      <a:pt x="193" y="178"/>
                      <a:pt x="193" y="177"/>
                      <a:pt x="194" y="175"/>
                    </a:cubicBezTo>
                    <a:cubicBezTo>
                      <a:pt x="197" y="170"/>
                      <a:pt x="197" y="170"/>
                      <a:pt x="197" y="170"/>
                    </a:cubicBezTo>
                    <a:cubicBezTo>
                      <a:pt x="197" y="170"/>
                      <a:pt x="197" y="170"/>
                      <a:pt x="197" y="170"/>
                    </a:cubicBezTo>
                    <a:cubicBezTo>
                      <a:pt x="198" y="169"/>
                      <a:pt x="198" y="169"/>
                      <a:pt x="198" y="169"/>
                    </a:cubicBezTo>
                    <a:cubicBezTo>
                      <a:pt x="198" y="169"/>
                      <a:pt x="198" y="169"/>
                      <a:pt x="198" y="169"/>
                    </a:cubicBezTo>
                    <a:cubicBezTo>
                      <a:pt x="198" y="167"/>
                      <a:pt x="198" y="166"/>
                      <a:pt x="199" y="165"/>
                    </a:cubicBezTo>
                    <a:cubicBezTo>
                      <a:pt x="199" y="164"/>
                      <a:pt x="199" y="164"/>
                      <a:pt x="199" y="163"/>
                    </a:cubicBezTo>
                    <a:cubicBezTo>
                      <a:pt x="200" y="161"/>
                      <a:pt x="199" y="163"/>
                      <a:pt x="200" y="161"/>
                    </a:cubicBezTo>
                    <a:cubicBezTo>
                      <a:pt x="200" y="160"/>
                      <a:pt x="200" y="153"/>
                      <a:pt x="199" y="150"/>
                    </a:cubicBezTo>
                    <a:cubicBezTo>
                      <a:pt x="198" y="149"/>
                      <a:pt x="198" y="149"/>
                      <a:pt x="198" y="149"/>
                    </a:cubicBezTo>
                    <a:cubicBezTo>
                      <a:pt x="198" y="147"/>
                      <a:pt x="198" y="144"/>
                      <a:pt x="198" y="143"/>
                    </a:cubicBezTo>
                    <a:cubicBezTo>
                      <a:pt x="198" y="143"/>
                      <a:pt x="198" y="143"/>
                      <a:pt x="197" y="143"/>
                    </a:cubicBezTo>
                    <a:cubicBezTo>
                      <a:pt x="199" y="141"/>
                      <a:pt x="198" y="142"/>
                      <a:pt x="198" y="140"/>
                    </a:cubicBezTo>
                    <a:cubicBezTo>
                      <a:pt x="197" y="139"/>
                      <a:pt x="198" y="139"/>
                      <a:pt x="196" y="139"/>
                    </a:cubicBezTo>
                    <a:cubicBezTo>
                      <a:pt x="197" y="138"/>
                      <a:pt x="194" y="134"/>
                      <a:pt x="193" y="133"/>
                    </a:cubicBezTo>
                    <a:cubicBezTo>
                      <a:pt x="186" y="126"/>
                      <a:pt x="186" y="126"/>
                      <a:pt x="186" y="126"/>
                    </a:cubicBezTo>
                    <a:cubicBezTo>
                      <a:pt x="181" y="122"/>
                      <a:pt x="181" y="123"/>
                      <a:pt x="178" y="122"/>
                    </a:cubicBezTo>
                    <a:cubicBezTo>
                      <a:pt x="175" y="121"/>
                      <a:pt x="180" y="122"/>
                      <a:pt x="177" y="121"/>
                    </a:cubicBezTo>
                    <a:cubicBezTo>
                      <a:pt x="173" y="121"/>
                      <a:pt x="173" y="121"/>
                      <a:pt x="173" y="121"/>
                    </a:cubicBezTo>
                    <a:cubicBezTo>
                      <a:pt x="173" y="120"/>
                      <a:pt x="174" y="121"/>
                      <a:pt x="172" y="121"/>
                    </a:cubicBezTo>
                    <a:cubicBezTo>
                      <a:pt x="171" y="121"/>
                      <a:pt x="171" y="121"/>
                      <a:pt x="170" y="121"/>
                    </a:cubicBezTo>
                    <a:cubicBezTo>
                      <a:pt x="163" y="122"/>
                      <a:pt x="166" y="121"/>
                      <a:pt x="161" y="125"/>
                    </a:cubicBezTo>
                    <a:cubicBezTo>
                      <a:pt x="160" y="126"/>
                      <a:pt x="160" y="126"/>
                      <a:pt x="160" y="126"/>
                    </a:cubicBezTo>
                    <a:cubicBezTo>
                      <a:pt x="157" y="127"/>
                      <a:pt x="158" y="127"/>
                      <a:pt x="157" y="128"/>
                    </a:cubicBezTo>
                    <a:cubicBezTo>
                      <a:pt x="157" y="128"/>
                      <a:pt x="157" y="128"/>
                      <a:pt x="157" y="128"/>
                    </a:cubicBezTo>
                    <a:cubicBezTo>
                      <a:pt x="155" y="129"/>
                      <a:pt x="155" y="129"/>
                      <a:pt x="155" y="129"/>
                    </a:cubicBezTo>
                    <a:cubicBezTo>
                      <a:pt x="154" y="130"/>
                      <a:pt x="153" y="131"/>
                      <a:pt x="152" y="131"/>
                    </a:cubicBezTo>
                    <a:cubicBezTo>
                      <a:pt x="151" y="132"/>
                      <a:pt x="151" y="132"/>
                      <a:pt x="151" y="132"/>
                    </a:cubicBezTo>
                    <a:cubicBezTo>
                      <a:pt x="151" y="132"/>
                      <a:pt x="151" y="132"/>
                      <a:pt x="151" y="132"/>
                    </a:cubicBezTo>
                    <a:cubicBezTo>
                      <a:pt x="150" y="132"/>
                      <a:pt x="150" y="132"/>
                      <a:pt x="149" y="133"/>
                    </a:cubicBezTo>
                    <a:cubicBezTo>
                      <a:pt x="150" y="133"/>
                      <a:pt x="150" y="133"/>
                      <a:pt x="150" y="133"/>
                    </a:cubicBezTo>
                    <a:cubicBezTo>
                      <a:pt x="148" y="134"/>
                      <a:pt x="146" y="136"/>
                      <a:pt x="144" y="137"/>
                    </a:cubicBezTo>
                    <a:cubicBezTo>
                      <a:pt x="143" y="139"/>
                      <a:pt x="143" y="139"/>
                      <a:pt x="143" y="139"/>
                    </a:cubicBezTo>
                    <a:cubicBezTo>
                      <a:pt x="143" y="139"/>
                      <a:pt x="142" y="139"/>
                      <a:pt x="142" y="139"/>
                    </a:cubicBezTo>
                    <a:cubicBezTo>
                      <a:pt x="142" y="140"/>
                      <a:pt x="142" y="140"/>
                      <a:pt x="142" y="140"/>
                    </a:cubicBezTo>
                    <a:cubicBezTo>
                      <a:pt x="133" y="151"/>
                      <a:pt x="133" y="151"/>
                      <a:pt x="133" y="151"/>
                    </a:cubicBezTo>
                    <a:cubicBezTo>
                      <a:pt x="132" y="153"/>
                      <a:pt x="130" y="155"/>
                      <a:pt x="128" y="157"/>
                    </a:cubicBezTo>
                    <a:cubicBezTo>
                      <a:pt x="128" y="157"/>
                      <a:pt x="128" y="157"/>
                      <a:pt x="128" y="157"/>
                    </a:cubicBezTo>
                    <a:cubicBezTo>
                      <a:pt x="126" y="159"/>
                      <a:pt x="126" y="159"/>
                      <a:pt x="126" y="159"/>
                    </a:cubicBezTo>
                    <a:cubicBezTo>
                      <a:pt x="126" y="159"/>
                      <a:pt x="126" y="160"/>
                      <a:pt x="126" y="160"/>
                    </a:cubicBezTo>
                    <a:cubicBezTo>
                      <a:pt x="124" y="162"/>
                      <a:pt x="127" y="159"/>
                      <a:pt x="125" y="161"/>
                    </a:cubicBezTo>
                    <a:cubicBezTo>
                      <a:pt x="125" y="161"/>
                      <a:pt x="124" y="162"/>
                      <a:pt x="124" y="162"/>
                    </a:cubicBezTo>
                    <a:cubicBezTo>
                      <a:pt x="124" y="163"/>
                      <a:pt x="124" y="162"/>
                      <a:pt x="124" y="163"/>
                    </a:cubicBezTo>
                    <a:cubicBezTo>
                      <a:pt x="123" y="162"/>
                      <a:pt x="123" y="162"/>
                      <a:pt x="123" y="162"/>
                    </a:cubicBezTo>
                    <a:cubicBezTo>
                      <a:pt x="123" y="164"/>
                      <a:pt x="123" y="163"/>
                      <a:pt x="122" y="164"/>
                    </a:cubicBezTo>
                    <a:cubicBezTo>
                      <a:pt x="108" y="180"/>
                      <a:pt x="108" y="180"/>
                      <a:pt x="108" y="180"/>
                    </a:cubicBezTo>
                    <a:cubicBezTo>
                      <a:pt x="108" y="176"/>
                      <a:pt x="107" y="177"/>
                      <a:pt x="107" y="174"/>
                    </a:cubicBezTo>
                    <a:cubicBezTo>
                      <a:pt x="107" y="170"/>
                      <a:pt x="107" y="170"/>
                      <a:pt x="107" y="170"/>
                    </a:cubicBezTo>
                    <a:cubicBezTo>
                      <a:pt x="107" y="170"/>
                      <a:pt x="108" y="169"/>
                      <a:pt x="108" y="169"/>
                    </a:cubicBezTo>
                    <a:cubicBezTo>
                      <a:pt x="109" y="160"/>
                      <a:pt x="109" y="160"/>
                      <a:pt x="109" y="160"/>
                    </a:cubicBezTo>
                    <a:cubicBezTo>
                      <a:pt x="110" y="158"/>
                      <a:pt x="110" y="158"/>
                      <a:pt x="110" y="157"/>
                    </a:cubicBezTo>
                    <a:cubicBezTo>
                      <a:pt x="112" y="151"/>
                      <a:pt x="112" y="151"/>
                      <a:pt x="112" y="151"/>
                    </a:cubicBezTo>
                    <a:close/>
                    <a:moveTo>
                      <a:pt x="139" y="157"/>
                    </a:moveTo>
                    <a:cubicBezTo>
                      <a:pt x="141" y="156"/>
                      <a:pt x="141" y="156"/>
                      <a:pt x="141" y="156"/>
                    </a:cubicBezTo>
                    <a:cubicBezTo>
                      <a:pt x="140" y="155"/>
                      <a:pt x="140" y="155"/>
                      <a:pt x="140" y="155"/>
                    </a:cubicBezTo>
                    <a:cubicBezTo>
                      <a:pt x="142" y="155"/>
                      <a:pt x="142" y="155"/>
                      <a:pt x="142" y="155"/>
                    </a:cubicBezTo>
                    <a:cubicBezTo>
                      <a:pt x="142" y="157"/>
                      <a:pt x="142" y="157"/>
                      <a:pt x="142" y="157"/>
                    </a:cubicBezTo>
                    <a:cubicBezTo>
                      <a:pt x="142" y="159"/>
                      <a:pt x="142" y="157"/>
                      <a:pt x="141" y="158"/>
                    </a:cubicBezTo>
                    <a:cubicBezTo>
                      <a:pt x="140" y="159"/>
                      <a:pt x="140" y="159"/>
                      <a:pt x="140" y="159"/>
                    </a:cubicBezTo>
                    <a:cubicBezTo>
                      <a:pt x="139" y="160"/>
                      <a:pt x="140" y="160"/>
                      <a:pt x="139" y="161"/>
                    </a:cubicBezTo>
                    <a:cubicBezTo>
                      <a:pt x="138" y="160"/>
                      <a:pt x="138" y="160"/>
                      <a:pt x="138" y="160"/>
                    </a:cubicBezTo>
                    <a:cubicBezTo>
                      <a:pt x="138" y="159"/>
                      <a:pt x="138" y="160"/>
                      <a:pt x="139" y="158"/>
                    </a:cubicBezTo>
                    <a:cubicBezTo>
                      <a:pt x="139" y="157"/>
                      <a:pt x="139" y="158"/>
                      <a:pt x="139" y="157"/>
                    </a:cubicBezTo>
                    <a:close/>
                    <a:moveTo>
                      <a:pt x="147" y="156"/>
                    </a:moveTo>
                    <a:cubicBezTo>
                      <a:pt x="147" y="154"/>
                      <a:pt x="147" y="154"/>
                      <a:pt x="147" y="154"/>
                    </a:cubicBezTo>
                    <a:cubicBezTo>
                      <a:pt x="149" y="155"/>
                      <a:pt x="148" y="154"/>
                      <a:pt x="149" y="155"/>
                    </a:cubicBezTo>
                    <a:cubicBezTo>
                      <a:pt x="149" y="155"/>
                      <a:pt x="148" y="157"/>
                      <a:pt x="149" y="156"/>
                    </a:cubicBezTo>
                    <a:cubicBezTo>
                      <a:pt x="149" y="156"/>
                      <a:pt x="149" y="156"/>
                      <a:pt x="149" y="156"/>
                    </a:cubicBezTo>
                    <a:cubicBezTo>
                      <a:pt x="149" y="156"/>
                      <a:pt x="148" y="156"/>
                      <a:pt x="148" y="156"/>
                    </a:cubicBezTo>
                    <a:cubicBezTo>
                      <a:pt x="146" y="156"/>
                      <a:pt x="148" y="156"/>
                      <a:pt x="147" y="156"/>
                    </a:cubicBezTo>
                    <a:close/>
                    <a:moveTo>
                      <a:pt x="38" y="299"/>
                    </a:moveTo>
                    <a:cubicBezTo>
                      <a:pt x="37" y="299"/>
                      <a:pt x="37" y="299"/>
                      <a:pt x="37" y="299"/>
                    </a:cubicBezTo>
                    <a:cubicBezTo>
                      <a:pt x="35" y="298"/>
                      <a:pt x="36" y="299"/>
                      <a:pt x="36" y="298"/>
                    </a:cubicBezTo>
                    <a:cubicBezTo>
                      <a:pt x="37" y="297"/>
                      <a:pt x="37" y="297"/>
                      <a:pt x="38" y="299"/>
                    </a:cubicBezTo>
                    <a:close/>
                    <a:moveTo>
                      <a:pt x="151" y="193"/>
                    </a:moveTo>
                    <a:cubicBezTo>
                      <a:pt x="152" y="190"/>
                      <a:pt x="152" y="192"/>
                      <a:pt x="152" y="193"/>
                    </a:cubicBezTo>
                    <a:cubicBezTo>
                      <a:pt x="151" y="193"/>
                      <a:pt x="151" y="193"/>
                      <a:pt x="151" y="193"/>
                    </a:cubicBezTo>
                    <a:close/>
                    <a:moveTo>
                      <a:pt x="154" y="103"/>
                    </a:moveTo>
                    <a:cubicBezTo>
                      <a:pt x="155" y="104"/>
                      <a:pt x="155" y="104"/>
                      <a:pt x="155" y="104"/>
                    </a:cubicBezTo>
                    <a:cubicBezTo>
                      <a:pt x="154" y="104"/>
                      <a:pt x="154" y="104"/>
                      <a:pt x="154" y="104"/>
                    </a:cubicBezTo>
                    <a:cubicBezTo>
                      <a:pt x="153" y="102"/>
                      <a:pt x="154" y="103"/>
                      <a:pt x="154" y="103"/>
                    </a:cubicBezTo>
                    <a:close/>
                    <a:moveTo>
                      <a:pt x="140" y="164"/>
                    </a:moveTo>
                    <a:cubicBezTo>
                      <a:pt x="142" y="162"/>
                      <a:pt x="141" y="165"/>
                      <a:pt x="142" y="163"/>
                    </a:cubicBezTo>
                    <a:cubicBezTo>
                      <a:pt x="142" y="163"/>
                      <a:pt x="142" y="164"/>
                      <a:pt x="142" y="164"/>
                    </a:cubicBezTo>
                    <a:cubicBezTo>
                      <a:pt x="142" y="164"/>
                      <a:pt x="142" y="164"/>
                      <a:pt x="142" y="164"/>
                    </a:cubicBezTo>
                    <a:cubicBezTo>
                      <a:pt x="141" y="164"/>
                      <a:pt x="141" y="164"/>
                      <a:pt x="141" y="164"/>
                    </a:cubicBezTo>
                    <a:cubicBezTo>
                      <a:pt x="141" y="164"/>
                      <a:pt x="141" y="164"/>
                      <a:pt x="140" y="164"/>
                    </a:cubicBezTo>
                    <a:close/>
                    <a:moveTo>
                      <a:pt x="145" y="112"/>
                    </a:moveTo>
                    <a:cubicBezTo>
                      <a:pt x="145" y="114"/>
                      <a:pt x="145" y="114"/>
                      <a:pt x="145" y="114"/>
                    </a:cubicBezTo>
                    <a:cubicBezTo>
                      <a:pt x="144" y="113"/>
                      <a:pt x="144" y="113"/>
                      <a:pt x="144" y="113"/>
                    </a:cubicBezTo>
                    <a:cubicBezTo>
                      <a:pt x="145" y="112"/>
                      <a:pt x="145" y="112"/>
                      <a:pt x="145" y="112"/>
                    </a:cubicBezTo>
                    <a:close/>
                    <a:moveTo>
                      <a:pt x="140" y="167"/>
                    </a:moveTo>
                    <a:cubicBezTo>
                      <a:pt x="140" y="166"/>
                      <a:pt x="140" y="166"/>
                      <a:pt x="140" y="166"/>
                    </a:cubicBezTo>
                    <a:cubicBezTo>
                      <a:pt x="140" y="166"/>
                      <a:pt x="140" y="166"/>
                      <a:pt x="140" y="167"/>
                    </a:cubicBezTo>
                    <a:cubicBezTo>
                      <a:pt x="141" y="168"/>
                      <a:pt x="140" y="167"/>
                      <a:pt x="140" y="167"/>
                    </a:cubicBezTo>
                    <a:close/>
                    <a:moveTo>
                      <a:pt x="123" y="145"/>
                    </a:moveTo>
                    <a:cubicBezTo>
                      <a:pt x="123" y="144"/>
                      <a:pt x="122" y="145"/>
                      <a:pt x="123" y="144"/>
                    </a:cubicBezTo>
                    <a:cubicBezTo>
                      <a:pt x="124" y="144"/>
                      <a:pt x="123" y="144"/>
                      <a:pt x="123" y="144"/>
                    </a:cubicBezTo>
                    <a:cubicBezTo>
                      <a:pt x="123" y="144"/>
                      <a:pt x="125" y="146"/>
                      <a:pt x="123" y="145"/>
                    </a:cubicBezTo>
                    <a:close/>
                    <a:moveTo>
                      <a:pt x="160" y="102"/>
                    </a:moveTo>
                    <a:cubicBezTo>
                      <a:pt x="160" y="101"/>
                      <a:pt x="160" y="101"/>
                      <a:pt x="160" y="101"/>
                    </a:cubicBezTo>
                    <a:cubicBezTo>
                      <a:pt x="161" y="101"/>
                      <a:pt x="160" y="100"/>
                      <a:pt x="160" y="102"/>
                    </a:cubicBezTo>
                    <a:close/>
                    <a:moveTo>
                      <a:pt x="108" y="79"/>
                    </a:moveTo>
                    <a:cubicBezTo>
                      <a:pt x="109" y="79"/>
                      <a:pt x="109" y="79"/>
                      <a:pt x="109" y="79"/>
                    </a:cubicBezTo>
                    <a:cubicBezTo>
                      <a:pt x="108" y="80"/>
                      <a:pt x="109" y="80"/>
                      <a:pt x="108" y="79"/>
                    </a:cubicBezTo>
                    <a:close/>
                    <a:moveTo>
                      <a:pt x="75" y="215"/>
                    </a:moveTo>
                    <a:cubicBezTo>
                      <a:pt x="75" y="214"/>
                      <a:pt x="75" y="214"/>
                      <a:pt x="75" y="214"/>
                    </a:cubicBezTo>
                    <a:cubicBezTo>
                      <a:pt x="75" y="215"/>
                      <a:pt x="76" y="215"/>
                      <a:pt x="75" y="215"/>
                    </a:cubicBezTo>
                    <a:close/>
                    <a:moveTo>
                      <a:pt x="32" y="115"/>
                    </a:moveTo>
                    <a:cubicBezTo>
                      <a:pt x="32" y="114"/>
                      <a:pt x="32" y="115"/>
                      <a:pt x="32" y="115"/>
                    </a:cubicBezTo>
                    <a:cubicBezTo>
                      <a:pt x="32" y="116"/>
                      <a:pt x="32" y="115"/>
                      <a:pt x="32" y="115"/>
                    </a:cubicBezTo>
                    <a:close/>
                    <a:moveTo>
                      <a:pt x="148" y="110"/>
                    </a:moveTo>
                    <a:cubicBezTo>
                      <a:pt x="148" y="109"/>
                      <a:pt x="149" y="109"/>
                      <a:pt x="148" y="109"/>
                    </a:cubicBezTo>
                    <a:cubicBezTo>
                      <a:pt x="149" y="109"/>
                      <a:pt x="149" y="109"/>
                      <a:pt x="149" y="109"/>
                    </a:cubicBezTo>
                    <a:cubicBezTo>
                      <a:pt x="148" y="110"/>
                      <a:pt x="148" y="110"/>
                      <a:pt x="148" y="110"/>
                    </a:cubicBezTo>
                    <a:close/>
                    <a:moveTo>
                      <a:pt x="145" y="158"/>
                    </a:moveTo>
                    <a:cubicBezTo>
                      <a:pt x="144" y="157"/>
                      <a:pt x="145" y="158"/>
                      <a:pt x="145" y="158"/>
                    </a:cubicBezTo>
                    <a:cubicBezTo>
                      <a:pt x="146" y="159"/>
                      <a:pt x="145" y="158"/>
                      <a:pt x="145" y="158"/>
                    </a:cubicBezTo>
                    <a:close/>
                    <a:moveTo>
                      <a:pt x="153" y="280"/>
                    </a:moveTo>
                    <a:cubicBezTo>
                      <a:pt x="154" y="281"/>
                      <a:pt x="154" y="281"/>
                      <a:pt x="154" y="281"/>
                    </a:cubicBezTo>
                    <a:cubicBezTo>
                      <a:pt x="152" y="281"/>
                      <a:pt x="153" y="281"/>
                      <a:pt x="153" y="280"/>
                    </a:cubicBezTo>
                    <a:close/>
                    <a:moveTo>
                      <a:pt x="33" y="299"/>
                    </a:moveTo>
                    <a:cubicBezTo>
                      <a:pt x="33" y="299"/>
                      <a:pt x="32" y="300"/>
                      <a:pt x="33" y="299"/>
                    </a:cubicBezTo>
                    <a:cubicBezTo>
                      <a:pt x="33" y="299"/>
                      <a:pt x="34" y="298"/>
                      <a:pt x="33" y="299"/>
                    </a:cubicBezTo>
                    <a:close/>
                    <a:moveTo>
                      <a:pt x="154" y="108"/>
                    </a:moveTo>
                    <a:cubicBezTo>
                      <a:pt x="154" y="108"/>
                      <a:pt x="154" y="108"/>
                      <a:pt x="154" y="108"/>
                    </a:cubicBezTo>
                    <a:cubicBezTo>
                      <a:pt x="154" y="108"/>
                      <a:pt x="153" y="108"/>
                      <a:pt x="154" y="108"/>
                    </a:cubicBezTo>
                    <a:close/>
                    <a:moveTo>
                      <a:pt x="115" y="152"/>
                    </a:moveTo>
                    <a:cubicBezTo>
                      <a:pt x="115" y="152"/>
                      <a:pt x="115" y="152"/>
                      <a:pt x="115" y="152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" name="Freeform 13"/>
              <p:cNvSpPr>
                <a:spLocks noEditPoints="1"/>
              </p:cNvSpPr>
              <p:nvPr/>
            </p:nvSpPr>
            <p:spPr bwMode="auto">
              <a:xfrm>
                <a:off x="4260672" y="4327256"/>
                <a:ext cx="263525" cy="250825"/>
              </a:xfrm>
              <a:custGeom>
                <a:avLst/>
                <a:gdLst>
                  <a:gd name="T0" fmla="*/ 148 w 230"/>
                  <a:gd name="T1" fmla="*/ 91 h 218"/>
                  <a:gd name="T2" fmla="*/ 151 w 230"/>
                  <a:gd name="T3" fmla="*/ 87 h 218"/>
                  <a:gd name="T4" fmla="*/ 166 w 230"/>
                  <a:gd name="T5" fmla="*/ 76 h 218"/>
                  <a:gd name="T6" fmla="*/ 154 w 230"/>
                  <a:gd name="T7" fmla="*/ 83 h 218"/>
                  <a:gd name="T8" fmla="*/ 48 w 230"/>
                  <a:gd name="T9" fmla="*/ 45 h 218"/>
                  <a:gd name="T10" fmla="*/ 151 w 230"/>
                  <a:gd name="T11" fmla="*/ 36 h 218"/>
                  <a:gd name="T12" fmla="*/ 144 w 230"/>
                  <a:gd name="T13" fmla="*/ 58 h 218"/>
                  <a:gd name="T14" fmla="*/ 51 w 230"/>
                  <a:gd name="T15" fmla="*/ 35 h 218"/>
                  <a:gd name="T16" fmla="*/ 50 w 230"/>
                  <a:gd name="T17" fmla="*/ 41 h 218"/>
                  <a:gd name="T18" fmla="*/ 54 w 230"/>
                  <a:gd name="T19" fmla="*/ 44 h 218"/>
                  <a:gd name="T20" fmla="*/ 51 w 230"/>
                  <a:gd name="T21" fmla="*/ 56 h 218"/>
                  <a:gd name="T22" fmla="*/ 50 w 230"/>
                  <a:gd name="T23" fmla="*/ 70 h 218"/>
                  <a:gd name="T24" fmla="*/ 54 w 230"/>
                  <a:gd name="T25" fmla="*/ 57 h 218"/>
                  <a:gd name="T26" fmla="*/ 62 w 230"/>
                  <a:gd name="T27" fmla="*/ 38 h 218"/>
                  <a:gd name="T28" fmla="*/ 55 w 230"/>
                  <a:gd name="T29" fmla="*/ 27 h 218"/>
                  <a:gd name="T30" fmla="*/ 23 w 230"/>
                  <a:gd name="T31" fmla="*/ 159 h 218"/>
                  <a:gd name="T32" fmla="*/ 22 w 230"/>
                  <a:gd name="T33" fmla="*/ 187 h 218"/>
                  <a:gd name="T34" fmla="*/ 60 w 230"/>
                  <a:gd name="T35" fmla="*/ 207 h 218"/>
                  <a:gd name="T36" fmla="*/ 62 w 230"/>
                  <a:gd name="T37" fmla="*/ 194 h 218"/>
                  <a:gd name="T38" fmla="*/ 80 w 230"/>
                  <a:gd name="T39" fmla="*/ 168 h 218"/>
                  <a:gd name="T40" fmla="*/ 102 w 230"/>
                  <a:gd name="T41" fmla="*/ 191 h 218"/>
                  <a:gd name="T42" fmla="*/ 151 w 230"/>
                  <a:gd name="T43" fmla="*/ 212 h 218"/>
                  <a:gd name="T44" fmla="*/ 180 w 230"/>
                  <a:gd name="T45" fmla="*/ 214 h 218"/>
                  <a:gd name="T46" fmla="*/ 209 w 230"/>
                  <a:gd name="T47" fmla="*/ 212 h 218"/>
                  <a:gd name="T48" fmla="*/ 228 w 230"/>
                  <a:gd name="T49" fmla="*/ 192 h 218"/>
                  <a:gd name="T50" fmla="*/ 198 w 230"/>
                  <a:gd name="T51" fmla="*/ 164 h 218"/>
                  <a:gd name="T52" fmla="*/ 185 w 230"/>
                  <a:gd name="T53" fmla="*/ 174 h 218"/>
                  <a:gd name="T54" fmla="*/ 176 w 230"/>
                  <a:gd name="T55" fmla="*/ 177 h 218"/>
                  <a:gd name="T56" fmla="*/ 151 w 230"/>
                  <a:gd name="T57" fmla="*/ 177 h 218"/>
                  <a:gd name="T58" fmla="*/ 111 w 230"/>
                  <a:gd name="T59" fmla="*/ 157 h 218"/>
                  <a:gd name="T60" fmla="*/ 120 w 230"/>
                  <a:gd name="T61" fmla="*/ 133 h 218"/>
                  <a:gd name="T62" fmla="*/ 139 w 230"/>
                  <a:gd name="T63" fmla="*/ 154 h 218"/>
                  <a:gd name="T64" fmla="*/ 151 w 230"/>
                  <a:gd name="T65" fmla="*/ 140 h 218"/>
                  <a:gd name="T66" fmla="*/ 168 w 230"/>
                  <a:gd name="T67" fmla="*/ 128 h 218"/>
                  <a:gd name="T68" fmla="*/ 187 w 230"/>
                  <a:gd name="T69" fmla="*/ 97 h 218"/>
                  <a:gd name="T70" fmla="*/ 186 w 230"/>
                  <a:gd name="T71" fmla="*/ 50 h 218"/>
                  <a:gd name="T72" fmla="*/ 157 w 230"/>
                  <a:gd name="T73" fmla="*/ 49 h 218"/>
                  <a:gd name="T74" fmla="*/ 148 w 230"/>
                  <a:gd name="T75" fmla="*/ 6 h 218"/>
                  <a:gd name="T76" fmla="*/ 137 w 230"/>
                  <a:gd name="T77" fmla="*/ 37 h 218"/>
                  <a:gd name="T78" fmla="*/ 129 w 230"/>
                  <a:gd name="T79" fmla="*/ 77 h 218"/>
                  <a:gd name="T80" fmla="*/ 91 w 230"/>
                  <a:gd name="T81" fmla="*/ 112 h 218"/>
                  <a:gd name="T82" fmla="*/ 75 w 230"/>
                  <a:gd name="T83" fmla="*/ 139 h 218"/>
                  <a:gd name="T84" fmla="*/ 58 w 230"/>
                  <a:gd name="T85" fmla="*/ 157 h 218"/>
                  <a:gd name="T86" fmla="*/ 65 w 230"/>
                  <a:gd name="T87" fmla="*/ 112 h 218"/>
                  <a:gd name="T88" fmla="*/ 82 w 230"/>
                  <a:gd name="T89" fmla="*/ 77 h 218"/>
                  <a:gd name="T90" fmla="*/ 79 w 230"/>
                  <a:gd name="T91" fmla="*/ 36 h 218"/>
                  <a:gd name="T92" fmla="*/ 59 w 230"/>
                  <a:gd name="T93" fmla="*/ 5 h 218"/>
                  <a:gd name="T94" fmla="*/ 48 w 230"/>
                  <a:gd name="T95" fmla="*/ 36 h 218"/>
                  <a:gd name="T96" fmla="*/ 43 w 230"/>
                  <a:gd name="T97" fmla="*/ 43 h 218"/>
                  <a:gd name="T98" fmla="*/ 38 w 230"/>
                  <a:gd name="T99" fmla="*/ 59 h 218"/>
                  <a:gd name="T100" fmla="*/ 34 w 230"/>
                  <a:gd name="T101" fmla="*/ 84 h 218"/>
                  <a:gd name="T102" fmla="*/ 10 w 230"/>
                  <a:gd name="T103" fmla="*/ 106 h 218"/>
                  <a:gd name="T104" fmla="*/ 25 w 230"/>
                  <a:gd name="T105" fmla="*/ 130 h 218"/>
                  <a:gd name="T106" fmla="*/ 24 w 230"/>
                  <a:gd name="T107" fmla="*/ 152 h 218"/>
                  <a:gd name="T108" fmla="*/ 21 w 230"/>
                  <a:gd name="T109" fmla="*/ 180 h 218"/>
                  <a:gd name="T110" fmla="*/ 20 w 230"/>
                  <a:gd name="T111" fmla="*/ 180 h 218"/>
                  <a:gd name="T112" fmla="*/ 178 w 230"/>
                  <a:gd name="T113" fmla="*/ 217 h 218"/>
                  <a:gd name="T114" fmla="*/ 80 w 230"/>
                  <a:gd name="T115" fmla="*/ 168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30" h="218">
                    <a:moveTo>
                      <a:pt x="182" y="215"/>
                    </a:moveTo>
                    <a:cubicBezTo>
                      <a:pt x="181" y="214"/>
                      <a:pt x="182" y="217"/>
                      <a:pt x="181" y="214"/>
                    </a:cubicBezTo>
                    <a:cubicBezTo>
                      <a:pt x="182" y="215"/>
                      <a:pt x="181" y="213"/>
                      <a:pt x="182" y="215"/>
                    </a:cubicBezTo>
                    <a:close/>
                    <a:moveTo>
                      <a:pt x="22" y="168"/>
                    </a:moveTo>
                    <a:cubicBezTo>
                      <a:pt x="23" y="169"/>
                      <a:pt x="23" y="168"/>
                      <a:pt x="23" y="169"/>
                    </a:cubicBezTo>
                    <a:cubicBezTo>
                      <a:pt x="22" y="169"/>
                      <a:pt x="22" y="169"/>
                      <a:pt x="22" y="168"/>
                    </a:cubicBezTo>
                    <a:cubicBezTo>
                      <a:pt x="22" y="168"/>
                      <a:pt x="22" y="168"/>
                      <a:pt x="22" y="168"/>
                    </a:cubicBezTo>
                    <a:close/>
                    <a:moveTo>
                      <a:pt x="147" y="88"/>
                    </a:moveTo>
                    <a:cubicBezTo>
                      <a:pt x="149" y="88"/>
                      <a:pt x="148" y="88"/>
                      <a:pt x="148" y="91"/>
                    </a:cubicBezTo>
                    <a:cubicBezTo>
                      <a:pt x="149" y="95"/>
                      <a:pt x="149" y="95"/>
                      <a:pt x="149" y="95"/>
                    </a:cubicBezTo>
                    <a:cubicBezTo>
                      <a:pt x="149" y="96"/>
                      <a:pt x="149" y="96"/>
                      <a:pt x="149" y="97"/>
                    </a:cubicBezTo>
                    <a:cubicBezTo>
                      <a:pt x="149" y="99"/>
                      <a:pt x="149" y="100"/>
                      <a:pt x="149" y="101"/>
                    </a:cubicBezTo>
                    <a:cubicBezTo>
                      <a:pt x="148" y="101"/>
                      <a:pt x="148" y="101"/>
                      <a:pt x="148" y="101"/>
                    </a:cubicBezTo>
                    <a:cubicBezTo>
                      <a:pt x="147" y="88"/>
                      <a:pt x="147" y="88"/>
                      <a:pt x="147" y="88"/>
                    </a:cubicBezTo>
                    <a:close/>
                    <a:moveTo>
                      <a:pt x="153" y="100"/>
                    </a:moveTo>
                    <a:cubicBezTo>
                      <a:pt x="155" y="95"/>
                      <a:pt x="152" y="95"/>
                      <a:pt x="154" y="91"/>
                    </a:cubicBezTo>
                    <a:cubicBezTo>
                      <a:pt x="152" y="91"/>
                      <a:pt x="152" y="91"/>
                      <a:pt x="152" y="91"/>
                    </a:cubicBezTo>
                    <a:cubicBezTo>
                      <a:pt x="151" y="87"/>
                      <a:pt x="151" y="87"/>
                      <a:pt x="151" y="87"/>
                    </a:cubicBezTo>
                    <a:cubicBezTo>
                      <a:pt x="150" y="87"/>
                      <a:pt x="150" y="87"/>
                      <a:pt x="149" y="86"/>
                    </a:cubicBezTo>
                    <a:cubicBezTo>
                      <a:pt x="151" y="92"/>
                      <a:pt x="149" y="89"/>
                      <a:pt x="152" y="98"/>
                    </a:cubicBezTo>
                    <a:cubicBezTo>
                      <a:pt x="152" y="101"/>
                      <a:pt x="152" y="99"/>
                      <a:pt x="153" y="100"/>
                    </a:cubicBezTo>
                    <a:close/>
                    <a:moveTo>
                      <a:pt x="151" y="84"/>
                    </a:moveTo>
                    <a:cubicBezTo>
                      <a:pt x="151" y="85"/>
                      <a:pt x="151" y="85"/>
                      <a:pt x="151" y="86"/>
                    </a:cubicBezTo>
                    <a:cubicBezTo>
                      <a:pt x="150" y="86"/>
                      <a:pt x="150" y="87"/>
                      <a:pt x="150" y="85"/>
                    </a:cubicBezTo>
                    <a:cubicBezTo>
                      <a:pt x="150" y="83"/>
                      <a:pt x="151" y="84"/>
                      <a:pt x="151" y="84"/>
                    </a:cubicBezTo>
                    <a:close/>
                    <a:moveTo>
                      <a:pt x="165" y="76"/>
                    </a:moveTo>
                    <a:cubicBezTo>
                      <a:pt x="166" y="76"/>
                      <a:pt x="166" y="76"/>
                      <a:pt x="166" y="76"/>
                    </a:cubicBezTo>
                    <a:cubicBezTo>
                      <a:pt x="166" y="80"/>
                      <a:pt x="166" y="80"/>
                      <a:pt x="166" y="84"/>
                    </a:cubicBezTo>
                    <a:cubicBezTo>
                      <a:pt x="163" y="85"/>
                      <a:pt x="168" y="84"/>
                      <a:pt x="165" y="85"/>
                    </a:cubicBezTo>
                    <a:cubicBezTo>
                      <a:pt x="163" y="93"/>
                      <a:pt x="163" y="93"/>
                      <a:pt x="163" y="93"/>
                    </a:cubicBezTo>
                    <a:cubicBezTo>
                      <a:pt x="162" y="96"/>
                      <a:pt x="162" y="96"/>
                      <a:pt x="160" y="96"/>
                    </a:cubicBezTo>
                    <a:cubicBezTo>
                      <a:pt x="161" y="98"/>
                      <a:pt x="161" y="98"/>
                      <a:pt x="161" y="98"/>
                    </a:cubicBezTo>
                    <a:cubicBezTo>
                      <a:pt x="158" y="101"/>
                      <a:pt x="158" y="101"/>
                      <a:pt x="158" y="101"/>
                    </a:cubicBezTo>
                    <a:cubicBezTo>
                      <a:pt x="155" y="101"/>
                      <a:pt x="156" y="97"/>
                      <a:pt x="155" y="90"/>
                    </a:cubicBezTo>
                    <a:cubicBezTo>
                      <a:pt x="154" y="89"/>
                      <a:pt x="155" y="91"/>
                      <a:pt x="155" y="83"/>
                    </a:cubicBezTo>
                    <a:cubicBezTo>
                      <a:pt x="154" y="83"/>
                      <a:pt x="154" y="83"/>
                      <a:pt x="154" y="83"/>
                    </a:cubicBezTo>
                    <a:cubicBezTo>
                      <a:pt x="154" y="82"/>
                      <a:pt x="153" y="82"/>
                      <a:pt x="155" y="83"/>
                    </a:cubicBezTo>
                    <a:cubicBezTo>
                      <a:pt x="154" y="79"/>
                      <a:pt x="155" y="78"/>
                      <a:pt x="158" y="76"/>
                    </a:cubicBezTo>
                    <a:cubicBezTo>
                      <a:pt x="164" y="74"/>
                      <a:pt x="164" y="74"/>
                      <a:pt x="164" y="74"/>
                    </a:cubicBezTo>
                    <a:cubicBezTo>
                      <a:pt x="164" y="74"/>
                      <a:pt x="164" y="74"/>
                      <a:pt x="165" y="74"/>
                    </a:cubicBezTo>
                    <a:cubicBezTo>
                      <a:pt x="165" y="76"/>
                      <a:pt x="165" y="76"/>
                      <a:pt x="165" y="76"/>
                    </a:cubicBezTo>
                    <a:close/>
                    <a:moveTo>
                      <a:pt x="45" y="53"/>
                    </a:moveTo>
                    <a:cubicBezTo>
                      <a:pt x="45" y="52"/>
                      <a:pt x="46" y="53"/>
                      <a:pt x="46" y="53"/>
                    </a:cubicBezTo>
                    <a:cubicBezTo>
                      <a:pt x="46" y="54"/>
                      <a:pt x="45" y="53"/>
                      <a:pt x="45" y="53"/>
                    </a:cubicBezTo>
                    <a:close/>
                    <a:moveTo>
                      <a:pt x="48" y="45"/>
                    </a:moveTo>
                    <a:cubicBezTo>
                      <a:pt x="49" y="46"/>
                      <a:pt x="49" y="43"/>
                      <a:pt x="48" y="48"/>
                    </a:cubicBezTo>
                    <a:cubicBezTo>
                      <a:pt x="47" y="47"/>
                      <a:pt x="47" y="49"/>
                      <a:pt x="48" y="45"/>
                    </a:cubicBezTo>
                    <a:close/>
                    <a:moveTo>
                      <a:pt x="49" y="42"/>
                    </a:moveTo>
                    <a:cubicBezTo>
                      <a:pt x="49" y="43"/>
                      <a:pt x="49" y="43"/>
                      <a:pt x="49" y="43"/>
                    </a:cubicBezTo>
                    <a:cubicBezTo>
                      <a:pt x="49" y="44"/>
                      <a:pt x="49" y="43"/>
                      <a:pt x="48" y="45"/>
                    </a:cubicBezTo>
                    <a:cubicBezTo>
                      <a:pt x="50" y="44"/>
                      <a:pt x="50" y="44"/>
                      <a:pt x="49" y="42"/>
                    </a:cubicBezTo>
                    <a:close/>
                    <a:moveTo>
                      <a:pt x="149" y="35"/>
                    </a:moveTo>
                    <a:cubicBezTo>
                      <a:pt x="151" y="36"/>
                      <a:pt x="149" y="35"/>
                      <a:pt x="151" y="33"/>
                    </a:cubicBezTo>
                    <a:cubicBezTo>
                      <a:pt x="153" y="37"/>
                      <a:pt x="152" y="36"/>
                      <a:pt x="151" y="36"/>
                    </a:cubicBezTo>
                    <a:cubicBezTo>
                      <a:pt x="151" y="40"/>
                      <a:pt x="151" y="40"/>
                      <a:pt x="151" y="40"/>
                    </a:cubicBezTo>
                    <a:cubicBezTo>
                      <a:pt x="151" y="40"/>
                      <a:pt x="151" y="40"/>
                      <a:pt x="151" y="40"/>
                    </a:cubicBezTo>
                    <a:cubicBezTo>
                      <a:pt x="151" y="40"/>
                      <a:pt x="151" y="40"/>
                      <a:pt x="151" y="40"/>
                    </a:cubicBezTo>
                    <a:cubicBezTo>
                      <a:pt x="150" y="40"/>
                      <a:pt x="150" y="40"/>
                      <a:pt x="150" y="40"/>
                    </a:cubicBezTo>
                    <a:cubicBezTo>
                      <a:pt x="150" y="40"/>
                      <a:pt x="150" y="40"/>
                      <a:pt x="150" y="40"/>
                    </a:cubicBezTo>
                    <a:cubicBezTo>
                      <a:pt x="150" y="50"/>
                      <a:pt x="151" y="43"/>
                      <a:pt x="149" y="49"/>
                    </a:cubicBezTo>
                    <a:cubicBezTo>
                      <a:pt x="148" y="54"/>
                      <a:pt x="148" y="54"/>
                      <a:pt x="148" y="54"/>
                    </a:cubicBezTo>
                    <a:cubicBezTo>
                      <a:pt x="148" y="55"/>
                      <a:pt x="147" y="56"/>
                      <a:pt x="147" y="56"/>
                    </a:cubicBezTo>
                    <a:cubicBezTo>
                      <a:pt x="147" y="57"/>
                      <a:pt x="145" y="58"/>
                      <a:pt x="144" y="58"/>
                    </a:cubicBezTo>
                    <a:cubicBezTo>
                      <a:pt x="146" y="57"/>
                      <a:pt x="145" y="57"/>
                      <a:pt x="145" y="55"/>
                    </a:cubicBezTo>
                    <a:cubicBezTo>
                      <a:pt x="145" y="52"/>
                      <a:pt x="146" y="52"/>
                      <a:pt x="146" y="52"/>
                    </a:cubicBezTo>
                    <a:cubicBezTo>
                      <a:pt x="147" y="44"/>
                      <a:pt x="147" y="44"/>
                      <a:pt x="147" y="44"/>
                    </a:cubicBezTo>
                    <a:cubicBezTo>
                      <a:pt x="148" y="43"/>
                      <a:pt x="148" y="43"/>
                      <a:pt x="148" y="43"/>
                    </a:cubicBezTo>
                    <a:cubicBezTo>
                      <a:pt x="148" y="43"/>
                      <a:pt x="148" y="43"/>
                      <a:pt x="148" y="42"/>
                    </a:cubicBezTo>
                    <a:cubicBezTo>
                      <a:pt x="147" y="41"/>
                      <a:pt x="149" y="39"/>
                      <a:pt x="149" y="35"/>
                    </a:cubicBezTo>
                    <a:close/>
                    <a:moveTo>
                      <a:pt x="49" y="42"/>
                    </a:moveTo>
                    <a:cubicBezTo>
                      <a:pt x="49" y="40"/>
                      <a:pt x="50" y="40"/>
                      <a:pt x="50" y="38"/>
                    </a:cubicBezTo>
                    <a:cubicBezTo>
                      <a:pt x="51" y="38"/>
                      <a:pt x="51" y="36"/>
                      <a:pt x="51" y="35"/>
                    </a:cubicBezTo>
                    <a:cubicBezTo>
                      <a:pt x="52" y="33"/>
                      <a:pt x="52" y="33"/>
                      <a:pt x="52" y="33"/>
                    </a:cubicBezTo>
                    <a:cubicBezTo>
                      <a:pt x="52" y="33"/>
                      <a:pt x="52" y="33"/>
                      <a:pt x="53" y="33"/>
                    </a:cubicBezTo>
                    <a:cubicBezTo>
                      <a:pt x="53" y="32"/>
                      <a:pt x="53" y="32"/>
                      <a:pt x="53" y="32"/>
                    </a:cubicBezTo>
                    <a:cubicBezTo>
                      <a:pt x="54" y="30"/>
                      <a:pt x="53" y="32"/>
                      <a:pt x="54" y="30"/>
                    </a:cubicBezTo>
                    <a:cubicBezTo>
                      <a:pt x="54" y="30"/>
                      <a:pt x="54" y="30"/>
                      <a:pt x="54" y="31"/>
                    </a:cubicBezTo>
                    <a:cubicBezTo>
                      <a:pt x="53" y="35"/>
                      <a:pt x="53" y="35"/>
                      <a:pt x="53" y="35"/>
                    </a:cubicBezTo>
                    <a:cubicBezTo>
                      <a:pt x="52" y="37"/>
                      <a:pt x="53" y="36"/>
                      <a:pt x="52" y="36"/>
                    </a:cubicBezTo>
                    <a:cubicBezTo>
                      <a:pt x="52" y="37"/>
                      <a:pt x="52" y="37"/>
                      <a:pt x="52" y="37"/>
                    </a:cubicBezTo>
                    <a:cubicBezTo>
                      <a:pt x="50" y="41"/>
                      <a:pt x="50" y="41"/>
                      <a:pt x="50" y="41"/>
                    </a:cubicBezTo>
                    <a:cubicBezTo>
                      <a:pt x="50" y="42"/>
                      <a:pt x="50" y="42"/>
                      <a:pt x="50" y="42"/>
                    </a:cubicBezTo>
                    <a:cubicBezTo>
                      <a:pt x="49" y="42"/>
                      <a:pt x="49" y="42"/>
                      <a:pt x="49" y="42"/>
                    </a:cubicBezTo>
                    <a:close/>
                    <a:moveTo>
                      <a:pt x="59" y="27"/>
                    </a:moveTo>
                    <a:cubicBezTo>
                      <a:pt x="58" y="28"/>
                      <a:pt x="58" y="28"/>
                      <a:pt x="58" y="28"/>
                    </a:cubicBezTo>
                    <a:cubicBezTo>
                      <a:pt x="57" y="34"/>
                      <a:pt x="57" y="34"/>
                      <a:pt x="57" y="34"/>
                    </a:cubicBezTo>
                    <a:cubicBezTo>
                      <a:pt x="56" y="37"/>
                      <a:pt x="55" y="37"/>
                      <a:pt x="56" y="38"/>
                    </a:cubicBezTo>
                    <a:cubicBezTo>
                      <a:pt x="56" y="39"/>
                      <a:pt x="55" y="38"/>
                      <a:pt x="56" y="39"/>
                    </a:cubicBezTo>
                    <a:cubicBezTo>
                      <a:pt x="56" y="39"/>
                      <a:pt x="57" y="41"/>
                      <a:pt x="55" y="39"/>
                    </a:cubicBezTo>
                    <a:cubicBezTo>
                      <a:pt x="54" y="44"/>
                      <a:pt x="54" y="44"/>
                      <a:pt x="54" y="44"/>
                    </a:cubicBezTo>
                    <a:cubicBezTo>
                      <a:pt x="54" y="46"/>
                      <a:pt x="53" y="45"/>
                      <a:pt x="53" y="49"/>
                    </a:cubicBezTo>
                    <a:cubicBezTo>
                      <a:pt x="51" y="49"/>
                      <a:pt x="52" y="49"/>
                      <a:pt x="52" y="50"/>
                    </a:cubicBezTo>
                    <a:cubicBezTo>
                      <a:pt x="52" y="51"/>
                      <a:pt x="52" y="51"/>
                      <a:pt x="52" y="51"/>
                    </a:cubicBezTo>
                    <a:cubicBezTo>
                      <a:pt x="52" y="51"/>
                      <a:pt x="52" y="51"/>
                      <a:pt x="52" y="51"/>
                    </a:cubicBezTo>
                    <a:cubicBezTo>
                      <a:pt x="53" y="53"/>
                      <a:pt x="53" y="53"/>
                      <a:pt x="53" y="53"/>
                    </a:cubicBezTo>
                    <a:cubicBezTo>
                      <a:pt x="52" y="53"/>
                      <a:pt x="52" y="54"/>
                      <a:pt x="52" y="54"/>
                    </a:cubicBezTo>
                    <a:cubicBezTo>
                      <a:pt x="51" y="54"/>
                      <a:pt x="53" y="54"/>
                      <a:pt x="51" y="54"/>
                    </a:cubicBezTo>
                    <a:cubicBezTo>
                      <a:pt x="52" y="55"/>
                      <a:pt x="52" y="55"/>
                      <a:pt x="52" y="55"/>
                    </a:cubicBezTo>
                    <a:cubicBezTo>
                      <a:pt x="52" y="55"/>
                      <a:pt x="52" y="55"/>
                      <a:pt x="51" y="56"/>
                    </a:cubicBezTo>
                    <a:cubicBezTo>
                      <a:pt x="51" y="58"/>
                      <a:pt x="51" y="58"/>
                      <a:pt x="51" y="58"/>
                    </a:cubicBezTo>
                    <a:cubicBezTo>
                      <a:pt x="51" y="58"/>
                      <a:pt x="51" y="58"/>
                      <a:pt x="51" y="58"/>
                    </a:cubicBezTo>
                    <a:cubicBezTo>
                      <a:pt x="50" y="64"/>
                      <a:pt x="50" y="64"/>
                      <a:pt x="50" y="64"/>
                    </a:cubicBezTo>
                    <a:cubicBezTo>
                      <a:pt x="50" y="64"/>
                      <a:pt x="50" y="64"/>
                      <a:pt x="50" y="64"/>
                    </a:cubicBezTo>
                    <a:cubicBezTo>
                      <a:pt x="50" y="64"/>
                      <a:pt x="50" y="64"/>
                      <a:pt x="50" y="64"/>
                    </a:cubicBezTo>
                    <a:cubicBezTo>
                      <a:pt x="49" y="64"/>
                      <a:pt x="50" y="61"/>
                      <a:pt x="49" y="68"/>
                    </a:cubicBezTo>
                    <a:cubicBezTo>
                      <a:pt x="49" y="68"/>
                      <a:pt x="49" y="68"/>
                      <a:pt x="49" y="68"/>
                    </a:cubicBezTo>
                    <a:cubicBezTo>
                      <a:pt x="48" y="72"/>
                      <a:pt x="48" y="72"/>
                      <a:pt x="48" y="72"/>
                    </a:cubicBezTo>
                    <a:cubicBezTo>
                      <a:pt x="52" y="71"/>
                      <a:pt x="48" y="72"/>
                      <a:pt x="50" y="70"/>
                    </a:cubicBezTo>
                    <a:cubicBezTo>
                      <a:pt x="51" y="69"/>
                      <a:pt x="52" y="67"/>
                      <a:pt x="50" y="66"/>
                    </a:cubicBezTo>
                    <a:cubicBezTo>
                      <a:pt x="51" y="66"/>
                      <a:pt x="51" y="66"/>
                      <a:pt x="52" y="65"/>
                    </a:cubicBezTo>
                    <a:cubicBezTo>
                      <a:pt x="52" y="65"/>
                      <a:pt x="52" y="64"/>
                      <a:pt x="52" y="64"/>
                    </a:cubicBezTo>
                    <a:cubicBezTo>
                      <a:pt x="51" y="62"/>
                      <a:pt x="51" y="62"/>
                      <a:pt x="51" y="62"/>
                    </a:cubicBezTo>
                    <a:cubicBezTo>
                      <a:pt x="53" y="62"/>
                      <a:pt x="53" y="62"/>
                      <a:pt x="53" y="62"/>
                    </a:cubicBezTo>
                    <a:cubicBezTo>
                      <a:pt x="53" y="60"/>
                      <a:pt x="53" y="59"/>
                      <a:pt x="52" y="59"/>
                    </a:cubicBezTo>
                    <a:cubicBezTo>
                      <a:pt x="52" y="58"/>
                      <a:pt x="52" y="58"/>
                      <a:pt x="52" y="58"/>
                    </a:cubicBezTo>
                    <a:cubicBezTo>
                      <a:pt x="53" y="58"/>
                      <a:pt x="53" y="58"/>
                      <a:pt x="53" y="58"/>
                    </a:cubicBezTo>
                    <a:cubicBezTo>
                      <a:pt x="54" y="58"/>
                      <a:pt x="54" y="58"/>
                      <a:pt x="54" y="57"/>
                    </a:cubicBezTo>
                    <a:cubicBezTo>
                      <a:pt x="54" y="56"/>
                      <a:pt x="54" y="57"/>
                      <a:pt x="55" y="55"/>
                    </a:cubicBezTo>
                    <a:cubicBezTo>
                      <a:pt x="55" y="53"/>
                      <a:pt x="54" y="53"/>
                      <a:pt x="54" y="51"/>
                    </a:cubicBezTo>
                    <a:cubicBezTo>
                      <a:pt x="55" y="52"/>
                      <a:pt x="54" y="51"/>
                      <a:pt x="56" y="51"/>
                    </a:cubicBezTo>
                    <a:cubicBezTo>
                      <a:pt x="57" y="50"/>
                      <a:pt x="56" y="50"/>
                      <a:pt x="57" y="49"/>
                    </a:cubicBezTo>
                    <a:cubicBezTo>
                      <a:pt x="57" y="49"/>
                      <a:pt x="57" y="48"/>
                      <a:pt x="58" y="48"/>
                    </a:cubicBezTo>
                    <a:cubicBezTo>
                      <a:pt x="58" y="47"/>
                      <a:pt x="58" y="48"/>
                      <a:pt x="58" y="46"/>
                    </a:cubicBezTo>
                    <a:cubicBezTo>
                      <a:pt x="59" y="43"/>
                      <a:pt x="58" y="46"/>
                      <a:pt x="60" y="42"/>
                    </a:cubicBezTo>
                    <a:cubicBezTo>
                      <a:pt x="61" y="43"/>
                      <a:pt x="61" y="43"/>
                      <a:pt x="62" y="44"/>
                    </a:cubicBezTo>
                    <a:cubicBezTo>
                      <a:pt x="63" y="42"/>
                      <a:pt x="64" y="40"/>
                      <a:pt x="62" y="38"/>
                    </a:cubicBezTo>
                    <a:cubicBezTo>
                      <a:pt x="62" y="35"/>
                      <a:pt x="62" y="35"/>
                      <a:pt x="62" y="35"/>
                    </a:cubicBezTo>
                    <a:cubicBezTo>
                      <a:pt x="63" y="33"/>
                      <a:pt x="63" y="33"/>
                      <a:pt x="63" y="31"/>
                    </a:cubicBezTo>
                    <a:cubicBezTo>
                      <a:pt x="62" y="30"/>
                      <a:pt x="62" y="30"/>
                      <a:pt x="62" y="30"/>
                    </a:cubicBezTo>
                    <a:cubicBezTo>
                      <a:pt x="63" y="28"/>
                      <a:pt x="63" y="31"/>
                      <a:pt x="63" y="27"/>
                    </a:cubicBezTo>
                    <a:cubicBezTo>
                      <a:pt x="61" y="25"/>
                      <a:pt x="61" y="25"/>
                      <a:pt x="61" y="25"/>
                    </a:cubicBezTo>
                    <a:cubicBezTo>
                      <a:pt x="60" y="26"/>
                      <a:pt x="60" y="26"/>
                      <a:pt x="59" y="27"/>
                    </a:cubicBezTo>
                    <a:close/>
                    <a:moveTo>
                      <a:pt x="55" y="27"/>
                    </a:moveTo>
                    <a:cubicBezTo>
                      <a:pt x="55" y="30"/>
                      <a:pt x="55" y="30"/>
                      <a:pt x="55" y="30"/>
                    </a:cubicBezTo>
                    <a:cubicBezTo>
                      <a:pt x="54" y="29"/>
                      <a:pt x="53" y="29"/>
                      <a:pt x="55" y="27"/>
                    </a:cubicBezTo>
                    <a:close/>
                    <a:moveTo>
                      <a:pt x="27" y="146"/>
                    </a:moveTo>
                    <a:cubicBezTo>
                      <a:pt x="26" y="148"/>
                      <a:pt x="27" y="146"/>
                      <a:pt x="26" y="150"/>
                    </a:cubicBezTo>
                    <a:cubicBezTo>
                      <a:pt x="26" y="150"/>
                      <a:pt x="26" y="150"/>
                      <a:pt x="25" y="151"/>
                    </a:cubicBezTo>
                    <a:cubicBezTo>
                      <a:pt x="24" y="156"/>
                      <a:pt x="24" y="156"/>
                      <a:pt x="24" y="156"/>
                    </a:cubicBezTo>
                    <a:cubicBezTo>
                      <a:pt x="24" y="158"/>
                      <a:pt x="24" y="157"/>
                      <a:pt x="24" y="159"/>
                    </a:cubicBezTo>
                    <a:cubicBezTo>
                      <a:pt x="24" y="160"/>
                      <a:pt x="24" y="162"/>
                      <a:pt x="24" y="164"/>
                    </a:cubicBezTo>
                    <a:cubicBezTo>
                      <a:pt x="23" y="163"/>
                      <a:pt x="23" y="163"/>
                      <a:pt x="23" y="163"/>
                    </a:cubicBezTo>
                    <a:cubicBezTo>
                      <a:pt x="23" y="164"/>
                      <a:pt x="23" y="168"/>
                      <a:pt x="22" y="168"/>
                    </a:cubicBezTo>
                    <a:cubicBezTo>
                      <a:pt x="21" y="164"/>
                      <a:pt x="23" y="164"/>
                      <a:pt x="23" y="159"/>
                    </a:cubicBezTo>
                    <a:cubicBezTo>
                      <a:pt x="23" y="159"/>
                      <a:pt x="23" y="159"/>
                      <a:pt x="23" y="159"/>
                    </a:cubicBezTo>
                    <a:cubicBezTo>
                      <a:pt x="23" y="159"/>
                      <a:pt x="23" y="159"/>
                      <a:pt x="22" y="159"/>
                    </a:cubicBezTo>
                    <a:cubicBezTo>
                      <a:pt x="22" y="159"/>
                      <a:pt x="22" y="159"/>
                      <a:pt x="22" y="159"/>
                    </a:cubicBezTo>
                    <a:cubicBezTo>
                      <a:pt x="20" y="161"/>
                      <a:pt x="21" y="170"/>
                      <a:pt x="21" y="171"/>
                    </a:cubicBezTo>
                    <a:cubicBezTo>
                      <a:pt x="22" y="171"/>
                      <a:pt x="21" y="171"/>
                      <a:pt x="22" y="170"/>
                    </a:cubicBezTo>
                    <a:cubicBezTo>
                      <a:pt x="21" y="173"/>
                      <a:pt x="22" y="181"/>
                      <a:pt x="22" y="184"/>
                    </a:cubicBezTo>
                    <a:cubicBezTo>
                      <a:pt x="21" y="184"/>
                      <a:pt x="21" y="183"/>
                      <a:pt x="20" y="182"/>
                    </a:cubicBezTo>
                    <a:cubicBezTo>
                      <a:pt x="21" y="185"/>
                      <a:pt x="21" y="183"/>
                      <a:pt x="20" y="186"/>
                    </a:cubicBezTo>
                    <a:cubicBezTo>
                      <a:pt x="22" y="187"/>
                      <a:pt x="22" y="187"/>
                      <a:pt x="22" y="187"/>
                    </a:cubicBezTo>
                    <a:cubicBezTo>
                      <a:pt x="22" y="189"/>
                      <a:pt x="22" y="189"/>
                      <a:pt x="22" y="189"/>
                    </a:cubicBezTo>
                    <a:cubicBezTo>
                      <a:pt x="22" y="190"/>
                      <a:pt x="21" y="190"/>
                      <a:pt x="21" y="191"/>
                    </a:cubicBezTo>
                    <a:cubicBezTo>
                      <a:pt x="21" y="193"/>
                      <a:pt x="22" y="193"/>
                      <a:pt x="23" y="195"/>
                    </a:cubicBezTo>
                    <a:cubicBezTo>
                      <a:pt x="25" y="199"/>
                      <a:pt x="28" y="200"/>
                      <a:pt x="32" y="206"/>
                    </a:cubicBezTo>
                    <a:cubicBezTo>
                      <a:pt x="32" y="207"/>
                      <a:pt x="33" y="208"/>
                      <a:pt x="34" y="209"/>
                    </a:cubicBezTo>
                    <a:cubicBezTo>
                      <a:pt x="37" y="212"/>
                      <a:pt x="37" y="212"/>
                      <a:pt x="37" y="212"/>
                    </a:cubicBezTo>
                    <a:cubicBezTo>
                      <a:pt x="40" y="214"/>
                      <a:pt x="45" y="213"/>
                      <a:pt x="48" y="213"/>
                    </a:cubicBezTo>
                    <a:cubicBezTo>
                      <a:pt x="49" y="213"/>
                      <a:pt x="51" y="213"/>
                      <a:pt x="52" y="213"/>
                    </a:cubicBezTo>
                    <a:cubicBezTo>
                      <a:pt x="56" y="212"/>
                      <a:pt x="58" y="208"/>
                      <a:pt x="60" y="207"/>
                    </a:cubicBezTo>
                    <a:cubicBezTo>
                      <a:pt x="58" y="206"/>
                      <a:pt x="59" y="207"/>
                      <a:pt x="59" y="206"/>
                    </a:cubicBezTo>
                    <a:cubicBezTo>
                      <a:pt x="59" y="206"/>
                      <a:pt x="59" y="206"/>
                      <a:pt x="59" y="206"/>
                    </a:cubicBezTo>
                    <a:cubicBezTo>
                      <a:pt x="59" y="206"/>
                      <a:pt x="59" y="205"/>
                      <a:pt x="59" y="205"/>
                    </a:cubicBezTo>
                    <a:cubicBezTo>
                      <a:pt x="60" y="205"/>
                      <a:pt x="59" y="205"/>
                      <a:pt x="60" y="205"/>
                    </a:cubicBezTo>
                    <a:cubicBezTo>
                      <a:pt x="60" y="201"/>
                      <a:pt x="60" y="201"/>
                      <a:pt x="60" y="201"/>
                    </a:cubicBezTo>
                    <a:cubicBezTo>
                      <a:pt x="61" y="201"/>
                      <a:pt x="60" y="201"/>
                      <a:pt x="60" y="200"/>
                    </a:cubicBezTo>
                    <a:cubicBezTo>
                      <a:pt x="61" y="196"/>
                      <a:pt x="61" y="196"/>
                      <a:pt x="61" y="196"/>
                    </a:cubicBezTo>
                    <a:cubicBezTo>
                      <a:pt x="61" y="195"/>
                      <a:pt x="61" y="195"/>
                      <a:pt x="61" y="195"/>
                    </a:cubicBezTo>
                    <a:cubicBezTo>
                      <a:pt x="61" y="195"/>
                      <a:pt x="61" y="195"/>
                      <a:pt x="62" y="194"/>
                    </a:cubicBezTo>
                    <a:cubicBezTo>
                      <a:pt x="62" y="193"/>
                      <a:pt x="66" y="187"/>
                      <a:pt x="67" y="187"/>
                    </a:cubicBezTo>
                    <a:cubicBezTo>
                      <a:pt x="67" y="185"/>
                      <a:pt x="67" y="185"/>
                      <a:pt x="68" y="183"/>
                    </a:cubicBezTo>
                    <a:cubicBezTo>
                      <a:pt x="69" y="182"/>
                      <a:pt x="69" y="182"/>
                      <a:pt x="69" y="182"/>
                    </a:cubicBezTo>
                    <a:cubicBezTo>
                      <a:pt x="71" y="180"/>
                      <a:pt x="70" y="181"/>
                      <a:pt x="72" y="177"/>
                    </a:cubicBezTo>
                    <a:cubicBezTo>
                      <a:pt x="76" y="171"/>
                      <a:pt x="76" y="171"/>
                      <a:pt x="76" y="171"/>
                    </a:cubicBezTo>
                    <a:cubicBezTo>
                      <a:pt x="76" y="171"/>
                      <a:pt x="76" y="171"/>
                      <a:pt x="76" y="171"/>
                    </a:cubicBezTo>
                    <a:cubicBezTo>
                      <a:pt x="79" y="167"/>
                      <a:pt x="79" y="167"/>
                      <a:pt x="79" y="167"/>
                    </a:cubicBezTo>
                    <a:cubicBezTo>
                      <a:pt x="80" y="166"/>
                      <a:pt x="79" y="166"/>
                      <a:pt x="81" y="166"/>
                    </a:cubicBezTo>
                    <a:cubicBezTo>
                      <a:pt x="80" y="167"/>
                      <a:pt x="80" y="166"/>
                      <a:pt x="80" y="168"/>
                    </a:cubicBezTo>
                    <a:cubicBezTo>
                      <a:pt x="81" y="168"/>
                      <a:pt x="82" y="167"/>
                      <a:pt x="83" y="166"/>
                    </a:cubicBezTo>
                    <a:cubicBezTo>
                      <a:pt x="82" y="163"/>
                      <a:pt x="82" y="163"/>
                      <a:pt x="82" y="163"/>
                    </a:cubicBezTo>
                    <a:cubicBezTo>
                      <a:pt x="83" y="163"/>
                      <a:pt x="82" y="164"/>
                      <a:pt x="83" y="162"/>
                    </a:cubicBezTo>
                    <a:cubicBezTo>
                      <a:pt x="84" y="163"/>
                      <a:pt x="84" y="163"/>
                      <a:pt x="84" y="164"/>
                    </a:cubicBezTo>
                    <a:cubicBezTo>
                      <a:pt x="85" y="163"/>
                      <a:pt x="85" y="163"/>
                      <a:pt x="86" y="163"/>
                    </a:cubicBezTo>
                    <a:cubicBezTo>
                      <a:pt x="87" y="164"/>
                      <a:pt x="87" y="167"/>
                      <a:pt x="89" y="170"/>
                    </a:cubicBezTo>
                    <a:cubicBezTo>
                      <a:pt x="89" y="170"/>
                      <a:pt x="89" y="170"/>
                      <a:pt x="89" y="170"/>
                    </a:cubicBezTo>
                    <a:cubicBezTo>
                      <a:pt x="90" y="173"/>
                      <a:pt x="94" y="179"/>
                      <a:pt x="96" y="183"/>
                    </a:cubicBezTo>
                    <a:cubicBezTo>
                      <a:pt x="102" y="191"/>
                      <a:pt x="102" y="191"/>
                      <a:pt x="102" y="191"/>
                    </a:cubicBezTo>
                    <a:cubicBezTo>
                      <a:pt x="108" y="199"/>
                      <a:pt x="111" y="197"/>
                      <a:pt x="114" y="198"/>
                    </a:cubicBezTo>
                    <a:cubicBezTo>
                      <a:pt x="116" y="199"/>
                      <a:pt x="116" y="201"/>
                      <a:pt x="118" y="202"/>
                    </a:cubicBezTo>
                    <a:cubicBezTo>
                      <a:pt x="118" y="202"/>
                      <a:pt x="118" y="202"/>
                      <a:pt x="118" y="203"/>
                    </a:cubicBezTo>
                    <a:cubicBezTo>
                      <a:pt x="119" y="203"/>
                      <a:pt x="119" y="203"/>
                      <a:pt x="119" y="203"/>
                    </a:cubicBezTo>
                    <a:cubicBezTo>
                      <a:pt x="119" y="203"/>
                      <a:pt x="119" y="203"/>
                      <a:pt x="119" y="203"/>
                    </a:cubicBezTo>
                    <a:cubicBezTo>
                      <a:pt x="120" y="203"/>
                      <a:pt x="121" y="204"/>
                      <a:pt x="122" y="204"/>
                    </a:cubicBezTo>
                    <a:cubicBezTo>
                      <a:pt x="132" y="206"/>
                      <a:pt x="132" y="206"/>
                      <a:pt x="132" y="206"/>
                    </a:cubicBezTo>
                    <a:cubicBezTo>
                      <a:pt x="134" y="207"/>
                      <a:pt x="132" y="207"/>
                      <a:pt x="136" y="207"/>
                    </a:cubicBezTo>
                    <a:cubicBezTo>
                      <a:pt x="151" y="212"/>
                      <a:pt x="151" y="212"/>
                      <a:pt x="151" y="212"/>
                    </a:cubicBezTo>
                    <a:cubicBezTo>
                      <a:pt x="156" y="214"/>
                      <a:pt x="155" y="213"/>
                      <a:pt x="159" y="212"/>
                    </a:cubicBezTo>
                    <a:cubicBezTo>
                      <a:pt x="159" y="214"/>
                      <a:pt x="159" y="214"/>
                      <a:pt x="159" y="214"/>
                    </a:cubicBezTo>
                    <a:cubicBezTo>
                      <a:pt x="160" y="213"/>
                      <a:pt x="160" y="214"/>
                      <a:pt x="160" y="213"/>
                    </a:cubicBezTo>
                    <a:cubicBezTo>
                      <a:pt x="162" y="214"/>
                      <a:pt x="163" y="214"/>
                      <a:pt x="166" y="214"/>
                    </a:cubicBezTo>
                    <a:cubicBezTo>
                      <a:pt x="167" y="216"/>
                      <a:pt x="169" y="218"/>
                      <a:pt x="171" y="216"/>
                    </a:cubicBezTo>
                    <a:cubicBezTo>
                      <a:pt x="172" y="217"/>
                      <a:pt x="172" y="216"/>
                      <a:pt x="174" y="217"/>
                    </a:cubicBezTo>
                    <a:cubicBezTo>
                      <a:pt x="174" y="217"/>
                      <a:pt x="174" y="217"/>
                      <a:pt x="174" y="217"/>
                    </a:cubicBezTo>
                    <a:cubicBezTo>
                      <a:pt x="175" y="216"/>
                      <a:pt x="175" y="216"/>
                      <a:pt x="175" y="216"/>
                    </a:cubicBezTo>
                    <a:cubicBezTo>
                      <a:pt x="177" y="216"/>
                      <a:pt x="178" y="215"/>
                      <a:pt x="180" y="214"/>
                    </a:cubicBezTo>
                    <a:cubicBezTo>
                      <a:pt x="182" y="217"/>
                      <a:pt x="182" y="217"/>
                      <a:pt x="182" y="217"/>
                    </a:cubicBezTo>
                    <a:cubicBezTo>
                      <a:pt x="182" y="217"/>
                      <a:pt x="182" y="217"/>
                      <a:pt x="182" y="217"/>
                    </a:cubicBezTo>
                    <a:cubicBezTo>
                      <a:pt x="183" y="215"/>
                      <a:pt x="183" y="215"/>
                      <a:pt x="183" y="215"/>
                    </a:cubicBezTo>
                    <a:cubicBezTo>
                      <a:pt x="185" y="216"/>
                      <a:pt x="185" y="216"/>
                      <a:pt x="185" y="216"/>
                    </a:cubicBezTo>
                    <a:cubicBezTo>
                      <a:pt x="187" y="215"/>
                      <a:pt x="187" y="215"/>
                      <a:pt x="189" y="215"/>
                    </a:cubicBezTo>
                    <a:cubicBezTo>
                      <a:pt x="196" y="214"/>
                      <a:pt x="196" y="214"/>
                      <a:pt x="196" y="214"/>
                    </a:cubicBezTo>
                    <a:cubicBezTo>
                      <a:pt x="196" y="215"/>
                      <a:pt x="196" y="215"/>
                      <a:pt x="196" y="215"/>
                    </a:cubicBezTo>
                    <a:cubicBezTo>
                      <a:pt x="197" y="215"/>
                      <a:pt x="199" y="214"/>
                      <a:pt x="200" y="214"/>
                    </a:cubicBezTo>
                    <a:cubicBezTo>
                      <a:pt x="203" y="212"/>
                      <a:pt x="206" y="213"/>
                      <a:pt x="209" y="212"/>
                    </a:cubicBezTo>
                    <a:cubicBezTo>
                      <a:pt x="211" y="211"/>
                      <a:pt x="211" y="210"/>
                      <a:pt x="211" y="210"/>
                    </a:cubicBezTo>
                    <a:cubicBezTo>
                      <a:pt x="213" y="210"/>
                      <a:pt x="213" y="210"/>
                      <a:pt x="213" y="211"/>
                    </a:cubicBezTo>
                    <a:cubicBezTo>
                      <a:pt x="214" y="209"/>
                      <a:pt x="216" y="209"/>
                      <a:pt x="218" y="209"/>
                    </a:cubicBezTo>
                    <a:cubicBezTo>
                      <a:pt x="218" y="208"/>
                      <a:pt x="220" y="207"/>
                      <a:pt x="221" y="206"/>
                    </a:cubicBezTo>
                    <a:cubicBezTo>
                      <a:pt x="221" y="205"/>
                      <a:pt x="221" y="204"/>
                      <a:pt x="221" y="203"/>
                    </a:cubicBezTo>
                    <a:cubicBezTo>
                      <a:pt x="223" y="203"/>
                      <a:pt x="222" y="203"/>
                      <a:pt x="223" y="202"/>
                    </a:cubicBezTo>
                    <a:cubicBezTo>
                      <a:pt x="224" y="202"/>
                      <a:pt x="225" y="202"/>
                      <a:pt x="225" y="201"/>
                    </a:cubicBezTo>
                    <a:cubicBezTo>
                      <a:pt x="226" y="200"/>
                      <a:pt x="227" y="200"/>
                      <a:pt x="227" y="193"/>
                    </a:cubicBezTo>
                    <a:cubicBezTo>
                      <a:pt x="227" y="193"/>
                      <a:pt x="227" y="193"/>
                      <a:pt x="228" y="192"/>
                    </a:cubicBezTo>
                    <a:cubicBezTo>
                      <a:pt x="230" y="190"/>
                      <a:pt x="230" y="183"/>
                      <a:pt x="229" y="181"/>
                    </a:cubicBezTo>
                    <a:cubicBezTo>
                      <a:pt x="227" y="178"/>
                      <a:pt x="227" y="178"/>
                      <a:pt x="227" y="178"/>
                    </a:cubicBezTo>
                    <a:cubicBezTo>
                      <a:pt x="226" y="177"/>
                      <a:pt x="226" y="177"/>
                      <a:pt x="225" y="177"/>
                    </a:cubicBezTo>
                    <a:cubicBezTo>
                      <a:pt x="218" y="172"/>
                      <a:pt x="218" y="172"/>
                      <a:pt x="218" y="172"/>
                    </a:cubicBezTo>
                    <a:cubicBezTo>
                      <a:pt x="218" y="172"/>
                      <a:pt x="217" y="171"/>
                      <a:pt x="217" y="171"/>
                    </a:cubicBezTo>
                    <a:cubicBezTo>
                      <a:pt x="211" y="168"/>
                      <a:pt x="211" y="168"/>
                      <a:pt x="211" y="168"/>
                    </a:cubicBezTo>
                    <a:cubicBezTo>
                      <a:pt x="205" y="163"/>
                      <a:pt x="206" y="165"/>
                      <a:pt x="203" y="164"/>
                    </a:cubicBezTo>
                    <a:cubicBezTo>
                      <a:pt x="203" y="164"/>
                      <a:pt x="201" y="163"/>
                      <a:pt x="200" y="164"/>
                    </a:cubicBezTo>
                    <a:cubicBezTo>
                      <a:pt x="198" y="164"/>
                      <a:pt x="198" y="164"/>
                      <a:pt x="198" y="164"/>
                    </a:cubicBezTo>
                    <a:cubicBezTo>
                      <a:pt x="197" y="163"/>
                      <a:pt x="198" y="164"/>
                      <a:pt x="196" y="164"/>
                    </a:cubicBezTo>
                    <a:cubicBezTo>
                      <a:pt x="197" y="164"/>
                      <a:pt x="197" y="164"/>
                      <a:pt x="197" y="164"/>
                    </a:cubicBezTo>
                    <a:cubicBezTo>
                      <a:pt x="197" y="164"/>
                      <a:pt x="196" y="165"/>
                      <a:pt x="195" y="164"/>
                    </a:cubicBezTo>
                    <a:cubicBezTo>
                      <a:pt x="194" y="163"/>
                      <a:pt x="194" y="163"/>
                      <a:pt x="194" y="163"/>
                    </a:cubicBezTo>
                    <a:cubicBezTo>
                      <a:pt x="192" y="164"/>
                      <a:pt x="193" y="165"/>
                      <a:pt x="190" y="164"/>
                    </a:cubicBezTo>
                    <a:cubicBezTo>
                      <a:pt x="190" y="167"/>
                      <a:pt x="190" y="167"/>
                      <a:pt x="188" y="168"/>
                    </a:cubicBezTo>
                    <a:cubicBezTo>
                      <a:pt x="186" y="171"/>
                      <a:pt x="187" y="169"/>
                      <a:pt x="187" y="171"/>
                    </a:cubicBezTo>
                    <a:cubicBezTo>
                      <a:pt x="186" y="171"/>
                      <a:pt x="186" y="170"/>
                      <a:pt x="186" y="170"/>
                    </a:cubicBezTo>
                    <a:cubicBezTo>
                      <a:pt x="185" y="174"/>
                      <a:pt x="185" y="174"/>
                      <a:pt x="185" y="174"/>
                    </a:cubicBezTo>
                    <a:cubicBezTo>
                      <a:pt x="183" y="174"/>
                      <a:pt x="181" y="174"/>
                      <a:pt x="180" y="176"/>
                    </a:cubicBezTo>
                    <a:cubicBezTo>
                      <a:pt x="180" y="177"/>
                      <a:pt x="180" y="177"/>
                      <a:pt x="180" y="177"/>
                    </a:cubicBezTo>
                    <a:cubicBezTo>
                      <a:pt x="179" y="177"/>
                      <a:pt x="179" y="177"/>
                      <a:pt x="179" y="177"/>
                    </a:cubicBezTo>
                    <a:cubicBezTo>
                      <a:pt x="179" y="177"/>
                      <a:pt x="179" y="176"/>
                      <a:pt x="179" y="176"/>
                    </a:cubicBezTo>
                    <a:cubicBezTo>
                      <a:pt x="179" y="176"/>
                      <a:pt x="179" y="176"/>
                      <a:pt x="179" y="176"/>
                    </a:cubicBezTo>
                    <a:cubicBezTo>
                      <a:pt x="179" y="176"/>
                      <a:pt x="179" y="176"/>
                      <a:pt x="179" y="176"/>
                    </a:cubicBezTo>
                    <a:cubicBezTo>
                      <a:pt x="178" y="176"/>
                      <a:pt x="178" y="175"/>
                      <a:pt x="178" y="175"/>
                    </a:cubicBezTo>
                    <a:cubicBezTo>
                      <a:pt x="176" y="177"/>
                      <a:pt x="176" y="177"/>
                      <a:pt x="176" y="177"/>
                    </a:cubicBezTo>
                    <a:cubicBezTo>
                      <a:pt x="176" y="177"/>
                      <a:pt x="176" y="177"/>
                      <a:pt x="176" y="177"/>
                    </a:cubicBezTo>
                    <a:cubicBezTo>
                      <a:pt x="175" y="176"/>
                      <a:pt x="174" y="177"/>
                      <a:pt x="173" y="175"/>
                    </a:cubicBezTo>
                    <a:cubicBezTo>
                      <a:pt x="173" y="174"/>
                      <a:pt x="173" y="174"/>
                      <a:pt x="173" y="174"/>
                    </a:cubicBezTo>
                    <a:cubicBezTo>
                      <a:pt x="172" y="176"/>
                      <a:pt x="172" y="176"/>
                      <a:pt x="171" y="177"/>
                    </a:cubicBezTo>
                    <a:cubicBezTo>
                      <a:pt x="171" y="179"/>
                      <a:pt x="171" y="179"/>
                      <a:pt x="172" y="180"/>
                    </a:cubicBezTo>
                    <a:cubicBezTo>
                      <a:pt x="172" y="180"/>
                      <a:pt x="173" y="180"/>
                      <a:pt x="171" y="180"/>
                    </a:cubicBezTo>
                    <a:cubicBezTo>
                      <a:pt x="160" y="180"/>
                      <a:pt x="160" y="180"/>
                      <a:pt x="160" y="180"/>
                    </a:cubicBezTo>
                    <a:cubicBezTo>
                      <a:pt x="156" y="180"/>
                      <a:pt x="155" y="179"/>
                      <a:pt x="154" y="178"/>
                    </a:cubicBezTo>
                    <a:cubicBezTo>
                      <a:pt x="153" y="178"/>
                      <a:pt x="153" y="178"/>
                      <a:pt x="152" y="178"/>
                    </a:cubicBezTo>
                    <a:cubicBezTo>
                      <a:pt x="150" y="178"/>
                      <a:pt x="152" y="178"/>
                      <a:pt x="151" y="177"/>
                    </a:cubicBezTo>
                    <a:cubicBezTo>
                      <a:pt x="144" y="176"/>
                      <a:pt x="144" y="176"/>
                      <a:pt x="144" y="176"/>
                    </a:cubicBezTo>
                    <a:cubicBezTo>
                      <a:pt x="142" y="175"/>
                      <a:pt x="143" y="175"/>
                      <a:pt x="141" y="175"/>
                    </a:cubicBezTo>
                    <a:cubicBezTo>
                      <a:pt x="140" y="174"/>
                      <a:pt x="141" y="175"/>
                      <a:pt x="140" y="175"/>
                    </a:cubicBezTo>
                    <a:cubicBezTo>
                      <a:pt x="126" y="169"/>
                      <a:pt x="126" y="169"/>
                      <a:pt x="126" y="169"/>
                    </a:cubicBezTo>
                    <a:cubicBezTo>
                      <a:pt x="123" y="169"/>
                      <a:pt x="121" y="167"/>
                      <a:pt x="119" y="166"/>
                    </a:cubicBezTo>
                    <a:cubicBezTo>
                      <a:pt x="118" y="164"/>
                      <a:pt x="119" y="165"/>
                      <a:pt x="117" y="164"/>
                    </a:cubicBezTo>
                    <a:cubicBezTo>
                      <a:pt x="115" y="162"/>
                      <a:pt x="114" y="161"/>
                      <a:pt x="112" y="158"/>
                    </a:cubicBezTo>
                    <a:cubicBezTo>
                      <a:pt x="112" y="158"/>
                      <a:pt x="112" y="158"/>
                      <a:pt x="112" y="158"/>
                    </a:cubicBezTo>
                    <a:cubicBezTo>
                      <a:pt x="111" y="157"/>
                      <a:pt x="111" y="157"/>
                      <a:pt x="111" y="157"/>
                    </a:cubicBezTo>
                    <a:cubicBezTo>
                      <a:pt x="111" y="157"/>
                      <a:pt x="111" y="158"/>
                      <a:pt x="111" y="156"/>
                    </a:cubicBezTo>
                    <a:cubicBezTo>
                      <a:pt x="110" y="151"/>
                      <a:pt x="111" y="155"/>
                      <a:pt x="109" y="152"/>
                    </a:cubicBezTo>
                    <a:cubicBezTo>
                      <a:pt x="109" y="143"/>
                      <a:pt x="109" y="143"/>
                      <a:pt x="109" y="143"/>
                    </a:cubicBezTo>
                    <a:cubicBezTo>
                      <a:pt x="109" y="141"/>
                      <a:pt x="108" y="142"/>
                      <a:pt x="109" y="140"/>
                    </a:cubicBezTo>
                    <a:cubicBezTo>
                      <a:pt x="109" y="136"/>
                      <a:pt x="109" y="136"/>
                      <a:pt x="109" y="136"/>
                    </a:cubicBezTo>
                    <a:cubicBezTo>
                      <a:pt x="109" y="133"/>
                      <a:pt x="110" y="125"/>
                      <a:pt x="114" y="127"/>
                    </a:cubicBezTo>
                    <a:cubicBezTo>
                      <a:pt x="114" y="127"/>
                      <a:pt x="115" y="127"/>
                      <a:pt x="115" y="127"/>
                    </a:cubicBezTo>
                    <a:cubicBezTo>
                      <a:pt x="117" y="129"/>
                      <a:pt x="117" y="129"/>
                      <a:pt x="117" y="129"/>
                    </a:cubicBezTo>
                    <a:cubicBezTo>
                      <a:pt x="118" y="130"/>
                      <a:pt x="119" y="131"/>
                      <a:pt x="120" y="133"/>
                    </a:cubicBezTo>
                    <a:cubicBezTo>
                      <a:pt x="120" y="133"/>
                      <a:pt x="120" y="133"/>
                      <a:pt x="120" y="134"/>
                    </a:cubicBezTo>
                    <a:cubicBezTo>
                      <a:pt x="120" y="135"/>
                      <a:pt x="120" y="135"/>
                      <a:pt x="120" y="135"/>
                    </a:cubicBezTo>
                    <a:cubicBezTo>
                      <a:pt x="120" y="137"/>
                      <a:pt x="122" y="141"/>
                      <a:pt x="123" y="143"/>
                    </a:cubicBezTo>
                    <a:cubicBezTo>
                      <a:pt x="123" y="143"/>
                      <a:pt x="123" y="143"/>
                      <a:pt x="123" y="143"/>
                    </a:cubicBezTo>
                    <a:cubicBezTo>
                      <a:pt x="124" y="146"/>
                      <a:pt x="124" y="146"/>
                      <a:pt x="124" y="146"/>
                    </a:cubicBezTo>
                    <a:cubicBezTo>
                      <a:pt x="124" y="146"/>
                      <a:pt x="124" y="146"/>
                      <a:pt x="125" y="146"/>
                    </a:cubicBezTo>
                    <a:cubicBezTo>
                      <a:pt x="126" y="148"/>
                      <a:pt x="127" y="149"/>
                      <a:pt x="129" y="150"/>
                    </a:cubicBezTo>
                    <a:cubicBezTo>
                      <a:pt x="132" y="151"/>
                      <a:pt x="136" y="149"/>
                      <a:pt x="136" y="155"/>
                    </a:cubicBezTo>
                    <a:cubicBezTo>
                      <a:pt x="139" y="154"/>
                      <a:pt x="139" y="154"/>
                      <a:pt x="139" y="154"/>
                    </a:cubicBezTo>
                    <a:cubicBezTo>
                      <a:pt x="139" y="156"/>
                      <a:pt x="139" y="156"/>
                      <a:pt x="139" y="156"/>
                    </a:cubicBezTo>
                    <a:cubicBezTo>
                      <a:pt x="139" y="157"/>
                      <a:pt x="140" y="156"/>
                      <a:pt x="139" y="157"/>
                    </a:cubicBezTo>
                    <a:cubicBezTo>
                      <a:pt x="140" y="158"/>
                      <a:pt x="139" y="158"/>
                      <a:pt x="141" y="159"/>
                    </a:cubicBezTo>
                    <a:cubicBezTo>
                      <a:pt x="142" y="158"/>
                      <a:pt x="142" y="158"/>
                      <a:pt x="143" y="156"/>
                    </a:cubicBezTo>
                    <a:cubicBezTo>
                      <a:pt x="143" y="155"/>
                      <a:pt x="143" y="155"/>
                      <a:pt x="143" y="154"/>
                    </a:cubicBezTo>
                    <a:cubicBezTo>
                      <a:pt x="145" y="153"/>
                      <a:pt x="144" y="153"/>
                      <a:pt x="145" y="153"/>
                    </a:cubicBezTo>
                    <a:cubicBezTo>
                      <a:pt x="147" y="152"/>
                      <a:pt x="147" y="152"/>
                      <a:pt x="147" y="152"/>
                    </a:cubicBezTo>
                    <a:cubicBezTo>
                      <a:pt x="148" y="151"/>
                      <a:pt x="149" y="149"/>
                      <a:pt x="150" y="147"/>
                    </a:cubicBezTo>
                    <a:cubicBezTo>
                      <a:pt x="150" y="146"/>
                      <a:pt x="151" y="141"/>
                      <a:pt x="151" y="140"/>
                    </a:cubicBezTo>
                    <a:cubicBezTo>
                      <a:pt x="151" y="140"/>
                      <a:pt x="151" y="140"/>
                      <a:pt x="151" y="140"/>
                    </a:cubicBezTo>
                    <a:cubicBezTo>
                      <a:pt x="151" y="131"/>
                      <a:pt x="151" y="131"/>
                      <a:pt x="151" y="131"/>
                    </a:cubicBezTo>
                    <a:cubicBezTo>
                      <a:pt x="155" y="131"/>
                      <a:pt x="155" y="131"/>
                      <a:pt x="155" y="131"/>
                    </a:cubicBezTo>
                    <a:cubicBezTo>
                      <a:pt x="155" y="131"/>
                      <a:pt x="155" y="131"/>
                      <a:pt x="156" y="131"/>
                    </a:cubicBezTo>
                    <a:cubicBezTo>
                      <a:pt x="156" y="132"/>
                      <a:pt x="156" y="132"/>
                      <a:pt x="156" y="132"/>
                    </a:cubicBezTo>
                    <a:cubicBezTo>
                      <a:pt x="160" y="132"/>
                      <a:pt x="160" y="131"/>
                      <a:pt x="163" y="130"/>
                    </a:cubicBezTo>
                    <a:cubicBezTo>
                      <a:pt x="164" y="130"/>
                      <a:pt x="164" y="130"/>
                      <a:pt x="165" y="129"/>
                    </a:cubicBezTo>
                    <a:cubicBezTo>
                      <a:pt x="166" y="129"/>
                      <a:pt x="165" y="129"/>
                      <a:pt x="167" y="129"/>
                    </a:cubicBezTo>
                    <a:cubicBezTo>
                      <a:pt x="167" y="128"/>
                      <a:pt x="167" y="129"/>
                      <a:pt x="168" y="128"/>
                    </a:cubicBezTo>
                    <a:cubicBezTo>
                      <a:pt x="174" y="122"/>
                      <a:pt x="174" y="122"/>
                      <a:pt x="174" y="122"/>
                    </a:cubicBezTo>
                    <a:cubicBezTo>
                      <a:pt x="175" y="121"/>
                      <a:pt x="175" y="121"/>
                      <a:pt x="175" y="121"/>
                    </a:cubicBezTo>
                    <a:cubicBezTo>
                      <a:pt x="176" y="120"/>
                      <a:pt x="176" y="120"/>
                      <a:pt x="177" y="119"/>
                    </a:cubicBezTo>
                    <a:cubicBezTo>
                      <a:pt x="178" y="116"/>
                      <a:pt x="184" y="112"/>
                      <a:pt x="182" y="108"/>
                    </a:cubicBezTo>
                    <a:cubicBezTo>
                      <a:pt x="186" y="105"/>
                      <a:pt x="185" y="104"/>
                      <a:pt x="186" y="101"/>
                    </a:cubicBezTo>
                    <a:cubicBezTo>
                      <a:pt x="186" y="101"/>
                      <a:pt x="185" y="101"/>
                      <a:pt x="185" y="101"/>
                    </a:cubicBezTo>
                    <a:cubicBezTo>
                      <a:pt x="185" y="101"/>
                      <a:pt x="185" y="101"/>
                      <a:pt x="185" y="100"/>
                    </a:cubicBezTo>
                    <a:cubicBezTo>
                      <a:pt x="185" y="100"/>
                      <a:pt x="185" y="100"/>
                      <a:pt x="184" y="100"/>
                    </a:cubicBezTo>
                    <a:cubicBezTo>
                      <a:pt x="186" y="99"/>
                      <a:pt x="186" y="99"/>
                      <a:pt x="187" y="97"/>
                    </a:cubicBezTo>
                    <a:cubicBezTo>
                      <a:pt x="188" y="96"/>
                      <a:pt x="189" y="95"/>
                      <a:pt x="189" y="94"/>
                    </a:cubicBezTo>
                    <a:cubicBezTo>
                      <a:pt x="190" y="90"/>
                      <a:pt x="190" y="90"/>
                      <a:pt x="190" y="90"/>
                    </a:cubicBezTo>
                    <a:cubicBezTo>
                      <a:pt x="191" y="88"/>
                      <a:pt x="189" y="87"/>
                      <a:pt x="191" y="86"/>
                    </a:cubicBezTo>
                    <a:cubicBezTo>
                      <a:pt x="190" y="85"/>
                      <a:pt x="190" y="86"/>
                      <a:pt x="191" y="85"/>
                    </a:cubicBezTo>
                    <a:cubicBezTo>
                      <a:pt x="191" y="82"/>
                      <a:pt x="191" y="75"/>
                      <a:pt x="192" y="72"/>
                    </a:cubicBezTo>
                    <a:cubicBezTo>
                      <a:pt x="192" y="71"/>
                      <a:pt x="192" y="72"/>
                      <a:pt x="192" y="70"/>
                    </a:cubicBezTo>
                    <a:cubicBezTo>
                      <a:pt x="192" y="68"/>
                      <a:pt x="192" y="69"/>
                      <a:pt x="192" y="65"/>
                    </a:cubicBezTo>
                    <a:cubicBezTo>
                      <a:pt x="192" y="61"/>
                      <a:pt x="191" y="58"/>
                      <a:pt x="190" y="55"/>
                    </a:cubicBezTo>
                    <a:cubicBezTo>
                      <a:pt x="186" y="50"/>
                      <a:pt x="186" y="50"/>
                      <a:pt x="186" y="50"/>
                    </a:cubicBezTo>
                    <a:cubicBezTo>
                      <a:pt x="184" y="48"/>
                      <a:pt x="180" y="48"/>
                      <a:pt x="177" y="48"/>
                    </a:cubicBezTo>
                    <a:cubicBezTo>
                      <a:pt x="177" y="48"/>
                      <a:pt x="177" y="48"/>
                      <a:pt x="176" y="48"/>
                    </a:cubicBezTo>
                    <a:cubicBezTo>
                      <a:pt x="176" y="48"/>
                      <a:pt x="176" y="48"/>
                      <a:pt x="175" y="48"/>
                    </a:cubicBezTo>
                    <a:cubicBezTo>
                      <a:pt x="173" y="49"/>
                      <a:pt x="172" y="49"/>
                      <a:pt x="170" y="49"/>
                    </a:cubicBezTo>
                    <a:cubicBezTo>
                      <a:pt x="165" y="50"/>
                      <a:pt x="165" y="50"/>
                      <a:pt x="165" y="50"/>
                    </a:cubicBezTo>
                    <a:cubicBezTo>
                      <a:pt x="164" y="50"/>
                      <a:pt x="164" y="50"/>
                      <a:pt x="164" y="50"/>
                    </a:cubicBezTo>
                    <a:cubicBezTo>
                      <a:pt x="162" y="51"/>
                      <a:pt x="159" y="52"/>
                      <a:pt x="157" y="54"/>
                    </a:cubicBezTo>
                    <a:cubicBezTo>
                      <a:pt x="156" y="52"/>
                      <a:pt x="156" y="52"/>
                      <a:pt x="156" y="52"/>
                    </a:cubicBezTo>
                    <a:cubicBezTo>
                      <a:pt x="157" y="51"/>
                      <a:pt x="157" y="51"/>
                      <a:pt x="157" y="49"/>
                    </a:cubicBezTo>
                    <a:cubicBezTo>
                      <a:pt x="159" y="42"/>
                      <a:pt x="159" y="42"/>
                      <a:pt x="159" y="42"/>
                    </a:cubicBezTo>
                    <a:cubicBezTo>
                      <a:pt x="159" y="39"/>
                      <a:pt x="160" y="40"/>
                      <a:pt x="160" y="36"/>
                    </a:cubicBezTo>
                    <a:cubicBezTo>
                      <a:pt x="161" y="35"/>
                      <a:pt x="161" y="35"/>
                      <a:pt x="161" y="35"/>
                    </a:cubicBezTo>
                    <a:cubicBezTo>
                      <a:pt x="161" y="31"/>
                      <a:pt x="161" y="29"/>
                      <a:pt x="163" y="25"/>
                    </a:cubicBezTo>
                    <a:cubicBezTo>
                      <a:pt x="165" y="21"/>
                      <a:pt x="165" y="11"/>
                      <a:pt x="162" y="7"/>
                    </a:cubicBezTo>
                    <a:cubicBezTo>
                      <a:pt x="161" y="5"/>
                      <a:pt x="158" y="4"/>
                      <a:pt x="156" y="4"/>
                    </a:cubicBezTo>
                    <a:cubicBezTo>
                      <a:pt x="155" y="4"/>
                      <a:pt x="155" y="4"/>
                      <a:pt x="155" y="4"/>
                    </a:cubicBezTo>
                    <a:cubicBezTo>
                      <a:pt x="155" y="4"/>
                      <a:pt x="155" y="4"/>
                      <a:pt x="155" y="4"/>
                    </a:cubicBezTo>
                    <a:cubicBezTo>
                      <a:pt x="153" y="6"/>
                      <a:pt x="150" y="6"/>
                      <a:pt x="148" y="6"/>
                    </a:cubicBezTo>
                    <a:cubicBezTo>
                      <a:pt x="148" y="6"/>
                      <a:pt x="147" y="7"/>
                      <a:pt x="147" y="7"/>
                    </a:cubicBezTo>
                    <a:cubicBezTo>
                      <a:pt x="146" y="9"/>
                      <a:pt x="145" y="10"/>
                      <a:pt x="145" y="12"/>
                    </a:cubicBezTo>
                    <a:cubicBezTo>
                      <a:pt x="144" y="13"/>
                      <a:pt x="144" y="13"/>
                      <a:pt x="144" y="13"/>
                    </a:cubicBezTo>
                    <a:cubicBezTo>
                      <a:pt x="143" y="18"/>
                      <a:pt x="143" y="16"/>
                      <a:pt x="141" y="20"/>
                    </a:cubicBezTo>
                    <a:cubicBezTo>
                      <a:pt x="141" y="20"/>
                      <a:pt x="141" y="20"/>
                      <a:pt x="141" y="20"/>
                    </a:cubicBezTo>
                    <a:cubicBezTo>
                      <a:pt x="139" y="24"/>
                      <a:pt x="138" y="27"/>
                      <a:pt x="138" y="31"/>
                    </a:cubicBezTo>
                    <a:cubicBezTo>
                      <a:pt x="136" y="30"/>
                      <a:pt x="138" y="33"/>
                      <a:pt x="137" y="37"/>
                    </a:cubicBezTo>
                    <a:cubicBezTo>
                      <a:pt x="137" y="37"/>
                      <a:pt x="136" y="37"/>
                      <a:pt x="136" y="37"/>
                    </a:cubicBezTo>
                    <a:cubicBezTo>
                      <a:pt x="136" y="38"/>
                      <a:pt x="136" y="37"/>
                      <a:pt x="137" y="37"/>
                    </a:cubicBezTo>
                    <a:cubicBezTo>
                      <a:pt x="136" y="41"/>
                      <a:pt x="134" y="44"/>
                      <a:pt x="134" y="47"/>
                    </a:cubicBezTo>
                    <a:cubicBezTo>
                      <a:pt x="132" y="48"/>
                      <a:pt x="136" y="47"/>
                      <a:pt x="134" y="48"/>
                    </a:cubicBezTo>
                    <a:cubicBezTo>
                      <a:pt x="133" y="53"/>
                      <a:pt x="133" y="53"/>
                      <a:pt x="133" y="53"/>
                    </a:cubicBezTo>
                    <a:cubicBezTo>
                      <a:pt x="133" y="54"/>
                      <a:pt x="133" y="57"/>
                      <a:pt x="132" y="58"/>
                    </a:cubicBezTo>
                    <a:cubicBezTo>
                      <a:pt x="131" y="60"/>
                      <a:pt x="131" y="66"/>
                      <a:pt x="131" y="68"/>
                    </a:cubicBezTo>
                    <a:cubicBezTo>
                      <a:pt x="130" y="69"/>
                      <a:pt x="130" y="68"/>
                      <a:pt x="130" y="70"/>
                    </a:cubicBezTo>
                    <a:cubicBezTo>
                      <a:pt x="130" y="71"/>
                      <a:pt x="130" y="72"/>
                      <a:pt x="130" y="72"/>
                    </a:cubicBezTo>
                    <a:cubicBezTo>
                      <a:pt x="129" y="73"/>
                      <a:pt x="129" y="74"/>
                      <a:pt x="129" y="76"/>
                    </a:cubicBezTo>
                    <a:cubicBezTo>
                      <a:pt x="129" y="77"/>
                      <a:pt x="129" y="77"/>
                      <a:pt x="129" y="77"/>
                    </a:cubicBezTo>
                    <a:cubicBezTo>
                      <a:pt x="128" y="79"/>
                      <a:pt x="128" y="78"/>
                      <a:pt x="128" y="80"/>
                    </a:cubicBezTo>
                    <a:cubicBezTo>
                      <a:pt x="112" y="95"/>
                      <a:pt x="112" y="95"/>
                      <a:pt x="112" y="95"/>
                    </a:cubicBezTo>
                    <a:cubicBezTo>
                      <a:pt x="112" y="95"/>
                      <a:pt x="112" y="95"/>
                      <a:pt x="112" y="96"/>
                    </a:cubicBezTo>
                    <a:cubicBezTo>
                      <a:pt x="109" y="99"/>
                      <a:pt x="109" y="99"/>
                      <a:pt x="109" y="99"/>
                    </a:cubicBezTo>
                    <a:cubicBezTo>
                      <a:pt x="107" y="100"/>
                      <a:pt x="106" y="101"/>
                      <a:pt x="104" y="101"/>
                    </a:cubicBezTo>
                    <a:cubicBezTo>
                      <a:pt x="103" y="101"/>
                      <a:pt x="103" y="100"/>
                      <a:pt x="103" y="102"/>
                    </a:cubicBezTo>
                    <a:cubicBezTo>
                      <a:pt x="101" y="102"/>
                      <a:pt x="100" y="102"/>
                      <a:pt x="99" y="103"/>
                    </a:cubicBezTo>
                    <a:cubicBezTo>
                      <a:pt x="99" y="103"/>
                      <a:pt x="99" y="103"/>
                      <a:pt x="99" y="103"/>
                    </a:cubicBezTo>
                    <a:cubicBezTo>
                      <a:pt x="95" y="106"/>
                      <a:pt x="93" y="108"/>
                      <a:pt x="91" y="112"/>
                    </a:cubicBezTo>
                    <a:cubicBezTo>
                      <a:pt x="89" y="116"/>
                      <a:pt x="89" y="116"/>
                      <a:pt x="89" y="116"/>
                    </a:cubicBezTo>
                    <a:cubicBezTo>
                      <a:pt x="88" y="118"/>
                      <a:pt x="87" y="120"/>
                      <a:pt x="87" y="123"/>
                    </a:cubicBezTo>
                    <a:cubicBezTo>
                      <a:pt x="86" y="126"/>
                      <a:pt x="86" y="126"/>
                      <a:pt x="86" y="126"/>
                    </a:cubicBezTo>
                    <a:cubicBezTo>
                      <a:pt x="84" y="127"/>
                      <a:pt x="82" y="130"/>
                      <a:pt x="81" y="132"/>
                    </a:cubicBezTo>
                    <a:cubicBezTo>
                      <a:pt x="77" y="136"/>
                      <a:pt x="77" y="136"/>
                      <a:pt x="77" y="136"/>
                    </a:cubicBezTo>
                    <a:cubicBezTo>
                      <a:pt x="77" y="136"/>
                      <a:pt x="77" y="137"/>
                      <a:pt x="77" y="137"/>
                    </a:cubicBezTo>
                    <a:cubicBezTo>
                      <a:pt x="77" y="137"/>
                      <a:pt x="77" y="137"/>
                      <a:pt x="76" y="137"/>
                    </a:cubicBezTo>
                    <a:cubicBezTo>
                      <a:pt x="75" y="139"/>
                      <a:pt x="75" y="139"/>
                      <a:pt x="75" y="139"/>
                    </a:cubicBezTo>
                    <a:cubicBezTo>
                      <a:pt x="75" y="139"/>
                      <a:pt x="75" y="139"/>
                      <a:pt x="75" y="139"/>
                    </a:cubicBezTo>
                    <a:cubicBezTo>
                      <a:pt x="75" y="140"/>
                      <a:pt x="75" y="140"/>
                      <a:pt x="75" y="140"/>
                    </a:cubicBezTo>
                    <a:cubicBezTo>
                      <a:pt x="75" y="140"/>
                      <a:pt x="74" y="140"/>
                      <a:pt x="74" y="140"/>
                    </a:cubicBezTo>
                    <a:cubicBezTo>
                      <a:pt x="71" y="144"/>
                      <a:pt x="71" y="144"/>
                      <a:pt x="71" y="144"/>
                    </a:cubicBezTo>
                    <a:cubicBezTo>
                      <a:pt x="71" y="144"/>
                      <a:pt x="71" y="144"/>
                      <a:pt x="71" y="144"/>
                    </a:cubicBezTo>
                    <a:cubicBezTo>
                      <a:pt x="71" y="144"/>
                      <a:pt x="71" y="144"/>
                      <a:pt x="70" y="145"/>
                    </a:cubicBezTo>
                    <a:cubicBezTo>
                      <a:pt x="70" y="146"/>
                      <a:pt x="68" y="147"/>
                      <a:pt x="67" y="148"/>
                    </a:cubicBezTo>
                    <a:cubicBezTo>
                      <a:pt x="61" y="156"/>
                      <a:pt x="61" y="156"/>
                      <a:pt x="61" y="156"/>
                    </a:cubicBezTo>
                    <a:cubicBezTo>
                      <a:pt x="60" y="156"/>
                      <a:pt x="60" y="156"/>
                      <a:pt x="60" y="157"/>
                    </a:cubicBezTo>
                    <a:cubicBezTo>
                      <a:pt x="58" y="157"/>
                      <a:pt x="60" y="158"/>
                      <a:pt x="58" y="157"/>
                    </a:cubicBezTo>
                    <a:cubicBezTo>
                      <a:pt x="58" y="156"/>
                      <a:pt x="58" y="157"/>
                      <a:pt x="59" y="156"/>
                    </a:cubicBezTo>
                    <a:cubicBezTo>
                      <a:pt x="59" y="156"/>
                      <a:pt x="59" y="156"/>
                      <a:pt x="59" y="156"/>
                    </a:cubicBezTo>
                    <a:cubicBezTo>
                      <a:pt x="59" y="131"/>
                      <a:pt x="59" y="131"/>
                      <a:pt x="59" y="131"/>
                    </a:cubicBezTo>
                    <a:cubicBezTo>
                      <a:pt x="59" y="129"/>
                      <a:pt x="59" y="128"/>
                      <a:pt x="59" y="126"/>
                    </a:cubicBezTo>
                    <a:cubicBezTo>
                      <a:pt x="59" y="124"/>
                      <a:pt x="59" y="122"/>
                      <a:pt x="59" y="121"/>
                    </a:cubicBezTo>
                    <a:cubicBezTo>
                      <a:pt x="59" y="120"/>
                      <a:pt x="60" y="119"/>
                      <a:pt x="60" y="116"/>
                    </a:cubicBezTo>
                    <a:cubicBezTo>
                      <a:pt x="63" y="114"/>
                      <a:pt x="63" y="114"/>
                      <a:pt x="63" y="114"/>
                    </a:cubicBezTo>
                    <a:cubicBezTo>
                      <a:pt x="63" y="114"/>
                      <a:pt x="63" y="114"/>
                      <a:pt x="63" y="114"/>
                    </a:cubicBezTo>
                    <a:cubicBezTo>
                      <a:pt x="65" y="112"/>
                      <a:pt x="65" y="112"/>
                      <a:pt x="65" y="112"/>
                    </a:cubicBezTo>
                    <a:cubicBezTo>
                      <a:pt x="66" y="112"/>
                      <a:pt x="67" y="112"/>
                      <a:pt x="69" y="110"/>
                    </a:cubicBezTo>
                    <a:cubicBezTo>
                      <a:pt x="74" y="106"/>
                      <a:pt x="74" y="106"/>
                      <a:pt x="74" y="106"/>
                    </a:cubicBezTo>
                    <a:cubicBezTo>
                      <a:pt x="74" y="106"/>
                      <a:pt x="74" y="106"/>
                      <a:pt x="74" y="106"/>
                    </a:cubicBezTo>
                    <a:cubicBezTo>
                      <a:pt x="76" y="104"/>
                      <a:pt x="76" y="104"/>
                      <a:pt x="76" y="104"/>
                    </a:cubicBezTo>
                    <a:cubicBezTo>
                      <a:pt x="77" y="102"/>
                      <a:pt x="78" y="101"/>
                      <a:pt x="80" y="98"/>
                    </a:cubicBezTo>
                    <a:cubicBezTo>
                      <a:pt x="83" y="91"/>
                      <a:pt x="83" y="91"/>
                      <a:pt x="83" y="91"/>
                    </a:cubicBezTo>
                    <a:cubicBezTo>
                      <a:pt x="83" y="90"/>
                      <a:pt x="83" y="91"/>
                      <a:pt x="84" y="90"/>
                    </a:cubicBezTo>
                    <a:cubicBezTo>
                      <a:pt x="85" y="82"/>
                      <a:pt x="82" y="82"/>
                      <a:pt x="82" y="77"/>
                    </a:cubicBezTo>
                    <a:cubicBezTo>
                      <a:pt x="82" y="77"/>
                      <a:pt x="82" y="77"/>
                      <a:pt x="82" y="77"/>
                    </a:cubicBezTo>
                    <a:cubicBezTo>
                      <a:pt x="82" y="77"/>
                      <a:pt x="81" y="77"/>
                      <a:pt x="81" y="77"/>
                    </a:cubicBezTo>
                    <a:cubicBezTo>
                      <a:pt x="81" y="72"/>
                      <a:pt x="81" y="72"/>
                      <a:pt x="81" y="72"/>
                    </a:cubicBezTo>
                    <a:cubicBezTo>
                      <a:pt x="80" y="72"/>
                      <a:pt x="81" y="72"/>
                      <a:pt x="80" y="72"/>
                    </a:cubicBezTo>
                    <a:cubicBezTo>
                      <a:pt x="80" y="72"/>
                      <a:pt x="81" y="72"/>
                      <a:pt x="80" y="72"/>
                    </a:cubicBezTo>
                    <a:cubicBezTo>
                      <a:pt x="81" y="67"/>
                      <a:pt x="79" y="67"/>
                      <a:pt x="79" y="65"/>
                    </a:cubicBezTo>
                    <a:cubicBezTo>
                      <a:pt x="79" y="49"/>
                      <a:pt x="79" y="49"/>
                      <a:pt x="79" y="49"/>
                    </a:cubicBezTo>
                    <a:cubicBezTo>
                      <a:pt x="79" y="46"/>
                      <a:pt x="80" y="41"/>
                      <a:pt x="79" y="38"/>
                    </a:cubicBezTo>
                    <a:cubicBezTo>
                      <a:pt x="79" y="38"/>
                      <a:pt x="79" y="38"/>
                      <a:pt x="79" y="38"/>
                    </a:cubicBezTo>
                    <a:cubicBezTo>
                      <a:pt x="79" y="36"/>
                      <a:pt x="79" y="36"/>
                      <a:pt x="79" y="36"/>
                    </a:cubicBezTo>
                    <a:cubicBezTo>
                      <a:pt x="79" y="35"/>
                      <a:pt x="79" y="34"/>
                      <a:pt x="78" y="34"/>
                    </a:cubicBezTo>
                    <a:cubicBezTo>
                      <a:pt x="78" y="26"/>
                      <a:pt x="82" y="25"/>
                      <a:pt x="77" y="22"/>
                    </a:cubicBezTo>
                    <a:cubicBezTo>
                      <a:pt x="73" y="19"/>
                      <a:pt x="75" y="18"/>
                      <a:pt x="74" y="13"/>
                    </a:cubicBezTo>
                    <a:cubicBezTo>
                      <a:pt x="73" y="8"/>
                      <a:pt x="75" y="4"/>
                      <a:pt x="69" y="1"/>
                    </a:cubicBezTo>
                    <a:cubicBezTo>
                      <a:pt x="69" y="1"/>
                      <a:pt x="69" y="1"/>
                      <a:pt x="69" y="1"/>
                    </a:cubicBezTo>
                    <a:cubicBezTo>
                      <a:pt x="68" y="0"/>
                      <a:pt x="65" y="0"/>
                      <a:pt x="64" y="0"/>
                    </a:cubicBezTo>
                    <a:cubicBezTo>
                      <a:pt x="61" y="3"/>
                      <a:pt x="61" y="3"/>
                      <a:pt x="61" y="3"/>
                    </a:cubicBezTo>
                    <a:cubicBezTo>
                      <a:pt x="61" y="3"/>
                      <a:pt x="61" y="3"/>
                      <a:pt x="61" y="3"/>
                    </a:cubicBezTo>
                    <a:cubicBezTo>
                      <a:pt x="59" y="5"/>
                      <a:pt x="59" y="5"/>
                      <a:pt x="59" y="5"/>
                    </a:cubicBezTo>
                    <a:cubicBezTo>
                      <a:pt x="58" y="7"/>
                      <a:pt x="56" y="9"/>
                      <a:pt x="55" y="11"/>
                    </a:cubicBezTo>
                    <a:cubicBezTo>
                      <a:pt x="54" y="15"/>
                      <a:pt x="53" y="18"/>
                      <a:pt x="52" y="21"/>
                    </a:cubicBezTo>
                    <a:cubicBezTo>
                      <a:pt x="51" y="24"/>
                      <a:pt x="51" y="23"/>
                      <a:pt x="51" y="26"/>
                    </a:cubicBezTo>
                    <a:cubicBezTo>
                      <a:pt x="51" y="27"/>
                      <a:pt x="50" y="27"/>
                      <a:pt x="49" y="27"/>
                    </a:cubicBezTo>
                    <a:cubicBezTo>
                      <a:pt x="50" y="29"/>
                      <a:pt x="50" y="29"/>
                      <a:pt x="50" y="29"/>
                    </a:cubicBezTo>
                    <a:cubicBezTo>
                      <a:pt x="48" y="30"/>
                      <a:pt x="48" y="30"/>
                      <a:pt x="48" y="30"/>
                    </a:cubicBezTo>
                    <a:cubicBezTo>
                      <a:pt x="49" y="33"/>
                      <a:pt x="49" y="33"/>
                      <a:pt x="49" y="33"/>
                    </a:cubicBezTo>
                    <a:cubicBezTo>
                      <a:pt x="47" y="33"/>
                      <a:pt x="48" y="33"/>
                      <a:pt x="47" y="34"/>
                    </a:cubicBezTo>
                    <a:cubicBezTo>
                      <a:pt x="47" y="35"/>
                      <a:pt x="47" y="35"/>
                      <a:pt x="48" y="36"/>
                    </a:cubicBezTo>
                    <a:cubicBezTo>
                      <a:pt x="47" y="36"/>
                      <a:pt x="47" y="36"/>
                      <a:pt x="47" y="36"/>
                    </a:cubicBezTo>
                    <a:cubicBezTo>
                      <a:pt x="47" y="37"/>
                      <a:pt x="46" y="37"/>
                      <a:pt x="46" y="39"/>
                    </a:cubicBezTo>
                    <a:cubicBezTo>
                      <a:pt x="46" y="38"/>
                      <a:pt x="46" y="38"/>
                      <a:pt x="45" y="38"/>
                    </a:cubicBezTo>
                    <a:cubicBezTo>
                      <a:pt x="45" y="39"/>
                      <a:pt x="45" y="39"/>
                      <a:pt x="46" y="40"/>
                    </a:cubicBezTo>
                    <a:cubicBezTo>
                      <a:pt x="46" y="40"/>
                      <a:pt x="45" y="41"/>
                      <a:pt x="45" y="41"/>
                    </a:cubicBezTo>
                    <a:cubicBezTo>
                      <a:pt x="45" y="41"/>
                      <a:pt x="45" y="41"/>
                      <a:pt x="45" y="41"/>
                    </a:cubicBezTo>
                    <a:cubicBezTo>
                      <a:pt x="45" y="41"/>
                      <a:pt x="44" y="41"/>
                      <a:pt x="44" y="40"/>
                    </a:cubicBezTo>
                    <a:cubicBezTo>
                      <a:pt x="44" y="40"/>
                      <a:pt x="44" y="40"/>
                      <a:pt x="44" y="40"/>
                    </a:cubicBezTo>
                    <a:cubicBezTo>
                      <a:pt x="44" y="43"/>
                      <a:pt x="44" y="41"/>
                      <a:pt x="43" y="43"/>
                    </a:cubicBezTo>
                    <a:cubicBezTo>
                      <a:pt x="43" y="44"/>
                      <a:pt x="44" y="43"/>
                      <a:pt x="42" y="44"/>
                    </a:cubicBezTo>
                    <a:cubicBezTo>
                      <a:pt x="44" y="47"/>
                      <a:pt x="44" y="47"/>
                      <a:pt x="44" y="47"/>
                    </a:cubicBezTo>
                    <a:cubicBezTo>
                      <a:pt x="43" y="47"/>
                      <a:pt x="45" y="47"/>
                      <a:pt x="43" y="47"/>
                    </a:cubicBezTo>
                    <a:cubicBezTo>
                      <a:pt x="43" y="47"/>
                      <a:pt x="42" y="47"/>
                      <a:pt x="42" y="47"/>
                    </a:cubicBezTo>
                    <a:cubicBezTo>
                      <a:pt x="41" y="50"/>
                      <a:pt x="42" y="49"/>
                      <a:pt x="41" y="49"/>
                    </a:cubicBezTo>
                    <a:cubicBezTo>
                      <a:pt x="41" y="53"/>
                      <a:pt x="43" y="55"/>
                      <a:pt x="41" y="55"/>
                    </a:cubicBezTo>
                    <a:cubicBezTo>
                      <a:pt x="41" y="57"/>
                      <a:pt x="40" y="60"/>
                      <a:pt x="40" y="60"/>
                    </a:cubicBezTo>
                    <a:cubicBezTo>
                      <a:pt x="40" y="57"/>
                      <a:pt x="40" y="57"/>
                      <a:pt x="40" y="57"/>
                    </a:cubicBezTo>
                    <a:cubicBezTo>
                      <a:pt x="38" y="59"/>
                      <a:pt x="38" y="59"/>
                      <a:pt x="38" y="59"/>
                    </a:cubicBezTo>
                    <a:cubicBezTo>
                      <a:pt x="38" y="61"/>
                      <a:pt x="37" y="61"/>
                      <a:pt x="40" y="62"/>
                    </a:cubicBezTo>
                    <a:cubicBezTo>
                      <a:pt x="39" y="65"/>
                      <a:pt x="39" y="65"/>
                      <a:pt x="39" y="65"/>
                    </a:cubicBezTo>
                    <a:cubicBezTo>
                      <a:pt x="37" y="64"/>
                      <a:pt x="39" y="64"/>
                      <a:pt x="38" y="65"/>
                    </a:cubicBezTo>
                    <a:cubicBezTo>
                      <a:pt x="37" y="66"/>
                      <a:pt x="37" y="66"/>
                      <a:pt x="37" y="66"/>
                    </a:cubicBezTo>
                    <a:cubicBezTo>
                      <a:pt x="37" y="66"/>
                      <a:pt x="36" y="66"/>
                      <a:pt x="36" y="66"/>
                    </a:cubicBezTo>
                    <a:cubicBezTo>
                      <a:pt x="36" y="69"/>
                      <a:pt x="37" y="71"/>
                      <a:pt x="37" y="74"/>
                    </a:cubicBezTo>
                    <a:cubicBezTo>
                      <a:pt x="37" y="75"/>
                      <a:pt x="37" y="74"/>
                      <a:pt x="36" y="77"/>
                    </a:cubicBezTo>
                    <a:cubicBezTo>
                      <a:pt x="34" y="80"/>
                      <a:pt x="34" y="79"/>
                      <a:pt x="35" y="84"/>
                    </a:cubicBezTo>
                    <a:cubicBezTo>
                      <a:pt x="34" y="84"/>
                      <a:pt x="34" y="84"/>
                      <a:pt x="34" y="84"/>
                    </a:cubicBezTo>
                    <a:cubicBezTo>
                      <a:pt x="33" y="85"/>
                      <a:pt x="34" y="87"/>
                      <a:pt x="33" y="88"/>
                    </a:cubicBezTo>
                    <a:cubicBezTo>
                      <a:pt x="33" y="89"/>
                      <a:pt x="33" y="89"/>
                      <a:pt x="34" y="90"/>
                    </a:cubicBezTo>
                    <a:cubicBezTo>
                      <a:pt x="32" y="92"/>
                      <a:pt x="32" y="92"/>
                      <a:pt x="32" y="92"/>
                    </a:cubicBezTo>
                    <a:cubicBezTo>
                      <a:pt x="32" y="93"/>
                      <a:pt x="32" y="93"/>
                      <a:pt x="32" y="94"/>
                    </a:cubicBezTo>
                    <a:cubicBezTo>
                      <a:pt x="31" y="95"/>
                      <a:pt x="28" y="98"/>
                      <a:pt x="28" y="98"/>
                    </a:cubicBezTo>
                    <a:cubicBezTo>
                      <a:pt x="24" y="100"/>
                      <a:pt x="24" y="100"/>
                      <a:pt x="24" y="100"/>
                    </a:cubicBezTo>
                    <a:cubicBezTo>
                      <a:pt x="23" y="101"/>
                      <a:pt x="22" y="102"/>
                      <a:pt x="21" y="101"/>
                    </a:cubicBezTo>
                    <a:cubicBezTo>
                      <a:pt x="20" y="105"/>
                      <a:pt x="17" y="103"/>
                      <a:pt x="15" y="104"/>
                    </a:cubicBezTo>
                    <a:cubicBezTo>
                      <a:pt x="13" y="105"/>
                      <a:pt x="14" y="106"/>
                      <a:pt x="10" y="106"/>
                    </a:cubicBezTo>
                    <a:cubicBezTo>
                      <a:pt x="8" y="108"/>
                      <a:pt x="8" y="108"/>
                      <a:pt x="6" y="108"/>
                    </a:cubicBezTo>
                    <a:cubicBezTo>
                      <a:pt x="4" y="110"/>
                      <a:pt x="5" y="108"/>
                      <a:pt x="5" y="110"/>
                    </a:cubicBezTo>
                    <a:cubicBezTo>
                      <a:pt x="2" y="110"/>
                      <a:pt x="2" y="110"/>
                      <a:pt x="2" y="110"/>
                    </a:cubicBezTo>
                    <a:cubicBezTo>
                      <a:pt x="1" y="112"/>
                      <a:pt x="2" y="110"/>
                      <a:pt x="1" y="112"/>
                    </a:cubicBezTo>
                    <a:cubicBezTo>
                      <a:pt x="0" y="115"/>
                      <a:pt x="0" y="116"/>
                      <a:pt x="1" y="118"/>
                    </a:cubicBezTo>
                    <a:cubicBezTo>
                      <a:pt x="3" y="123"/>
                      <a:pt x="6" y="122"/>
                      <a:pt x="6" y="126"/>
                    </a:cubicBezTo>
                    <a:cubicBezTo>
                      <a:pt x="7" y="125"/>
                      <a:pt x="8" y="126"/>
                      <a:pt x="11" y="127"/>
                    </a:cubicBezTo>
                    <a:cubicBezTo>
                      <a:pt x="12" y="127"/>
                      <a:pt x="11" y="127"/>
                      <a:pt x="13" y="128"/>
                    </a:cubicBezTo>
                    <a:cubicBezTo>
                      <a:pt x="18" y="129"/>
                      <a:pt x="24" y="129"/>
                      <a:pt x="25" y="130"/>
                    </a:cubicBezTo>
                    <a:cubicBezTo>
                      <a:pt x="26" y="135"/>
                      <a:pt x="24" y="136"/>
                      <a:pt x="27" y="137"/>
                    </a:cubicBezTo>
                    <a:cubicBezTo>
                      <a:pt x="27" y="134"/>
                      <a:pt x="27" y="134"/>
                      <a:pt x="27" y="134"/>
                    </a:cubicBezTo>
                    <a:cubicBezTo>
                      <a:pt x="29" y="136"/>
                      <a:pt x="27" y="142"/>
                      <a:pt x="27" y="144"/>
                    </a:cubicBezTo>
                    <a:cubicBezTo>
                      <a:pt x="28" y="145"/>
                      <a:pt x="28" y="145"/>
                      <a:pt x="29" y="145"/>
                    </a:cubicBezTo>
                    <a:cubicBezTo>
                      <a:pt x="29" y="149"/>
                      <a:pt x="29" y="149"/>
                      <a:pt x="29" y="149"/>
                    </a:cubicBezTo>
                    <a:cubicBezTo>
                      <a:pt x="28" y="150"/>
                      <a:pt x="29" y="151"/>
                      <a:pt x="26" y="150"/>
                    </a:cubicBezTo>
                    <a:cubicBezTo>
                      <a:pt x="27" y="146"/>
                      <a:pt x="27" y="146"/>
                      <a:pt x="27" y="146"/>
                    </a:cubicBezTo>
                    <a:close/>
                    <a:moveTo>
                      <a:pt x="22" y="157"/>
                    </a:moveTo>
                    <a:cubicBezTo>
                      <a:pt x="22" y="156"/>
                      <a:pt x="22" y="152"/>
                      <a:pt x="24" y="152"/>
                    </a:cubicBezTo>
                    <a:cubicBezTo>
                      <a:pt x="24" y="156"/>
                      <a:pt x="24" y="154"/>
                      <a:pt x="23" y="156"/>
                    </a:cubicBezTo>
                    <a:cubicBezTo>
                      <a:pt x="22" y="158"/>
                      <a:pt x="23" y="157"/>
                      <a:pt x="22" y="157"/>
                    </a:cubicBezTo>
                    <a:close/>
                    <a:moveTo>
                      <a:pt x="186" y="170"/>
                    </a:moveTo>
                    <a:cubicBezTo>
                      <a:pt x="183" y="164"/>
                      <a:pt x="183" y="164"/>
                      <a:pt x="183" y="164"/>
                    </a:cubicBezTo>
                    <a:cubicBezTo>
                      <a:pt x="184" y="165"/>
                      <a:pt x="184" y="165"/>
                      <a:pt x="184" y="165"/>
                    </a:cubicBezTo>
                    <a:cubicBezTo>
                      <a:pt x="184" y="166"/>
                      <a:pt x="184" y="166"/>
                      <a:pt x="185" y="167"/>
                    </a:cubicBezTo>
                    <a:cubicBezTo>
                      <a:pt x="186" y="169"/>
                      <a:pt x="185" y="168"/>
                      <a:pt x="187" y="168"/>
                    </a:cubicBezTo>
                    <a:cubicBezTo>
                      <a:pt x="185" y="170"/>
                      <a:pt x="186" y="168"/>
                      <a:pt x="186" y="170"/>
                    </a:cubicBezTo>
                    <a:close/>
                    <a:moveTo>
                      <a:pt x="21" y="180"/>
                    </a:moveTo>
                    <a:cubicBezTo>
                      <a:pt x="20" y="179"/>
                      <a:pt x="20" y="177"/>
                      <a:pt x="21" y="176"/>
                    </a:cubicBezTo>
                    <a:cubicBezTo>
                      <a:pt x="21" y="178"/>
                      <a:pt x="22" y="179"/>
                      <a:pt x="21" y="180"/>
                    </a:cubicBezTo>
                    <a:close/>
                    <a:moveTo>
                      <a:pt x="183" y="164"/>
                    </a:moveTo>
                    <a:cubicBezTo>
                      <a:pt x="183" y="164"/>
                      <a:pt x="182" y="164"/>
                      <a:pt x="182" y="164"/>
                    </a:cubicBezTo>
                    <a:cubicBezTo>
                      <a:pt x="181" y="161"/>
                      <a:pt x="182" y="163"/>
                      <a:pt x="182" y="162"/>
                    </a:cubicBezTo>
                    <a:cubicBezTo>
                      <a:pt x="183" y="164"/>
                      <a:pt x="183" y="164"/>
                      <a:pt x="183" y="164"/>
                    </a:cubicBezTo>
                    <a:close/>
                    <a:moveTo>
                      <a:pt x="21" y="180"/>
                    </a:moveTo>
                    <a:cubicBezTo>
                      <a:pt x="21" y="182"/>
                      <a:pt x="20" y="180"/>
                      <a:pt x="21" y="182"/>
                    </a:cubicBezTo>
                    <a:cubicBezTo>
                      <a:pt x="20" y="181"/>
                      <a:pt x="20" y="181"/>
                      <a:pt x="20" y="180"/>
                    </a:cubicBezTo>
                    <a:cubicBezTo>
                      <a:pt x="21" y="180"/>
                      <a:pt x="21" y="180"/>
                      <a:pt x="21" y="180"/>
                    </a:cubicBezTo>
                    <a:close/>
                    <a:moveTo>
                      <a:pt x="77" y="172"/>
                    </a:moveTo>
                    <a:cubicBezTo>
                      <a:pt x="77" y="172"/>
                      <a:pt x="77" y="172"/>
                      <a:pt x="77" y="172"/>
                    </a:cubicBezTo>
                    <a:cubicBezTo>
                      <a:pt x="76" y="172"/>
                      <a:pt x="77" y="171"/>
                      <a:pt x="77" y="172"/>
                    </a:cubicBezTo>
                    <a:close/>
                    <a:moveTo>
                      <a:pt x="165" y="76"/>
                    </a:moveTo>
                    <a:cubicBezTo>
                      <a:pt x="164" y="76"/>
                      <a:pt x="165" y="78"/>
                      <a:pt x="165" y="75"/>
                    </a:cubicBezTo>
                    <a:cubicBezTo>
                      <a:pt x="164" y="77"/>
                      <a:pt x="164" y="77"/>
                      <a:pt x="164" y="77"/>
                    </a:cubicBezTo>
                    <a:cubicBezTo>
                      <a:pt x="166" y="77"/>
                      <a:pt x="164" y="77"/>
                      <a:pt x="165" y="76"/>
                    </a:cubicBezTo>
                    <a:close/>
                    <a:moveTo>
                      <a:pt x="178" y="217"/>
                    </a:moveTo>
                    <a:cubicBezTo>
                      <a:pt x="177" y="218"/>
                      <a:pt x="177" y="217"/>
                      <a:pt x="177" y="218"/>
                    </a:cubicBezTo>
                    <a:cubicBezTo>
                      <a:pt x="177" y="217"/>
                      <a:pt x="176" y="216"/>
                      <a:pt x="178" y="217"/>
                    </a:cubicBezTo>
                    <a:close/>
                    <a:moveTo>
                      <a:pt x="27" y="146"/>
                    </a:moveTo>
                    <a:cubicBezTo>
                      <a:pt x="28" y="145"/>
                      <a:pt x="28" y="145"/>
                      <a:pt x="28" y="145"/>
                    </a:cubicBezTo>
                    <a:cubicBezTo>
                      <a:pt x="28" y="147"/>
                      <a:pt x="28" y="147"/>
                      <a:pt x="28" y="147"/>
                    </a:cubicBezTo>
                    <a:cubicBezTo>
                      <a:pt x="28" y="145"/>
                      <a:pt x="28" y="146"/>
                      <a:pt x="27" y="146"/>
                    </a:cubicBezTo>
                    <a:close/>
                    <a:moveTo>
                      <a:pt x="80" y="168"/>
                    </a:moveTo>
                    <a:cubicBezTo>
                      <a:pt x="80" y="170"/>
                      <a:pt x="80" y="169"/>
                      <a:pt x="79" y="169"/>
                    </a:cubicBezTo>
                    <a:cubicBezTo>
                      <a:pt x="80" y="168"/>
                      <a:pt x="80" y="168"/>
                      <a:pt x="80" y="168"/>
                    </a:cubicBezTo>
                    <a:close/>
                    <a:moveTo>
                      <a:pt x="25" y="140"/>
                    </a:moveTo>
                    <a:cubicBezTo>
                      <a:pt x="25" y="139"/>
                      <a:pt x="25" y="139"/>
                      <a:pt x="25" y="139"/>
                    </a:cubicBezTo>
                    <a:cubicBezTo>
                      <a:pt x="26" y="141"/>
                      <a:pt x="25" y="140"/>
                      <a:pt x="25" y="140"/>
                    </a:cubicBezTo>
                    <a:close/>
                    <a:moveTo>
                      <a:pt x="164" y="216"/>
                    </a:moveTo>
                    <a:cubicBezTo>
                      <a:pt x="163" y="215"/>
                      <a:pt x="163" y="215"/>
                      <a:pt x="163" y="215"/>
                    </a:cubicBezTo>
                    <a:cubicBezTo>
                      <a:pt x="164" y="216"/>
                      <a:pt x="164" y="215"/>
                      <a:pt x="164" y="2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" name="Freeform 14"/>
              <p:cNvSpPr>
                <a:spLocks noEditPoints="1"/>
              </p:cNvSpPr>
              <p:nvPr/>
            </p:nvSpPr>
            <p:spPr bwMode="auto">
              <a:xfrm>
                <a:off x="3987622" y="4298681"/>
                <a:ext cx="220663" cy="300038"/>
              </a:xfrm>
              <a:custGeom>
                <a:avLst/>
                <a:gdLst>
                  <a:gd name="T0" fmla="*/ 120 w 192"/>
                  <a:gd name="T1" fmla="*/ 186 h 261"/>
                  <a:gd name="T2" fmla="*/ 87 w 192"/>
                  <a:gd name="T3" fmla="*/ 148 h 261"/>
                  <a:gd name="T4" fmla="*/ 92 w 192"/>
                  <a:gd name="T5" fmla="*/ 150 h 261"/>
                  <a:gd name="T6" fmla="*/ 92 w 192"/>
                  <a:gd name="T7" fmla="*/ 145 h 261"/>
                  <a:gd name="T8" fmla="*/ 54 w 192"/>
                  <a:gd name="T9" fmla="*/ 140 h 261"/>
                  <a:gd name="T10" fmla="*/ 56 w 192"/>
                  <a:gd name="T11" fmla="*/ 128 h 261"/>
                  <a:gd name="T12" fmla="*/ 54 w 192"/>
                  <a:gd name="T13" fmla="*/ 113 h 261"/>
                  <a:gd name="T14" fmla="*/ 112 w 192"/>
                  <a:gd name="T15" fmla="*/ 182 h 261"/>
                  <a:gd name="T16" fmla="*/ 92 w 192"/>
                  <a:gd name="T17" fmla="*/ 193 h 261"/>
                  <a:gd name="T18" fmla="*/ 104 w 192"/>
                  <a:gd name="T19" fmla="*/ 179 h 261"/>
                  <a:gd name="T20" fmla="*/ 111 w 192"/>
                  <a:gd name="T21" fmla="*/ 169 h 261"/>
                  <a:gd name="T22" fmla="*/ 104 w 192"/>
                  <a:gd name="T23" fmla="*/ 114 h 261"/>
                  <a:gd name="T24" fmla="*/ 100 w 192"/>
                  <a:gd name="T25" fmla="*/ 169 h 261"/>
                  <a:gd name="T26" fmla="*/ 57 w 192"/>
                  <a:gd name="T27" fmla="*/ 177 h 261"/>
                  <a:gd name="T28" fmla="*/ 59 w 192"/>
                  <a:gd name="T29" fmla="*/ 160 h 261"/>
                  <a:gd name="T30" fmla="*/ 44 w 192"/>
                  <a:gd name="T31" fmla="*/ 180 h 261"/>
                  <a:gd name="T32" fmla="*/ 51 w 192"/>
                  <a:gd name="T33" fmla="*/ 214 h 261"/>
                  <a:gd name="T34" fmla="*/ 80 w 192"/>
                  <a:gd name="T35" fmla="*/ 202 h 261"/>
                  <a:gd name="T36" fmla="*/ 108 w 192"/>
                  <a:gd name="T37" fmla="*/ 197 h 261"/>
                  <a:gd name="T38" fmla="*/ 114 w 192"/>
                  <a:gd name="T39" fmla="*/ 191 h 261"/>
                  <a:gd name="T40" fmla="*/ 118 w 192"/>
                  <a:gd name="T41" fmla="*/ 184 h 261"/>
                  <a:gd name="T42" fmla="*/ 56 w 192"/>
                  <a:gd name="T43" fmla="*/ 132 h 261"/>
                  <a:gd name="T44" fmla="*/ 56 w 192"/>
                  <a:gd name="T45" fmla="*/ 127 h 261"/>
                  <a:gd name="T46" fmla="*/ 60 w 192"/>
                  <a:gd name="T47" fmla="*/ 113 h 261"/>
                  <a:gd name="T48" fmla="*/ 92 w 192"/>
                  <a:gd name="T49" fmla="*/ 93 h 261"/>
                  <a:gd name="T50" fmla="*/ 105 w 192"/>
                  <a:gd name="T51" fmla="*/ 99 h 261"/>
                  <a:gd name="T52" fmla="*/ 97 w 192"/>
                  <a:gd name="T53" fmla="*/ 124 h 261"/>
                  <a:gd name="T54" fmla="*/ 54 w 192"/>
                  <a:gd name="T55" fmla="*/ 140 h 261"/>
                  <a:gd name="T56" fmla="*/ 66 w 192"/>
                  <a:gd name="T57" fmla="*/ 81 h 261"/>
                  <a:gd name="T58" fmla="*/ 70 w 192"/>
                  <a:gd name="T59" fmla="*/ 75 h 261"/>
                  <a:gd name="T60" fmla="*/ 145 w 192"/>
                  <a:gd name="T61" fmla="*/ 89 h 261"/>
                  <a:gd name="T62" fmla="*/ 141 w 192"/>
                  <a:gd name="T63" fmla="*/ 166 h 261"/>
                  <a:gd name="T64" fmla="*/ 143 w 192"/>
                  <a:gd name="T65" fmla="*/ 126 h 261"/>
                  <a:gd name="T66" fmla="*/ 141 w 192"/>
                  <a:gd name="T67" fmla="*/ 92 h 261"/>
                  <a:gd name="T68" fmla="*/ 84 w 192"/>
                  <a:gd name="T69" fmla="*/ 64 h 261"/>
                  <a:gd name="T70" fmla="*/ 65 w 192"/>
                  <a:gd name="T71" fmla="*/ 87 h 261"/>
                  <a:gd name="T72" fmla="*/ 83 w 192"/>
                  <a:gd name="T73" fmla="*/ 76 h 261"/>
                  <a:gd name="T74" fmla="*/ 92 w 192"/>
                  <a:gd name="T75" fmla="*/ 57 h 261"/>
                  <a:gd name="T76" fmla="*/ 124 w 192"/>
                  <a:gd name="T77" fmla="*/ 46 h 261"/>
                  <a:gd name="T78" fmla="*/ 128 w 192"/>
                  <a:gd name="T79" fmla="*/ 86 h 261"/>
                  <a:gd name="T80" fmla="*/ 120 w 192"/>
                  <a:gd name="T81" fmla="*/ 104 h 261"/>
                  <a:gd name="T82" fmla="*/ 111 w 192"/>
                  <a:gd name="T83" fmla="*/ 62 h 261"/>
                  <a:gd name="T84" fmla="*/ 119 w 192"/>
                  <a:gd name="T85" fmla="*/ 36 h 261"/>
                  <a:gd name="T86" fmla="*/ 128 w 192"/>
                  <a:gd name="T87" fmla="*/ 31 h 261"/>
                  <a:gd name="T88" fmla="*/ 137 w 192"/>
                  <a:gd name="T89" fmla="*/ 6 h 261"/>
                  <a:gd name="T90" fmla="*/ 82 w 192"/>
                  <a:gd name="T91" fmla="*/ 39 h 261"/>
                  <a:gd name="T92" fmla="*/ 50 w 192"/>
                  <a:gd name="T93" fmla="*/ 82 h 261"/>
                  <a:gd name="T94" fmla="*/ 31 w 192"/>
                  <a:gd name="T95" fmla="*/ 132 h 261"/>
                  <a:gd name="T96" fmla="*/ 30 w 192"/>
                  <a:gd name="T97" fmla="*/ 80 h 261"/>
                  <a:gd name="T98" fmla="*/ 13 w 192"/>
                  <a:gd name="T99" fmla="*/ 92 h 261"/>
                  <a:gd name="T100" fmla="*/ 1 w 192"/>
                  <a:gd name="T101" fmla="*/ 168 h 261"/>
                  <a:gd name="T102" fmla="*/ 40 w 192"/>
                  <a:gd name="T103" fmla="*/ 231 h 261"/>
                  <a:gd name="T104" fmla="*/ 138 w 192"/>
                  <a:gd name="T105" fmla="*/ 227 h 261"/>
                  <a:gd name="T106" fmla="*/ 166 w 192"/>
                  <a:gd name="T107" fmla="*/ 252 h 261"/>
                  <a:gd name="T108" fmla="*/ 180 w 192"/>
                  <a:gd name="T109" fmla="*/ 167 h 261"/>
                  <a:gd name="T110" fmla="*/ 181 w 192"/>
                  <a:gd name="T111" fmla="*/ 130 h 261"/>
                  <a:gd name="T112" fmla="*/ 179 w 192"/>
                  <a:gd name="T113" fmla="*/ 97 h 261"/>
                  <a:gd name="T114" fmla="*/ 191 w 192"/>
                  <a:gd name="T115" fmla="*/ 38 h 261"/>
                  <a:gd name="T116" fmla="*/ 94 w 192"/>
                  <a:gd name="T117" fmla="*/ 94 h 261"/>
                  <a:gd name="T118" fmla="*/ 58 w 192"/>
                  <a:gd name="T119" fmla="*/ 117 h 261"/>
                  <a:gd name="T120" fmla="*/ 92 w 192"/>
                  <a:gd name="T121" fmla="*/ 97 h 261"/>
                  <a:gd name="T122" fmla="*/ 14 w 192"/>
                  <a:gd name="T123" fmla="*/ 61 h 2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92" h="261">
                    <a:moveTo>
                      <a:pt x="129" y="187"/>
                    </a:moveTo>
                    <a:cubicBezTo>
                      <a:pt x="129" y="188"/>
                      <a:pt x="129" y="188"/>
                      <a:pt x="129" y="188"/>
                    </a:cubicBezTo>
                    <a:cubicBezTo>
                      <a:pt x="128" y="188"/>
                      <a:pt x="129" y="189"/>
                      <a:pt x="129" y="187"/>
                    </a:cubicBezTo>
                    <a:close/>
                    <a:moveTo>
                      <a:pt x="118" y="187"/>
                    </a:moveTo>
                    <a:cubicBezTo>
                      <a:pt x="119" y="188"/>
                      <a:pt x="119" y="187"/>
                      <a:pt x="119" y="188"/>
                    </a:cubicBezTo>
                    <a:cubicBezTo>
                      <a:pt x="118" y="188"/>
                      <a:pt x="118" y="189"/>
                      <a:pt x="118" y="187"/>
                    </a:cubicBezTo>
                    <a:close/>
                    <a:moveTo>
                      <a:pt x="120" y="186"/>
                    </a:moveTo>
                    <a:cubicBezTo>
                      <a:pt x="121" y="186"/>
                      <a:pt x="121" y="186"/>
                      <a:pt x="121" y="186"/>
                    </a:cubicBezTo>
                    <a:cubicBezTo>
                      <a:pt x="121" y="187"/>
                      <a:pt x="121" y="187"/>
                      <a:pt x="121" y="187"/>
                    </a:cubicBezTo>
                    <a:cubicBezTo>
                      <a:pt x="121" y="187"/>
                      <a:pt x="121" y="187"/>
                      <a:pt x="121" y="187"/>
                    </a:cubicBezTo>
                    <a:cubicBezTo>
                      <a:pt x="123" y="188"/>
                      <a:pt x="125" y="189"/>
                      <a:pt x="126" y="190"/>
                    </a:cubicBezTo>
                    <a:cubicBezTo>
                      <a:pt x="125" y="191"/>
                      <a:pt x="126" y="191"/>
                      <a:pt x="123" y="189"/>
                    </a:cubicBezTo>
                    <a:cubicBezTo>
                      <a:pt x="122" y="189"/>
                      <a:pt x="122" y="189"/>
                      <a:pt x="122" y="189"/>
                    </a:cubicBezTo>
                    <a:cubicBezTo>
                      <a:pt x="120" y="188"/>
                      <a:pt x="121" y="189"/>
                      <a:pt x="120" y="186"/>
                    </a:cubicBezTo>
                    <a:close/>
                    <a:moveTo>
                      <a:pt x="40" y="177"/>
                    </a:moveTo>
                    <a:cubicBezTo>
                      <a:pt x="39" y="176"/>
                      <a:pt x="39" y="177"/>
                      <a:pt x="39" y="176"/>
                    </a:cubicBezTo>
                    <a:cubicBezTo>
                      <a:pt x="39" y="174"/>
                      <a:pt x="39" y="175"/>
                      <a:pt x="40" y="175"/>
                    </a:cubicBezTo>
                    <a:cubicBezTo>
                      <a:pt x="40" y="177"/>
                      <a:pt x="40" y="177"/>
                      <a:pt x="40" y="177"/>
                    </a:cubicBezTo>
                    <a:close/>
                    <a:moveTo>
                      <a:pt x="46" y="157"/>
                    </a:moveTo>
                    <a:cubicBezTo>
                      <a:pt x="49" y="155"/>
                      <a:pt x="47" y="157"/>
                      <a:pt x="48" y="157"/>
                    </a:cubicBezTo>
                    <a:cubicBezTo>
                      <a:pt x="46" y="157"/>
                      <a:pt x="46" y="157"/>
                      <a:pt x="46" y="157"/>
                    </a:cubicBezTo>
                    <a:close/>
                    <a:moveTo>
                      <a:pt x="83" y="152"/>
                    </a:moveTo>
                    <a:cubicBezTo>
                      <a:pt x="83" y="151"/>
                      <a:pt x="84" y="154"/>
                      <a:pt x="83" y="152"/>
                    </a:cubicBezTo>
                    <a:close/>
                    <a:moveTo>
                      <a:pt x="87" y="147"/>
                    </a:moveTo>
                    <a:cubicBezTo>
                      <a:pt x="86" y="149"/>
                      <a:pt x="86" y="149"/>
                      <a:pt x="86" y="149"/>
                    </a:cubicBezTo>
                    <a:cubicBezTo>
                      <a:pt x="85" y="146"/>
                      <a:pt x="86" y="147"/>
                      <a:pt x="87" y="147"/>
                    </a:cubicBezTo>
                    <a:close/>
                    <a:moveTo>
                      <a:pt x="87" y="147"/>
                    </a:moveTo>
                    <a:cubicBezTo>
                      <a:pt x="87" y="148"/>
                      <a:pt x="87" y="148"/>
                      <a:pt x="87" y="148"/>
                    </a:cubicBezTo>
                    <a:cubicBezTo>
                      <a:pt x="88" y="145"/>
                      <a:pt x="88" y="147"/>
                      <a:pt x="88" y="145"/>
                    </a:cubicBezTo>
                    <a:cubicBezTo>
                      <a:pt x="88" y="145"/>
                      <a:pt x="88" y="144"/>
                      <a:pt x="87" y="144"/>
                    </a:cubicBezTo>
                    <a:cubicBezTo>
                      <a:pt x="87" y="146"/>
                      <a:pt x="87" y="145"/>
                      <a:pt x="87" y="147"/>
                    </a:cubicBezTo>
                    <a:close/>
                    <a:moveTo>
                      <a:pt x="88" y="145"/>
                    </a:moveTo>
                    <a:cubicBezTo>
                      <a:pt x="89" y="141"/>
                      <a:pt x="89" y="145"/>
                      <a:pt x="89" y="142"/>
                    </a:cubicBezTo>
                    <a:cubicBezTo>
                      <a:pt x="89" y="142"/>
                      <a:pt x="89" y="142"/>
                      <a:pt x="90" y="142"/>
                    </a:cubicBezTo>
                    <a:cubicBezTo>
                      <a:pt x="91" y="143"/>
                      <a:pt x="91" y="143"/>
                      <a:pt x="91" y="143"/>
                    </a:cubicBezTo>
                    <a:cubicBezTo>
                      <a:pt x="91" y="143"/>
                      <a:pt x="91" y="144"/>
                      <a:pt x="91" y="144"/>
                    </a:cubicBezTo>
                    <a:cubicBezTo>
                      <a:pt x="93" y="143"/>
                      <a:pt x="92" y="143"/>
                      <a:pt x="93" y="142"/>
                    </a:cubicBezTo>
                    <a:cubicBezTo>
                      <a:pt x="95" y="140"/>
                      <a:pt x="95" y="140"/>
                      <a:pt x="95" y="140"/>
                    </a:cubicBezTo>
                    <a:cubicBezTo>
                      <a:pt x="96" y="140"/>
                      <a:pt x="96" y="140"/>
                      <a:pt x="97" y="140"/>
                    </a:cubicBezTo>
                    <a:cubicBezTo>
                      <a:pt x="95" y="142"/>
                      <a:pt x="95" y="143"/>
                      <a:pt x="94" y="146"/>
                    </a:cubicBezTo>
                    <a:cubicBezTo>
                      <a:pt x="94" y="146"/>
                      <a:pt x="94" y="147"/>
                      <a:pt x="94" y="147"/>
                    </a:cubicBezTo>
                    <a:cubicBezTo>
                      <a:pt x="92" y="150"/>
                      <a:pt x="92" y="150"/>
                      <a:pt x="92" y="150"/>
                    </a:cubicBezTo>
                    <a:cubicBezTo>
                      <a:pt x="91" y="151"/>
                      <a:pt x="92" y="151"/>
                      <a:pt x="91" y="152"/>
                    </a:cubicBezTo>
                    <a:cubicBezTo>
                      <a:pt x="92" y="153"/>
                      <a:pt x="92" y="153"/>
                      <a:pt x="92" y="153"/>
                    </a:cubicBezTo>
                    <a:cubicBezTo>
                      <a:pt x="91" y="153"/>
                      <a:pt x="91" y="153"/>
                      <a:pt x="90" y="155"/>
                    </a:cubicBezTo>
                    <a:cubicBezTo>
                      <a:pt x="86" y="160"/>
                      <a:pt x="86" y="160"/>
                      <a:pt x="86" y="160"/>
                    </a:cubicBezTo>
                    <a:cubicBezTo>
                      <a:pt x="86" y="161"/>
                      <a:pt x="81" y="167"/>
                      <a:pt x="80" y="168"/>
                    </a:cubicBezTo>
                    <a:cubicBezTo>
                      <a:pt x="79" y="168"/>
                      <a:pt x="79" y="167"/>
                      <a:pt x="79" y="167"/>
                    </a:cubicBezTo>
                    <a:cubicBezTo>
                      <a:pt x="80" y="165"/>
                      <a:pt x="80" y="167"/>
                      <a:pt x="80" y="163"/>
                    </a:cubicBezTo>
                    <a:cubicBezTo>
                      <a:pt x="82" y="162"/>
                      <a:pt x="82" y="162"/>
                      <a:pt x="82" y="162"/>
                    </a:cubicBezTo>
                    <a:cubicBezTo>
                      <a:pt x="82" y="160"/>
                      <a:pt x="82" y="160"/>
                      <a:pt x="82" y="160"/>
                    </a:cubicBezTo>
                    <a:cubicBezTo>
                      <a:pt x="82" y="160"/>
                      <a:pt x="83" y="159"/>
                      <a:pt x="83" y="159"/>
                    </a:cubicBezTo>
                    <a:cubicBezTo>
                      <a:pt x="86" y="157"/>
                      <a:pt x="84" y="156"/>
                      <a:pt x="86" y="156"/>
                    </a:cubicBezTo>
                    <a:cubicBezTo>
                      <a:pt x="86" y="155"/>
                      <a:pt x="86" y="155"/>
                      <a:pt x="86" y="154"/>
                    </a:cubicBezTo>
                    <a:cubicBezTo>
                      <a:pt x="89" y="152"/>
                      <a:pt x="88" y="151"/>
                      <a:pt x="90" y="148"/>
                    </a:cubicBezTo>
                    <a:cubicBezTo>
                      <a:pt x="91" y="146"/>
                      <a:pt x="91" y="147"/>
                      <a:pt x="92" y="145"/>
                    </a:cubicBezTo>
                    <a:cubicBezTo>
                      <a:pt x="89" y="145"/>
                      <a:pt x="90" y="144"/>
                      <a:pt x="88" y="145"/>
                    </a:cubicBezTo>
                    <a:close/>
                    <a:moveTo>
                      <a:pt x="53" y="140"/>
                    </a:moveTo>
                    <a:cubicBezTo>
                      <a:pt x="53" y="141"/>
                      <a:pt x="53" y="142"/>
                      <a:pt x="52" y="144"/>
                    </a:cubicBezTo>
                    <a:cubicBezTo>
                      <a:pt x="51" y="142"/>
                      <a:pt x="51" y="143"/>
                      <a:pt x="52" y="141"/>
                    </a:cubicBezTo>
                    <a:cubicBezTo>
                      <a:pt x="53" y="140"/>
                      <a:pt x="53" y="140"/>
                      <a:pt x="53" y="140"/>
                    </a:cubicBezTo>
                    <a:close/>
                    <a:moveTo>
                      <a:pt x="51" y="140"/>
                    </a:moveTo>
                    <a:cubicBezTo>
                      <a:pt x="49" y="140"/>
                      <a:pt x="50" y="141"/>
                      <a:pt x="50" y="138"/>
                    </a:cubicBezTo>
                    <a:cubicBezTo>
                      <a:pt x="50" y="137"/>
                      <a:pt x="50" y="136"/>
                      <a:pt x="50" y="136"/>
                    </a:cubicBezTo>
                    <a:cubicBezTo>
                      <a:pt x="51" y="140"/>
                      <a:pt x="51" y="140"/>
                      <a:pt x="51" y="140"/>
                    </a:cubicBezTo>
                    <a:close/>
                    <a:moveTo>
                      <a:pt x="97" y="138"/>
                    </a:moveTo>
                    <a:cubicBezTo>
                      <a:pt x="97" y="137"/>
                      <a:pt x="97" y="138"/>
                      <a:pt x="96" y="137"/>
                    </a:cubicBezTo>
                    <a:cubicBezTo>
                      <a:pt x="96" y="139"/>
                      <a:pt x="96" y="138"/>
                      <a:pt x="97" y="139"/>
                    </a:cubicBezTo>
                    <a:cubicBezTo>
                      <a:pt x="97" y="139"/>
                      <a:pt x="97" y="140"/>
                      <a:pt x="97" y="138"/>
                    </a:cubicBezTo>
                    <a:close/>
                    <a:moveTo>
                      <a:pt x="54" y="140"/>
                    </a:moveTo>
                    <a:cubicBezTo>
                      <a:pt x="54" y="136"/>
                      <a:pt x="54" y="139"/>
                      <a:pt x="55" y="137"/>
                    </a:cubicBezTo>
                    <a:cubicBezTo>
                      <a:pt x="55" y="134"/>
                      <a:pt x="55" y="136"/>
                      <a:pt x="54" y="135"/>
                    </a:cubicBezTo>
                    <a:cubicBezTo>
                      <a:pt x="54" y="138"/>
                      <a:pt x="53" y="137"/>
                      <a:pt x="53" y="140"/>
                    </a:cubicBezTo>
                    <a:cubicBezTo>
                      <a:pt x="54" y="140"/>
                      <a:pt x="54" y="140"/>
                      <a:pt x="54" y="140"/>
                    </a:cubicBezTo>
                    <a:close/>
                    <a:moveTo>
                      <a:pt x="51" y="134"/>
                    </a:moveTo>
                    <a:cubicBezTo>
                      <a:pt x="52" y="132"/>
                      <a:pt x="51" y="132"/>
                      <a:pt x="52" y="130"/>
                    </a:cubicBezTo>
                    <a:cubicBezTo>
                      <a:pt x="53" y="131"/>
                      <a:pt x="53" y="132"/>
                      <a:pt x="54" y="132"/>
                    </a:cubicBezTo>
                    <a:cubicBezTo>
                      <a:pt x="53" y="133"/>
                      <a:pt x="54" y="132"/>
                      <a:pt x="53" y="133"/>
                    </a:cubicBezTo>
                    <a:cubicBezTo>
                      <a:pt x="52" y="135"/>
                      <a:pt x="53" y="134"/>
                      <a:pt x="53" y="134"/>
                    </a:cubicBezTo>
                    <a:cubicBezTo>
                      <a:pt x="53" y="134"/>
                      <a:pt x="52" y="134"/>
                      <a:pt x="51" y="134"/>
                    </a:cubicBezTo>
                    <a:close/>
                    <a:moveTo>
                      <a:pt x="55" y="134"/>
                    </a:moveTo>
                    <a:cubicBezTo>
                      <a:pt x="55" y="133"/>
                      <a:pt x="55" y="133"/>
                      <a:pt x="55" y="132"/>
                    </a:cubicBezTo>
                    <a:cubicBezTo>
                      <a:pt x="57" y="134"/>
                      <a:pt x="56" y="134"/>
                      <a:pt x="55" y="134"/>
                    </a:cubicBezTo>
                    <a:close/>
                    <a:moveTo>
                      <a:pt x="56" y="128"/>
                    </a:moveTo>
                    <a:cubicBezTo>
                      <a:pt x="57" y="130"/>
                      <a:pt x="57" y="130"/>
                      <a:pt x="57" y="130"/>
                    </a:cubicBezTo>
                    <a:cubicBezTo>
                      <a:pt x="56" y="129"/>
                      <a:pt x="56" y="129"/>
                      <a:pt x="55" y="128"/>
                    </a:cubicBezTo>
                    <a:cubicBezTo>
                      <a:pt x="56" y="127"/>
                      <a:pt x="55" y="127"/>
                      <a:pt x="56" y="128"/>
                    </a:cubicBezTo>
                    <a:close/>
                    <a:moveTo>
                      <a:pt x="56" y="128"/>
                    </a:moveTo>
                    <a:cubicBezTo>
                      <a:pt x="58" y="130"/>
                      <a:pt x="56" y="128"/>
                      <a:pt x="58" y="129"/>
                    </a:cubicBezTo>
                    <a:cubicBezTo>
                      <a:pt x="58" y="127"/>
                      <a:pt x="58" y="127"/>
                      <a:pt x="58" y="127"/>
                    </a:cubicBezTo>
                    <a:cubicBezTo>
                      <a:pt x="57" y="127"/>
                      <a:pt x="58" y="127"/>
                      <a:pt x="56" y="127"/>
                    </a:cubicBezTo>
                    <a:cubicBezTo>
                      <a:pt x="56" y="128"/>
                      <a:pt x="56" y="128"/>
                      <a:pt x="56" y="128"/>
                    </a:cubicBezTo>
                    <a:close/>
                    <a:moveTo>
                      <a:pt x="56" y="117"/>
                    </a:moveTo>
                    <a:cubicBezTo>
                      <a:pt x="56" y="116"/>
                      <a:pt x="56" y="116"/>
                      <a:pt x="56" y="116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56" y="117"/>
                      <a:pt x="56" y="117"/>
                      <a:pt x="56" y="117"/>
                    </a:cubicBezTo>
                    <a:close/>
                    <a:moveTo>
                      <a:pt x="55" y="112"/>
                    </a:moveTo>
                    <a:cubicBezTo>
                      <a:pt x="54" y="113"/>
                      <a:pt x="54" y="113"/>
                      <a:pt x="54" y="113"/>
                    </a:cubicBezTo>
                    <a:cubicBezTo>
                      <a:pt x="54" y="112"/>
                      <a:pt x="54" y="113"/>
                      <a:pt x="55" y="112"/>
                    </a:cubicBezTo>
                    <a:close/>
                    <a:moveTo>
                      <a:pt x="56" y="112"/>
                    </a:moveTo>
                    <a:cubicBezTo>
                      <a:pt x="56" y="110"/>
                      <a:pt x="56" y="111"/>
                      <a:pt x="55" y="110"/>
                    </a:cubicBezTo>
                    <a:cubicBezTo>
                      <a:pt x="55" y="112"/>
                      <a:pt x="55" y="112"/>
                      <a:pt x="55" y="112"/>
                    </a:cubicBezTo>
                    <a:cubicBezTo>
                      <a:pt x="56" y="112"/>
                      <a:pt x="56" y="112"/>
                      <a:pt x="56" y="112"/>
                    </a:cubicBezTo>
                    <a:close/>
                    <a:moveTo>
                      <a:pt x="129" y="187"/>
                    </a:moveTo>
                    <a:cubicBezTo>
                      <a:pt x="128" y="185"/>
                      <a:pt x="127" y="183"/>
                      <a:pt x="127" y="181"/>
                    </a:cubicBezTo>
                    <a:cubicBezTo>
                      <a:pt x="127" y="179"/>
                      <a:pt x="126" y="179"/>
                      <a:pt x="126" y="178"/>
                    </a:cubicBezTo>
                    <a:cubicBezTo>
                      <a:pt x="126" y="177"/>
                      <a:pt x="126" y="177"/>
                      <a:pt x="126" y="177"/>
                    </a:cubicBezTo>
                    <a:cubicBezTo>
                      <a:pt x="126" y="177"/>
                      <a:pt x="126" y="176"/>
                      <a:pt x="126" y="176"/>
                    </a:cubicBezTo>
                    <a:cubicBezTo>
                      <a:pt x="125" y="174"/>
                      <a:pt x="125" y="174"/>
                      <a:pt x="125" y="174"/>
                    </a:cubicBezTo>
                    <a:cubicBezTo>
                      <a:pt x="124" y="174"/>
                      <a:pt x="124" y="174"/>
                      <a:pt x="122" y="175"/>
                    </a:cubicBezTo>
                    <a:cubicBezTo>
                      <a:pt x="117" y="179"/>
                      <a:pt x="117" y="179"/>
                      <a:pt x="117" y="179"/>
                    </a:cubicBezTo>
                    <a:cubicBezTo>
                      <a:pt x="114" y="180"/>
                      <a:pt x="114" y="179"/>
                      <a:pt x="112" y="182"/>
                    </a:cubicBezTo>
                    <a:cubicBezTo>
                      <a:pt x="111" y="182"/>
                      <a:pt x="112" y="182"/>
                      <a:pt x="111" y="183"/>
                    </a:cubicBezTo>
                    <a:cubicBezTo>
                      <a:pt x="109" y="184"/>
                      <a:pt x="109" y="184"/>
                      <a:pt x="109" y="184"/>
                    </a:cubicBezTo>
                    <a:cubicBezTo>
                      <a:pt x="109" y="187"/>
                      <a:pt x="109" y="187"/>
                      <a:pt x="109" y="187"/>
                    </a:cubicBezTo>
                    <a:cubicBezTo>
                      <a:pt x="106" y="187"/>
                      <a:pt x="106" y="187"/>
                      <a:pt x="108" y="189"/>
                    </a:cubicBezTo>
                    <a:cubicBezTo>
                      <a:pt x="104" y="188"/>
                      <a:pt x="104" y="188"/>
                      <a:pt x="104" y="188"/>
                    </a:cubicBezTo>
                    <a:cubicBezTo>
                      <a:pt x="102" y="190"/>
                      <a:pt x="102" y="190"/>
                      <a:pt x="102" y="190"/>
                    </a:cubicBezTo>
                    <a:cubicBezTo>
                      <a:pt x="99" y="188"/>
                      <a:pt x="99" y="188"/>
                      <a:pt x="99" y="188"/>
                    </a:cubicBezTo>
                    <a:cubicBezTo>
                      <a:pt x="98" y="187"/>
                      <a:pt x="99" y="188"/>
                      <a:pt x="98" y="187"/>
                    </a:cubicBezTo>
                    <a:cubicBezTo>
                      <a:pt x="98" y="190"/>
                      <a:pt x="98" y="189"/>
                      <a:pt x="100" y="190"/>
                    </a:cubicBezTo>
                    <a:cubicBezTo>
                      <a:pt x="99" y="190"/>
                      <a:pt x="98" y="191"/>
                      <a:pt x="98" y="192"/>
                    </a:cubicBezTo>
                    <a:cubicBezTo>
                      <a:pt x="97" y="191"/>
                      <a:pt x="98" y="191"/>
                      <a:pt x="96" y="192"/>
                    </a:cubicBezTo>
                    <a:cubicBezTo>
                      <a:pt x="95" y="192"/>
                      <a:pt x="96" y="193"/>
                      <a:pt x="94" y="192"/>
                    </a:cubicBezTo>
                    <a:cubicBezTo>
                      <a:pt x="94" y="193"/>
                      <a:pt x="93" y="192"/>
                      <a:pt x="94" y="193"/>
                    </a:cubicBezTo>
                    <a:cubicBezTo>
                      <a:pt x="92" y="193"/>
                      <a:pt x="92" y="193"/>
                      <a:pt x="92" y="193"/>
                    </a:cubicBezTo>
                    <a:cubicBezTo>
                      <a:pt x="91" y="195"/>
                      <a:pt x="91" y="195"/>
                      <a:pt x="91" y="195"/>
                    </a:cubicBezTo>
                    <a:cubicBezTo>
                      <a:pt x="90" y="194"/>
                      <a:pt x="90" y="195"/>
                      <a:pt x="90" y="195"/>
                    </a:cubicBezTo>
                    <a:cubicBezTo>
                      <a:pt x="90" y="194"/>
                      <a:pt x="90" y="195"/>
                      <a:pt x="90" y="194"/>
                    </a:cubicBezTo>
                    <a:cubicBezTo>
                      <a:pt x="91" y="192"/>
                      <a:pt x="91" y="192"/>
                      <a:pt x="91" y="192"/>
                    </a:cubicBezTo>
                    <a:cubicBezTo>
                      <a:pt x="91" y="192"/>
                      <a:pt x="91" y="192"/>
                      <a:pt x="91" y="192"/>
                    </a:cubicBezTo>
                    <a:cubicBezTo>
                      <a:pt x="93" y="190"/>
                      <a:pt x="93" y="190"/>
                      <a:pt x="93" y="190"/>
                    </a:cubicBezTo>
                    <a:cubicBezTo>
                      <a:pt x="93" y="191"/>
                      <a:pt x="94" y="192"/>
                      <a:pt x="94" y="191"/>
                    </a:cubicBezTo>
                    <a:cubicBezTo>
                      <a:pt x="95" y="189"/>
                      <a:pt x="93" y="191"/>
                      <a:pt x="94" y="189"/>
                    </a:cubicBezTo>
                    <a:cubicBezTo>
                      <a:pt x="95" y="189"/>
                      <a:pt x="95" y="190"/>
                      <a:pt x="96" y="190"/>
                    </a:cubicBezTo>
                    <a:cubicBezTo>
                      <a:pt x="96" y="190"/>
                      <a:pt x="96" y="190"/>
                      <a:pt x="98" y="189"/>
                    </a:cubicBezTo>
                    <a:cubicBezTo>
                      <a:pt x="97" y="188"/>
                      <a:pt x="98" y="189"/>
                      <a:pt x="97" y="187"/>
                    </a:cubicBezTo>
                    <a:cubicBezTo>
                      <a:pt x="98" y="186"/>
                      <a:pt x="100" y="184"/>
                      <a:pt x="101" y="182"/>
                    </a:cubicBezTo>
                    <a:cubicBezTo>
                      <a:pt x="102" y="181"/>
                      <a:pt x="102" y="181"/>
                      <a:pt x="102" y="181"/>
                    </a:cubicBezTo>
                    <a:cubicBezTo>
                      <a:pt x="104" y="180"/>
                      <a:pt x="103" y="180"/>
                      <a:pt x="104" y="179"/>
                    </a:cubicBezTo>
                    <a:cubicBezTo>
                      <a:pt x="103" y="177"/>
                      <a:pt x="104" y="179"/>
                      <a:pt x="103" y="178"/>
                    </a:cubicBezTo>
                    <a:cubicBezTo>
                      <a:pt x="104" y="177"/>
                      <a:pt x="104" y="178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5"/>
                      <a:pt x="103" y="175"/>
                      <a:pt x="103" y="174"/>
                    </a:cubicBezTo>
                    <a:cubicBezTo>
                      <a:pt x="104" y="175"/>
                      <a:pt x="103" y="174"/>
                      <a:pt x="105" y="175"/>
                    </a:cubicBezTo>
                    <a:cubicBezTo>
                      <a:pt x="105" y="175"/>
                      <a:pt x="106" y="175"/>
                      <a:pt x="106" y="175"/>
                    </a:cubicBezTo>
                    <a:cubicBezTo>
                      <a:pt x="106" y="175"/>
                      <a:pt x="106" y="175"/>
                      <a:pt x="106" y="175"/>
                    </a:cubicBezTo>
                    <a:cubicBezTo>
                      <a:pt x="106" y="175"/>
                      <a:pt x="106" y="175"/>
                      <a:pt x="106" y="175"/>
                    </a:cubicBezTo>
                    <a:cubicBezTo>
                      <a:pt x="107" y="175"/>
                      <a:pt x="107" y="175"/>
                      <a:pt x="107" y="175"/>
                    </a:cubicBezTo>
                    <a:cubicBezTo>
                      <a:pt x="108" y="174"/>
                      <a:pt x="107" y="175"/>
                      <a:pt x="108" y="174"/>
                    </a:cubicBezTo>
                    <a:cubicBezTo>
                      <a:pt x="110" y="171"/>
                      <a:pt x="110" y="171"/>
                      <a:pt x="110" y="171"/>
                    </a:cubicBezTo>
                    <a:cubicBezTo>
                      <a:pt x="110" y="171"/>
                      <a:pt x="110" y="171"/>
                      <a:pt x="110" y="170"/>
                    </a:cubicBezTo>
                    <a:cubicBezTo>
                      <a:pt x="111" y="169"/>
                      <a:pt x="110" y="170"/>
                      <a:pt x="111" y="169"/>
                    </a:cubicBezTo>
                    <a:cubicBezTo>
                      <a:pt x="111" y="169"/>
                      <a:pt x="111" y="169"/>
                      <a:pt x="111" y="169"/>
                    </a:cubicBezTo>
                    <a:cubicBezTo>
                      <a:pt x="112" y="168"/>
                      <a:pt x="113" y="166"/>
                      <a:pt x="114" y="165"/>
                    </a:cubicBezTo>
                    <a:cubicBezTo>
                      <a:pt x="114" y="163"/>
                      <a:pt x="114" y="163"/>
                      <a:pt x="115" y="162"/>
                    </a:cubicBezTo>
                    <a:cubicBezTo>
                      <a:pt x="118" y="157"/>
                      <a:pt x="117" y="153"/>
                      <a:pt x="115" y="148"/>
                    </a:cubicBezTo>
                    <a:cubicBezTo>
                      <a:pt x="114" y="145"/>
                      <a:pt x="114" y="145"/>
                      <a:pt x="114" y="145"/>
                    </a:cubicBezTo>
                    <a:cubicBezTo>
                      <a:pt x="113" y="143"/>
                      <a:pt x="114" y="143"/>
                      <a:pt x="113" y="142"/>
                    </a:cubicBezTo>
                    <a:cubicBezTo>
                      <a:pt x="112" y="139"/>
                      <a:pt x="112" y="139"/>
                      <a:pt x="112" y="139"/>
                    </a:cubicBezTo>
                    <a:cubicBezTo>
                      <a:pt x="111" y="136"/>
                      <a:pt x="110" y="128"/>
                      <a:pt x="109" y="125"/>
                    </a:cubicBezTo>
                    <a:cubicBezTo>
                      <a:pt x="108" y="117"/>
                      <a:pt x="108" y="117"/>
                      <a:pt x="108" y="117"/>
                    </a:cubicBezTo>
                    <a:cubicBezTo>
                      <a:pt x="107" y="113"/>
                      <a:pt x="109" y="114"/>
                      <a:pt x="106" y="111"/>
                    </a:cubicBezTo>
                    <a:cubicBezTo>
                      <a:pt x="107" y="108"/>
                      <a:pt x="107" y="108"/>
                      <a:pt x="107" y="108"/>
                    </a:cubicBezTo>
                    <a:cubicBezTo>
                      <a:pt x="105" y="109"/>
                      <a:pt x="105" y="109"/>
                      <a:pt x="105" y="109"/>
                    </a:cubicBezTo>
                    <a:cubicBezTo>
                      <a:pt x="106" y="109"/>
                      <a:pt x="105" y="108"/>
                      <a:pt x="105" y="109"/>
                    </a:cubicBezTo>
                    <a:cubicBezTo>
                      <a:pt x="105" y="110"/>
                      <a:pt x="104" y="108"/>
                      <a:pt x="105" y="110"/>
                    </a:cubicBezTo>
                    <a:cubicBezTo>
                      <a:pt x="104" y="111"/>
                      <a:pt x="104" y="112"/>
                      <a:pt x="104" y="114"/>
                    </a:cubicBezTo>
                    <a:cubicBezTo>
                      <a:pt x="105" y="113"/>
                      <a:pt x="105" y="113"/>
                      <a:pt x="106" y="112"/>
                    </a:cubicBezTo>
                    <a:cubicBezTo>
                      <a:pt x="107" y="113"/>
                      <a:pt x="107" y="115"/>
                      <a:pt x="107" y="116"/>
                    </a:cubicBezTo>
                    <a:cubicBezTo>
                      <a:pt x="106" y="123"/>
                      <a:pt x="107" y="122"/>
                      <a:pt x="107" y="123"/>
                    </a:cubicBezTo>
                    <a:cubicBezTo>
                      <a:pt x="107" y="126"/>
                      <a:pt x="107" y="124"/>
                      <a:pt x="106" y="125"/>
                    </a:cubicBezTo>
                    <a:cubicBezTo>
                      <a:pt x="106" y="130"/>
                      <a:pt x="106" y="130"/>
                      <a:pt x="106" y="130"/>
                    </a:cubicBezTo>
                    <a:cubicBezTo>
                      <a:pt x="105" y="134"/>
                      <a:pt x="106" y="132"/>
                      <a:pt x="107" y="136"/>
                    </a:cubicBezTo>
                    <a:cubicBezTo>
                      <a:pt x="107" y="145"/>
                      <a:pt x="107" y="145"/>
                      <a:pt x="107" y="145"/>
                    </a:cubicBezTo>
                    <a:cubicBezTo>
                      <a:pt x="107" y="145"/>
                      <a:pt x="107" y="144"/>
                      <a:pt x="108" y="146"/>
                    </a:cubicBezTo>
                    <a:cubicBezTo>
                      <a:pt x="108" y="147"/>
                      <a:pt x="108" y="149"/>
                      <a:pt x="108" y="150"/>
                    </a:cubicBezTo>
                    <a:cubicBezTo>
                      <a:pt x="108" y="153"/>
                      <a:pt x="108" y="152"/>
                      <a:pt x="107" y="153"/>
                    </a:cubicBezTo>
                    <a:cubicBezTo>
                      <a:pt x="107" y="155"/>
                      <a:pt x="107" y="155"/>
                      <a:pt x="106" y="156"/>
                    </a:cubicBezTo>
                    <a:cubicBezTo>
                      <a:pt x="106" y="158"/>
                      <a:pt x="105" y="159"/>
                      <a:pt x="105" y="160"/>
                    </a:cubicBezTo>
                    <a:cubicBezTo>
                      <a:pt x="104" y="164"/>
                      <a:pt x="102" y="165"/>
                      <a:pt x="100" y="168"/>
                    </a:cubicBezTo>
                    <a:cubicBezTo>
                      <a:pt x="100" y="169"/>
                      <a:pt x="100" y="168"/>
                      <a:pt x="100" y="169"/>
                    </a:cubicBezTo>
                    <a:cubicBezTo>
                      <a:pt x="98" y="171"/>
                      <a:pt x="98" y="174"/>
                      <a:pt x="96" y="175"/>
                    </a:cubicBezTo>
                    <a:cubicBezTo>
                      <a:pt x="96" y="176"/>
                      <a:pt x="96" y="176"/>
                      <a:pt x="96" y="176"/>
                    </a:cubicBezTo>
                    <a:cubicBezTo>
                      <a:pt x="96" y="176"/>
                      <a:pt x="95" y="176"/>
                      <a:pt x="95" y="176"/>
                    </a:cubicBezTo>
                    <a:cubicBezTo>
                      <a:pt x="77" y="191"/>
                      <a:pt x="77" y="191"/>
                      <a:pt x="77" y="191"/>
                    </a:cubicBezTo>
                    <a:cubicBezTo>
                      <a:pt x="77" y="191"/>
                      <a:pt x="76" y="191"/>
                      <a:pt x="75" y="192"/>
                    </a:cubicBezTo>
                    <a:cubicBezTo>
                      <a:pt x="74" y="192"/>
                      <a:pt x="73" y="193"/>
                      <a:pt x="73" y="193"/>
                    </a:cubicBezTo>
                    <a:cubicBezTo>
                      <a:pt x="70" y="195"/>
                      <a:pt x="70" y="196"/>
                      <a:pt x="66" y="198"/>
                    </a:cubicBezTo>
                    <a:cubicBezTo>
                      <a:pt x="64" y="198"/>
                      <a:pt x="64" y="198"/>
                      <a:pt x="64" y="198"/>
                    </a:cubicBezTo>
                    <a:cubicBezTo>
                      <a:pt x="62" y="199"/>
                      <a:pt x="61" y="198"/>
                      <a:pt x="60" y="197"/>
                    </a:cubicBezTo>
                    <a:cubicBezTo>
                      <a:pt x="57" y="195"/>
                      <a:pt x="57" y="195"/>
                      <a:pt x="57" y="195"/>
                    </a:cubicBezTo>
                    <a:cubicBezTo>
                      <a:pt x="53" y="193"/>
                      <a:pt x="53" y="191"/>
                      <a:pt x="53" y="187"/>
                    </a:cubicBezTo>
                    <a:cubicBezTo>
                      <a:pt x="54" y="186"/>
                      <a:pt x="55" y="183"/>
                      <a:pt x="55" y="181"/>
                    </a:cubicBezTo>
                    <a:cubicBezTo>
                      <a:pt x="57" y="179"/>
                      <a:pt x="57" y="179"/>
                      <a:pt x="57" y="179"/>
                    </a:cubicBezTo>
                    <a:cubicBezTo>
                      <a:pt x="57" y="179"/>
                      <a:pt x="57" y="178"/>
                      <a:pt x="57" y="177"/>
                    </a:cubicBezTo>
                    <a:cubicBezTo>
                      <a:pt x="57" y="177"/>
                      <a:pt x="57" y="177"/>
                      <a:pt x="57" y="177"/>
                    </a:cubicBezTo>
                    <a:cubicBezTo>
                      <a:pt x="59" y="171"/>
                      <a:pt x="58" y="170"/>
                      <a:pt x="58" y="167"/>
                    </a:cubicBezTo>
                    <a:cubicBezTo>
                      <a:pt x="58" y="167"/>
                      <a:pt x="59" y="166"/>
                      <a:pt x="59" y="166"/>
                    </a:cubicBezTo>
                    <a:cubicBezTo>
                      <a:pt x="65" y="154"/>
                      <a:pt x="65" y="154"/>
                      <a:pt x="65" y="154"/>
                    </a:cubicBezTo>
                    <a:cubicBezTo>
                      <a:pt x="67" y="151"/>
                      <a:pt x="67" y="152"/>
                      <a:pt x="69" y="148"/>
                    </a:cubicBezTo>
                    <a:cubicBezTo>
                      <a:pt x="68" y="148"/>
                      <a:pt x="67" y="148"/>
                      <a:pt x="67" y="148"/>
                    </a:cubicBezTo>
                    <a:cubicBezTo>
                      <a:pt x="66" y="149"/>
                      <a:pt x="68" y="148"/>
                      <a:pt x="67" y="148"/>
                    </a:cubicBezTo>
                    <a:cubicBezTo>
                      <a:pt x="66" y="149"/>
                      <a:pt x="66" y="149"/>
                      <a:pt x="66" y="149"/>
                    </a:cubicBezTo>
                    <a:cubicBezTo>
                      <a:pt x="66" y="149"/>
                      <a:pt x="65" y="149"/>
                      <a:pt x="65" y="149"/>
                    </a:cubicBezTo>
                    <a:cubicBezTo>
                      <a:pt x="64" y="151"/>
                      <a:pt x="65" y="149"/>
                      <a:pt x="65" y="150"/>
                    </a:cubicBezTo>
                    <a:cubicBezTo>
                      <a:pt x="62" y="154"/>
                      <a:pt x="62" y="154"/>
                      <a:pt x="62" y="154"/>
                    </a:cubicBezTo>
                    <a:cubicBezTo>
                      <a:pt x="61" y="154"/>
                      <a:pt x="61" y="154"/>
                      <a:pt x="61" y="154"/>
                    </a:cubicBezTo>
                    <a:cubicBezTo>
                      <a:pt x="61" y="154"/>
                      <a:pt x="61" y="154"/>
                      <a:pt x="61" y="154"/>
                    </a:cubicBezTo>
                    <a:cubicBezTo>
                      <a:pt x="59" y="160"/>
                      <a:pt x="59" y="160"/>
                      <a:pt x="59" y="160"/>
                    </a:cubicBezTo>
                    <a:cubicBezTo>
                      <a:pt x="58" y="158"/>
                      <a:pt x="59" y="159"/>
                      <a:pt x="57" y="159"/>
                    </a:cubicBezTo>
                    <a:cubicBezTo>
                      <a:pt x="54" y="158"/>
                      <a:pt x="55" y="157"/>
                      <a:pt x="53" y="159"/>
                    </a:cubicBezTo>
                    <a:cubicBezTo>
                      <a:pt x="52" y="160"/>
                      <a:pt x="52" y="160"/>
                      <a:pt x="52" y="160"/>
                    </a:cubicBezTo>
                    <a:cubicBezTo>
                      <a:pt x="51" y="159"/>
                      <a:pt x="49" y="159"/>
                      <a:pt x="49" y="158"/>
                    </a:cubicBezTo>
                    <a:cubicBezTo>
                      <a:pt x="48" y="159"/>
                      <a:pt x="46" y="162"/>
                      <a:pt x="47" y="163"/>
                    </a:cubicBezTo>
                    <a:cubicBezTo>
                      <a:pt x="46" y="163"/>
                      <a:pt x="46" y="163"/>
                      <a:pt x="46" y="163"/>
                    </a:cubicBezTo>
                    <a:cubicBezTo>
                      <a:pt x="47" y="161"/>
                      <a:pt x="47" y="161"/>
                      <a:pt x="45" y="160"/>
                    </a:cubicBezTo>
                    <a:cubicBezTo>
                      <a:pt x="45" y="163"/>
                      <a:pt x="45" y="166"/>
                      <a:pt x="46" y="168"/>
                    </a:cubicBezTo>
                    <a:cubicBezTo>
                      <a:pt x="46" y="169"/>
                      <a:pt x="46" y="169"/>
                      <a:pt x="46" y="169"/>
                    </a:cubicBezTo>
                    <a:cubicBezTo>
                      <a:pt x="44" y="169"/>
                      <a:pt x="44" y="171"/>
                      <a:pt x="44" y="172"/>
                    </a:cubicBezTo>
                    <a:cubicBezTo>
                      <a:pt x="44" y="174"/>
                      <a:pt x="44" y="174"/>
                      <a:pt x="44" y="174"/>
                    </a:cubicBezTo>
                    <a:cubicBezTo>
                      <a:pt x="43" y="174"/>
                      <a:pt x="43" y="174"/>
                      <a:pt x="43" y="174"/>
                    </a:cubicBezTo>
                    <a:cubicBezTo>
                      <a:pt x="43" y="176"/>
                      <a:pt x="43" y="176"/>
                      <a:pt x="43" y="176"/>
                    </a:cubicBezTo>
                    <a:cubicBezTo>
                      <a:pt x="44" y="177"/>
                      <a:pt x="44" y="178"/>
                      <a:pt x="44" y="180"/>
                    </a:cubicBezTo>
                    <a:cubicBezTo>
                      <a:pt x="45" y="179"/>
                      <a:pt x="45" y="180"/>
                      <a:pt x="45" y="179"/>
                    </a:cubicBezTo>
                    <a:cubicBezTo>
                      <a:pt x="46" y="182"/>
                      <a:pt x="44" y="179"/>
                      <a:pt x="45" y="182"/>
                    </a:cubicBezTo>
                    <a:cubicBezTo>
                      <a:pt x="44" y="182"/>
                      <a:pt x="44" y="182"/>
                      <a:pt x="43" y="182"/>
                    </a:cubicBezTo>
                    <a:cubicBezTo>
                      <a:pt x="43" y="183"/>
                      <a:pt x="43" y="183"/>
                      <a:pt x="43" y="183"/>
                    </a:cubicBezTo>
                    <a:cubicBezTo>
                      <a:pt x="43" y="183"/>
                      <a:pt x="43" y="183"/>
                      <a:pt x="43" y="183"/>
                    </a:cubicBezTo>
                    <a:cubicBezTo>
                      <a:pt x="43" y="185"/>
                      <a:pt x="43" y="185"/>
                      <a:pt x="43" y="185"/>
                    </a:cubicBezTo>
                    <a:cubicBezTo>
                      <a:pt x="43" y="187"/>
                      <a:pt x="43" y="187"/>
                      <a:pt x="43" y="188"/>
                    </a:cubicBezTo>
                    <a:cubicBezTo>
                      <a:pt x="43" y="190"/>
                      <a:pt x="44" y="192"/>
                      <a:pt x="45" y="192"/>
                    </a:cubicBezTo>
                    <a:cubicBezTo>
                      <a:pt x="45" y="193"/>
                      <a:pt x="45" y="193"/>
                      <a:pt x="45" y="193"/>
                    </a:cubicBezTo>
                    <a:cubicBezTo>
                      <a:pt x="46" y="194"/>
                      <a:pt x="44" y="193"/>
                      <a:pt x="46" y="195"/>
                    </a:cubicBezTo>
                    <a:cubicBezTo>
                      <a:pt x="45" y="196"/>
                      <a:pt x="47" y="195"/>
                      <a:pt x="46" y="196"/>
                    </a:cubicBezTo>
                    <a:cubicBezTo>
                      <a:pt x="45" y="197"/>
                      <a:pt x="45" y="197"/>
                      <a:pt x="45" y="197"/>
                    </a:cubicBezTo>
                    <a:cubicBezTo>
                      <a:pt x="47" y="199"/>
                      <a:pt x="45" y="197"/>
                      <a:pt x="46" y="199"/>
                    </a:cubicBezTo>
                    <a:cubicBezTo>
                      <a:pt x="46" y="202"/>
                      <a:pt x="50" y="212"/>
                      <a:pt x="51" y="214"/>
                    </a:cubicBezTo>
                    <a:cubicBezTo>
                      <a:pt x="54" y="213"/>
                      <a:pt x="54" y="213"/>
                      <a:pt x="54" y="213"/>
                    </a:cubicBezTo>
                    <a:cubicBezTo>
                      <a:pt x="54" y="213"/>
                      <a:pt x="55" y="214"/>
                      <a:pt x="54" y="212"/>
                    </a:cubicBezTo>
                    <a:cubicBezTo>
                      <a:pt x="56" y="212"/>
                      <a:pt x="56" y="210"/>
                      <a:pt x="57" y="209"/>
                    </a:cubicBezTo>
                    <a:cubicBezTo>
                      <a:pt x="57" y="209"/>
                      <a:pt x="57" y="209"/>
                      <a:pt x="58" y="209"/>
                    </a:cubicBezTo>
                    <a:cubicBezTo>
                      <a:pt x="58" y="209"/>
                      <a:pt x="58" y="209"/>
                      <a:pt x="58" y="208"/>
                    </a:cubicBezTo>
                    <a:cubicBezTo>
                      <a:pt x="60" y="208"/>
                      <a:pt x="60" y="208"/>
                      <a:pt x="60" y="208"/>
                    </a:cubicBezTo>
                    <a:cubicBezTo>
                      <a:pt x="60" y="208"/>
                      <a:pt x="60" y="208"/>
                      <a:pt x="60" y="208"/>
                    </a:cubicBezTo>
                    <a:cubicBezTo>
                      <a:pt x="61" y="208"/>
                      <a:pt x="61" y="208"/>
                      <a:pt x="61" y="208"/>
                    </a:cubicBezTo>
                    <a:cubicBezTo>
                      <a:pt x="61" y="208"/>
                      <a:pt x="61" y="208"/>
                      <a:pt x="61" y="208"/>
                    </a:cubicBezTo>
                    <a:cubicBezTo>
                      <a:pt x="72" y="206"/>
                      <a:pt x="72" y="206"/>
                      <a:pt x="72" y="206"/>
                    </a:cubicBezTo>
                    <a:cubicBezTo>
                      <a:pt x="73" y="206"/>
                      <a:pt x="73" y="206"/>
                      <a:pt x="74" y="206"/>
                    </a:cubicBezTo>
                    <a:cubicBezTo>
                      <a:pt x="75" y="204"/>
                      <a:pt x="77" y="206"/>
                      <a:pt x="79" y="203"/>
                    </a:cubicBezTo>
                    <a:cubicBezTo>
                      <a:pt x="80" y="204"/>
                      <a:pt x="80" y="203"/>
                      <a:pt x="81" y="204"/>
                    </a:cubicBezTo>
                    <a:cubicBezTo>
                      <a:pt x="81" y="204"/>
                      <a:pt x="80" y="203"/>
                      <a:pt x="80" y="202"/>
                    </a:cubicBezTo>
                    <a:cubicBezTo>
                      <a:pt x="83" y="202"/>
                      <a:pt x="84" y="197"/>
                      <a:pt x="87" y="196"/>
                    </a:cubicBezTo>
                    <a:cubicBezTo>
                      <a:pt x="83" y="202"/>
                      <a:pt x="83" y="202"/>
                      <a:pt x="83" y="202"/>
                    </a:cubicBezTo>
                    <a:cubicBezTo>
                      <a:pt x="84" y="202"/>
                      <a:pt x="85" y="202"/>
                      <a:pt x="87" y="202"/>
                    </a:cubicBezTo>
                    <a:cubicBezTo>
                      <a:pt x="87" y="202"/>
                      <a:pt x="87" y="202"/>
                      <a:pt x="87" y="202"/>
                    </a:cubicBezTo>
                    <a:cubicBezTo>
                      <a:pt x="98" y="200"/>
                      <a:pt x="98" y="200"/>
                      <a:pt x="98" y="200"/>
                    </a:cubicBezTo>
                    <a:cubicBezTo>
                      <a:pt x="99" y="197"/>
                      <a:pt x="98" y="202"/>
                      <a:pt x="99" y="199"/>
                    </a:cubicBezTo>
                    <a:cubicBezTo>
                      <a:pt x="103" y="199"/>
                      <a:pt x="103" y="199"/>
                      <a:pt x="103" y="199"/>
                    </a:cubicBezTo>
                    <a:cubicBezTo>
                      <a:pt x="102" y="198"/>
                      <a:pt x="103" y="198"/>
                      <a:pt x="106" y="198"/>
                    </a:cubicBezTo>
                    <a:cubicBezTo>
                      <a:pt x="105" y="196"/>
                      <a:pt x="105" y="196"/>
                      <a:pt x="105" y="196"/>
                    </a:cubicBezTo>
                    <a:cubicBezTo>
                      <a:pt x="107" y="197"/>
                      <a:pt x="107" y="197"/>
                      <a:pt x="107" y="197"/>
                    </a:cubicBezTo>
                    <a:cubicBezTo>
                      <a:pt x="107" y="197"/>
                      <a:pt x="107" y="197"/>
                      <a:pt x="107" y="197"/>
                    </a:cubicBezTo>
                    <a:cubicBezTo>
                      <a:pt x="108" y="197"/>
                      <a:pt x="108" y="197"/>
                      <a:pt x="108" y="197"/>
                    </a:cubicBezTo>
                    <a:cubicBezTo>
                      <a:pt x="107" y="195"/>
                      <a:pt x="107" y="196"/>
                      <a:pt x="108" y="196"/>
                    </a:cubicBezTo>
                    <a:cubicBezTo>
                      <a:pt x="108" y="196"/>
                      <a:pt x="108" y="194"/>
                      <a:pt x="108" y="197"/>
                    </a:cubicBezTo>
                    <a:cubicBezTo>
                      <a:pt x="109" y="196"/>
                      <a:pt x="109" y="196"/>
                      <a:pt x="109" y="196"/>
                    </a:cubicBezTo>
                    <a:cubicBezTo>
                      <a:pt x="109" y="196"/>
                      <a:pt x="110" y="196"/>
                      <a:pt x="110" y="196"/>
                    </a:cubicBezTo>
                    <a:cubicBezTo>
                      <a:pt x="109" y="194"/>
                      <a:pt x="109" y="194"/>
                      <a:pt x="109" y="194"/>
                    </a:cubicBezTo>
                    <a:cubicBezTo>
                      <a:pt x="111" y="195"/>
                      <a:pt x="110" y="195"/>
                      <a:pt x="110" y="196"/>
                    </a:cubicBezTo>
                    <a:cubicBezTo>
                      <a:pt x="113" y="196"/>
                      <a:pt x="111" y="196"/>
                      <a:pt x="114" y="196"/>
                    </a:cubicBezTo>
                    <a:cubicBezTo>
                      <a:pt x="116" y="194"/>
                      <a:pt x="115" y="195"/>
                      <a:pt x="118" y="194"/>
                    </a:cubicBezTo>
                    <a:cubicBezTo>
                      <a:pt x="117" y="193"/>
                      <a:pt x="117" y="193"/>
                      <a:pt x="117" y="193"/>
                    </a:cubicBezTo>
                    <a:cubicBezTo>
                      <a:pt x="117" y="193"/>
                      <a:pt x="116" y="193"/>
                      <a:pt x="116" y="193"/>
                    </a:cubicBezTo>
                    <a:cubicBezTo>
                      <a:pt x="116" y="193"/>
                      <a:pt x="116" y="193"/>
                      <a:pt x="115" y="192"/>
                    </a:cubicBezTo>
                    <a:cubicBezTo>
                      <a:pt x="115" y="193"/>
                      <a:pt x="115" y="191"/>
                      <a:pt x="115" y="193"/>
                    </a:cubicBezTo>
                    <a:cubicBezTo>
                      <a:pt x="113" y="193"/>
                      <a:pt x="114" y="194"/>
                      <a:pt x="113" y="191"/>
                    </a:cubicBezTo>
                    <a:cubicBezTo>
                      <a:pt x="114" y="192"/>
                      <a:pt x="113" y="192"/>
                      <a:pt x="114" y="192"/>
                    </a:cubicBezTo>
                    <a:cubicBezTo>
                      <a:pt x="114" y="192"/>
                      <a:pt x="114" y="191"/>
                      <a:pt x="114" y="190"/>
                    </a:cubicBezTo>
                    <a:cubicBezTo>
                      <a:pt x="114" y="191"/>
                      <a:pt x="113" y="190"/>
                      <a:pt x="114" y="191"/>
                    </a:cubicBezTo>
                    <a:cubicBezTo>
                      <a:pt x="115" y="192"/>
                      <a:pt x="114" y="191"/>
                      <a:pt x="115" y="192"/>
                    </a:cubicBezTo>
                    <a:cubicBezTo>
                      <a:pt x="115" y="189"/>
                      <a:pt x="115" y="189"/>
                      <a:pt x="115" y="189"/>
                    </a:cubicBezTo>
                    <a:cubicBezTo>
                      <a:pt x="116" y="189"/>
                      <a:pt x="116" y="190"/>
                      <a:pt x="117" y="192"/>
                    </a:cubicBezTo>
                    <a:cubicBezTo>
                      <a:pt x="119" y="195"/>
                      <a:pt x="118" y="191"/>
                      <a:pt x="119" y="193"/>
                    </a:cubicBezTo>
                    <a:cubicBezTo>
                      <a:pt x="121" y="193"/>
                      <a:pt x="121" y="193"/>
                      <a:pt x="121" y="193"/>
                    </a:cubicBezTo>
                    <a:cubicBezTo>
                      <a:pt x="122" y="191"/>
                      <a:pt x="122" y="191"/>
                      <a:pt x="122" y="191"/>
                    </a:cubicBezTo>
                    <a:cubicBezTo>
                      <a:pt x="120" y="191"/>
                      <a:pt x="121" y="191"/>
                      <a:pt x="120" y="191"/>
                    </a:cubicBezTo>
                    <a:cubicBezTo>
                      <a:pt x="116" y="188"/>
                      <a:pt x="117" y="189"/>
                      <a:pt x="115" y="186"/>
                    </a:cubicBezTo>
                    <a:cubicBezTo>
                      <a:pt x="117" y="187"/>
                      <a:pt x="115" y="187"/>
                      <a:pt x="118" y="187"/>
                    </a:cubicBezTo>
                    <a:cubicBezTo>
                      <a:pt x="118" y="186"/>
                      <a:pt x="118" y="187"/>
                      <a:pt x="118" y="186"/>
                    </a:cubicBezTo>
                    <a:cubicBezTo>
                      <a:pt x="120" y="186"/>
                      <a:pt x="120" y="186"/>
                      <a:pt x="120" y="186"/>
                    </a:cubicBezTo>
                    <a:cubicBezTo>
                      <a:pt x="119" y="185"/>
                      <a:pt x="119" y="185"/>
                      <a:pt x="118" y="184"/>
                    </a:cubicBezTo>
                    <a:cubicBezTo>
                      <a:pt x="118" y="184"/>
                      <a:pt x="118" y="184"/>
                      <a:pt x="118" y="184"/>
                    </a:cubicBezTo>
                    <a:cubicBezTo>
                      <a:pt x="118" y="184"/>
                      <a:pt x="118" y="184"/>
                      <a:pt x="118" y="184"/>
                    </a:cubicBezTo>
                    <a:cubicBezTo>
                      <a:pt x="120" y="183"/>
                      <a:pt x="122" y="185"/>
                      <a:pt x="125" y="186"/>
                    </a:cubicBezTo>
                    <a:cubicBezTo>
                      <a:pt x="126" y="187"/>
                      <a:pt x="126" y="186"/>
                      <a:pt x="126" y="186"/>
                    </a:cubicBezTo>
                    <a:cubicBezTo>
                      <a:pt x="126" y="187"/>
                      <a:pt x="127" y="188"/>
                      <a:pt x="129" y="187"/>
                    </a:cubicBezTo>
                    <a:close/>
                    <a:moveTo>
                      <a:pt x="93" y="89"/>
                    </a:moveTo>
                    <a:cubicBezTo>
                      <a:pt x="93" y="89"/>
                      <a:pt x="93" y="89"/>
                      <a:pt x="93" y="90"/>
                    </a:cubicBezTo>
                    <a:cubicBezTo>
                      <a:pt x="93" y="90"/>
                      <a:pt x="94" y="90"/>
                      <a:pt x="92" y="90"/>
                    </a:cubicBezTo>
                    <a:cubicBezTo>
                      <a:pt x="92" y="89"/>
                      <a:pt x="92" y="89"/>
                      <a:pt x="93" y="89"/>
                    </a:cubicBezTo>
                    <a:close/>
                    <a:moveTo>
                      <a:pt x="94" y="88"/>
                    </a:moveTo>
                    <a:cubicBezTo>
                      <a:pt x="94" y="88"/>
                      <a:pt x="95" y="89"/>
                      <a:pt x="94" y="88"/>
                    </a:cubicBezTo>
                    <a:cubicBezTo>
                      <a:pt x="94" y="88"/>
                      <a:pt x="93" y="87"/>
                      <a:pt x="94" y="88"/>
                    </a:cubicBezTo>
                    <a:close/>
                    <a:moveTo>
                      <a:pt x="54" y="140"/>
                    </a:moveTo>
                    <a:cubicBezTo>
                      <a:pt x="56" y="139"/>
                      <a:pt x="55" y="139"/>
                      <a:pt x="56" y="140"/>
                    </a:cubicBezTo>
                    <a:cubicBezTo>
                      <a:pt x="56" y="136"/>
                      <a:pt x="57" y="139"/>
                      <a:pt x="57" y="136"/>
                    </a:cubicBezTo>
                    <a:cubicBezTo>
                      <a:pt x="57" y="134"/>
                      <a:pt x="56" y="135"/>
                      <a:pt x="56" y="132"/>
                    </a:cubicBezTo>
                    <a:cubicBezTo>
                      <a:pt x="56" y="132"/>
                      <a:pt x="57" y="132"/>
                      <a:pt x="57" y="132"/>
                    </a:cubicBezTo>
                    <a:cubicBezTo>
                      <a:pt x="58" y="132"/>
                      <a:pt x="58" y="132"/>
                      <a:pt x="58" y="132"/>
                    </a:cubicBezTo>
                    <a:cubicBezTo>
                      <a:pt x="60" y="130"/>
                      <a:pt x="59" y="120"/>
                      <a:pt x="59" y="120"/>
                    </a:cubicBezTo>
                    <a:cubicBezTo>
                      <a:pt x="59" y="119"/>
                      <a:pt x="59" y="119"/>
                      <a:pt x="59" y="119"/>
                    </a:cubicBezTo>
                    <a:cubicBezTo>
                      <a:pt x="59" y="118"/>
                      <a:pt x="59" y="118"/>
                      <a:pt x="59" y="118"/>
                    </a:cubicBezTo>
                    <a:cubicBezTo>
                      <a:pt x="58" y="119"/>
                      <a:pt x="58" y="117"/>
                      <a:pt x="58" y="120"/>
                    </a:cubicBezTo>
                    <a:cubicBezTo>
                      <a:pt x="58" y="120"/>
                      <a:pt x="58" y="120"/>
                      <a:pt x="58" y="120"/>
                    </a:cubicBezTo>
                    <a:cubicBezTo>
                      <a:pt x="58" y="120"/>
                      <a:pt x="58" y="121"/>
                      <a:pt x="59" y="121"/>
                    </a:cubicBezTo>
                    <a:cubicBezTo>
                      <a:pt x="59" y="121"/>
                      <a:pt x="59" y="121"/>
                      <a:pt x="59" y="121"/>
                    </a:cubicBezTo>
                    <a:cubicBezTo>
                      <a:pt x="57" y="122"/>
                      <a:pt x="57" y="122"/>
                      <a:pt x="57" y="122"/>
                    </a:cubicBezTo>
                    <a:cubicBezTo>
                      <a:pt x="58" y="122"/>
                      <a:pt x="56" y="123"/>
                      <a:pt x="58" y="123"/>
                    </a:cubicBezTo>
                    <a:cubicBezTo>
                      <a:pt x="57" y="123"/>
                      <a:pt x="58" y="123"/>
                      <a:pt x="57" y="124"/>
                    </a:cubicBezTo>
                    <a:cubicBezTo>
                      <a:pt x="56" y="125"/>
                      <a:pt x="58" y="123"/>
                      <a:pt x="57" y="125"/>
                    </a:cubicBezTo>
                    <a:cubicBezTo>
                      <a:pt x="56" y="127"/>
                      <a:pt x="56" y="127"/>
                      <a:pt x="56" y="127"/>
                    </a:cubicBezTo>
                    <a:cubicBezTo>
                      <a:pt x="55" y="127"/>
                      <a:pt x="55" y="127"/>
                      <a:pt x="55" y="127"/>
                    </a:cubicBezTo>
                    <a:cubicBezTo>
                      <a:pt x="55" y="129"/>
                      <a:pt x="55" y="129"/>
                      <a:pt x="55" y="129"/>
                    </a:cubicBezTo>
                    <a:cubicBezTo>
                      <a:pt x="54" y="128"/>
                      <a:pt x="54" y="127"/>
                      <a:pt x="55" y="125"/>
                    </a:cubicBezTo>
                    <a:cubicBezTo>
                      <a:pt x="54" y="124"/>
                      <a:pt x="54" y="124"/>
                      <a:pt x="54" y="124"/>
                    </a:cubicBezTo>
                    <a:cubicBezTo>
                      <a:pt x="54" y="118"/>
                      <a:pt x="55" y="121"/>
                      <a:pt x="55" y="118"/>
                    </a:cubicBezTo>
                    <a:cubicBezTo>
                      <a:pt x="55" y="118"/>
                      <a:pt x="55" y="117"/>
                      <a:pt x="55" y="116"/>
                    </a:cubicBezTo>
                    <a:cubicBezTo>
                      <a:pt x="56" y="117"/>
                      <a:pt x="56" y="117"/>
                      <a:pt x="56" y="117"/>
                    </a:cubicBezTo>
                    <a:cubicBezTo>
                      <a:pt x="57" y="118"/>
                      <a:pt x="55" y="118"/>
                      <a:pt x="57" y="118"/>
                    </a:cubicBezTo>
                    <a:cubicBezTo>
                      <a:pt x="57" y="118"/>
                      <a:pt x="58" y="116"/>
                      <a:pt x="58" y="116"/>
                    </a:cubicBezTo>
                    <a:cubicBezTo>
                      <a:pt x="56" y="114"/>
                      <a:pt x="56" y="117"/>
                      <a:pt x="56" y="112"/>
                    </a:cubicBezTo>
                    <a:cubicBezTo>
                      <a:pt x="58" y="113"/>
                      <a:pt x="56" y="112"/>
                      <a:pt x="58" y="113"/>
                    </a:cubicBezTo>
                    <a:cubicBezTo>
                      <a:pt x="58" y="112"/>
                      <a:pt x="58" y="112"/>
                      <a:pt x="59" y="111"/>
                    </a:cubicBezTo>
                    <a:cubicBezTo>
                      <a:pt x="59" y="112"/>
                      <a:pt x="59" y="111"/>
                      <a:pt x="59" y="112"/>
                    </a:cubicBezTo>
                    <a:cubicBezTo>
                      <a:pt x="59" y="112"/>
                      <a:pt x="60" y="113"/>
                      <a:pt x="60" y="113"/>
                    </a:cubicBezTo>
                    <a:cubicBezTo>
                      <a:pt x="60" y="112"/>
                      <a:pt x="60" y="111"/>
                      <a:pt x="60" y="111"/>
                    </a:cubicBezTo>
                    <a:cubicBezTo>
                      <a:pt x="60" y="111"/>
                      <a:pt x="61" y="110"/>
                      <a:pt x="61" y="109"/>
                    </a:cubicBezTo>
                    <a:cubicBezTo>
                      <a:pt x="63" y="109"/>
                      <a:pt x="63" y="109"/>
                      <a:pt x="63" y="109"/>
                    </a:cubicBezTo>
                    <a:cubicBezTo>
                      <a:pt x="64" y="109"/>
                      <a:pt x="68" y="106"/>
                      <a:pt x="71" y="105"/>
                    </a:cubicBezTo>
                    <a:cubicBezTo>
                      <a:pt x="71" y="105"/>
                      <a:pt x="72" y="105"/>
                      <a:pt x="72" y="105"/>
                    </a:cubicBezTo>
                    <a:cubicBezTo>
                      <a:pt x="72" y="104"/>
                      <a:pt x="72" y="104"/>
                      <a:pt x="72" y="104"/>
                    </a:cubicBezTo>
                    <a:cubicBezTo>
                      <a:pt x="74" y="104"/>
                      <a:pt x="76" y="103"/>
                      <a:pt x="78" y="102"/>
                    </a:cubicBezTo>
                    <a:cubicBezTo>
                      <a:pt x="82" y="100"/>
                      <a:pt x="81" y="99"/>
                      <a:pt x="83" y="99"/>
                    </a:cubicBezTo>
                    <a:cubicBezTo>
                      <a:pt x="82" y="98"/>
                      <a:pt x="82" y="98"/>
                      <a:pt x="82" y="98"/>
                    </a:cubicBezTo>
                    <a:cubicBezTo>
                      <a:pt x="84" y="98"/>
                      <a:pt x="85" y="97"/>
                      <a:pt x="85" y="95"/>
                    </a:cubicBezTo>
                    <a:cubicBezTo>
                      <a:pt x="86" y="95"/>
                      <a:pt x="87" y="95"/>
                      <a:pt x="87" y="96"/>
                    </a:cubicBezTo>
                    <a:cubicBezTo>
                      <a:pt x="88" y="93"/>
                      <a:pt x="88" y="93"/>
                      <a:pt x="88" y="93"/>
                    </a:cubicBezTo>
                    <a:cubicBezTo>
                      <a:pt x="91" y="92"/>
                      <a:pt x="90" y="93"/>
                      <a:pt x="91" y="90"/>
                    </a:cubicBezTo>
                    <a:cubicBezTo>
                      <a:pt x="91" y="92"/>
                      <a:pt x="91" y="92"/>
                      <a:pt x="92" y="93"/>
                    </a:cubicBezTo>
                    <a:cubicBezTo>
                      <a:pt x="93" y="93"/>
                      <a:pt x="93" y="93"/>
                      <a:pt x="93" y="93"/>
                    </a:cubicBezTo>
                    <a:cubicBezTo>
                      <a:pt x="94" y="91"/>
                      <a:pt x="94" y="91"/>
                      <a:pt x="94" y="91"/>
                    </a:cubicBezTo>
                    <a:cubicBezTo>
                      <a:pt x="94" y="90"/>
                      <a:pt x="95" y="89"/>
                      <a:pt x="96" y="89"/>
                    </a:cubicBezTo>
                    <a:cubicBezTo>
                      <a:pt x="95" y="87"/>
                      <a:pt x="95" y="89"/>
                      <a:pt x="96" y="87"/>
                    </a:cubicBezTo>
                    <a:cubicBezTo>
                      <a:pt x="98" y="86"/>
                      <a:pt x="97" y="86"/>
                      <a:pt x="98" y="86"/>
                    </a:cubicBezTo>
                    <a:cubicBezTo>
                      <a:pt x="98" y="85"/>
                      <a:pt x="99" y="84"/>
                      <a:pt x="99" y="83"/>
                    </a:cubicBezTo>
                    <a:cubicBezTo>
                      <a:pt x="101" y="82"/>
                      <a:pt x="101" y="82"/>
                      <a:pt x="101" y="82"/>
                    </a:cubicBezTo>
                    <a:cubicBezTo>
                      <a:pt x="102" y="84"/>
                      <a:pt x="102" y="82"/>
                      <a:pt x="102" y="85"/>
                    </a:cubicBezTo>
                    <a:cubicBezTo>
                      <a:pt x="103" y="88"/>
                      <a:pt x="103" y="88"/>
                      <a:pt x="103" y="88"/>
                    </a:cubicBezTo>
                    <a:cubicBezTo>
                      <a:pt x="103" y="89"/>
                      <a:pt x="103" y="88"/>
                      <a:pt x="103" y="90"/>
                    </a:cubicBezTo>
                    <a:cubicBezTo>
                      <a:pt x="103" y="90"/>
                      <a:pt x="103" y="90"/>
                      <a:pt x="103" y="90"/>
                    </a:cubicBezTo>
                    <a:cubicBezTo>
                      <a:pt x="103" y="92"/>
                      <a:pt x="103" y="92"/>
                      <a:pt x="104" y="93"/>
                    </a:cubicBezTo>
                    <a:cubicBezTo>
                      <a:pt x="102" y="94"/>
                      <a:pt x="102" y="94"/>
                      <a:pt x="102" y="94"/>
                    </a:cubicBezTo>
                    <a:cubicBezTo>
                      <a:pt x="104" y="96"/>
                      <a:pt x="104" y="96"/>
                      <a:pt x="105" y="99"/>
                    </a:cubicBezTo>
                    <a:cubicBezTo>
                      <a:pt x="106" y="105"/>
                      <a:pt x="106" y="105"/>
                      <a:pt x="106" y="105"/>
                    </a:cubicBezTo>
                    <a:cubicBezTo>
                      <a:pt x="106" y="105"/>
                      <a:pt x="105" y="105"/>
                      <a:pt x="105" y="105"/>
                    </a:cubicBezTo>
                    <a:cubicBezTo>
                      <a:pt x="104" y="106"/>
                      <a:pt x="104" y="106"/>
                      <a:pt x="104" y="106"/>
                    </a:cubicBezTo>
                    <a:cubicBezTo>
                      <a:pt x="104" y="104"/>
                      <a:pt x="105" y="107"/>
                      <a:pt x="102" y="103"/>
                    </a:cubicBezTo>
                    <a:cubicBezTo>
                      <a:pt x="102" y="108"/>
                      <a:pt x="102" y="115"/>
                      <a:pt x="105" y="116"/>
                    </a:cubicBezTo>
                    <a:cubicBezTo>
                      <a:pt x="104" y="123"/>
                      <a:pt x="104" y="123"/>
                      <a:pt x="104" y="123"/>
                    </a:cubicBezTo>
                    <a:cubicBezTo>
                      <a:pt x="103" y="123"/>
                      <a:pt x="103" y="124"/>
                      <a:pt x="103" y="123"/>
                    </a:cubicBezTo>
                    <a:cubicBezTo>
                      <a:pt x="103" y="123"/>
                      <a:pt x="103" y="124"/>
                      <a:pt x="103" y="124"/>
                    </a:cubicBezTo>
                    <a:cubicBezTo>
                      <a:pt x="102" y="123"/>
                      <a:pt x="102" y="123"/>
                      <a:pt x="101" y="122"/>
                    </a:cubicBezTo>
                    <a:cubicBezTo>
                      <a:pt x="99" y="125"/>
                      <a:pt x="99" y="125"/>
                      <a:pt x="99" y="125"/>
                    </a:cubicBezTo>
                    <a:cubicBezTo>
                      <a:pt x="99" y="125"/>
                      <a:pt x="99" y="125"/>
                      <a:pt x="98" y="125"/>
                    </a:cubicBezTo>
                    <a:cubicBezTo>
                      <a:pt x="98" y="125"/>
                      <a:pt x="98" y="125"/>
                      <a:pt x="98" y="125"/>
                    </a:cubicBezTo>
                    <a:cubicBezTo>
                      <a:pt x="98" y="125"/>
                      <a:pt x="98" y="124"/>
                      <a:pt x="98" y="124"/>
                    </a:cubicBezTo>
                    <a:cubicBezTo>
                      <a:pt x="98" y="124"/>
                      <a:pt x="98" y="124"/>
                      <a:pt x="97" y="124"/>
                    </a:cubicBezTo>
                    <a:cubicBezTo>
                      <a:pt x="97" y="124"/>
                      <a:pt x="97" y="124"/>
                      <a:pt x="97" y="123"/>
                    </a:cubicBezTo>
                    <a:cubicBezTo>
                      <a:pt x="93" y="122"/>
                      <a:pt x="93" y="122"/>
                      <a:pt x="93" y="122"/>
                    </a:cubicBezTo>
                    <a:cubicBezTo>
                      <a:pt x="89" y="121"/>
                      <a:pt x="83" y="123"/>
                      <a:pt x="79" y="125"/>
                    </a:cubicBezTo>
                    <a:cubicBezTo>
                      <a:pt x="78" y="126"/>
                      <a:pt x="77" y="128"/>
                      <a:pt x="77" y="130"/>
                    </a:cubicBezTo>
                    <a:cubicBezTo>
                      <a:pt x="76" y="130"/>
                      <a:pt x="76" y="130"/>
                      <a:pt x="75" y="131"/>
                    </a:cubicBezTo>
                    <a:cubicBezTo>
                      <a:pt x="75" y="131"/>
                      <a:pt x="75" y="131"/>
                      <a:pt x="75" y="131"/>
                    </a:cubicBezTo>
                    <a:cubicBezTo>
                      <a:pt x="58" y="145"/>
                      <a:pt x="58" y="145"/>
                      <a:pt x="58" y="145"/>
                    </a:cubicBezTo>
                    <a:cubicBezTo>
                      <a:pt x="57" y="144"/>
                      <a:pt x="57" y="144"/>
                      <a:pt x="57" y="144"/>
                    </a:cubicBezTo>
                    <a:cubicBezTo>
                      <a:pt x="56" y="145"/>
                      <a:pt x="56" y="145"/>
                      <a:pt x="56" y="145"/>
                    </a:cubicBezTo>
                    <a:cubicBezTo>
                      <a:pt x="56" y="143"/>
                      <a:pt x="56" y="144"/>
                      <a:pt x="56" y="142"/>
                    </a:cubicBezTo>
                    <a:cubicBezTo>
                      <a:pt x="55" y="143"/>
                      <a:pt x="55" y="143"/>
                      <a:pt x="55" y="143"/>
                    </a:cubicBezTo>
                    <a:cubicBezTo>
                      <a:pt x="55" y="143"/>
                      <a:pt x="54" y="145"/>
                      <a:pt x="55" y="143"/>
                    </a:cubicBezTo>
                    <a:cubicBezTo>
                      <a:pt x="54" y="143"/>
                      <a:pt x="54" y="143"/>
                      <a:pt x="54" y="142"/>
                    </a:cubicBezTo>
                    <a:cubicBezTo>
                      <a:pt x="54" y="141"/>
                      <a:pt x="54" y="141"/>
                      <a:pt x="54" y="140"/>
                    </a:cubicBezTo>
                    <a:close/>
                    <a:moveTo>
                      <a:pt x="96" y="87"/>
                    </a:moveTo>
                    <a:cubicBezTo>
                      <a:pt x="95" y="88"/>
                      <a:pt x="96" y="88"/>
                      <a:pt x="94" y="87"/>
                    </a:cubicBezTo>
                    <a:cubicBezTo>
                      <a:pt x="95" y="87"/>
                      <a:pt x="94" y="87"/>
                      <a:pt x="95" y="86"/>
                    </a:cubicBezTo>
                    <a:cubicBezTo>
                      <a:pt x="97" y="86"/>
                      <a:pt x="96" y="87"/>
                      <a:pt x="96" y="87"/>
                    </a:cubicBezTo>
                    <a:close/>
                    <a:moveTo>
                      <a:pt x="59" y="92"/>
                    </a:moveTo>
                    <a:cubicBezTo>
                      <a:pt x="62" y="94"/>
                      <a:pt x="62" y="91"/>
                      <a:pt x="63" y="90"/>
                    </a:cubicBezTo>
                    <a:cubicBezTo>
                      <a:pt x="63" y="90"/>
                      <a:pt x="63" y="90"/>
                      <a:pt x="63" y="90"/>
                    </a:cubicBezTo>
                    <a:cubicBezTo>
                      <a:pt x="63" y="88"/>
                      <a:pt x="63" y="88"/>
                      <a:pt x="63" y="88"/>
                    </a:cubicBezTo>
                    <a:cubicBezTo>
                      <a:pt x="65" y="84"/>
                      <a:pt x="62" y="88"/>
                      <a:pt x="66" y="83"/>
                    </a:cubicBezTo>
                    <a:cubicBezTo>
                      <a:pt x="65" y="81"/>
                      <a:pt x="66" y="82"/>
                      <a:pt x="65" y="81"/>
                    </a:cubicBezTo>
                    <a:cubicBezTo>
                      <a:pt x="64" y="84"/>
                      <a:pt x="65" y="81"/>
                      <a:pt x="63" y="84"/>
                    </a:cubicBezTo>
                    <a:cubicBezTo>
                      <a:pt x="62" y="86"/>
                      <a:pt x="61" y="91"/>
                      <a:pt x="59" y="92"/>
                    </a:cubicBezTo>
                    <a:close/>
                    <a:moveTo>
                      <a:pt x="66" y="80"/>
                    </a:moveTo>
                    <a:cubicBezTo>
                      <a:pt x="66" y="81"/>
                      <a:pt x="66" y="81"/>
                      <a:pt x="66" y="81"/>
                    </a:cubicBezTo>
                    <a:cubicBezTo>
                      <a:pt x="66" y="81"/>
                      <a:pt x="66" y="81"/>
                      <a:pt x="65" y="80"/>
                    </a:cubicBezTo>
                    <a:cubicBezTo>
                      <a:pt x="66" y="80"/>
                      <a:pt x="66" y="80"/>
                      <a:pt x="66" y="80"/>
                    </a:cubicBezTo>
                    <a:close/>
                    <a:moveTo>
                      <a:pt x="67" y="78"/>
                    </a:moveTo>
                    <a:cubicBezTo>
                      <a:pt x="66" y="79"/>
                      <a:pt x="67" y="78"/>
                      <a:pt x="66" y="80"/>
                    </a:cubicBezTo>
                    <a:cubicBezTo>
                      <a:pt x="67" y="80"/>
                      <a:pt x="67" y="80"/>
                      <a:pt x="67" y="80"/>
                    </a:cubicBezTo>
                    <a:lnTo>
                      <a:pt x="67" y="78"/>
                    </a:lnTo>
                    <a:close/>
                    <a:moveTo>
                      <a:pt x="67" y="78"/>
                    </a:moveTo>
                    <a:cubicBezTo>
                      <a:pt x="68" y="77"/>
                      <a:pt x="67" y="77"/>
                      <a:pt x="68" y="77"/>
                    </a:cubicBezTo>
                    <a:cubicBezTo>
                      <a:pt x="68" y="78"/>
                      <a:pt x="68" y="77"/>
                      <a:pt x="67" y="78"/>
                    </a:cubicBezTo>
                    <a:close/>
                    <a:moveTo>
                      <a:pt x="70" y="75"/>
                    </a:moveTo>
                    <a:cubicBezTo>
                      <a:pt x="69" y="75"/>
                      <a:pt x="69" y="75"/>
                      <a:pt x="69" y="75"/>
                    </a:cubicBezTo>
                    <a:cubicBezTo>
                      <a:pt x="68" y="77"/>
                      <a:pt x="68" y="77"/>
                      <a:pt x="68" y="77"/>
                    </a:cubicBezTo>
                    <a:cubicBezTo>
                      <a:pt x="69" y="76"/>
                      <a:pt x="69" y="77"/>
                      <a:pt x="69" y="76"/>
                    </a:cubicBezTo>
                    <a:cubicBezTo>
                      <a:pt x="70" y="75"/>
                      <a:pt x="69" y="76"/>
                      <a:pt x="70" y="75"/>
                    </a:cubicBezTo>
                    <a:close/>
                    <a:moveTo>
                      <a:pt x="70" y="75"/>
                    </a:moveTo>
                    <a:cubicBezTo>
                      <a:pt x="69" y="74"/>
                      <a:pt x="69" y="74"/>
                      <a:pt x="69" y="74"/>
                    </a:cubicBezTo>
                    <a:cubicBezTo>
                      <a:pt x="71" y="74"/>
                      <a:pt x="70" y="74"/>
                      <a:pt x="71" y="74"/>
                    </a:cubicBezTo>
                    <a:cubicBezTo>
                      <a:pt x="70" y="75"/>
                      <a:pt x="70" y="75"/>
                      <a:pt x="70" y="75"/>
                    </a:cubicBezTo>
                    <a:close/>
                    <a:moveTo>
                      <a:pt x="71" y="72"/>
                    </a:moveTo>
                    <a:cubicBezTo>
                      <a:pt x="72" y="71"/>
                      <a:pt x="72" y="72"/>
                      <a:pt x="72" y="71"/>
                    </a:cubicBezTo>
                    <a:cubicBezTo>
                      <a:pt x="72" y="72"/>
                      <a:pt x="72" y="72"/>
                      <a:pt x="71" y="73"/>
                    </a:cubicBezTo>
                    <a:cubicBezTo>
                      <a:pt x="71" y="72"/>
                      <a:pt x="71" y="72"/>
                      <a:pt x="71" y="72"/>
                    </a:cubicBezTo>
                    <a:close/>
                    <a:moveTo>
                      <a:pt x="138" y="63"/>
                    </a:moveTo>
                    <a:cubicBezTo>
                      <a:pt x="140" y="61"/>
                      <a:pt x="142" y="60"/>
                      <a:pt x="143" y="58"/>
                    </a:cubicBezTo>
                    <a:cubicBezTo>
                      <a:pt x="144" y="59"/>
                      <a:pt x="144" y="58"/>
                      <a:pt x="144" y="61"/>
                    </a:cubicBezTo>
                    <a:cubicBezTo>
                      <a:pt x="144" y="62"/>
                      <a:pt x="144" y="64"/>
                      <a:pt x="144" y="65"/>
                    </a:cubicBezTo>
                    <a:cubicBezTo>
                      <a:pt x="144" y="65"/>
                      <a:pt x="145" y="70"/>
                      <a:pt x="144" y="72"/>
                    </a:cubicBezTo>
                    <a:cubicBezTo>
                      <a:pt x="144" y="73"/>
                      <a:pt x="144" y="88"/>
                      <a:pt x="145" y="89"/>
                    </a:cubicBezTo>
                    <a:cubicBezTo>
                      <a:pt x="146" y="96"/>
                      <a:pt x="146" y="96"/>
                      <a:pt x="146" y="96"/>
                    </a:cubicBezTo>
                    <a:cubicBezTo>
                      <a:pt x="146" y="98"/>
                      <a:pt x="146" y="100"/>
                      <a:pt x="146" y="102"/>
                    </a:cubicBezTo>
                    <a:cubicBezTo>
                      <a:pt x="147" y="103"/>
                      <a:pt x="147" y="113"/>
                      <a:pt x="148" y="115"/>
                    </a:cubicBezTo>
                    <a:cubicBezTo>
                      <a:pt x="148" y="120"/>
                      <a:pt x="148" y="126"/>
                      <a:pt x="148" y="130"/>
                    </a:cubicBezTo>
                    <a:cubicBezTo>
                      <a:pt x="149" y="139"/>
                      <a:pt x="148" y="149"/>
                      <a:pt x="149" y="158"/>
                    </a:cubicBezTo>
                    <a:cubicBezTo>
                      <a:pt x="148" y="159"/>
                      <a:pt x="149" y="159"/>
                      <a:pt x="148" y="159"/>
                    </a:cubicBezTo>
                    <a:cubicBezTo>
                      <a:pt x="149" y="160"/>
                      <a:pt x="148" y="160"/>
                      <a:pt x="149" y="160"/>
                    </a:cubicBezTo>
                    <a:cubicBezTo>
                      <a:pt x="149" y="161"/>
                      <a:pt x="149" y="162"/>
                      <a:pt x="148" y="162"/>
                    </a:cubicBezTo>
                    <a:cubicBezTo>
                      <a:pt x="148" y="180"/>
                      <a:pt x="148" y="180"/>
                      <a:pt x="148" y="180"/>
                    </a:cubicBezTo>
                    <a:cubicBezTo>
                      <a:pt x="148" y="180"/>
                      <a:pt x="148" y="180"/>
                      <a:pt x="148" y="180"/>
                    </a:cubicBezTo>
                    <a:cubicBezTo>
                      <a:pt x="143" y="169"/>
                      <a:pt x="143" y="169"/>
                      <a:pt x="143" y="169"/>
                    </a:cubicBezTo>
                    <a:cubicBezTo>
                      <a:pt x="143" y="169"/>
                      <a:pt x="143" y="169"/>
                      <a:pt x="143" y="169"/>
                    </a:cubicBezTo>
                    <a:cubicBezTo>
                      <a:pt x="143" y="169"/>
                      <a:pt x="143" y="169"/>
                      <a:pt x="143" y="169"/>
                    </a:cubicBezTo>
                    <a:cubicBezTo>
                      <a:pt x="142" y="166"/>
                      <a:pt x="142" y="166"/>
                      <a:pt x="141" y="166"/>
                    </a:cubicBezTo>
                    <a:cubicBezTo>
                      <a:pt x="141" y="164"/>
                      <a:pt x="141" y="164"/>
                      <a:pt x="140" y="162"/>
                    </a:cubicBezTo>
                    <a:cubicBezTo>
                      <a:pt x="140" y="162"/>
                      <a:pt x="140" y="162"/>
                      <a:pt x="140" y="162"/>
                    </a:cubicBezTo>
                    <a:cubicBezTo>
                      <a:pt x="138" y="160"/>
                      <a:pt x="138" y="160"/>
                      <a:pt x="138" y="160"/>
                    </a:cubicBezTo>
                    <a:cubicBezTo>
                      <a:pt x="138" y="156"/>
                      <a:pt x="135" y="152"/>
                      <a:pt x="136" y="149"/>
                    </a:cubicBezTo>
                    <a:cubicBezTo>
                      <a:pt x="136" y="148"/>
                      <a:pt x="136" y="148"/>
                      <a:pt x="136" y="148"/>
                    </a:cubicBezTo>
                    <a:cubicBezTo>
                      <a:pt x="137" y="144"/>
                      <a:pt x="137" y="144"/>
                      <a:pt x="137" y="144"/>
                    </a:cubicBezTo>
                    <a:cubicBezTo>
                      <a:pt x="136" y="142"/>
                      <a:pt x="136" y="142"/>
                      <a:pt x="136" y="142"/>
                    </a:cubicBezTo>
                    <a:cubicBezTo>
                      <a:pt x="136" y="141"/>
                      <a:pt x="137" y="141"/>
                      <a:pt x="137" y="140"/>
                    </a:cubicBezTo>
                    <a:cubicBezTo>
                      <a:pt x="137" y="137"/>
                      <a:pt x="139" y="137"/>
                      <a:pt x="138" y="135"/>
                    </a:cubicBezTo>
                    <a:cubicBezTo>
                      <a:pt x="140" y="135"/>
                      <a:pt x="140" y="135"/>
                      <a:pt x="140" y="135"/>
                    </a:cubicBezTo>
                    <a:cubicBezTo>
                      <a:pt x="140" y="133"/>
                      <a:pt x="140" y="133"/>
                      <a:pt x="142" y="132"/>
                    </a:cubicBezTo>
                    <a:cubicBezTo>
                      <a:pt x="142" y="129"/>
                      <a:pt x="142" y="129"/>
                      <a:pt x="142" y="129"/>
                    </a:cubicBezTo>
                    <a:cubicBezTo>
                      <a:pt x="140" y="130"/>
                      <a:pt x="142" y="129"/>
                      <a:pt x="140" y="130"/>
                    </a:cubicBezTo>
                    <a:cubicBezTo>
                      <a:pt x="140" y="128"/>
                      <a:pt x="141" y="128"/>
                      <a:pt x="143" y="126"/>
                    </a:cubicBezTo>
                    <a:cubicBezTo>
                      <a:pt x="142" y="125"/>
                      <a:pt x="142" y="125"/>
                      <a:pt x="143" y="123"/>
                    </a:cubicBezTo>
                    <a:cubicBezTo>
                      <a:pt x="141" y="122"/>
                      <a:pt x="141" y="122"/>
                      <a:pt x="141" y="122"/>
                    </a:cubicBezTo>
                    <a:cubicBezTo>
                      <a:pt x="142" y="120"/>
                      <a:pt x="141" y="119"/>
                      <a:pt x="142" y="116"/>
                    </a:cubicBezTo>
                    <a:cubicBezTo>
                      <a:pt x="142" y="113"/>
                      <a:pt x="143" y="113"/>
                      <a:pt x="143" y="111"/>
                    </a:cubicBezTo>
                    <a:cubicBezTo>
                      <a:pt x="143" y="111"/>
                      <a:pt x="142" y="110"/>
                      <a:pt x="142" y="110"/>
                    </a:cubicBezTo>
                    <a:cubicBezTo>
                      <a:pt x="141" y="110"/>
                      <a:pt x="141" y="110"/>
                      <a:pt x="141" y="110"/>
                    </a:cubicBezTo>
                    <a:cubicBezTo>
                      <a:pt x="142" y="108"/>
                      <a:pt x="141" y="109"/>
                      <a:pt x="142" y="109"/>
                    </a:cubicBezTo>
                    <a:cubicBezTo>
                      <a:pt x="142" y="106"/>
                      <a:pt x="142" y="107"/>
                      <a:pt x="143" y="106"/>
                    </a:cubicBezTo>
                    <a:cubicBezTo>
                      <a:pt x="144" y="103"/>
                      <a:pt x="142" y="106"/>
                      <a:pt x="143" y="104"/>
                    </a:cubicBezTo>
                    <a:cubicBezTo>
                      <a:pt x="143" y="102"/>
                      <a:pt x="143" y="105"/>
                      <a:pt x="144" y="102"/>
                    </a:cubicBezTo>
                    <a:cubicBezTo>
                      <a:pt x="144" y="102"/>
                      <a:pt x="144" y="101"/>
                      <a:pt x="144" y="100"/>
                    </a:cubicBezTo>
                    <a:cubicBezTo>
                      <a:pt x="144" y="101"/>
                      <a:pt x="144" y="101"/>
                      <a:pt x="144" y="100"/>
                    </a:cubicBezTo>
                    <a:cubicBezTo>
                      <a:pt x="145" y="96"/>
                      <a:pt x="144" y="96"/>
                      <a:pt x="141" y="95"/>
                    </a:cubicBezTo>
                    <a:cubicBezTo>
                      <a:pt x="141" y="92"/>
                      <a:pt x="141" y="92"/>
                      <a:pt x="141" y="92"/>
                    </a:cubicBezTo>
                    <a:cubicBezTo>
                      <a:pt x="141" y="92"/>
                      <a:pt x="141" y="91"/>
                      <a:pt x="142" y="91"/>
                    </a:cubicBezTo>
                    <a:cubicBezTo>
                      <a:pt x="144" y="89"/>
                      <a:pt x="141" y="92"/>
                      <a:pt x="142" y="91"/>
                    </a:cubicBezTo>
                    <a:cubicBezTo>
                      <a:pt x="143" y="90"/>
                      <a:pt x="143" y="90"/>
                      <a:pt x="143" y="90"/>
                    </a:cubicBezTo>
                    <a:cubicBezTo>
                      <a:pt x="144" y="80"/>
                      <a:pt x="143" y="85"/>
                      <a:pt x="140" y="81"/>
                    </a:cubicBezTo>
                    <a:cubicBezTo>
                      <a:pt x="141" y="80"/>
                      <a:pt x="140" y="77"/>
                      <a:pt x="142" y="76"/>
                    </a:cubicBezTo>
                    <a:cubicBezTo>
                      <a:pt x="142" y="73"/>
                      <a:pt x="142" y="75"/>
                      <a:pt x="140" y="72"/>
                    </a:cubicBezTo>
                    <a:cubicBezTo>
                      <a:pt x="140" y="71"/>
                      <a:pt x="140" y="70"/>
                      <a:pt x="140" y="69"/>
                    </a:cubicBezTo>
                    <a:cubicBezTo>
                      <a:pt x="139" y="65"/>
                      <a:pt x="139" y="65"/>
                      <a:pt x="139" y="65"/>
                    </a:cubicBezTo>
                    <a:cubicBezTo>
                      <a:pt x="138" y="64"/>
                      <a:pt x="138" y="65"/>
                      <a:pt x="138" y="63"/>
                    </a:cubicBezTo>
                    <a:close/>
                    <a:moveTo>
                      <a:pt x="92" y="57"/>
                    </a:moveTo>
                    <a:cubicBezTo>
                      <a:pt x="93" y="58"/>
                      <a:pt x="93" y="58"/>
                      <a:pt x="93" y="58"/>
                    </a:cubicBezTo>
                    <a:cubicBezTo>
                      <a:pt x="91" y="57"/>
                      <a:pt x="93" y="58"/>
                      <a:pt x="91" y="58"/>
                    </a:cubicBezTo>
                    <a:cubicBezTo>
                      <a:pt x="90" y="60"/>
                      <a:pt x="90" y="59"/>
                      <a:pt x="89" y="60"/>
                    </a:cubicBezTo>
                    <a:cubicBezTo>
                      <a:pt x="84" y="64"/>
                      <a:pt x="84" y="64"/>
                      <a:pt x="84" y="64"/>
                    </a:cubicBezTo>
                    <a:cubicBezTo>
                      <a:pt x="84" y="64"/>
                      <a:pt x="84" y="64"/>
                      <a:pt x="84" y="64"/>
                    </a:cubicBezTo>
                    <a:cubicBezTo>
                      <a:pt x="84" y="64"/>
                      <a:pt x="84" y="64"/>
                      <a:pt x="84" y="64"/>
                    </a:cubicBezTo>
                    <a:cubicBezTo>
                      <a:pt x="82" y="66"/>
                      <a:pt x="82" y="66"/>
                      <a:pt x="82" y="66"/>
                    </a:cubicBezTo>
                    <a:cubicBezTo>
                      <a:pt x="80" y="67"/>
                      <a:pt x="81" y="66"/>
                      <a:pt x="80" y="68"/>
                    </a:cubicBezTo>
                    <a:cubicBezTo>
                      <a:pt x="79" y="70"/>
                      <a:pt x="78" y="70"/>
                      <a:pt x="77" y="71"/>
                    </a:cubicBezTo>
                    <a:cubicBezTo>
                      <a:pt x="75" y="72"/>
                      <a:pt x="77" y="72"/>
                      <a:pt x="75" y="73"/>
                    </a:cubicBezTo>
                    <a:cubicBezTo>
                      <a:pt x="76" y="73"/>
                      <a:pt x="76" y="73"/>
                      <a:pt x="75" y="74"/>
                    </a:cubicBezTo>
                    <a:cubicBezTo>
                      <a:pt x="75" y="75"/>
                      <a:pt x="75" y="75"/>
                      <a:pt x="75" y="75"/>
                    </a:cubicBezTo>
                    <a:cubicBezTo>
                      <a:pt x="74" y="74"/>
                      <a:pt x="75" y="74"/>
                      <a:pt x="73" y="75"/>
                    </a:cubicBezTo>
                    <a:cubicBezTo>
                      <a:pt x="72" y="76"/>
                      <a:pt x="71" y="79"/>
                      <a:pt x="71" y="79"/>
                    </a:cubicBezTo>
                    <a:cubicBezTo>
                      <a:pt x="70" y="79"/>
                      <a:pt x="70" y="79"/>
                      <a:pt x="70" y="79"/>
                    </a:cubicBezTo>
                    <a:cubicBezTo>
                      <a:pt x="69" y="83"/>
                      <a:pt x="67" y="81"/>
                      <a:pt x="67" y="85"/>
                    </a:cubicBezTo>
                    <a:cubicBezTo>
                      <a:pt x="66" y="87"/>
                      <a:pt x="66" y="87"/>
                      <a:pt x="66" y="87"/>
                    </a:cubicBezTo>
                    <a:cubicBezTo>
                      <a:pt x="65" y="85"/>
                      <a:pt x="66" y="87"/>
                      <a:pt x="65" y="87"/>
                    </a:cubicBezTo>
                    <a:cubicBezTo>
                      <a:pt x="65" y="87"/>
                      <a:pt x="65" y="87"/>
                      <a:pt x="65" y="87"/>
                    </a:cubicBezTo>
                    <a:cubicBezTo>
                      <a:pt x="65" y="87"/>
                      <a:pt x="65" y="87"/>
                      <a:pt x="65" y="87"/>
                    </a:cubicBezTo>
                    <a:cubicBezTo>
                      <a:pt x="64" y="87"/>
                      <a:pt x="64" y="87"/>
                      <a:pt x="64" y="87"/>
                    </a:cubicBezTo>
                    <a:cubicBezTo>
                      <a:pt x="64" y="87"/>
                      <a:pt x="64" y="87"/>
                      <a:pt x="64" y="87"/>
                    </a:cubicBezTo>
                    <a:cubicBezTo>
                      <a:pt x="64" y="88"/>
                      <a:pt x="64" y="88"/>
                      <a:pt x="65" y="89"/>
                    </a:cubicBezTo>
                    <a:cubicBezTo>
                      <a:pt x="65" y="90"/>
                      <a:pt x="65" y="89"/>
                      <a:pt x="66" y="89"/>
                    </a:cubicBezTo>
                    <a:cubicBezTo>
                      <a:pt x="67" y="90"/>
                      <a:pt x="66" y="90"/>
                      <a:pt x="68" y="88"/>
                    </a:cubicBezTo>
                    <a:cubicBezTo>
                      <a:pt x="70" y="86"/>
                      <a:pt x="70" y="86"/>
                      <a:pt x="70" y="86"/>
                    </a:cubicBezTo>
                    <a:cubicBezTo>
                      <a:pt x="71" y="86"/>
                      <a:pt x="70" y="86"/>
                      <a:pt x="71" y="86"/>
                    </a:cubicBezTo>
                    <a:cubicBezTo>
                      <a:pt x="76" y="82"/>
                      <a:pt x="76" y="82"/>
                      <a:pt x="76" y="82"/>
                    </a:cubicBezTo>
                    <a:cubicBezTo>
                      <a:pt x="77" y="81"/>
                      <a:pt x="77" y="82"/>
                      <a:pt x="77" y="79"/>
                    </a:cubicBezTo>
                    <a:cubicBezTo>
                      <a:pt x="80" y="79"/>
                      <a:pt x="79" y="79"/>
                      <a:pt x="81" y="77"/>
                    </a:cubicBezTo>
                    <a:cubicBezTo>
                      <a:pt x="82" y="77"/>
                      <a:pt x="81" y="77"/>
                      <a:pt x="82" y="76"/>
                    </a:cubicBezTo>
                    <a:cubicBezTo>
                      <a:pt x="83" y="76"/>
                      <a:pt x="82" y="76"/>
                      <a:pt x="83" y="76"/>
                    </a:cubicBezTo>
                    <a:cubicBezTo>
                      <a:pt x="84" y="75"/>
                      <a:pt x="84" y="76"/>
                      <a:pt x="85" y="76"/>
                    </a:cubicBezTo>
                    <a:cubicBezTo>
                      <a:pt x="83" y="75"/>
                      <a:pt x="83" y="75"/>
                      <a:pt x="83" y="75"/>
                    </a:cubicBezTo>
                    <a:cubicBezTo>
                      <a:pt x="87" y="74"/>
                      <a:pt x="87" y="72"/>
                      <a:pt x="90" y="70"/>
                    </a:cubicBezTo>
                    <a:cubicBezTo>
                      <a:pt x="90" y="70"/>
                      <a:pt x="91" y="70"/>
                      <a:pt x="91" y="70"/>
                    </a:cubicBezTo>
                    <a:cubicBezTo>
                      <a:pt x="92" y="69"/>
                      <a:pt x="91" y="69"/>
                      <a:pt x="92" y="69"/>
                    </a:cubicBezTo>
                    <a:cubicBezTo>
                      <a:pt x="93" y="68"/>
                      <a:pt x="95" y="67"/>
                      <a:pt x="97" y="67"/>
                    </a:cubicBezTo>
                    <a:cubicBezTo>
                      <a:pt x="97" y="60"/>
                      <a:pt x="97" y="64"/>
                      <a:pt x="96" y="62"/>
                    </a:cubicBezTo>
                    <a:cubicBezTo>
                      <a:pt x="96" y="61"/>
                      <a:pt x="96" y="60"/>
                      <a:pt x="96" y="58"/>
                    </a:cubicBezTo>
                    <a:cubicBezTo>
                      <a:pt x="96" y="58"/>
                      <a:pt x="96" y="58"/>
                      <a:pt x="96" y="57"/>
                    </a:cubicBezTo>
                    <a:cubicBezTo>
                      <a:pt x="96" y="57"/>
                      <a:pt x="96" y="57"/>
                      <a:pt x="96" y="57"/>
                    </a:cubicBezTo>
                    <a:cubicBezTo>
                      <a:pt x="96" y="56"/>
                      <a:pt x="96" y="56"/>
                      <a:pt x="96" y="56"/>
                    </a:cubicBezTo>
                    <a:cubicBezTo>
                      <a:pt x="96" y="56"/>
                      <a:pt x="96" y="56"/>
                      <a:pt x="96" y="56"/>
                    </a:cubicBezTo>
                    <a:cubicBezTo>
                      <a:pt x="96" y="54"/>
                      <a:pt x="96" y="54"/>
                      <a:pt x="96" y="54"/>
                    </a:cubicBezTo>
                    <a:cubicBezTo>
                      <a:pt x="95" y="55"/>
                      <a:pt x="94" y="56"/>
                      <a:pt x="92" y="57"/>
                    </a:cubicBezTo>
                    <a:close/>
                    <a:moveTo>
                      <a:pt x="109" y="39"/>
                    </a:moveTo>
                    <a:cubicBezTo>
                      <a:pt x="108" y="40"/>
                      <a:pt x="108" y="40"/>
                      <a:pt x="108" y="40"/>
                    </a:cubicBezTo>
                    <a:cubicBezTo>
                      <a:pt x="106" y="39"/>
                      <a:pt x="107" y="42"/>
                      <a:pt x="105" y="40"/>
                    </a:cubicBezTo>
                    <a:cubicBezTo>
                      <a:pt x="107" y="39"/>
                      <a:pt x="105" y="39"/>
                      <a:pt x="109" y="39"/>
                    </a:cubicBezTo>
                    <a:close/>
                    <a:moveTo>
                      <a:pt x="109" y="39"/>
                    </a:moveTo>
                    <a:cubicBezTo>
                      <a:pt x="109" y="38"/>
                      <a:pt x="109" y="38"/>
                      <a:pt x="109" y="38"/>
                    </a:cubicBezTo>
                    <a:cubicBezTo>
                      <a:pt x="108" y="38"/>
                      <a:pt x="109" y="38"/>
                      <a:pt x="109" y="39"/>
                    </a:cubicBezTo>
                    <a:close/>
                    <a:moveTo>
                      <a:pt x="123" y="34"/>
                    </a:moveTo>
                    <a:cubicBezTo>
                      <a:pt x="124" y="33"/>
                      <a:pt x="124" y="32"/>
                      <a:pt x="125" y="32"/>
                    </a:cubicBezTo>
                    <a:cubicBezTo>
                      <a:pt x="126" y="32"/>
                      <a:pt x="126" y="32"/>
                      <a:pt x="126" y="32"/>
                    </a:cubicBezTo>
                    <a:cubicBezTo>
                      <a:pt x="126" y="32"/>
                      <a:pt x="127" y="32"/>
                      <a:pt x="127" y="32"/>
                    </a:cubicBezTo>
                    <a:cubicBezTo>
                      <a:pt x="125" y="33"/>
                      <a:pt x="126" y="33"/>
                      <a:pt x="125" y="34"/>
                    </a:cubicBezTo>
                    <a:cubicBezTo>
                      <a:pt x="125" y="37"/>
                      <a:pt x="124" y="38"/>
                      <a:pt x="124" y="42"/>
                    </a:cubicBezTo>
                    <a:cubicBezTo>
                      <a:pt x="123" y="42"/>
                      <a:pt x="123" y="45"/>
                      <a:pt x="124" y="46"/>
                    </a:cubicBezTo>
                    <a:cubicBezTo>
                      <a:pt x="123" y="47"/>
                      <a:pt x="123" y="47"/>
                      <a:pt x="123" y="47"/>
                    </a:cubicBezTo>
                    <a:cubicBezTo>
                      <a:pt x="123" y="49"/>
                      <a:pt x="123" y="49"/>
                      <a:pt x="124" y="51"/>
                    </a:cubicBezTo>
                    <a:cubicBezTo>
                      <a:pt x="124" y="52"/>
                      <a:pt x="124" y="50"/>
                      <a:pt x="124" y="52"/>
                    </a:cubicBezTo>
                    <a:cubicBezTo>
                      <a:pt x="124" y="52"/>
                      <a:pt x="124" y="53"/>
                      <a:pt x="124" y="53"/>
                    </a:cubicBezTo>
                    <a:cubicBezTo>
                      <a:pt x="124" y="55"/>
                      <a:pt x="124" y="58"/>
                      <a:pt x="125" y="60"/>
                    </a:cubicBezTo>
                    <a:cubicBezTo>
                      <a:pt x="125" y="60"/>
                      <a:pt x="125" y="60"/>
                      <a:pt x="125" y="60"/>
                    </a:cubicBezTo>
                    <a:cubicBezTo>
                      <a:pt x="125" y="61"/>
                      <a:pt x="125" y="61"/>
                      <a:pt x="125" y="61"/>
                    </a:cubicBezTo>
                    <a:cubicBezTo>
                      <a:pt x="125" y="61"/>
                      <a:pt x="125" y="63"/>
                      <a:pt x="125" y="64"/>
                    </a:cubicBezTo>
                    <a:cubicBezTo>
                      <a:pt x="125" y="67"/>
                      <a:pt x="126" y="64"/>
                      <a:pt x="126" y="71"/>
                    </a:cubicBezTo>
                    <a:cubicBezTo>
                      <a:pt x="126" y="74"/>
                      <a:pt x="126" y="73"/>
                      <a:pt x="127" y="74"/>
                    </a:cubicBezTo>
                    <a:cubicBezTo>
                      <a:pt x="127" y="75"/>
                      <a:pt x="127" y="76"/>
                      <a:pt x="127" y="77"/>
                    </a:cubicBezTo>
                    <a:cubicBezTo>
                      <a:pt x="127" y="78"/>
                      <a:pt x="127" y="79"/>
                      <a:pt x="127" y="80"/>
                    </a:cubicBezTo>
                    <a:cubicBezTo>
                      <a:pt x="127" y="80"/>
                      <a:pt x="127" y="80"/>
                      <a:pt x="127" y="80"/>
                    </a:cubicBezTo>
                    <a:cubicBezTo>
                      <a:pt x="128" y="82"/>
                      <a:pt x="128" y="84"/>
                      <a:pt x="128" y="86"/>
                    </a:cubicBezTo>
                    <a:cubicBezTo>
                      <a:pt x="129" y="89"/>
                      <a:pt x="128" y="95"/>
                      <a:pt x="130" y="98"/>
                    </a:cubicBezTo>
                    <a:cubicBezTo>
                      <a:pt x="129" y="98"/>
                      <a:pt x="129" y="98"/>
                      <a:pt x="129" y="98"/>
                    </a:cubicBezTo>
                    <a:cubicBezTo>
                      <a:pt x="130" y="100"/>
                      <a:pt x="129" y="101"/>
                      <a:pt x="128" y="102"/>
                    </a:cubicBezTo>
                    <a:cubicBezTo>
                      <a:pt x="127" y="105"/>
                      <a:pt x="128" y="105"/>
                      <a:pt x="129" y="109"/>
                    </a:cubicBezTo>
                    <a:cubicBezTo>
                      <a:pt x="128" y="109"/>
                      <a:pt x="128" y="109"/>
                      <a:pt x="128" y="110"/>
                    </a:cubicBezTo>
                    <a:cubicBezTo>
                      <a:pt x="128" y="112"/>
                      <a:pt x="128" y="113"/>
                      <a:pt x="128" y="115"/>
                    </a:cubicBezTo>
                    <a:cubicBezTo>
                      <a:pt x="127" y="118"/>
                      <a:pt x="128" y="123"/>
                      <a:pt x="127" y="127"/>
                    </a:cubicBezTo>
                    <a:cubicBezTo>
                      <a:pt x="126" y="126"/>
                      <a:pt x="126" y="126"/>
                      <a:pt x="126" y="126"/>
                    </a:cubicBezTo>
                    <a:cubicBezTo>
                      <a:pt x="125" y="124"/>
                      <a:pt x="125" y="123"/>
                      <a:pt x="125" y="121"/>
                    </a:cubicBezTo>
                    <a:cubicBezTo>
                      <a:pt x="123" y="117"/>
                      <a:pt x="123" y="117"/>
                      <a:pt x="123" y="117"/>
                    </a:cubicBezTo>
                    <a:cubicBezTo>
                      <a:pt x="123" y="117"/>
                      <a:pt x="123" y="117"/>
                      <a:pt x="123" y="117"/>
                    </a:cubicBezTo>
                    <a:cubicBezTo>
                      <a:pt x="123" y="115"/>
                      <a:pt x="122" y="113"/>
                      <a:pt x="121" y="111"/>
                    </a:cubicBezTo>
                    <a:cubicBezTo>
                      <a:pt x="122" y="110"/>
                      <a:pt x="122" y="110"/>
                      <a:pt x="122" y="110"/>
                    </a:cubicBezTo>
                    <a:cubicBezTo>
                      <a:pt x="120" y="104"/>
                      <a:pt x="120" y="104"/>
                      <a:pt x="120" y="104"/>
                    </a:cubicBezTo>
                    <a:cubicBezTo>
                      <a:pt x="120" y="103"/>
                      <a:pt x="120" y="101"/>
                      <a:pt x="120" y="100"/>
                    </a:cubicBezTo>
                    <a:cubicBezTo>
                      <a:pt x="120" y="97"/>
                      <a:pt x="119" y="99"/>
                      <a:pt x="119" y="97"/>
                    </a:cubicBezTo>
                    <a:cubicBezTo>
                      <a:pt x="119" y="96"/>
                      <a:pt x="119" y="94"/>
                      <a:pt x="119" y="92"/>
                    </a:cubicBezTo>
                    <a:cubicBezTo>
                      <a:pt x="117" y="83"/>
                      <a:pt x="117" y="83"/>
                      <a:pt x="117" y="83"/>
                    </a:cubicBezTo>
                    <a:cubicBezTo>
                      <a:pt x="117" y="83"/>
                      <a:pt x="117" y="83"/>
                      <a:pt x="117" y="82"/>
                    </a:cubicBezTo>
                    <a:cubicBezTo>
                      <a:pt x="116" y="81"/>
                      <a:pt x="117" y="81"/>
                      <a:pt x="116" y="79"/>
                    </a:cubicBezTo>
                    <a:cubicBezTo>
                      <a:pt x="118" y="77"/>
                      <a:pt x="117" y="77"/>
                      <a:pt x="119" y="76"/>
                    </a:cubicBezTo>
                    <a:cubicBezTo>
                      <a:pt x="119" y="75"/>
                      <a:pt x="119" y="75"/>
                      <a:pt x="120" y="74"/>
                    </a:cubicBezTo>
                    <a:cubicBezTo>
                      <a:pt x="121" y="73"/>
                      <a:pt x="121" y="73"/>
                      <a:pt x="121" y="73"/>
                    </a:cubicBezTo>
                    <a:cubicBezTo>
                      <a:pt x="119" y="72"/>
                      <a:pt x="118" y="71"/>
                      <a:pt x="116" y="70"/>
                    </a:cubicBezTo>
                    <a:cubicBezTo>
                      <a:pt x="115" y="68"/>
                      <a:pt x="115" y="68"/>
                      <a:pt x="115" y="68"/>
                    </a:cubicBezTo>
                    <a:cubicBezTo>
                      <a:pt x="113" y="69"/>
                      <a:pt x="113" y="69"/>
                      <a:pt x="113" y="69"/>
                    </a:cubicBezTo>
                    <a:cubicBezTo>
                      <a:pt x="112" y="66"/>
                      <a:pt x="112" y="66"/>
                      <a:pt x="112" y="63"/>
                    </a:cubicBezTo>
                    <a:cubicBezTo>
                      <a:pt x="112" y="63"/>
                      <a:pt x="112" y="63"/>
                      <a:pt x="111" y="62"/>
                    </a:cubicBezTo>
                    <a:cubicBezTo>
                      <a:pt x="107" y="47"/>
                      <a:pt x="107" y="47"/>
                      <a:pt x="107" y="47"/>
                    </a:cubicBezTo>
                    <a:cubicBezTo>
                      <a:pt x="107" y="46"/>
                      <a:pt x="106" y="43"/>
                      <a:pt x="107" y="42"/>
                    </a:cubicBezTo>
                    <a:cubicBezTo>
                      <a:pt x="108" y="42"/>
                      <a:pt x="108" y="42"/>
                      <a:pt x="108" y="42"/>
                    </a:cubicBezTo>
                    <a:cubicBezTo>
                      <a:pt x="108" y="42"/>
                      <a:pt x="109" y="41"/>
                      <a:pt x="109" y="41"/>
                    </a:cubicBezTo>
                    <a:cubicBezTo>
                      <a:pt x="109" y="41"/>
                      <a:pt x="109" y="41"/>
                      <a:pt x="109" y="41"/>
                    </a:cubicBezTo>
                    <a:cubicBezTo>
                      <a:pt x="110" y="40"/>
                      <a:pt x="109" y="40"/>
                      <a:pt x="110" y="40"/>
                    </a:cubicBezTo>
                    <a:cubicBezTo>
                      <a:pt x="110" y="36"/>
                      <a:pt x="110" y="36"/>
                      <a:pt x="110" y="36"/>
                    </a:cubicBezTo>
                    <a:cubicBezTo>
                      <a:pt x="113" y="36"/>
                      <a:pt x="113" y="36"/>
                      <a:pt x="113" y="36"/>
                    </a:cubicBezTo>
                    <a:cubicBezTo>
                      <a:pt x="112" y="34"/>
                      <a:pt x="112" y="34"/>
                      <a:pt x="112" y="34"/>
                    </a:cubicBezTo>
                    <a:cubicBezTo>
                      <a:pt x="115" y="34"/>
                      <a:pt x="112" y="33"/>
                      <a:pt x="115" y="33"/>
                    </a:cubicBezTo>
                    <a:cubicBezTo>
                      <a:pt x="115" y="35"/>
                      <a:pt x="115" y="36"/>
                      <a:pt x="115" y="39"/>
                    </a:cubicBezTo>
                    <a:cubicBezTo>
                      <a:pt x="116" y="39"/>
                      <a:pt x="117" y="39"/>
                      <a:pt x="118" y="39"/>
                    </a:cubicBezTo>
                    <a:cubicBezTo>
                      <a:pt x="120" y="38"/>
                      <a:pt x="118" y="39"/>
                      <a:pt x="120" y="38"/>
                    </a:cubicBezTo>
                    <a:cubicBezTo>
                      <a:pt x="120" y="37"/>
                      <a:pt x="119" y="37"/>
                      <a:pt x="119" y="36"/>
                    </a:cubicBezTo>
                    <a:cubicBezTo>
                      <a:pt x="120" y="35"/>
                      <a:pt x="121" y="35"/>
                      <a:pt x="122" y="34"/>
                    </a:cubicBezTo>
                    <a:cubicBezTo>
                      <a:pt x="123" y="33"/>
                      <a:pt x="123" y="33"/>
                      <a:pt x="123" y="33"/>
                    </a:cubicBezTo>
                    <a:cubicBezTo>
                      <a:pt x="124" y="33"/>
                      <a:pt x="122" y="34"/>
                      <a:pt x="123" y="34"/>
                    </a:cubicBezTo>
                    <a:close/>
                    <a:moveTo>
                      <a:pt x="116" y="33"/>
                    </a:moveTo>
                    <a:cubicBezTo>
                      <a:pt x="117" y="33"/>
                      <a:pt x="117" y="33"/>
                      <a:pt x="117" y="33"/>
                    </a:cubicBezTo>
                    <a:cubicBezTo>
                      <a:pt x="114" y="31"/>
                      <a:pt x="116" y="32"/>
                      <a:pt x="116" y="33"/>
                    </a:cubicBezTo>
                    <a:close/>
                    <a:moveTo>
                      <a:pt x="144" y="44"/>
                    </a:moveTo>
                    <a:cubicBezTo>
                      <a:pt x="144" y="43"/>
                      <a:pt x="144" y="41"/>
                      <a:pt x="144" y="39"/>
                    </a:cubicBezTo>
                    <a:cubicBezTo>
                      <a:pt x="143" y="36"/>
                      <a:pt x="144" y="37"/>
                      <a:pt x="143" y="33"/>
                    </a:cubicBezTo>
                    <a:cubicBezTo>
                      <a:pt x="143" y="32"/>
                      <a:pt x="143" y="32"/>
                      <a:pt x="142" y="31"/>
                    </a:cubicBezTo>
                    <a:cubicBezTo>
                      <a:pt x="142" y="30"/>
                      <a:pt x="142" y="30"/>
                      <a:pt x="142" y="30"/>
                    </a:cubicBezTo>
                    <a:cubicBezTo>
                      <a:pt x="142" y="29"/>
                      <a:pt x="142" y="30"/>
                      <a:pt x="142" y="29"/>
                    </a:cubicBezTo>
                    <a:cubicBezTo>
                      <a:pt x="137" y="29"/>
                      <a:pt x="136" y="28"/>
                      <a:pt x="131" y="30"/>
                    </a:cubicBezTo>
                    <a:cubicBezTo>
                      <a:pt x="129" y="30"/>
                      <a:pt x="130" y="31"/>
                      <a:pt x="128" y="31"/>
                    </a:cubicBezTo>
                    <a:cubicBezTo>
                      <a:pt x="135" y="36"/>
                      <a:pt x="135" y="36"/>
                      <a:pt x="135" y="36"/>
                    </a:cubicBezTo>
                    <a:cubicBezTo>
                      <a:pt x="141" y="42"/>
                      <a:pt x="138" y="41"/>
                      <a:pt x="141" y="42"/>
                    </a:cubicBezTo>
                    <a:cubicBezTo>
                      <a:pt x="140" y="43"/>
                      <a:pt x="140" y="42"/>
                      <a:pt x="141" y="43"/>
                    </a:cubicBezTo>
                    <a:cubicBezTo>
                      <a:pt x="141" y="44"/>
                      <a:pt x="141" y="44"/>
                      <a:pt x="142" y="45"/>
                    </a:cubicBezTo>
                    <a:cubicBezTo>
                      <a:pt x="144" y="48"/>
                      <a:pt x="144" y="48"/>
                      <a:pt x="144" y="48"/>
                    </a:cubicBezTo>
                    <a:cubicBezTo>
                      <a:pt x="145" y="47"/>
                      <a:pt x="144" y="47"/>
                      <a:pt x="144" y="47"/>
                    </a:cubicBezTo>
                    <a:cubicBezTo>
                      <a:pt x="143" y="45"/>
                      <a:pt x="144" y="46"/>
                      <a:pt x="144" y="44"/>
                    </a:cubicBezTo>
                    <a:close/>
                    <a:moveTo>
                      <a:pt x="153" y="1"/>
                    </a:moveTo>
                    <a:cubicBezTo>
                      <a:pt x="153" y="1"/>
                      <a:pt x="152" y="1"/>
                      <a:pt x="152" y="1"/>
                    </a:cubicBezTo>
                    <a:cubicBezTo>
                      <a:pt x="151" y="3"/>
                      <a:pt x="151" y="1"/>
                      <a:pt x="149" y="4"/>
                    </a:cubicBezTo>
                    <a:cubicBezTo>
                      <a:pt x="148" y="4"/>
                      <a:pt x="146" y="4"/>
                      <a:pt x="145" y="4"/>
                    </a:cubicBezTo>
                    <a:cubicBezTo>
                      <a:pt x="145" y="4"/>
                      <a:pt x="144" y="5"/>
                      <a:pt x="144" y="5"/>
                    </a:cubicBezTo>
                    <a:cubicBezTo>
                      <a:pt x="142" y="5"/>
                      <a:pt x="143" y="5"/>
                      <a:pt x="142" y="5"/>
                    </a:cubicBezTo>
                    <a:cubicBezTo>
                      <a:pt x="140" y="5"/>
                      <a:pt x="140" y="6"/>
                      <a:pt x="137" y="6"/>
                    </a:cubicBezTo>
                    <a:cubicBezTo>
                      <a:pt x="136" y="7"/>
                      <a:pt x="135" y="6"/>
                      <a:pt x="133" y="7"/>
                    </a:cubicBezTo>
                    <a:cubicBezTo>
                      <a:pt x="133" y="8"/>
                      <a:pt x="133" y="8"/>
                      <a:pt x="133" y="8"/>
                    </a:cubicBezTo>
                    <a:cubicBezTo>
                      <a:pt x="130" y="8"/>
                      <a:pt x="131" y="8"/>
                      <a:pt x="129" y="9"/>
                    </a:cubicBezTo>
                    <a:cubicBezTo>
                      <a:pt x="128" y="10"/>
                      <a:pt x="127" y="10"/>
                      <a:pt x="126" y="10"/>
                    </a:cubicBezTo>
                    <a:cubicBezTo>
                      <a:pt x="123" y="11"/>
                      <a:pt x="116" y="14"/>
                      <a:pt x="115" y="16"/>
                    </a:cubicBezTo>
                    <a:cubicBezTo>
                      <a:pt x="113" y="18"/>
                      <a:pt x="113" y="19"/>
                      <a:pt x="109" y="19"/>
                    </a:cubicBezTo>
                    <a:cubicBezTo>
                      <a:pt x="109" y="21"/>
                      <a:pt x="109" y="19"/>
                      <a:pt x="109" y="19"/>
                    </a:cubicBezTo>
                    <a:cubicBezTo>
                      <a:pt x="90" y="33"/>
                      <a:pt x="90" y="33"/>
                      <a:pt x="90" y="33"/>
                    </a:cubicBezTo>
                    <a:cubicBezTo>
                      <a:pt x="90" y="33"/>
                      <a:pt x="89" y="34"/>
                      <a:pt x="89" y="34"/>
                    </a:cubicBezTo>
                    <a:cubicBezTo>
                      <a:pt x="88" y="35"/>
                      <a:pt x="88" y="36"/>
                      <a:pt x="86" y="36"/>
                    </a:cubicBezTo>
                    <a:cubicBezTo>
                      <a:pt x="86" y="37"/>
                      <a:pt x="86" y="37"/>
                      <a:pt x="86" y="37"/>
                    </a:cubicBezTo>
                    <a:cubicBezTo>
                      <a:pt x="84" y="37"/>
                      <a:pt x="86" y="37"/>
                      <a:pt x="84" y="38"/>
                    </a:cubicBezTo>
                    <a:cubicBezTo>
                      <a:pt x="83" y="39"/>
                      <a:pt x="83" y="39"/>
                      <a:pt x="83" y="39"/>
                    </a:cubicBezTo>
                    <a:cubicBezTo>
                      <a:pt x="83" y="39"/>
                      <a:pt x="82" y="39"/>
                      <a:pt x="82" y="39"/>
                    </a:cubicBezTo>
                    <a:cubicBezTo>
                      <a:pt x="82" y="39"/>
                      <a:pt x="82" y="40"/>
                      <a:pt x="82" y="40"/>
                    </a:cubicBezTo>
                    <a:cubicBezTo>
                      <a:pt x="78" y="43"/>
                      <a:pt x="78" y="43"/>
                      <a:pt x="78" y="43"/>
                    </a:cubicBezTo>
                    <a:cubicBezTo>
                      <a:pt x="78" y="43"/>
                      <a:pt x="78" y="43"/>
                      <a:pt x="78" y="43"/>
                    </a:cubicBezTo>
                    <a:cubicBezTo>
                      <a:pt x="77" y="44"/>
                      <a:pt x="77" y="44"/>
                      <a:pt x="77" y="44"/>
                    </a:cubicBezTo>
                    <a:cubicBezTo>
                      <a:pt x="77" y="44"/>
                      <a:pt x="77" y="44"/>
                      <a:pt x="77" y="44"/>
                    </a:cubicBezTo>
                    <a:cubicBezTo>
                      <a:pt x="66" y="55"/>
                      <a:pt x="66" y="55"/>
                      <a:pt x="66" y="55"/>
                    </a:cubicBezTo>
                    <a:cubicBezTo>
                      <a:pt x="65" y="56"/>
                      <a:pt x="64" y="57"/>
                      <a:pt x="65" y="58"/>
                    </a:cubicBezTo>
                    <a:cubicBezTo>
                      <a:pt x="62" y="59"/>
                      <a:pt x="63" y="60"/>
                      <a:pt x="60" y="63"/>
                    </a:cubicBezTo>
                    <a:cubicBezTo>
                      <a:pt x="57" y="68"/>
                      <a:pt x="57" y="70"/>
                      <a:pt x="56" y="70"/>
                    </a:cubicBezTo>
                    <a:cubicBezTo>
                      <a:pt x="56" y="72"/>
                      <a:pt x="56" y="72"/>
                      <a:pt x="56" y="72"/>
                    </a:cubicBezTo>
                    <a:cubicBezTo>
                      <a:pt x="56" y="72"/>
                      <a:pt x="56" y="72"/>
                      <a:pt x="56" y="72"/>
                    </a:cubicBezTo>
                    <a:cubicBezTo>
                      <a:pt x="51" y="80"/>
                      <a:pt x="51" y="80"/>
                      <a:pt x="51" y="80"/>
                    </a:cubicBezTo>
                    <a:cubicBezTo>
                      <a:pt x="51" y="80"/>
                      <a:pt x="50" y="81"/>
                      <a:pt x="50" y="81"/>
                    </a:cubicBezTo>
                    <a:cubicBezTo>
                      <a:pt x="50" y="81"/>
                      <a:pt x="50" y="82"/>
                      <a:pt x="50" y="82"/>
                    </a:cubicBezTo>
                    <a:cubicBezTo>
                      <a:pt x="49" y="85"/>
                      <a:pt x="49" y="85"/>
                      <a:pt x="49" y="85"/>
                    </a:cubicBezTo>
                    <a:cubicBezTo>
                      <a:pt x="49" y="85"/>
                      <a:pt x="49" y="85"/>
                      <a:pt x="49" y="85"/>
                    </a:cubicBezTo>
                    <a:cubicBezTo>
                      <a:pt x="49" y="85"/>
                      <a:pt x="48" y="85"/>
                      <a:pt x="48" y="85"/>
                    </a:cubicBezTo>
                    <a:cubicBezTo>
                      <a:pt x="47" y="89"/>
                      <a:pt x="47" y="89"/>
                      <a:pt x="47" y="89"/>
                    </a:cubicBezTo>
                    <a:cubicBezTo>
                      <a:pt x="46" y="91"/>
                      <a:pt x="47" y="91"/>
                      <a:pt x="45" y="92"/>
                    </a:cubicBezTo>
                    <a:cubicBezTo>
                      <a:pt x="46" y="92"/>
                      <a:pt x="46" y="92"/>
                      <a:pt x="46" y="92"/>
                    </a:cubicBezTo>
                    <a:cubicBezTo>
                      <a:pt x="42" y="103"/>
                      <a:pt x="42" y="103"/>
                      <a:pt x="42" y="103"/>
                    </a:cubicBezTo>
                    <a:cubicBezTo>
                      <a:pt x="41" y="105"/>
                      <a:pt x="42" y="101"/>
                      <a:pt x="41" y="104"/>
                    </a:cubicBezTo>
                    <a:cubicBezTo>
                      <a:pt x="41" y="105"/>
                      <a:pt x="40" y="108"/>
                      <a:pt x="40" y="109"/>
                    </a:cubicBezTo>
                    <a:cubicBezTo>
                      <a:pt x="39" y="109"/>
                      <a:pt x="39" y="109"/>
                      <a:pt x="39" y="109"/>
                    </a:cubicBezTo>
                    <a:cubicBezTo>
                      <a:pt x="39" y="110"/>
                      <a:pt x="39" y="112"/>
                      <a:pt x="38" y="112"/>
                    </a:cubicBezTo>
                    <a:cubicBezTo>
                      <a:pt x="38" y="114"/>
                      <a:pt x="38" y="114"/>
                      <a:pt x="37" y="115"/>
                    </a:cubicBezTo>
                    <a:cubicBezTo>
                      <a:pt x="32" y="130"/>
                      <a:pt x="32" y="130"/>
                      <a:pt x="32" y="130"/>
                    </a:cubicBezTo>
                    <a:cubicBezTo>
                      <a:pt x="31" y="133"/>
                      <a:pt x="33" y="131"/>
                      <a:pt x="31" y="132"/>
                    </a:cubicBezTo>
                    <a:cubicBezTo>
                      <a:pt x="31" y="131"/>
                      <a:pt x="30" y="131"/>
                      <a:pt x="30" y="130"/>
                    </a:cubicBezTo>
                    <a:cubicBezTo>
                      <a:pt x="31" y="128"/>
                      <a:pt x="32" y="128"/>
                      <a:pt x="30" y="127"/>
                    </a:cubicBezTo>
                    <a:cubicBezTo>
                      <a:pt x="30" y="115"/>
                      <a:pt x="30" y="115"/>
                      <a:pt x="30" y="115"/>
                    </a:cubicBezTo>
                    <a:cubicBezTo>
                      <a:pt x="29" y="114"/>
                      <a:pt x="31" y="114"/>
                      <a:pt x="30" y="114"/>
                    </a:cubicBezTo>
                    <a:cubicBezTo>
                      <a:pt x="30" y="114"/>
                      <a:pt x="30" y="116"/>
                      <a:pt x="30" y="115"/>
                    </a:cubicBezTo>
                    <a:cubicBezTo>
                      <a:pt x="30" y="114"/>
                      <a:pt x="30" y="115"/>
                      <a:pt x="30" y="115"/>
                    </a:cubicBezTo>
                    <a:cubicBezTo>
                      <a:pt x="30" y="112"/>
                      <a:pt x="30" y="112"/>
                      <a:pt x="30" y="112"/>
                    </a:cubicBezTo>
                    <a:cubicBezTo>
                      <a:pt x="30" y="110"/>
                      <a:pt x="30" y="107"/>
                      <a:pt x="30" y="104"/>
                    </a:cubicBezTo>
                    <a:cubicBezTo>
                      <a:pt x="30" y="100"/>
                      <a:pt x="29" y="97"/>
                      <a:pt x="30" y="92"/>
                    </a:cubicBezTo>
                    <a:cubicBezTo>
                      <a:pt x="30" y="92"/>
                      <a:pt x="30" y="92"/>
                      <a:pt x="30" y="92"/>
                    </a:cubicBezTo>
                    <a:cubicBezTo>
                      <a:pt x="30" y="91"/>
                      <a:pt x="30" y="91"/>
                      <a:pt x="30" y="91"/>
                    </a:cubicBezTo>
                    <a:cubicBezTo>
                      <a:pt x="30" y="89"/>
                      <a:pt x="30" y="88"/>
                      <a:pt x="30" y="87"/>
                    </a:cubicBezTo>
                    <a:cubicBezTo>
                      <a:pt x="29" y="85"/>
                      <a:pt x="30" y="82"/>
                      <a:pt x="30" y="81"/>
                    </a:cubicBezTo>
                    <a:cubicBezTo>
                      <a:pt x="30" y="80"/>
                      <a:pt x="30" y="81"/>
                      <a:pt x="30" y="80"/>
                    </a:cubicBezTo>
                    <a:cubicBezTo>
                      <a:pt x="29" y="74"/>
                      <a:pt x="32" y="64"/>
                      <a:pt x="26" y="60"/>
                    </a:cubicBezTo>
                    <a:cubicBezTo>
                      <a:pt x="21" y="58"/>
                      <a:pt x="21" y="58"/>
                      <a:pt x="21" y="58"/>
                    </a:cubicBezTo>
                    <a:cubicBezTo>
                      <a:pt x="21" y="58"/>
                      <a:pt x="20" y="59"/>
                      <a:pt x="20" y="59"/>
                    </a:cubicBezTo>
                    <a:cubicBezTo>
                      <a:pt x="17" y="59"/>
                      <a:pt x="16" y="61"/>
                      <a:pt x="15" y="62"/>
                    </a:cubicBezTo>
                    <a:cubicBezTo>
                      <a:pt x="15" y="64"/>
                      <a:pt x="15" y="65"/>
                      <a:pt x="15" y="67"/>
                    </a:cubicBezTo>
                    <a:cubicBezTo>
                      <a:pt x="15" y="68"/>
                      <a:pt x="16" y="69"/>
                      <a:pt x="16" y="69"/>
                    </a:cubicBezTo>
                    <a:cubicBezTo>
                      <a:pt x="16" y="70"/>
                      <a:pt x="16" y="70"/>
                      <a:pt x="16" y="70"/>
                    </a:cubicBezTo>
                    <a:cubicBezTo>
                      <a:pt x="16" y="70"/>
                      <a:pt x="16" y="70"/>
                      <a:pt x="16" y="70"/>
                    </a:cubicBezTo>
                    <a:cubicBezTo>
                      <a:pt x="16" y="73"/>
                      <a:pt x="16" y="73"/>
                      <a:pt x="16" y="73"/>
                    </a:cubicBezTo>
                    <a:cubicBezTo>
                      <a:pt x="16" y="73"/>
                      <a:pt x="16" y="73"/>
                      <a:pt x="16" y="73"/>
                    </a:cubicBezTo>
                    <a:cubicBezTo>
                      <a:pt x="16" y="76"/>
                      <a:pt x="16" y="76"/>
                      <a:pt x="16" y="76"/>
                    </a:cubicBezTo>
                    <a:cubicBezTo>
                      <a:pt x="16" y="77"/>
                      <a:pt x="16" y="77"/>
                      <a:pt x="16" y="77"/>
                    </a:cubicBezTo>
                    <a:cubicBezTo>
                      <a:pt x="15" y="81"/>
                      <a:pt x="15" y="82"/>
                      <a:pt x="14" y="85"/>
                    </a:cubicBezTo>
                    <a:cubicBezTo>
                      <a:pt x="14" y="87"/>
                      <a:pt x="12" y="90"/>
                      <a:pt x="13" y="92"/>
                    </a:cubicBezTo>
                    <a:cubicBezTo>
                      <a:pt x="12" y="92"/>
                      <a:pt x="12" y="92"/>
                      <a:pt x="12" y="92"/>
                    </a:cubicBezTo>
                    <a:cubicBezTo>
                      <a:pt x="12" y="98"/>
                      <a:pt x="11" y="95"/>
                      <a:pt x="10" y="99"/>
                    </a:cubicBezTo>
                    <a:cubicBezTo>
                      <a:pt x="10" y="101"/>
                      <a:pt x="9" y="101"/>
                      <a:pt x="8" y="103"/>
                    </a:cubicBezTo>
                    <a:cubicBezTo>
                      <a:pt x="8" y="106"/>
                      <a:pt x="8" y="106"/>
                      <a:pt x="8" y="108"/>
                    </a:cubicBezTo>
                    <a:cubicBezTo>
                      <a:pt x="7" y="110"/>
                      <a:pt x="7" y="109"/>
                      <a:pt x="7" y="111"/>
                    </a:cubicBezTo>
                    <a:cubicBezTo>
                      <a:pt x="7" y="114"/>
                      <a:pt x="6" y="116"/>
                      <a:pt x="6" y="120"/>
                    </a:cubicBezTo>
                    <a:cubicBezTo>
                      <a:pt x="5" y="120"/>
                      <a:pt x="5" y="120"/>
                      <a:pt x="5" y="121"/>
                    </a:cubicBezTo>
                    <a:cubicBezTo>
                      <a:pt x="6" y="123"/>
                      <a:pt x="5" y="126"/>
                      <a:pt x="4" y="127"/>
                    </a:cubicBezTo>
                    <a:cubicBezTo>
                      <a:pt x="4" y="131"/>
                      <a:pt x="4" y="131"/>
                      <a:pt x="4" y="131"/>
                    </a:cubicBezTo>
                    <a:cubicBezTo>
                      <a:pt x="3" y="133"/>
                      <a:pt x="4" y="133"/>
                      <a:pt x="4" y="135"/>
                    </a:cubicBezTo>
                    <a:cubicBezTo>
                      <a:pt x="2" y="150"/>
                      <a:pt x="2" y="150"/>
                      <a:pt x="2" y="150"/>
                    </a:cubicBezTo>
                    <a:cubicBezTo>
                      <a:pt x="2" y="152"/>
                      <a:pt x="2" y="152"/>
                      <a:pt x="1" y="153"/>
                    </a:cubicBezTo>
                    <a:cubicBezTo>
                      <a:pt x="1" y="156"/>
                      <a:pt x="2" y="165"/>
                      <a:pt x="1" y="167"/>
                    </a:cubicBezTo>
                    <a:cubicBezTo>
                      <a:pt x="1" y="167"/>
                      <a:pt x="1" y="168"/>
                      <a:pt x="1" y="168"/>
                    </a:cubicBezTo>
                    <a:cubicBezTo>
                      <a:pt x="0" y="170"/>
                      <a:pt x="1" y="194"/>
                      <a:pt x="2" y="196"/>
                    </a:cubicBezTo>
                    <a:cubicBezTo>
                      <a:pt x="2" y="197"/>
                      <a:pt x="2" y="199"/>
                      <a:pt x="3" y="200"/>
                    </a:cubicBezTo>
                    <a:cubicBezTo>
                      <a:pt x="7" y="209"/>
                      <a:pt x="7" y="209"/>
                      <a:pt x="7" y="209"/>
                    </a:cubicBezTo>
                    <a:cubicBezTo>
                      <a:pt x="6" y="212"/>
                      <a:pt x="6" y="210"/>
                      <a:pt x="6" y="212"/>
                    </a:cubicBezTo>
                    <a:cubicBezTo>
                      <a:pt x="7" y="215"/>
                      <a:pt x="8" y="217"/>
                      <a:pt x="11" y="219"/>
                    </a:cubicBezTo>
                    <a:cubicBezTo>
                      <a:pt x="11" y="220"/>
                      <a:pt x="12" y="221"/>
                      <a:pt x="13" y="221"/>
                    </a:cubicBezTo>
                    <a:cubicBezTo>
                      <a:pt x="13" y="221"/>
                      <a:pt x="13" y="221"/>
                      <a:pt x="13" y="222"/>
                    </a:cubicBezTo>
                    <a:cubicBezTo>
                      <a:pt x="17" y="224"/>
                      <a:pt x="17" y="224"/>
                      <a:pt x="17" y="224"/>
                    </a:cubicBezTo>
                    <a:cubicBezTo>
                      <a:pt x="17" y="224"/>
                      <a:pt x="17" y="224"/>
                      <a:pt x="17" y="224"/>
                    </a:cubicBezTo>
                    <a:cubicBezTo>
                      <a:pt x="20" y="227"/>
                      <a:pt x="20" y="226"/>
                      <a:pt x="23" y="227"/>
                    </a:cubicBezTo>
                    <a:cubicBezTo>
                      <a:pt x="25" y="228"/>
                      <a:pt x="23" y="227"/>
                      <a:pt x="25" y="228"/>
                    </a:cubicBezTo>
                    <a:cubicBezTo>
                      <a:pt x="27" y="229"/>
                      <a:pt x="30" y="231"/>
                      <a:pt x="33" y="231"/>
                    </a:cubicBezTo>
                    <a:cubicBezTo>
                      <a:pt x="35" y="231"/>
                      <a:pt x="37" y="231"/>
                      <a:pt x="39" y="232"/>
                    </a:cubicBezTo>
                    <a:cubicBezTo>
                      <a:pt x="39" y="231"/>
                      <a:pt x="39" y="231"/>
                      <a:pt x="40" y="231"/>
                    </a:cubicBezTo>
                    <a:cubicBezTo>
                      <a:pt x="43" y="230"/>
                      <a:pt x="45" y="230"/>
                      <a:pt x="47" y="227"/>
                    </a:cubicBezTo>
                    <a:cubicBezTo>
                      <a:pt x="51" y="224"/>
                      <a:pt x="51" y="225"/>
                      <a:pt x="59" y="225"/>
                    </a:cubicBezTo>
                    <a:cubicBezTo>
                      <a:pt x="60" y="226"/>
                      <a:pt x="59" y="226"/>
                      <a:pt x="60" y="226"/>
                    </a:cubicBezTo>
                    <a:cubicBezTo>
                      <a:pt x="60" y="226"/>
                      <a:pt x="60" y="226"/>
                      <a:pt x="60" y="225"/>
                    </a:cubicBezTo>
                    <a:cubicBezTo>
                      <a:pt x="65" y="226"/>
                      <a:pt x="65" y="226"/>
                      <a:pt x="65" y="226"/>
                    </a:cubicBezTo>
                    <a:cubicBezTo>
                      <a:pt x="66" y="226"/>
                      <a:pt x="66" y="226"/>
                      <a:pt x="66" y="225"/>
                    </a:cubicBezTo>
                    <a:cubicBezTo>
                      <a:pt x="72" y="226"/>
                      <a:pt x="72" y="226"/>
                      <a:pt x="72" y="226"/>
                    </a:cubicBezTo>
                    <a:cubicBezTo>
                      <a:pt x="72" y="226"/>
                      <a:pt x="72" y="226"/>
                      <a:pt x="72" y="226"/>
                    </a:cubicBezTo>
                    <a:cubicBezTo>
                      <a:pt x="72" y="225"/>
                      <a:pt x="72" y="225"/>
                      <a:pt x="72" y="225"/>
                    </a:cubicBezTo>
                    <a:cubicBezTo>
                      <a:pt x="76" y="224"/>
                      <a:pt x="79" y="226"/>
                      <a:pt x="83" y="224"/>
                    </a:cubicBezTo>
                    <a:cubicBezTo>
                      <a:pt x="89" y="223"/>
                      <a:pt x="108" y="224"/>
                      <a:pt x="111" y="223"/>
                    </a:cubicBezTo>
                    <a:cubicBezTo>
                      <a:pt x="114" y="222"/>
                      <a:pt x="118" y="223"/>
                      <a:pt x="122" y="222"/>
                    </a:cubicBezTo>
                    <a:cubicBezTo>
                      <a:pt x="126" y="221"/>
                      <a:pt x="127" y="222"/>
                      <a:pt x="131" y="222"/>
                    </a:cubicBezTo>
                    <a:cubicBezTo>
                      <a:pt x="136" y="222"/>
                      <a:pt x="135" y="225"/>
                      <a:pt x="138" y="227"/>
                    </a:cubicBezTo>
                    <a:cubicBezTo>
                      <a:pt x="137" y="229"/>
                      <a:pt x="137" y="229"/>
                      <a:pt x="137" y="229"/>
                    </a:cubicBezTo>
                    <a:cubicBezTo>
                      <a:pt x="137" y="229"/>
                      <a:pt x="137" y="229"/>
                      <a:pt x="137" y="229"/>
                    </a:cubicBezTo>
                    <a:cubicBezTo>
                      <a:pt x="139" y="230"/>
                      <a:pt x="138" y="230"/>
                      <a:pt x="138" y="232"/>
                    </a:cubicBezTo>
                    <a:cubicBezTo>
                      <a:pt x="140" y="233"/>
                      <a:pt x="138" y="232"/>
                      <a:pt x="140" y="233"/>
                    </a:cubicBezTo>
                    <a:cubicBezTo>
                      <a:pt x="141" y="234"/>
                      <a:pt x="141" y="234"/>
                      <a:pt x="141" y="234"/>
                    </a:cubicBezTo>
                    <a:cubicBezTo>
                      <a:pt x="141" y="238"/>
                      <a:pt x="141" y="238"/>
                      <a:pt x="141" y="238"/>
                    </a:cubicBezTo>
                    <a:cubicBezTo>
                      <a:pt x="140" y="239"/>
                      <a:pt x="142" y="242"/>
                      <a:pt x="140" y="245"/>
                    </a:cubicBezTo>
                    <a:cubicBezTo>
                      <a:pt x="140" y="246"/>
                      <a:pt x="141" y="246"/>
                      <a:pt x="141" y="248"/>
                    </a:cubicBezTo>
                    <a:cubicBezTo>
                      <a:pt x="141" y="252"/>
                      <a:pt x="144" y="253"/>
                      <a:pt x="146" y="255"/>
                    </a:cubicBezTo>
                    <a:cubicBezTo>
                      <a:pt x="147" y="255"/>
                      <a:pt x="147" y="255"/>
                      <a:pt x="147" y="255"/>
                    </a:cubicBezTo>
                    <a:cubicBezTo>
                      <a:pt x="148" y="256"/>
                      <a:pt x="148" y="256"/>
                      <a:pt x="149" y="257"/>
                    </a:cubicBezTo>
                    <a:cubicBezTo>
                      <a:pt x="150" y="258"/>
                      <a:pt x="150" y="258"/>
                      <a:pt x="153" y="259"/>
                    </a:cubicBezTo>
                    <a:cubicBezTo>
                      <a:pt x="159" y="261"/>
                      <a:pt x="161" y="254"/>
                      <a:pt x="163" y="253"/>
                    </a:cubicBezTo>
                    <a:cubicBezTo>
                      <a:pt x="165" y="252"/>
                      <a:pt x="164" y="253"/>
                      <a:pt x="166" y="252"/>
                    </a:cubicBezTo>
                    <a:cubicBezTo>
                      <a:pt x="167" y="251"/>
                      <a:pt x="165" y="251"/>
                      <a:pt x="168" y="251"/>
                    </a:cubicBezTo>
                    <a:cubicBezTo>
                      <a:pt x="171" y="247"/>
                      <a:pt x="171" y="247"/>
                      <a:pt x="171" y="247"/>
                    </a:cubicBezTo>
                    <a:cubicBezTo>
                      <a:pt x="173" y="246"/>
                      <a:pt x="174" y="247"/>
                      <a:pt x="174" y="244"/>
                    </a:cubicBezTo>
                    <a:cubicBezTo>
                      <a:pt x="175" y="244"/>
                      <a:pt x="175" y="244"/>
                      <a:pt x="176" y="244"/>
                    </a:cubicBezTo>
                    <a:cubicBezTo>
                      <a:pt x="176" y="238"/>
                      <a:pt x="176" y="237"/>
                      <a:pt x="177" y="233"/>
                    </a:cubicBezTo>
                    <a:cubicBezTo>
                      <a:pt x="178" y="232"/>
                      <a:pt x="177" y="233"/>
                      <a:pt x="178" y="232"/>
                    </a:cubicBezTo>
                    <a:cubicBezTo>
                      <a:pt x="178" y="229"/>
                      <a:pt x="178" y="223"/>
                      <a:pt x="178" y="221"/>
                    </a:cubicBezTo>
                    <a:cubicBezTo>
                      <a:pt x="176" y="217"/>
                      <a:pt x="178" y="218"/>
                      <a:pt x="178" y="212"/>
                    </a:cubicBezTo>
                    <a:cubicBezTo>
                      <a:pt x="179" y="211"/>
                      <a:pt x="178" y="206"/>
                      <a:pt x="179" y="202"/>
                    </a:cubicBezTo>
                    <a:cubicBezTo>
                      <a:pt x="177" y="201"/>
                      <a:pt x="178" y="200"/>
                      <a:pt x="179" y="198"/>
                    </a:cubicBezTo>
                    <a:cubicBezTo>
                      <a:pt x="177" y="195"/>
                      <a:pt x="179" y="189"/>
                      <a:pt x="177" y="186"/>
                    </a:cubicBezTo>
                    <a:cubicBezTo>
                      <a:pt x="178" y="184"/>
                      <a:pt x="180" y="182"/>
                      <a:pt x="179" y="179"/>
                    </a:cubicBezTo>
                    <a:cubicBezTo>
                      <a:pt x="177" y="174"/>
                      <a:pt x="180" y="177"/>
                      <a:pt x="179" y="172"/>
                    </a:cubicBezTo>
                    <a:cubicBezTo>
                      <a:pt x="182" y="170"/>
                      <a:pt x="180" y="169"/>
                      <a:pt x="180" y="167"/>
                    </a:cubicBezTo>
                    <a:cubicBezTo>
                      <a:pt x="179" y="166"/>
                      <a:pt x="180" y="163"/>
                      <a:pt x="180" y="162"/>
                    </a:cubicBezTo>
                    <a:cubicBezTo>
                      <a:pt x="181" y="162"/>
                      <a:pt x="181" y="162"/>
                      <a:pt x="181" y="162"/>
                    </a:cubicBezTo>
                    <a:cubicBezTo>
                      <a:pt x="181" y="158"/>
                      <a:pt x="182" y="161"/>
                      <a:pt x="180" y="159"/>
                    </a:cubicBezTo>
                    <a:cubicBezTo>
                      <a:pt x="180" y="157"/>
                      <a:pt x="179" y="155"/>
                      <a:pt x="180" y="152"/>
                    </a:cubicBezTo>
                    <a:cubicBezTo>
                      <a:pt x="180" y="152"/>
                      <a:pt x="180" y="152"/>
                      <a:pt x="180" y="152"/>
                    </a:cubicBezTo>
                    <a:cubicBezTo>
                      <a:pt x="180" y="152"/>
                      <a:pt x="180" y="152"/>
                      <a:pt x="180" y="152"/>
                    </a:cubicBezTo>
                    <a:cubicBezTo>
                      <a:pt x="181" y="150"/>
                      <a:pt x="181" y="150"/>
                      <a:pt x="181" y="150"/>
                    </a:cubicBezTo>
                    <a:cubicBezTo>
                      <a:pt x="181" y="141"/>
                      <a:pt x="181" y="141"/>
                      <a:pt x="181" y="141"/>
                    </a:cubicBezTo>
                    <a:cubicBezTo>
                      <a:pt x="181" y="141"/>
                      <a:pt x="181" y="140"/>
                      <a:pt x="181" y="139"/>
                    </a:cubicBezTo>
                    <a:cubicBezTo>
                      <a:pt x="182" y="138"/>
                      <a:pt x="182" y="138"/>
                      <a:pt x="182" y="138"/>
                    </a:cubicBezTo>
                    <a:cubicBezTo>
                      <a:pt x="182" y="137"/>
                      <a:pt x="182" y="136"/>
                      <a:pt x="181" y="135"/>
                    </a:cubicBezTo>
                    <a:cubicBezTo>
                      <a:pt x="181" y="133"/>
                      <a:pt x="180" y="134"/>
                      <a:pt x="181" y="133"/>
                    </a:cubicBezTo>
                    <a:cubicBezTo>
                      <a:pt x="180" y="133"/>
                      <a:pt x="180" y="133"/>
                      <a:pt x="180" y="133"/>
                    </a:cubicBezTo>
                    <a:cubicBezTo>
                      <a:pt x="180" y="131"/>
                      <a:pt x="180" y="131"/>
                      <a:pt x="181" y="130"/>
                    </a:cubicBezTo>
                    <a:cubicBezTo>
                      <a:pt x="179" y="129"/>
                      <a:pt x="179" y="129"/>
                      <a:pt x="179" y="129"/>
                    </a:cubicBezTo>
                    <a:cubicBezTo>
                      <a:pt x="179" y="128"/>
                      <a:pt x="179" y="128"/>
                      <a:pt x="179" y="128"/>
                    </a:cubicBezTo>
                    <a:cubicBezTo>
                      <a:pt x="179" y="127"/>
                      <a:pt x="179" y="127"/>
                      <a:pt x="179" y="127"/>
                    </a:cubicBezTo>
                    <a:cubicBezTo>
                      <a:pt x="181" y="127"/>
                      <a:pt x="180" y="127"/>
                      <a:pt x="181" y="125"/>
                    </a:cubicBezTo>
                    <a:cubicBezTo>
                      <a:pt x="181" y="124"/>
                      <a:pt x="181" y="124"/>
                      <a:pt x="182" y="124"/>
                    </a:cubicBezTo>
                    <a:cubicBezTo>
                      <a:pt x="180" y="121"/>
                      <a:pt x="180" y="120"/>
                      <a:pt x="179" y="118"/>
                    </a:cubicBezTo>
                    <a:cubicBezTo>
                      <a:pt x="179" y="118"/>
                      <a:pt x="179" y="117"/>
                      <a:pt x="179" y="117"/>
                    </a:cubicBezTo>
                    <a:cubicBezTo>
                      <a:pt x="179" y="117"/>
                      <a:pt x="179" y="117"/>
                      <a:pt x="179" y="117"/>
                    </a:cubicBezTo>
                    <a:cubicBezTo>
                      <a:pt x="179" y="117"/>
                      <a:pt x="179" y="116"/>
                      <a:pt x="179" y="116"/>
                    </a:cubicBezTo>
                    <a:cubicBezTo>
                      <a:pt x="179" y="115"/>
                      <a:pt x="180" y="108"/>
                      <a:pt x="179" y="105"/>
                    </a:cubicBezTo>
                    <a:cubicBezTo>
                      <a:pt x="179" y="105"/>
                      <a:pt x="179" y="104"/>
                      <a:pt x="179" y="104"/>
                    </a:cubicBezTo>
                    <a:cubicBezTo>
                      <a:pt x="179" y="102"/>
                      <a:pt x="178" y="100"/>
                      <a:pt x="179" y="99"/>
                    </a:cubicBezTo>
                    <a:cubicBezTo>
                      <a:pt x="179" y="99"/>
                      <a:pt x="179" y="99"/>
                      <a:pt x="179" y="99"/>
                    </a:cubicBezTo>
                    <a:cubicBezTo>
                      <a:pt x="179" y="98"/>
                      <a:pt x="179" y="98"/>
                      <a:pt x="179" y="97"/>
                    </a:cubicBezTo>
                    <a:cubicBezTo>
                      <a:pt x="179" y="97"/>
                      <a:pt x="179" y="98"/>
                      <a:pt x="179" y="96"/>
                    </a:cubicBezTo>
                    <a:cubicBezTo>
                      <a:pt x="180" y="91"/>
                      <a:pt x="180" y="91"/>
                      <a:pt x="180" y="91"/>
                    </a:cubicBezTo>
                    <a:cubicBezTo>
                      <a:pt x="180" y="88"/>
                      <a:pt x="178" y="89"/>
                      <a:pt x="179" y="84"/>
                    </a:cubicBezTo>
                    <a:cubicBezTo>
                      <a:pt x="180" y="81"/>
                      <a:pt x="180" y="81"/>
                      <a:pt x="180" y="81"/>
                    </a:cubicBezTo>
                    <a:cubicBezTo>
                      <a:pt x="178" y="80"/>
                      <a:pt x="179" y="81"/>
                      <a:pt x="179" y="79"/>
                    </a:cubicBezTo>
                    <a:cubicBezTo>
                      <a:pt x="179" y="78"/>
                      <a:pt x="180" y="73"/>
                      <a:pt x="181" y="71"/>
                    </a:cubicBezTo>
                    <a:cubicBezTo>
                      <a:pt x="181" y="70"/>
                      <a:pt x="181" y="69"/>
                      <a:pt x="181" y="68"/>
                    </a:cubicBezTo>
                    <a:cubicBezTo>
                      <a:pt x="183" y="62"/>
                      <a:pt x="183" y="62"/>
                      <a:pt x="183" y="62"/>
                    </a:cubicBezTo>
                    <a:cubicBezTo>
                      <a:pt x="183" y="60"/>
                      <a:pt x="183" y="61"/>
                      <a:pt x="184" y="60"/>
                    </a:cubicBezTo>
                    <a:cubicBezTo>
                      <a:pt x="184" y="57"/>
                      <a:pt x="185" y="56"/>
                      <a:pt x="185" y="54"/>
                    </a:cubicBezTo>
                    <a:cubicBezTo>
                      <a:pt x="185" y="51"/>
                      <a:pt x="185" y="50"/>
                      <a:pt x="186" y="48"/>
                    </a:cubicBezTo>
                    <a:cubicBezTo>
                      <a:pt x="190" y="40"/>
                      <a:pt x="190" y="40"/>
                      <a:pt x="190" y="40"/>
                    </a:cubicBezTo>
                    <a:cubicBezTo>
                      <a:pt x="191" y="39"/>
                      <a:pt x="190" y="40"/>
                      <a:pt x="191" y="39"/>
                    </a:cubicBezTo>
                    <a:cubicBezTo>
                      <a:pt x="190" y="38"/>
                      <a:pt x="189" y="38"/>
                      <a:pt x="191" y="38"/>
                    </a:cubicBezTo>
                    <a:cubicBezTo>
                      <a:pt x="191" y="33"/>
                      <a:pt x="192" y="25"/>
                      <a:pt x="190" y="21"/>
                    </a:cubicBezTo>
                    <a:cubicBezTo>
                      <a:pt x="180" y="8"/>
                      <a:pt x="180" y="8"/>
                      <a:pt x="180" y="8"/>
                    </a:cubicBezTo>
                    <a:cubicBezTo>
                      <a:pt x="179" y="8"/>
                      <a:pt x="179" y="7"/>
                      <a:pt x="178" y="8"/>
                    </a:cubicBezTo>
                    <a:cubicBezTo>
                      <a:pt x="177" y="5"/>
                      <a:pt x="170" y="3"/>
                      <a:pt x="167" y="3"/>
                    </a:cubicBezTo>
                    <a:cubicBezTo>
                      <a:pt x="165" y="2"/>
                      <a:pt x="165" y="2"/>
                      <a:pt x="165" y="2"/>
                    </a:cubicBezTo>
                    <a:cubicBezTo>
                      <a:pt x="164" y="2"/>
                      <a:pt x="163" y="2"/>
                      <a:pt x="162" y="2"/>
                    </a:cubicBezTo>
                    <a:cubicBezTo>
                      <a:pt x="162" y="0"/>
                      <a:pt x="162" y="2"/>
                      <a:pt x="161" y="2"/>
                    </a:cubicBezTo>
                    <a:cubicBezTo>
                      <a:pt x="159" y="1"/>
                      <a:pt x="155" y="1"/>
                      <a:pt x="153" y="1"/>
                    </a:cubicBezTo>
                    <a:close/>
                    <a:moveTo>
                      <a:pt x="93" y="93"/>
                    </a:moveTo>
                    <a:cubicBezTo>
                      <a:pt x="93" y="95"/>
                      <a:pt x="93" y="95"/>
                      <a:pt x="93" y="95"/>
                    </a:cubicBezTo>
                    <a:cubicBezTo>
                      <a:pt x="92" y="95"/>
                      <a:pt x="91" y="95"/>
                      <a:pt x="92" y="96"/>
                    </a:cubicBezTo>
                    <a:cubicBezTo>
                      <a:pt x="93" y="95"/>
                      <a:pt x="93" y="96"/>
                      <a:pt x="94" y="95"/>
                    </a:cubicBezTo>
                    <a:cubicBezTo>
                      <a:pt x="94" y="95"/>
                      <a:pt x="94" y="94"/>
                      <a:pt x="94" y="94"/>
                    </a:cubicBezTo>
                    <a:cubicBezTo>
                      <a:pt x="94" y="94"/>
                      <a:pt x="94" y="94"/>
                      <a:pt x="94" y="94"/>
                    </a:cubicBezTo>
                    <a:cubicBezTo>
                      <a:pt x="93" y="93"/>
                      <a:pt x="95" y="93"/>
                      <a:pt x="93" y="93"/>
                    </a:cubicBezTo>
                    <a:close/>
                    <a:moveTo>
                      <a:pt x="103" y="102"/>
                    </a:moveTo>
                    <a:cubicBezTo>
                      <a:pt x="104" y="102"/>
                      <a:pt x="103" y="101"/>
                      <a:pt x="104" y="100"/>
                    </a:cubicBezTo>
                    <a:cubicBezTo>
                      <a:pt x="103" y="100"/>
                      <a:pt x="103" y="100"/>
                      <a:pt x="102" y="99"/>
                    </a:cubicBezTo>
                    <a:cubicBezTo>
                      <a:pt x="103" y="101"/>
                      <a:pt x="103" y="100"/>
                      <a:pt x="103" y="102"/>
                    </a:cubicBezTo>
                    <a:close/>
                    <a:moveTo>
                      <a:pt x="97" y="96"/>
                    </a:moveTo>
                    <a:cubicBezTo>
                      <a:pt x="99" y="96"/>
                      <a:pt x="99" y="97"/>
                      <a:pt x="99" y="95"/>
                    </a:cubicBezTo>
                    <a:cubicBezTo>
                      <a:pt x="98" y="95"/>
                      <a:pt x="99" y="94"/>
                      <a:pt x="98" y="95"/>
                    </a:cubicBezTo>
                    <a:cubicBezTo>
                      <a:pt x="98" y="95"/>
                      <a:pt x="97" y="96"/>
                      <a:pt x="97" y="96"/>
                    </a:cubicBezTo>
                    <a:close/>
                    <a:moveTo>
                      <a:pt x="115" y="193"/>
                    </a:moveTo>
                    <a:cubicBezTo>
                      <a:pt x="116" y="193"/>
                      <a:pt x="116" y="193"/>
                      <a:pt x="116" y="193"/>
                    </a:cubicBezTo>
                    <a:cubicBezTo>
                      <a:pt x="116" y="194"/>
                      <a:pt x="117" y="194"/>
                      <a:pt x="115" y="194"/>
                    </a:cubicBezTo>
                    <a:cubicBezTo>
                      <a:pt x="114" y="194"/>
                      <a:pt x="115" y="194"/>
                      <a:pt x="115" y="193"/>
                    </a:cubicBezTo>
                    <a:close/>
                    <a:moveTo>
                      <a:pt x="58" y="117"/>
                    </a:moveTo>
                    <a:cubicBezTo>
                      <a:pt x="60" y="116"/>
                      <a:pt x="60" y="116"/>
                      <a:pt x="60" y="118"/>
                    </a:cubicBezTo>
                    <a:cubicBezTo>
                      <a:pt x="59" y="116"/>
                      <a:pt x="59" y="117"/>
                      <a:pt x="58" y="117"/>
                    </a:cubicBezTo>
                    <a:close/>
                    <a:moveTo>
                      <a:pt x="46" y="165"/>
                    </a:moveTo>
                    <a:cubicBezTo>
                      <a:pt x="46" y="165"/>
                      <a:pt x="45" y="164"/>
                      <a:pt x="47" y="165"/>
                    </a:cubicBezTo>
                    <a:cubicBezTo>
                      <a:pt x="47" y="166"/>
                      <a:pt x="47" y="166"/>
                      <a:pt x="46" y="165"/>
                    </a:cubicBezTo>
                    <a:close/>
                    <a:moveTo>
                      <a:pt x="90" y="99"/>
                    </a:moveTo>
                    <a:cubicBezTo>
                      <a:pt x="91" y="99"/>
                      <a:pt x="91" y="99"/>
                      <a:pt x="91" y="99"/>
                    </a:cubicBezTo>
                    <a:cubicBezTo>
                      <a:pt x="91" y="99"/>
                      <a:pt x="91" y="98"/>
                      <a:pt x="90" y="99"/>
                    </a:cubicBezTo>
                    <a:close/>
                    <a:moveTo>
                      <a:pt x="45" y="182"/>
                    </a:moveTo>
                    <a:cubicBezTo>
                      <a:pt x="45" y="181"/>
                      <a:pt x="46" y="181"/>
                      <a:pt x="46" y="182"/>
                    </a:cubicBezTo>
                    <a:cubicBezTo>
                      <a:pt x="47" y="183"/>
                      <a:pt x="45" y="182"/>
                      <a:pt x="45" y="182"/>
                    </a:cubicBezTo>
                    <a:close/>
                    <a:moveTo>
                      <a:pt x="92" y="97"/>
                    </a:moveTo>
                    <a:cubicBezTo>
                      <a:pt x="91" y="96"/>
                      <a:pt x="91" y="96"/>
                      <a:pt x="91" y="96"/>
                    </a:cubicBezTo>
                    <a:cubicBezTo>
                      <a:pt x="91" y="97"/>
                      <a:pt x="90" y="97"/>
                      <a:pt x="92" y="97"/>
                    </a:cubicBezTo>
                    <a:close/>
                    <a:moveTo>
                      <a:pt x="75" y="116"/>
                    </a:moveTo>
                    <a:cubicBezTo>
                      <a:pt x="74" y="115"/>
                      <a:pt x="74" y="116"/>
                      <a:pt x="75" y="115"/>
                    </a:cubicBezTo>
                    <a:cubicBezTo>
                      <a:pt x="75" y="116"/>
                      <a:pt x="75" y="116"/>
                      <a:pt x="75" y="116"/>
                    </a:cubicBezTo>
                    <a:close/>
                    <a:moveTo>
                      <a:pt x="101" y="92"/>
                    </a:moveTo>
                    <a:cubicBezTo>
                      <a:pt x="101" y="90"/>
                      <a:pt x="101" y="90"/>
                      <a:pt x="101" y="90"/>
                    </a:cubicBezTo>
                    <a:cubicBezTo>
                      <a:pt x="101" y="92"/>
                      <a:pt x="101" y="91"/>
                      <a:pt x="101" y="92"/>
                    </a:cubicBezTo>
                    <a:close/>
                    <a:moveTo>
                      <a:pt x="101" y="176"/>
                    </a:moveTo>
                    <a:cubicBezTo>
                      <a:pt x="102" y="176"/>
                      <a:pt x="102" y="176"/>
                      <a:pt x="102" y="176"/>
                    </a:cubicBezTo>
                    <a:cubicBezTo>
                      <a:pt x="101" y="176"/>
                      <a:pt x="101" y="176"/>
                      <a:pt x="101" y="176"/>
                    </a:cubicBezTo>
                    <a:close/>
                    <a:moveTo>
                      <a:pt x="85" y="105"/>
                    </a:moveTo>
                    <a:cubicBezTo>
                      <a:pt x="85" y="105"/>
                      <a:pt x="86" y="106"/>
                      <a:pt x="85" y="105"/>
                    </a:cubicBezTo>
                    <a:cubicBezTo>
                      <a:pt x="85" y="105"/>
                      <a:pt x="85" y="105"/>
                      <a:pt x="85" y="105"/>
                    </a:cubicBezTo>
                    <a:close/>
                    <a:moveTo>
                      <a:pt x="13" y="59"/>
                    </a:moveTo>
                    <a:cubicBezTo>
                      <a:pt x="14" y="60"/>
                      <a:pt x="13" y="59"/>
                      <a:pt x="14" y="61"/>
                    </a:cubicBezTo>
                    <a:cubicBezTo>
                      <a:pt x="13" y="59"/>
                      <a:pt x="13" y="59"/>
                      <a:pt x="13" y="59"/>
                    </a:cubicBezTo>
                    <a:close/>
                    <a:moveTo>
                      <a:pt x="180" y="152"/>
                    </a:moveTo>
                    <a:cubicBezTo>
                      <a:pt x="181" y="152"/>
                      <a:pt x="181" y="153"/>
                      <a:pt x="181" y="153"/>
                    </a:cubicBezTo>
                    <a:cubicBezTo>
                      <a:pt x="181" y="153"/>
                      <a:pt x="180" y="153"/>
                      <a:pt x="180" y="152"/>
                    </a:cubicBezTo>
                    <a:close/>
                    <a:moveTo>
                      <a:pt x="46" y="172"/>
                    </a:moveTo>
                    <a:cubicBezTo>
                      <a:pt x="46" y="172"/>
                      <a:pt x="46" y="172"/>
                      <a:pt x="46" y="172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" name="Freeform 15"/>
              <p:cNvSpPr>
                <a:spLocks noEditPoints="1"/>
              </p:cNvSpPr>
              <p:nvPr/>
            </p:nvSpPr>
            <p:spPr bwMode="auto">
              <a:xfrm>
                <a:off x="3732034" y="4258993"/>
                <a:ext cx="214313" cy="395288"/>
              </a:xfrm>
              <a:custGeom>
                <a:avLst/>
                <a:gdLst>
                  <a:gd name="T0" fmla="*/ 68 w 187"/>
                  <a:gd name="T1" fmla="*/ 285 h 344"/>
                  <a:gd name="T2" fmla="*/ 80 w 187"/>
                  <a:gd name="T3" fmla="*/ 274 h 344"/>
                  <a:gd name="T4" fmla="*/ 74 w 187"/>
                  <a:gd name="T5" fmla="*/ 272 h 344"/>
                  <a:gd name="T6" fmla="*/ 141 w 187"/>
                  <a:gd name="T7" fmla="*/ 162 h 344"/>
                  <a:gd name="T8" fmla="*/ 142 w 187"/>
                  <a:gd name="T9" fmla="*/ 163 h 344"/>
                  <a:gd name="T10" fmla="*/ 146 w 187"/>
                  <a:gd name="T11" fmla="*/ 159 h 344"/>
                  <a:gd name="T12" fmla="*/ 69 w 187"/>
                  <a:gd name="T13" fmla="*/ 173 h 344"/>
                  <a:gd name="T14" fmla="*/ 63 w 187"/>
                  <a:gd name="T15" fmla="*/ 174 h 344"/>
                  <a:gd name="T16" fmla="*/ 64 w 187"/>
                  <a:gd name="T17" fmla="*/ 148 h 344"/>
                  <a:gd name="T18" fmla="*/ 65 w 187"/>
                  <a:gd name="T19" fmla="*/ 145 h 344"/>
                  <a:gd name="T20" fmla="*/ 72 w 187"/>
                  <a:gd name="T21" fmla="*/ 134 h 344"/>
                  <a:gd name="T22" fmla="*/ 116 w 187"/>
                  <a:gd name="T23" fmla="*/ 140 h 344"/>
                  <a:gd name="T24" fmla="*/ 115 w 187"/>
                  <a:gd name="T25" fmla="*/ 132 h 344"/>
                  <a:gd name="T26" fmla="*/ 148 w 187"/>
                  <a:gd name="T27" fmla="*/ 106 h 344"/>
                  <a:gd name="T28" fmla="*/ 140 w 187"/>
                  <a:gd name="T29" fmla="*/ 118 h 344"/>
                  <a:gd name="T30" fmla="*/ 137 w 187"/>
                  <a:gd name="T31" fmla="*/ 111 h 344"/>
                  <a:gd name="T32" fmla="*/ 138 w 187"/>
                  <a:gd name="T33" fmla="*/ 117 h 344"/>
                  <a:gd name="T34" fmla="*/ 132 w 187"/>
                  <a:gd name="T35" fmla="*/ 80 h 344"/>
                  <a:gd name="T36" fmla="*/ 67 w 187"/>
                  <a:gd name="T37" fmla="*/ 293 h 344"/>
                  <a:gd name="T38" fmla="*/ 69 w 187"/>
                  <a:gd name="T39" fmla="*/ 308 h 344"/>
                  <a:gd name="T40" fmla="*/ 77 w 187"/>
                  <a:gd name="T41" fmla="*/ 325 h 344"/>
                  <a:gd name="T42" fmla="*/ 83 w 187"/>
                  <a:gd name="T43" fmla="*/ 334 h 344"/>
                  <a:gd name="T44" fmla="*/ 88 w 187"/>
                  <a:gd name="T45" fmla="*/ 344 h 344"/>
                  <a:gd name="T46" fmla="*/ 94 w 187"/>
                  <a:gd name="T47" fmla="*/ 341 h 344"/>
                  <a:gd name="T48" fmla="*/ 107 w 187"/>
                  <a:gd name="T49" fmla="*/ 334 h 344"/>
                  <a:gd name="T50" fmla="*/ 107 w 187"/>
                  <a:gd name="T51" fmla="*/ 324 h 344"/>
                  <a:gd name="T52" fmla="*/ 108 w 187"/>
                  <a:gd name="T53" fmla="*/ 287 h 344"/>
                  <a:gd name="T54" fmla="*/ 106 w 187"/>
                  <a:gd name="T55" fmla="*/ 236 h 344"/>
                  <a:gd name="T56" fmla="*/ 106 w 187"/>
                  <a:gd name="T57" fmla="*/ 215 h 344"/>
                  <a:gd name="T58" fmla="*/ 118 w 187"/>
                  <a:gd name="T59" fmla="*/ 204 h 344"/>
                  <a:gd name="T60" fmla="*/ 130 w 187"/>
                  <a:gd name="T61" fmla="*/ 181 h 344"/>
                  <a:gd name="T62" fmla="*/ 141 w 187"/>
                  <a:gd name="T63" fmla="*/ 170 h 344"/>
                  <a:gd name="T64" fmla="*/ 154 w 187"/>
                  <a:gd name="T65" fmla="*/ 159 h 344"/>
                  <a:gd name="T66" fmla="*/ 153 w 187"/>
                  <a:gd name="T67" fmla="*/ 157 h 344"/>
                  <a:gd name="T68" fmla="*/ 155 w 187"/>
                  <a:gd name="T69" fmla="*/ 154 h 344"/>
                  <a:gd name="T70" fmla="*/ 168 w 187"/>
                  <a:gd name="T71" fmla="*/ 144 h 344"/>
                  <a:gd name="T72" fmla="*/ 179 w 187"/>
                  <a:gd name="T73" fmla="*/ 136 h 344"/>
                  <a:gd name="T74" fmla="*/ 186 w 187"/>
                  <a:gd name="T75" fmla="*/ 119 h 344"/>
                  <a:gd name="T76" fmla="*/ 186 w 187"/>
                  <a:gd name="T77" fmla="*/ 105 h 344"/>
                  <a:gd name="T78" fmla="*/ 173 w 187"/>
                  <a:gd name="T79" fmla="*/ 80 h 344"/>
                  <a:gd name="T80" fmla="*/ 140 w 187"/>
                  <a:gd name="T81" fmla="*/ 80 h 344"/>
                  <a:gd name="T82" fmla="*/ 134 w 187"/>
                  <a:gd name="T83" fmla="*/ 71 h 344"/>
                  <a:gd name="T84" fmla="*/ 135 w 187"/>
                  <a:gd name="T85" fmla="*/ 65 h 344"/>
                  <a:gd name="T86" fmla="*/ 128 w 187"/>
                  <a:gd name="T87" fmla="*/ 39 h 344"/>
                  <a:gd name="T88" fmla="*/ 119 w 187"/>
                  <a:gd name="T89" fmla="*/ 13 h 344"/>
                  <a:gd name="T90" fmla="*/ 103 w 187"/>
                  <a:gd name="T91" fmla="*/ 1 h 344"/>
                  <a:gd name="T92" fmla="*/ 95 w 187"/>
                  <a:gd name="T93" fmla="*/ 23 h 344"/>
                  <a:gd name="T94" fmla="*/ 88 w 187"/>
                  <a:gd name="T95" fmla="*/ 60 h 344"/>
                  <a:gd name="T96" fmla="*/ 85 w 187"/>
                  <a:gd name="T97" fmla="*/ 68 h 344"/>
                  <a:gd name="T98" fmla="*/ 83 w 187"/>
                  <a:gd name="T99" fmla="*/ 83 h 344"/>
                  <a:gd name="T100" fmla="*/ 75 w 187"/>
                  <a:gd name="T101" fmla="*/ 105 h 344"/>
                  <a:gd name="T102" fmla="*/ 67 w 187"/>
                  <a:gd name="T103" fmla="*/ 111 h 344"/>
                  <a:gd name="T104" fmla="*/ 32 w 187"/>
                  <a:gd name="T105" fmla="*/ 134 h 344"/>
                  <a:gd name="T106" fmla="*/ 10 w 187"/>
                  <a:gd name="T107" fmla="*/ 123 h 344"/>
                  <a:gd name="T108" fmla="*/ 2 w 187"/>
                  <a:gd name="T109" fmla="*/ 145 h 344"/>
                  <a:gd name="T110" fmla="*/ 23 w 187"/>
                  <a:gd name="T111" fmla="*/ 181 h 344"/>
                  <a:gd name="T112" fmla="*/ 47 w 187"/>
                  <a:gd name="T113" fmla="*/ 192 h 344"/>
                  <a:gd name="T114" fmla="*/ 57 w 187"/>
                  <a:gd name="T115" fmla="*/ 213 h 344"/>
                  <a:gd name="T116" fmla="*/ 74 w 187"/>
                  <a:gd name="T117" fmla="*/ 240 h 344"/>
                  <a:gd name="T118" fmla="*/ 69 w 187"/>
                  <a:gd name="T119" fmla="*/ 275 h 3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87" h="344">
                    <a:moveTo>
                      <a:pt x="92" y="335"/>
                    </a:moveTo>
                    <a:cubicBezTo>
                      <a:pt x="94" y="336"/>
                      <a:pt x="93" y="336"/>
                      <a:pt x="92" y="336"/>
                    </a:cubicBezTo>
                    <a:cubicBezTo>
                      <a:pt x="92" y="335"/>
                      <a:pt x="92" y="335"/>
                      <a:pt x="92" y="335"/>
                    </a:cubicBezTo>
                    <a:close/>
                    <a:moveTo>
                      <a:pt x="66" y="283"/>
                    </a:moveTo>
                    <a:cubicBezTo>
                      <a:pt x="66" y="283"/>
                      <a:pt x="67" y="283"/>
                      <a:pt x="67" y="281"/>
                    </a:cubicBezTo>
                    <a:cubicBezTo>
                      <a:pt x="67" y="282"/>
                      <a:pt x="68" y="284"/>
                      <a:pt x="68" y="285"/>
                    </a:cubicBezTo>
                    <a:cubicBezTo>
                      <a:pt x="66" y="285"/>
                      <a:pt x="67" y="285"/>
                      <a:pt x="66" y="283"/>
                    </a:cubicBezTo>
                    <a:close/>
                    <a:moveTo>
                      <a:pt x="74" y="272"/>
                    </a:moveTo>
                    <a:cubicBezTo>
                      <a:pt x="76" y="273"/>
                      <a:pt x="73" y="273"/>
                      <a:pt x="76" y="273"/>
                    </a:cubicBezTo>
                    <a:cubicBezTo>
                      <a:pt x="77" y="272"/>
                      <a:pt x="77" y="272"/>
                      <a:pt x="77" y="271"/>
                    </a:cubicBezTo>
                    <a:cubicBezTo>
                      <a:pt x="79" y="269"/>
                      <a:pt x="79" y="269"/>
                      <a:pt x="80" y="269"/>
                    </a:cubicBezTo>
                    <a:cubicBezTo>
                      <a:pt x="80" y="270"/>
                      <a:pt x="81" y="269"/>
                      <a:pt x="80" y="274"/>
                    </a:cubicBezTo>
                    <a:cubicBezTo>
                      <a:pt x="80" y="276"/>
                      <a:pt x="79" y="276"/>
                      <a:pt x="81" y="278"/>
                    </a:cubicBezTo>
                    <a:cubicBezTo>
                      <a:pt x="79" y="278"/>
                      <a:pt x="80" y="277"/>
                      <a:pt x="80" y="279"/>
                    </a:cubicBezTo>
                    <a:cubicBezTo>
                      <a:pt x="78" y="277"/>
                      <a:pt x="79" y="279"/>
                      <a:pt x="78" y="277"/>
                    </a:cubicBezTo>
                    <a:cubicBezTo>
                      <a:pt x="77" y="276"/>
                      <a:pt x="78" y="277"/>
                      <a:pt x="77" y="276"/>
                    </a:cubicBezTo>
                    <a:cubicBezTo>
                      <a:pt x="75" y="274"/>
                      <a:pt x="76" y="275"/>
                      <a:pt x="75" y="274"/>
                    </a:cubicBezTo>
                    <a:cubicBezTo>
                      <a:pt x="74" y="272"/>
                      <a:pt x="74" y="272"/>
                      <a:pt x="74" y="272"/>
                    </a:cubicBezTo>
                    <a:close/>
                    <a:moveTo>
                      <a:pt x="142" y="163"/>
                    </a:moveTo>
                    <a:cubicBezTo>
                      <a:pt x="141" y="164"/>
                      <a:pt x="141" y="164"/>
                      <a:pt x="142" y="165"/>
                    </a:cubicBezTo>
                    <a:cubicBezTo>
                      <a:pt x="139" y="165"/>
                      <a:pt x="141" y="165"/>
                      <a:pt x="139" y="166"/>
                    </a:cubicBezTo>
                    <a:cubicBezTo>
                      <a:pt x="138" y="167"/>
                      <a:pt x="137" y="166"/>
                      <a:pt x="137" y="167"/>
                    </a:cubicBezTo>
                    <a:cubicBezTo>
                      <a:pt x="137" y="165"/>
                      <a:pt x="137" y="165"/>
                      <a:pt x="137" y="165"/>
                    </a:cubicBezTo>
                    <a:cubicBezTo>
                      <a:pt x="139" y="165"/>
                      <a:pt x="140" y="165"/>
                      <a:pt x="141" y="162"/>
                    </a:cubicBezTo>
                    <a:cubicBezTo>
                      <a:pt x="142" y="163"/>
                      <a:pt x="142" y="163"/>
                      <a:pt x="142" y="163"/>
                    </a:cubicBezTo>
                    <a:close/>
                    <a:moveTo>
                      <a:pt x="144" y="162"/>
                    </a:moveTo>
                    <a:cubicBezTo>
                      <a:pt x="146" y="162"/>
                      <a:pt x="146" y="162"/>
                      <a:pt x="147" y="163"/>
                    </a:cubicBezTo>
                    <a:cubicBezTo>
                      <a:pt x="147" y="163"/>
                      <a:pt x="146" y="163"/>
                      <a:pt x="146" y="163"/>
                    </a:cubicBezTo>
                    <a:cubicBezTo>
                      <a:pt x="144" y="163"/>
                      <a:pt x="145" y="163"/>
                      <a:pt x="144" y="162"/>
                    </a:cubicBezTo>
                    <a:close/>
                    <a:moveTo>
                      <a:pt x="142" y="163"/>
                    </a:moveTo>
                    <a:cubicBezTo>
                      <a:pt x="143" y="162"/>
                      <a:pt x="143" y="163"/>
                      <a:pt x="142" y="162"/>
                    </a:cubicBezTo>
                    <a:cubicBezTo>
                      <a:pt x="142" y="163"/>
                      <a:pt x="143" y="162"/>
                      <a:pt x="142" y="163"/>
                    </a:cubicBezTo>
                    <a:close/>
                    <a:moveTo>
                      <a:pt x="146" y="159"/>
                    </a:moveTo>
                    <a:cubicBezTo>
                      <a:pt x="146" y="159"/>
                      <a:pt x="147" y="158"/>
                      <a:pt x="147" y="158"/>
                    </a:cubicBezTo>
                    <a:cubicBezTo>
                      <a:pt x="148" y="158"/>
                      <a:pt x="147" y="158"/>
                      <a:pt x="147" y="159"/>
                    </a:cubicBezTo>
                    <a:cubicBezTo>
                      <a:pt x="146" y="159"/>
                      <a:pt x="146" y="159"/>
                      <a:pt x="146" y="159"/>
                    </a:cubicBezTo>
                    <a:close/>
                    <a:moveTo>
                      <a:pt x="76" y="135"/>
                    </a:moveTo>
                    <a:cubicBezTo>
                      <a:pt x="76" y="136"/>
                      <a:pt x="76" y="138"/>
                      <a:pt x="75" y="139"/>
                    </a:cubicBezTo>
                    <a:cubicBezTo>
                      <a:pt x="75" y="140"/>
                      <a:pt x="75" y="142"/>
                      <a:pt x="75" y="144"/>
                    </a:cubicBezTo>
                    <a:cubicBezTo>
                      <a:pt x="75" y="148"/>
                      <a:pt x="75" y="149"/>
                      <a:pt x="75" y="153"/>
                    </a:cubicBezTo>
                    <a:cubicBezTo>
                      <a:pt x="74" y="170"/>
                      <a:pt x="74" y="170"/>
                      <a:pt x="74" y="170"/>
                    </a:cubicBezTo>
                    <a:cubicBezTo>
                      <a:pt x="73" y="172"/>
                      <a:pt x="71" y="172"/>
                      <a:pt x="69" y="173"/>
                    </a:cubicBezTo>
                    <a:cubicBezTo>
                      <a:pt x="69" y="173"/>
                      <a:pt x="69" y="173"/>
                      <a:pt x="69" y="173"/>
                    </a:cubicBezTo>
                    <a:cubicBezTo>
                      <a:pt x="69" y="173"/>
                      <a:pt x="69" y="173"/>
                      <a:pt x="69" y="173"/>
                    </a:cubicBezTo>
                    <a:cubicBezTo>
                      <a:pt x="66" y="177"/>
                      <a:pt x="66" y="177"/>
                      <a:pt x="66" y="177"/>
                    </a:cubicBezTo>
                    <a:cubicBezTo>
                      <a:pt x="66" y="177"/>
                      <a:pt x="66" y="177"/>
                      <a:pt x="65" y="177"/>
                    </a:cubicBezTo>
                    <a:cubicBezTo>
                      <a:pt x="64" y="178"/>
                      <a:pt x="64" y="178"/>
                      <a:pt x="64" y="178"/>
                    </a:cubicBezTo>
                    <a:cubicBezTo>
                      <a:pt x="64" y="173"/>
                      <a:pt x="64" y="176"/>
                      <a:pt x="63" y="174"/>
                    </a:cubicBezTo>
                    <a:cubicBezTo>
                      <a:pt x="63" y="172"/>
                      <a:pt x="63" y="171"/>
                      <a:pt x="63" y="169"/>
                    </a:cubicBezTo>
                    <a:cubicBezTo>
                      <a:pt x="62" y="167"/>
                      <a:pt x="62" y="165"/>
                      <a:pt x="64" y="163"/>
                    </a:cubicBezTo>
                    <a:cubicBezTo>
                      <a:pt x="63" y="159"/>
                      <a:pt x="63" y="163"/>
                      <a:pt x="63" y="159"/>
                    </a:cubicBezTo>
                    <a:cubicBezTo>
                      <a:pt x="64" y="159"/>
                      <a:pt x="64" y="159"/>
                      <a:pt x="64" y="159"/>
                    </a:cubicBezTo>
                    <a:cubicBezTo>
                      <a:pt x="64" y="155"/>
                      <a:pt x="63" y="159"/>
                      <a:pt x="63" y="155"/>
                    </a:cubicBezTo>
                    <a:cubicBezTo>
                      <a:pt x="63" y="153"/>
                      <a:pt x="63" y="150"/>
                      <a:pt x="64" y="148"/>
                    </a:cubicBezTo>
                    <a:cubicBezTo>
                      <a:pt x="65" y="148"/>
                      <a:pt x="65" y="147"/>
                      <a:pt x="65" y="147"/>
                    </a:cubicBezTo>
                    <a:cubicBezTo>
                      <a:pt x="66" y="146"/>
                      <a:pt x="66" y="146"/>
                      <a:pt x="66" y="146"/>
                    </a:cubicBezTo>
                    <a:cubicBezTo>
                      <a:pt x="66" y="146"/>
                      <a:pt x="66" y="146"/>
                      <a:pt x="66" y="146"/>
                    </a:cubicBezTo>
                    <a:cubicBezTo>
                      <a:pt x="66" y="146"/>
                      <a:pt x="65" y="146"/>
                      <a:pt x="65" y="146"/>
                    </a:cubicBezTo>
                    <a:cubicBezTo>
                      <a:pt x="64" y="146"/>
                      <a:pt x="64" y="146"/>
                      <a:pt x="64" y="146"/>
                    </a:cubicBezTo>
                    <a:cubicBezTo>
                      <a:pt x="64" y="145"/>
                      <a:pt x="64" y="146"/>
                      <a:pt x="65" y="145"/>
                    </a:cubicBezTo>
                    <a:cubicBezTo>
                      <a:pt x="66" y="142"/>
                      <a:pt x="66" y="145"/>
                      <a:pt x="66" y="141"/>
                    </a:cubicBezTo>
                    <a:cubicBezTo>
                      <a:pt x="67" y="141"/>
                      <a:pt x="67" y="141"/>
                      <a:pt x="68" y="140"/>
                    </a:cubicBezTo>
                    <a:cubicBezTo>
                      <a:pt x="69" y="139"/>
                      <a:pt x="69" y="139"/>
                      <a:pt x="69" y="139"/>
                    </a:cubicBezTo>
                    <a:cubicBezTo>
                      <a:pt x="69" y="139"/>
                      <a:pt x="69" y="139"/>
                      <a:pt x="69" y="139"/>
                    </a:cubicBezTo>
                    <a:cubicBezTo>
                      <a:pt x="70" y="138"/>
                      <a:pt x="70" y="138"/>
                      <a:pt x="70" y="138"/>
                    </a:cubicBezTo>
                    <a:cubicBezTo>
                      <a:pt x="74" y="134"/>
                      <a:pt x="71" y="136"/>
                      <a:pt x="72" y="134"/>
                    </a:cubicBezTo>
                    <a:cubicBezTo>
                      <a:pt x="76" y="130"/>
                      <a:pt x="76" y="130"/>
                      <a:pt x="76" y="130"/>
                    </a:cubicBezTo>
                    <a:cubicBezTo>
                      <a:pt x="76" y="133"/>
                      <a:pt x="76" y="131"/>
                      <a:pt x="76" y="133"/>
                    </a:cubicBezTo>
                    <a:cubicBezTo>
                      <a:pt x="76" y="134"/>
                      <a:pt x="76" y="134"/>
                      <a:pt x="76" y="135"/>
                    </a:cubicBezTo>
                    <a:close/>
                    <a:moveTo>
                      <a:pt x="118" y="121"/>
                    </a:moveTo>
                    <a:cubicBezTo>
                      <a:pt x="117" y="134"/>
                      <a:pt x="117" y="134"/>
                      <a:pt x="117" y="134"/>
                    </a:cubicBezTo>
                    <a:cubicBezTo>
                      <a:pt x="117" y="136"/>
                      <a:pt x="117" y="137"/>
                      <a:pt x="116" y="140"/>
                    </a:cubicBezTo>
                    <a:cubicBezTo>
                      <a:pt x="114" y="143"/>
                      <a:pt x="114" y="143"/>
                      <a:pt x="114" y="143"/>
                    </a:cubicBezTo>
                    <a:cubicBezTo>
                      <a:pt x="113" y="144"/>
                      <a:pt x="114" y="144"/>
                      <a:pt x="113" y="144"/>
                    </a:cubicBezTo>
                    <a:cubicBezTo>
                      <a:pt x="113" y="137"/>
                      <a:pt x="114" y="143"/>
                      <a:pt x="114" y="137"/>
                    </a:cubicBezTo>
                    <a:cubicBezTo>
                      <a:pt x="115" y="136"/>
                      <a:pt x="115" y="138"/>
                      <a:pt x="115" y="133"/>
                    </a:cubicBezTo>
                    <a:cubicBezTo>
                      <a:pt x="116" y="133"/>
                      <a:pt x="115" y="133"/>
                      <a:pt x="115" y="133"/>
                    </a:cubicBezTo>
                    <a:cubicBezTo>
                      <a:pt x="115" y="132"/>
                      <a:pt x="115" y="132"/>
                      <a:pt x="115" y="132"/>
                    </a:cubicBezTo>
                    <a:cubicBezTo>
                      <a:pt x="116" y="132"/>
                      <a:pt x="116" y="132"/>
                      <a:pt x="116" y="132"/>
                    </a:cubicBezTo>
                    <a:cubicBezTo>
                      <a:pt x="116" y="129"/>
                      <a:pt x="116" y="127"/>
                      <a:pt x="117" y="126"/>
                    </a:cubicBezTo>
                    <a:cubicBezTo>
                      <a:pt x="117" y="124"/>
                      <a:pt x="117" y="121"/>
                      <a:pt x="118" y="121"/>
                    </a:cubicBezTo>
                    <a:close/>
                    <a:moveTo>
                      <a:pt x="139" y="107"/>
                    </a:moveTo>
                    <a:cubicBezTo>
                      <a:pt x="140" y="106"/>
                      <a:pt x="140" y="106"/>
                      <a:pt x="141" y="105"/>
                    </a:cubicBezTo>
                    <a:cubicBezTo>
                      <a:pt x="143" y="107"/>
                      <a:pt x="145" y="105"/>
                      <a:pt x="148" y="106"/>
                    </a:cubicBezTo>
                    <a:cubicBezTo>
                      <a:pt x="148" y="109"/>
                      <a:pt x="148" y="109"/>
                      <a:pt x="148" y="111"/>
                    </a:cubicBezTo>
                    <a:cubicBezTo>
                      <a:pt x="148" y="111"/>
                      <a:pt x="148" y="111"/>
                      <a:pt x="148" y="111"/>
                    </a:cubicBezTo>
                    <a:cubicBezTo>
                      <a:pt x="148" y="111"/>
                      <a:pt x="148" y="111"/>
                      <a:pt x="147" y="111"/>
                    </a:cubicBezTo>
                    <a:cubicBezTo>
                      <a:pt x="147" y="113"/>
                      <a:pt x="148" y="112"/>
                      <a:pt x="146" y="114"/>
                    </a:cubicBezTo>
                    <a:cubicBezTo>
                      <a:pt x="142" y="120"/>
                      <a:pt x="142" y="120"/>
                      <a:pt x="142" y="120"/>
                    </a:cubicBezTo>
                    <a:cubicBezTo>
                      <a:pt x="141" y="119"/>
                      <a:pt x="141" y="119"/>
                      <a:pt x="140" y="118"/>
                    </a:cubicBezTo>
                    <a:cubicBezTo>
                      <a:pt x="140" y="116"/>
                      <a:pt x="139" y="115"/>
                      <a:pt x="139" y="113"/>
                    </a:cubicBezTo>
                    <a:cubicBezTo>
                      <a:pt x="139" y="111"/>
                      <a:pt x="139" y="113"/>
                      <a:pt x="139" y="110"/>
                    </a:cubicBezTo>
                    <a:cubicBezTo>
                      <a:pt x="139" y="108"/>
                      <a:pt x="139" y="111"/>
                      <a:pt x="139" y="109"/>
                    </a:cubicBezTo>
                    <a:cubicBezTo>
                      <a:pt x="139" y="108"/>
                      <a:pt x="139" y="108"/>
                      <a:pt x="139" y="107"/>
                    </a:cubicBezTo>
                    <a:close/>
                    <a:moveTo>
                      <a:pt x="136" y="111"/>
                    </a:moveTo>
                    <a:cubicBezTo>
                      <a:pt x="137" y="111"/>
                      <a:pt x="137" y="111"/>
                      <a:pt x="137" y="111"/>
                    </a:cubicBezTo>
                    <a:cubicBezTo>
                      <a:pt x="139" y="109"/>
                      <a:pt x="137" y="112"/>
                      <a:pt x="137" y="110"/>
                    </a:cubicBezTo>
                    <a:cubicBezTo>
                      <a:pt x="138" y="108"/>
                      <a:pt x="138" y="109"/>
                      <a:pt x="137" y="108"/>
                    </a:cubicBezTo>
                    <a:cubicBezTo>
                      <a:pt x="137" y="108"/>
                      <a:pt x="136" y="109"/>
                      <a:pt x="135" y="110"/>
                    </a:cubicBezTo>
                    <a:cubicBezTo>
                      <a:pt x="136" y="110"/>
                      <a:pt x="135" y="110"/>
                      <a:pt x="136" y="110"/>
                    </a:cubicBezTo>
                    <a:cubicBezTo>
                      <a:pt x="136" y="114"/>
                      <a:pt x="136" y="113"/>
                      <a:pt x="137" y="115"/>
                    </a:cubicBezTo>
                    <a:cubicBezTo>
                      <a:pt x="137" y="117"/>
                      <a:pt x="136" y="115"/>
                      <a:pt x="138" y="117"/>
                    </a:cubicBezTo>
                    <a:cubicBezTo>
                      <a:pt x="138" y="112"/>
                      <a:pt x="138" y="112"/>
                      <a:pt x="138" y="112"/>
                    </a:cubicBezTo>
                    <a:cubicBezTo>
                      <a:pt x="137" y="111"/>
                      <a:pt x="138" y="111"/>
                      <a:pt x="136" y="111"/>
                    </a:cubicBezTo>
                    <a:close/>
                    <a:moveTo>
                      <a:pt x="130" y="81"/>
                    </a:moveTo>
                    <a:cubicBezTo>
                      <a:pt x="130" y="81"/>
                      <a:pt x="131" y="80"/>
                      <a:pt x="130" y="81"/>
                    </a:cubicBezTo>
                    <a:cubicBezTo>
                      <a:pt x="130" y="82"/>
                      <a:pt x="130" y="82"/>
                      <a:pt x="130" y="81"/>
                    </a:cubicBezTo>
                    <a:close/>
                    <a:moveTo>
                      <a:pt x="132" y="80"/>
                    </a:moveTo>
                    <a:cubicBezTo>
                      <a:pt x="132" y="80"/>
                      <a:pt x="133" y="80"/>
                      <a:pt x="132" y="80"/>
                    </a:cubicBezTo>
                    <a:cubicBezTo>
                      <a:pt x="132" y="81"/>
                      <a:pt x="131" y="80"/>
                      <a:pt x="132" y="80"/>
                    </a:cubicBezTo>
                    <a:close/>
                    <a:moveTo>
                      <a:pt x="66" y="283"/>
                    </a:moveTo>
                    <a:cubicBezTo>
                      <a:pt x="65" y="285"/>
                      <a:pt x="65" y="289"/>
                      <a:pt x="67" y="291"/>
                    </a:cubicBezTo>
                    <a:cubicBezTo>
                      <a:pt x="67" y="292"/>
                      <a:pt x="67" y="292"/>
                      <a:pt x="67" y="293"/>
                    </a:cubicBezTo>
                    <a:cubicBezTo>
                      <a:pt x="67" y="293"/>
                      <a:pt x="67" y="293"/>
                      <a:pt x="67" y="293"/>
                    </a:cubicBezTo>
                    <a:cubicBezTo>
                      <a:pt x="67" y="294"/>
                      <a:pt x="67" y="294"/>
                      <a:pt x="67" y="294"/>
                    </a:cubicBezTo>
                    <a:cubicBezTo>
                      <a:pt x="67" y="295"/>
                      <a:pt x="66" y="296"/>
                      <a:pt x="66" y="297"/>
                    </a:cubicBezTo>
                    <a:cubicBezTo>
                      <a:pt x="67" y="299"/>
                      <a:pt x="67" y="298"/>
                      <a:pt x="67" y="299"/>
                    </a:cubicBezTo>
                    <a:cubicBezTo>
                      <a:pt x="68" y="301"/>
                      <a:pt x="67" y="302"/>
                      <a:pt x="68" y="304"/>
                    </a:cubicBezTo>
                    <a:cubicBezTo>
                      <a:pt x="68" y="304"/>
                      <a:pt x="68" y="304"/>
                      <a:pt x="68" y="304"/>
                    </a:cubicBezTo>
                    <a:cubicBezTo>
                      <a:pt x="69" y="308"/>
                      <a:pt x="69" y="308"/>
                      <a:pt x="69" y="308"/>
                    </a:cubicBezTo>
                    <a:cubicBezTo>
                      <a:pt x="71" y="310"/>
                      <a:pt x="71" y="311"/>
                      <a:pt x="71" y="314"/>
                    </a:cubicBezTo>
                    <a:cubicBezTo>
                      <a:pt x="72" y="316"/>
                      <a:pt x="71" y="312"/>
                      <a:pt x="72" y="315"/>
                    </a:cubicBezTo>
                    <a:cubicBezTo>
                      <a:pt x="73" y="319"/>
                      <a:pt x="71" y="315"/>
                      <a:pt x="74" y="321"/>
                    </a:cubicBezTo>
                    <a:cubicBezTo>
                      <a:pt x="75" y="323"/>
                      <a:pt x="75" y="325"/>
                      <a:pt x="78" y="325"/>
                    </a:cubicBezTo>
                    <a:cubicBezTo>
                      <a:pt x="78" y="325"/>
                      <a:pt x="78" y="325"/>
                      <a:pt x="78" y="325"/>
                    </a:cubicBezTo>
                    <a:cubicBezTo>
                      <a:pt x="77" y="325"/>
                      <a:pt x="77" y="325"/>
                      <a:pt x="77" y="325"/>
                    </a:cubicBezTo>
                    <a:cubicBezTo>
                      <a:pt x="79" y="324"/>
                      <a:pt x="79" y="324"/>
                      <a:pt x="79" y="327"/>
                    </a:cubicBezTo>
                    <a:cubicBezTo>
                      <a:pt x="79" y="331"/>
                      <a:pt x="79" y="331"/>
                      <a:pt x="79" y="331"/>
                    </a:cubicBezTo>
                    <a:cubicBezTo>
                      <a:pt x="79" y="332"/>
                      <a:pt x="80" y="331"/>
                      <a:pt x="79" y="332"/>
                    </a:cubicBezTo>
                    <a:cubicBezTo>
                      <a:pt x="81" y="332"/>
                      <a:pt x="81" y="332"/>
                      <a:pt x="82" y="331"/>
                    </a:cubicBezTo>
                    <a:cubicBezTo>
                      <a:pt x="82" y="331"/>
                      <a:pt x="82" y="331"/>
                      <a:pt x="82" y="331"/>
                    </a:cubicBezTo>
                    <a:cubicBezTo>
                      <a:pt x="82" y="332"/>
                      <a:pt x="83" y="332"/>
                      <a:pt x="83" y="334"/>
                    </a:cubicBezTo>
                    <a:cubicBezTo>
                      <a:pt x="84" y="335"/>
                      <a:pt x="84" y="337"/>
                      <a:pt x="84" y="338"/>
                    </a:cubicBezTo>
                    <a:cubicBezTo>
                      <a:pt x="85" y="339"/>
                      <a:pt x="86" y="339"/>
                      <a:pt x="87" y="339"/>
                    </a:cubicBezTo>
                    <a:cubicBezTo>
                      <a:pt x="87" y="341"/>
                      <a:pt x="87" y="341"/>
                      <a:pt x="87" y="341"/>
                    </a:cubicBezTo>
                    <a:cubicBezTo>
                      <a:pt x="88" y="342"/>
                      <a:pt x="87" y="341"/>
                      <a:pt x="87" y="342"/>
                    </a:cubicBezTo>
                    <a:cubicBezTo>
                      <a:pt x="87" y="342"/>
                      <a:pt x="87" y="343"/>
                      <a:pt x="87" y="343"/>
                    </a:cubicBezTo>
                    <a:cubicBezTo>
                      <a:pt x="88" y="344"/>
                      <a:pt x="88" y="344"/>
                      <a:pt x="88" y="344"/>
                    </a:cubicBezTo>
                    <a:cubicBezTo>
                      <a:pt x="89" y="344"/>
                      <a:pt x="89" y="344"/>
                      <a:pt x="89" y="344"/>
                    </a:cubicBezTo>
                    <a:cubicBezTo>
                      <a:pt x="89" y="343"/>
                      <a:pt x="89" y="343"/>
                      <a:pt x="89" y="343"/>
                    </a:cubicBezTo>
                    <a:cubicBezTo>
                      <a:pt x="90" y="342"/>
                      <a:pt x="90" y="342"/>
                      <a:pt x="90" y="342"/>
                    </a:cubicBezTo>
                    <a:cubicBezTo>
                      <a:pt x="91" y="342"/>
                      <a:pt x="91" y="342"/>
                      <a:pt x="91" y="342"/>
                    </a:cubicBezTo>
                    <a:cubicBezTo>
                      <a:pt x="92" y="342"/>
                      <a:pt x="91" y="342"/>
                      <a:pt x="93" y="342"/>
                    </a:cubicBezTo>
                    <a:cubicBezTo>
                      <a:pt x="93" y="341"/>
                      <a:pt x="94" y="341"/>
                      <a:pt x="94" y="341"/>
                    </a:cubicBezTo>
                    <a:cubicBezTo>
                      <a:pt x="99" y="340"/>
                      <a:pt x="99" y="340"/>
                      <a:pt x="99" y="340"/>
                    </a:cubicBezTo>
                    <a:cubicBezTo>
                      <a:pt x="99" y="338"/>
                      <a:pt x="99" y="338"/>
                      <a:pt x="99" y="338"/>
                    </a:cubicBezTo>
                    <a:cubicBezTo>
                      <a:pt x="101" y="338"/>
                      <a:pt x="100" y="338"/>
                      <a:pt x="101" y="338"/>
                    </a:cubicBezTo>
                    <a:cubicBezTo>
                      <a:pt x="104" y="337"/>
                      <a:pt x="104" y="337"/>
                      <a:pt x="104" y="337"/>
                    </a:cubicBezTo>
                    <a:cubicBezTo>
                      <a:pt x="105" y="336"/>
                      <a:pt x="106" y="336"/>
                      <a:pt x="107" y="336"/>
                    </a:cubicBezTo>
                    <a:cubicBezTo>
                      <a:pt x="107" y="334"/>
                      <a:pt x="107" y="334"/>
                      <a:pt x="107" y="334"/>
                    </a:cubicBezTo>
                    <a:cubicBezTo>
                      <a:pt x="108" y="334"/>
                      <a:pt x="108" y="334"/>
                      <a:pt x="108" y="334"/>
                    </a:cubicBezTo>
                    <a:cubicBezTo>
                      <a:pt x="108" y="334"/>
                      <a:pt x="108" y="333"/>
                      <a:pt x="108" y="333"/>
                    </a:cubicBezTo>
                    <a:cubicBezTo>
                      <a:pt x="109" y="333"/>
                      <a:pt x="109" y="332"/>
                      <a:pt x="109" y="330"/>
                    </a:cubicBezTo>
                    <a:cubicBezTo>
                      <a:pt x="109" y="330"/>
                      <a:pt x="108" y="330"/>
                      <a:pt x="108" y="330"/>
                    </a:cubicBezTo>
                    <a:cubicBezTo>
                      <a:pt x="108" y="330"/>
                      <a:pt x="108" y="330"/>
                      <a:pt x="108" y="330"/>
                    </a:cubicBezTo>
                    <a:cubicBezTo>
                      <a:pt x="108" y="327"/>
                      <a:pt x="107" y="326"/>
                      <a:pt x="107" y="324"/>
                    </a:cubicBezTo>
                    <a:cubicBezTo>
                      <a:pt x="107" y="322"/>
                      <a:pt x="108" y="321"/>
                      <a:pt x="108" y="319"/>
                    </a:cubicBezTo>
                    <a:cubicBezTo>
                      <a:pt x="107" y="314"/>
                      <a:pt x="107" y="316"/>
                      <a:pt x="108" y="314"/>
                    </a:cubicBezTo>
                    <a:cubicBezTo>
                      <a:pt x="108" y="311"/>
                      <a:pt x="107" y="310"/>
                      <a:pt x="106" y="309"/>
                    </a:cubicBezTo>
                    <a:cubicBezTo>
                      <a:pt x="106" y="307"/>
                      <a:pt x="106" y="298"/>
                      <a:pt x="106" y="296"/>
                    </a:cubicBezTo>
                    <a:cubicBezTo>
                      <a:pt x="106" y="291"/>
                      <a:pt x="106" y="294"/>
                      <a:pt x="107" y="291"/>
                    </a:cubicBezTo>
                    <a:cubicBezTo>
                      <a:pt x="107" y="289"/>
                      <a:pt x="107" y="288"/>
                      <a:pt x="108" y="287"/>
                    </a:cubicBezTo>
                    <a:cubicBezTo>
                      <a:pt x="108" y="284"/>
                      <a:pt x="108" y="282"/>
                      <a:pt x="108" y="280"/>
                    </a:cubicBezTo>
                    <a:cubicBezTo>
                      <a:pt x="107" y="274"/>
                      <a:pt x="107" y="274"/>
                      <a:pt x="107" y="274"/>
                    </a:cubicBezTo>
                    <a:cubicBezTo>
                      <a:pt x="108" y="273"/>
                      <a:pt x="107" y="271"/>
                      <a:pt x="107" y="269"/>
                    </a:cubicBezTo>
                    <a:cubicBezTo>
                      <a:pt x="107" y="260"/>
                      <a:pt x="107" y="251"/>
                      <a:pt x="107" y="242"/>
                    </a:cubicBezTo>
                    <a:cubicBezTo>
                      <a:pt x="107" y="240"/>
                      <a:pt x="107" y="241"/>
                      <a:pt x="106" y="240"/>
                    </a:cubicBezTo>
                    <a:cubicBezTo>
                      <a:pt x="106" y="236"/>
                      <a:pt x="106" y="236"/>
                      <a:pt x="106" y="236"/>
                    </a:cubicBezTo>
                    <a:cubicBezTo>
                      <a:pt x="106" y="235"/>
                      <a:pt x="106" y="236"/>
                      <a:pt x="107" y="236"/>
                    </a:cubicBezTo>
                    <a:cubicBezTo>
                      <a:pt x="106" y="232"/>
                      <a:pt x="107" y="233"/>
                      <a:pt x="106" y="230"/>
                    </a:cubicBezTo>
                    <a:cubicBezTo>
                      <a:pt x="106" y="229"/>
                      <a:pt x="106" y="226"/>
                      <a:pt x="106" y="224"/>
                    </a:cubicBezTo>
                    <a:cubicBezTo>
                      <a:pt x="104" y="223"/>
                      <a:pt x="106" y="225"/>
                      <a:pt x="104" y="223"/>
                    </a:cubicBezTo>
                    <a:cubicBezTo>
                      <a:pt x="106" y="222"/>
                      <a:pt x="106" y="222"/>
                      <a:pt x="106" y="222"/>
                    </a:cubicBezTo>
                    <a:cubicBezTo>
                      <a:pt x="106" y="219"/>
                      <a:pt x="106" y="217"/>
                      <a:pt x="106" y="215"/>
                    </a:cubicBezTo>
                    <a:cubicBezTo>
                      <a:pt x="107" y="212"/>
                      <a:pt x="107" y="211"/>
                      <a:pt x="108" y="209"/>
                    </a:cubicBezTo>
                    <a:cubicBezTo>
                      <a:pt x="109" y="210"/>
                      <a:pt x="109" y="210"/>
                      <a:pt x="109" y="210"/>
                    </a:cubicBezTo>
                    <a:cubicBezTo>
                      <a:pt x="111" y="210"/>
                      <a:pt x="112" y="209"/>
                      <a:pt x="114" y="208"/>
                    </a:cubicBezTo>
                    <a:cubicBezTo>
                      <a:pt x="116" y="207"/>
                      <a:pt x="114" y="208"/>
                      <a:pt x="115" y="207"/>
                    </a:cubicBezTo>
                    <a:cubicBezTo>
                      <a:pt x="117" y="205"/>
                      <a:pt x="117" y="205"/>
                      <a:pt x="117" y="205"/>
                    </a:cubicBezTo>
                    <a:cubicBezTo>
                      <a:pt x="117" y="205"/>
                      <a:pt x="118" y="205"/>
                      <a:pt x="118" y="204"/>
                    </a:cubicBezTo>
                    <a:cubicBezTo>
                      <a:pt x="121" y="201"/>
                      <a:pt x="125" y="197"/>
                      <a:pt x="126" y="193"/>
                    </a:cubicBezTo>
                    <a:cubicBezTo>
                      <a:pt x="126" y="191"/>
                      <a:pt x="128" y="188"/>
                      <a:pt x="128" y="187"/>
                    </a:cubicBezTo>
                    <a:cubicBezTo>
                      <a:pt x="129" y="186"/>
                      <a:pt x="128" y="186"/>
                      <a:pt x="129" y="186"/>
                    </a:cubicBezTo>
                    <a:cubicBezTo>
                      <a:pt x="129" y="183"/>
                      <a:pt x="129" y="183"/>
                      <a:pt x="129" y="183"/>
                    </a:cubicBezTo>
                    <a:cubicBezTo>
                      <a:pt x="131" y="182"/>
                      <a:pt x="131" y="182"/>
                      <a:pt x="131" y="182"/>
                    </a:cubicBezTo>
                    <a:cubicBezTo>
                      <a:pt x="130" y="181"/>
                      <a:pt x="130" y="181"/>
                      <a:pt x="130" y="181"/>
                    </a:cubicBezTo>
                    <a:cubicBezTo>
                      <a:pt x="132" y="180"/>
                      <a:pt x="131" y="179"/>
                      <a:pt x="132" y="177"/>
                    </a:cubicBezTo>
                    <a:cubicBezTo>
                      <a:pt x="133" y="176"/>
                      <a:pt x="133" y="176"/>
                      <a:pt x="135" y="176"/>
                    </a:cubicBezTo>
                    <a:cubicBezTo>
                      <a:pt x="134" y="175"/>
                      <a:pt x="134" y="175"/>
                      <a:pt x="134" y="175"/>
                    </a:cubicBezTo>
                    <a:cubicBezTo>
                      <a:pt x="137" y="175"/>
                      <a:pt x="136" y="175"/>
                      <a:pt x="136" y="174"/>
                    </a:cubicBezTo>
                    <a:cubicBezTo>
                      <a:pt x="136" y="170"/>
                      <a:pt x="136" y="170"/>
                      <a:pt x="136" y="170"/>
                    </a:cubicBezTo>
                    <a:cubicBezTo>
                      <a:pt x="138" y="170"/>
                      <a:pt x="139" y="170"/>
                      <a:pt x="141" y="170"/>
                    </a:cubicBezTo>
                    <a:cubicBezTo>
                      <a:pt x="143" y="170"/>
                      <a:pt x="144" y="169"/>
                      <a:pt x="147" y="167"/>
                    </a:cubicBezTo>
                    <a:cubicBezTo>
                      <a:pt x="153" y="162"/>
                      <a:pt x="153" y="162"/>
                      <a:pt x="153" y="162"/>
                    </a:cubicBezTo>
                    <a:cubicBezTo>
                      <a:pt x="154" y="161"/>
                      <a:pt x="157" y="159"/>
                      <a:pt x="158" y="158"/>
                    </a:cubicBezTo>
                    <a:cubicBezTo>
                      <a:pt x="157" y="157"/>
                      <a:pt x="157" y="157"/>
                      <a:pt x="157" y="157"/>
                    </a:cubicBezTo>
                    <a:cubicBezTo>
                      <a:pt x="156" y="157"/>
                      <a:pt x="157" y="157"/>
                      <a:pt x="155" y="158"/>
                    </a:cubicBezTo>
                    <a:cubicBezTo>
                      <a:pt x="155" y="158"/>
                      <a:pt x="155" y="159"/>
                      <a:pt x="154" y="159"/>
                    </a:cubicBezTo>
                    <a:cubicBezTo>
                      <a:pt x="154" y="159"/>
                      <a:pt x="152" y="161"/>
                      <a:pt x="151" y="161"/>
                    </a:cubicBezTo>
                    <a:cubicBezTo>
                      <a:pt x="148" y="162"/>
                      <a:pt x="148" y="162"/>
                      <a:pt x="148" y="162"/>
                    </a:cubicBezTo>
                    <a:cubicBezTo>
                      <a:pt x="148" y="161"/>
                      <a:pt x="148" y="160"/>
                      <a:pt x="149" y="159"/>
                    </a:cubicBezTo>
                    <a:cubicBezTo>
                      <a:pt x="150" y="161"/>
                      <a:pt x="150" y="160"/>
                      <a:pt x="152" y="158"/>
                    </a:cubicBezTo>
                    <a:cubicBezTo>
                      <a:pt x="153" y="158"/>
                      <a:pt x="153" y="158"/>
                      <a:pt x="153" y="158"/>
                    </a:cubicBezTo>
                    <a:cubicBezTo>
                      <a:pt x="153" y="157"/>
                      <a:pt x="153" y="157"/>
                      <a:pt x="153" y="157"/>
                    </a:cubicBezTo>
                    <a:cubicBezTo>
                      <a:pt x="153" y="157"/>
                      <a:pt x="153" y="157"/>
                      <a:pt x="154" y="157"/>
                    </a:cubicBezTo>
                    <a:cubicBezTo>
                      <a:pt x="154" y="157"/>
                      <a:pt x="154" y="157"/>
                      <a:pt x="154" y="157"/>
                    </a:cubicBezTo>
                    <a:cubicBezTo>
                      <a:pt x="153" y="156"/>
                      <a:pt x="153" y="156"/>
                      <a:pt x="153" y="156"/>
                    </a:cubicBezTo>
                    <a:cubicBezTo>
                      <a:pt x="153" y="155"/>
                      <a:pt x="153" y="156"/>
                      <a:pt x="154" y="154"/>
                    </a:cubicBezTo>
                    <a:cubicBezTo>
                      <a:pt x="156" y="156"/>
                      <a:pt x="153" y="156"/>
                      <a:pt x="156" y="156"/>
                    </a:cubicBezTo>
                    <a:cubicBezTo>
                      <a:pt x="156" y="155"/>
                      <a:pt x="156" y="155"/>
                      <a:pt x="155" y="154"/>
                    </a:cubicBezTo>
                    <a:cubicBezTo>
                      <a:pt x="156" y="154"/>
                      <a:pt x="155" y="154"/>
                      <a:pt x="156" y="154"/>
                    </a:cubicBezTo>
                    <a:cubicBezTo>
                      <a:pt x="156" y="151"/>
                      <a:pt x="157" y="151"/>
                      <a:pt x="160" y="151"/>
                    </a:cubicBezTo>
                    <a:cubicBezTo>
                      <a:pt x="162" y="150"/>
                      <a:pt x="162" y="150"/>
                      <a:pt x="162" y="150"/>
                    </a:cubicBezTo>
                    <a:cubicBezTo>
                      <a:pt x="162" y="147"/>
                      <a:pt x="160" y="147"/>
                      <a:pt x="159" y="146"/>
                    </a:cubicBezTo>
                    <a:cubicBezTo>
                      <a:pt x="159" y="145"/>
                      <a:pt x="159" y="144"/>
                      <a:pt x="161" y="145"/>
                    </a:cubicBezTo>
                    <a:cubicBezTo>
                      <a:pt x="164" y="145"/>
                      <a:pt x="164" y="144"/>
                      <a:pt x="168" y="144"/>
                    </a:cubicBezTo>
                    <a:cubicBezTo>
                      <a:pt x="169" y="143"/>
                      <a:pt x="168" y="143"/>
                      <a:pt x="169" y="144"/>
                    </a:cubicBezTo>
                    <a:cubicBezTo>
                      <a:pt x="170" y="142"/>
                      <a:pt x="172" y="142"/>
                      <a:pt x="174" y="141"/>
                    </a:cubicBezTo>
                    <a:cubicBezTo>
                      <a:pt x="174" y="141"/>
                      <a:pt x="174" y="141"/>
                      <a:pt x="174" y="141"/>
                    </a:cubicBezTo>
                    <a:cubicBezTo>
                      <a:pt x="177" y="138"/>
                      <a:pt x="177" y="138"/>
                      <a:pt x="177" y="138"/>
                    </a:cubicBezTo>
                    <a:cubicBezTo>
                      <a:pt x="178" y="137"/>
                      <a:pt x="177" y="138"/>
                      <a:pt x="178" y="137"/>
                    </a:cubicBezTo>
                    <a:cubicBezTo>
                      <a:pt x="179" y="137"/>
                      <a:pt x="178" y="137"/>
                      <a:pt x="179" y="136"/>
                    </a:cubicBezTo>
                    <a:cubicBezTo>
                      <a:pt x="182" y="130"/>
                      <a:pt x="182" y="130"/>
                      <a:pt x="182" y="130"/>
                    </a:cubicBezTo>
                    <a:cubicBezTo>
                      <a:pt x="183" y="128"/>
                      <a:pt x="182" y="130"/>
                      <a:pt x="183" y="129"/>
                    </a:cubicBezTo>
                    <a:cubicBezTo>
                      <a:pt x="186" y="125"/>
                      <a:pt x="186" y="125"/>
                      <a:pt x="186" y="125"/>
                    </a:cubicBezTo>
                    <a:cubicBezTo>
                      <a:pt x="186" y="121"/>
                      <a:pt x="186" y="121"/>
                      <a:pt x="186" y="121"/>
                    </a:cubicBezTo>
                    <a:cubicBezTo>
                      <a:pt x="187" y="121"/>
                      <a:pt x="187" y="121"/>
                      <a:pt x="187" y="121"/>
                    </a:cubicBezTo>
                    <a:cubicBezTo>
                      <a:pt x="186" y="119"/>
                      <a:pt x="186" y="119"/>
                      <a:pt x="186" y="119"/>
                    </a:cubicBezTo>
                    <a:cubicBezTo>
                      <a:pt x="186" y="118"/>
                      <a:pt x="186" y="119"/>
                      <a:pt x="186" y="118"/>
                    </a:cubicBezTo>
                    <a:cubicBezTo>
                      <a:pt x="187" y="115"/>
                      <a:pt x="185" y="115"/>
                      <a:pt x="187" y="115"/>
                    </a:cubicBezTo>
                    <a:cubicBezTo>
                      <a:pt x="187" y="114"/>
                      <a:pt x="187" y="113"/>
                      <a:pt x="187" y="112"/>
                    </a:cubicBezTo>
                    <a:cubicBezTo>
                      <a:pt x="187" y="109"/>
                      <a:pt x="187" y="113"/>
                      <a:pt x="187" y="111"/>
                    </a:cubicBezTo>
                    <a:cubicBezTo>
                      <a:pt x="186" y="108"/>
                      <a:pt x="186" y="108"/>
                      <a:pt x="186" y="108"/>
                    </a:cubicBezTo>
                    <a:cubicBezTo>
                      <a:pt x="186" y="107"/>
                      <a:pt x="186" y="106"/>
                      <a:pt x="186" y="105"/>
                    </a:cubicBezTo>
                    <a:cubicBezTo>
                      <a:pt x="186" y="100"/>
                      <a:pt x="185" y="99"/>
                      <a:pt x="184" y="96"/>
                    </a:cubicBezTo>
                    <a:cubicBezTo>
                      <a:pt x="183" y="96"/>
                      <a:pt x="183" y="96"/>
                      <a:pt x="183" y="96"/>
                    </a:cubicBezTo>
                    <a:cubicBezTo>
                      <a:pt x="183" y="91"/>
                      <a:pt x="180" y="88"/>
                      <a:pt x="178" y="85"/>
                    </a:cubicBezTo>
                    <a:cubicBezTo>
                      <a:pt x="177" y="83"/>
                      <a:pt x="176" y="82"/>
                      <a:pt x="174" y="82"/>
                    </a:cubicBezTo>
                    <a:cubicBezTo>
                      <a:pt x="172" y="81"/>
                      <a:pt x="176" y="83"/>
                      <a:pt x="173" y="81"/>
                    </a:cubicBezTo>
                    <a:cubicBezTo>
                      <a:pt x="173" y="81"/>
                      <a:pt x="173" y="80"/>
                      <a:pt x="173" y="80"/>
                    </a:cubicBezTo>
                    <a:cubicBezTo>
                      <a:pt x="171" y="78"/>
                      <a:pt x="168" y="78"/>
                      <a:pt x="165" y="77"/>
                    </a:cubicBezTo>
                    <a:cubicBezTo>
                      <a:pt x="161" y="76"/>
                      <a:pt x="155" y="77"/>
                      <a:pt x="151" y="78"/>
                    </a:cubicBezTo>
                    <a:cubicBezTo>
                      <a:pt x="151" y="78"/>
                      <a:pt x="149" y="78"/>
                      <a:pt x="148" y="78"/>
                    </a:cubicBezTo>
                    <a:cubicBezTo>
                      <a:pt x="146" y="80"/>
                      <a:pt x="148" y="77"/>
                      <a:pt x="146" y="79"/>
                    </a:cubicBezTo>
                    <a:cubicBezTo>
                      <a:pt x="145" y="79"/>
                      <a:pt x="144" y="79"/>
                      <a:pt x="142" y="79"/>
                    </a:cubicBezTo>
                    <a:cubicBezTo>
                      <a:pt x="141" y="79"/>
                      <a:pt x="141" y="80"/>
                      <a:pt x="140" y="80"/>
                    </a:cubicBezTo>
                    <a:cubicBezTo>
                      <a:pt x="136" y="80"/>
                      <a:pt x="134" y="78"/>
                      <a:pt x="138" y="77"/>
                    </a:cubicBezTo>
                    <a:cubicBezTo>
                      <a:pt x="137" y="77"/>
                      <a:pt x="137" y="77"/>
                      <a:pt x="136" y="76"/>
                    </a:cubicBezTo>
                    <a:cubicBezTo>
                      <a:pt x="136" y="75"/>
                      <a:pt x="136" y="75"/>
                      <a:pt x="135" y="75"/>
                    </a:cubicBezTo>
                    <a:cubicBezTo>
                      <a:pt x="133" y="75"/>
                      <a:pt x="133" y="75"/>
                      <a:pt x="133" y="75"/>
                    </a:cubicBezTo>
                    <a:cubicBezTo>
                      <a:pt x="131" y="72"/>
                      <a:pt x="131" y="72"/>
                      <a:pt x="131" y="72"/>
                    </a:cubicBezTo>
                    <a:cubicBezTo>
                      <a:pt x="132" y="71"/>
                      <a:pt x="132" y="71"/>
                      <a:pt x="134" y="71"/>
                    </a:cubicBezTo>
                    <a:cubicBezTo>
                      <a:pt x="134" y="71"/>
                      <a:pt x="134" y="71"/>
                      <a:pt x="133" y="70"/>
                    </a:cubicBezTo>
                    <a:cubicBezTo>
                      <a:pt x="133" y="70"/>
                      <a:pt x="134" y="69"/>
                      <a:pt x="134" y="70"/>
                    </a:cubicBezTo>
                    <a:cubicBezTo>
                      <a:pt x="134" y="69"/>
                      <a:pt x="134" y="69"/>
                      <a:pt x="134" y="69"/>
                    </a:cubicBezTo>
                    <a:cubicBezTo>
                      <a:pt x="135" y="69"/>
                      <a:pt x="134" y="69"/>
                      <a:pt x="135" y="69"/>
                    </a:cubicBezTo>
                    <a:cubicBezTo>
                      <a:pt x="135" y="66"/>
                      <a:pt x="135" y="66"/>
                      <a:pt x="135" y="66"/>
                    </a:cubicBezTo>
                    <a:cubicBezTo>
                      <a:pt x="135" y="65"/>
                      <a:pt x="135" y="66"/>
                      <a:pt x="135" y="65"/>
                    </a:cubicBezTo>
                    <a:cubicBezTo>
                      <a:pt x="133" y="66"/>
                      <a:pt x="135" y="65"/>
                      <a:pt x="132" y="66"/>
                    </a:cubicBezTo>
                    <a:cubicBezTo>
                      <a:pt x="132" y="64"/>
                      <a:pt x="132" y="65"/>
                      <a:pt x="132" y="63"/>
                    </a:cubicBezTo>
                    <a:cubicBezTo>
                      <a:pt x="133" y="63"/>
                      <a:pt x="133" y="64"/>
                      <a:pt x="135" y="64"/>
                    </a:cubicBezTo>
                    <a:cubicBezTo>
                      <a:pt x="133" y="52"/>
                      <a:pt x="133" y="52"/>
                      <a:pt x="133" y="52"/>
                    </a:cubicBezTo>
                    <a:cubicBezTo>
                      <a:pt x="133" y="52"/>
                      <a:pt x="133" y="51"/>
                      <a:pt x="132" y="50"/>
                    </a:cubicBezTo>
                    <a:cubicBezTo>
                      <a:pt x="128" y="39"/>
                      <a:pt x="128" y="39"/>
                      <a:pt x="128" y="39"/>
                    </a:cubicBezTo>
                    <a:cubicBezTo>
                      <a:pt x="127" y="37"/>
                      <a:pt x="128" y="37"/>
                      <a:pt x="126" y="35"/>
                    </a:cubicBezTo>
                    <a:cubicBezTo>
                      <a:pt x="125" y="31"/>
                      <a:pt x="125" y="31"/>
                      <a:pt x="125" y="31"/>
                    </a:cubicBezTo>
                    <a:cubicBezTo>
                      <a:pt x="124" y="30"/>
                      <a:pt x="124" y="29"/>
                      <a:pt x="124" y="28"/>
                    </a:cubicBezTo>
                    <a:cubicBezTo>
                      <a:pt x="123" y="26"/>
                      <a:pt x="123" y="26"/>
                      <a:pt x="123" y="26"/>
                    </a:cubicBezTo>
                    <a:cubicBezTo>
                      <a:pt x="123" y="24"/>
                      <a:pt x="122" y="25"/>
                      <a:pt x="122" y="22"/>
                    </a:cubicBezTo>
                    <a:cubicBezTo>
                      <a:pt x="121" y="19"/>
                      <a:pt x="121" y="16"/>
                      <a:pt x="119" y="13"/>
                    </a:cubicBezTo>
                    <a:cubicBezTo>
                      <a:pt x="118" y="13"/>
                      <a:pt x="119" y="14"/>
                      <a:pt x="118" y="12"/>
                    </a:cubicBezTo>
                    <a:cubicBezTo>
                      <a:pt x="115" y="7"/>
                      <a:pt x="115" y="7"/>
                      <a:pt x="115" y="7"/>
                    </a:cubicBezTo>
                    <a:cubicBezTo>
                      <a:pt x="109" y="1"/>
                      <a:pt x="110" y="5"/>
                      <a:pt x="107" y="3"/>
                    </a:cubicBezTo>
                    <a:cubicBezTo>
                      <a:pt x="105" y="2"/>
                      <a:pt x="105" y="2"/>
                      <a:pt x="105" y="2"/>
                    </a:cubicBezTo>
                    <a:cubicBezTo>
                      <a:pt x="105" y="2"/>
                      <a:pt x="105" y="2"/>
                      <a:pt x="105" y="1"/>
                    </a:cubicBezTo>
                    <a:cubicBezTo>
                      <a:pt x="104" y="1"/>
                      <a:pt x="103" y="0"/>
                      <a:pt x="103" y="1"/>
                    </a:cubicBezTo>
                    <a:cubicBezTo>
                      <a:pt x="99" y="3"/>
                      <a:pt x="99" y="3"/>
                      <a:pt x="99" y="3"/>
                    </a:cubicBezTo>
                    <a:cubicBezTo>
                      <a:pt x="99" y="3"/>
                      <a:pt x="99" y="4"/>
                      <a:pt x="99" y="4"/>
                    </a:cubicBezTo>
                    <a:cubicBezTo>
                      <a:pt x="94" y="8"/>
                      <a:pt x="96" y="12"/>
                      <a:pt x="95" y="13"/>
                    </a:cubicBezTo>
                    <a:cubicBezTo>
                      <a:pt x="95" y="16"/>
                      <a:pt x="96" y="15"/>
                      <a:pt x="96" y="17"/>
                    </a:cubicBezTo>
                    <a:cubicBezTo>
                      <a:pt x="96" y="20"/>
                      <a:pt x="95" y="17"/>
                      <a:pt x="95" y="20"/>
                    </a:cubicBezTo>
                    <a:cubicBezTo>
                      <a:pt x="95" y="22"/>
                      <a:pt x="95" y="20"/>
                      <a:pt x="95" y="23"/>
                    </a:cubicBezTo>
                    <a:cubicBezTo>
                      <a:pt x="95" y="25"/>
                      <a:pt x="95" y="26"/>
                      <a:pt x="95" y="28"/>
                    </a:cubicBezTo>
                    <a:cubicBezTo>
                      <a:pt x="94" y="29"/>
                      <a:pt x="94" y="28"/>
                      <a:pt x="93" y="30"/>
                    </a:cubicBezTo>
                    <a:cubicBezTo>
                      <a:pt x="93" y="31"/>
                      <a:pt x="93" y="32"/>
                      <a:pt x="93" y="32"/>
                    </a:cubicBezTo>
                    <a:cubicBezTo>
                      <a:pt x="90" y="43"/>
                      <a:pt x="90" y="43"/>
                      <a:pt x="90" y="43"/>
                    </a:cubicBezTo>
                    <a:cubicBezTo>
                      <a:pt x="88" y="48"/>
                      <a:pt x="89" y="53"/>
                      <a:pt x="88" y="58"/>
                    </a:cubicBezTo>
                    <a:cubicBezTo>
                      <a:pt x="88" y="60"/>
                      <a:pt x="88" y="60"/>
                      <a:pt x="88" y="60"/>
                    </a:cubicBezTo>
                    <a:cubicBezTo>
                      <a:pt x="87" y="60"/>
                      <a:pt x="87" y="61"/>
                      <a:pt x="87" y="61"/>
                    </a:cubicBezTo>
                    <a:cubicBezTo>
                      <a:pt x="87" y="61"/>
                      <a:pt x="87" y="61"/>
                      <a:pt x="87" y="61"/>
                    </a:cubicBezTo>
                    <a:cubicBezTo>
                      <a:pt x="87" y="62"/>
                      <a:pt x="88" y="61"/>
                      <a:pt x="87" y="62"/>
                    </a:cubicBezTo>
                    <a:cubicBezTo>
                      <a:pt x="87" y="64"/>
                      <a:pt x="86" y="65"/>
                      <a:pt x="86" y="66"/>
                    </a:cubicBezTo>
                    <a:cubicBezTo>
                      <a:pt x="86" y="68"/>
                      <a:pt x="86" y="68"/>
                      <a:pt x="86" y="68"/>
                    </a:cubicBezTo>
                    <a:cubicBezTo>
                      <a:pt x="86" y="68"/>
                      <a:pt x="86" y="68"/>
                      <a:pt x="85" y="68"/>
                    </a:cubicBezTo>
                    <a:cubicBezTo>
                      <a:pt x="85" y="68"/>
                      <a:pt x="85" y="68"/>
                      <a:pt x="85" y="68"/>
                    </a:cubicBezTo>
                    <a:cubicBezTo>
                      <a:pt x="85" y="69"/>
                      <a:pt x="85" y="72"/>
                      <a:pt x="85" y="73"/>
                    </a:cubicBezTo>
                    <a:cubicBezTo>
                      <a:pt x="84" y="77"/>
                      <a:pt x="84" y="77"/>
                      <a:pt x="84" y="77"/>
                    </a:cubicBezTo>
                    <a:cubicBezTo>
                      <a:pt x="83" y="78"/>
                      <a:pt x="83" y="81"/>
                      <a:pt x="83" y="83"/>
                    </a:cubicBezTo>
                    <a:cubicBezTo>
                      <a:pt x="83" y="83"/>
                      <a:pt x="83" y="83"/>
                      <a:pt x="83" y="83"/>
                    </a:cubicBezTo>
                    <a:cubicBezTo>
                      <a:pt x="83" y="83"/>
                      <a:pt x="83" y="83"/>
                      <a:pt x="83" y="83"/>
                    </a:cubicBezTo>
                    <a:cubicBezTo>
                      <a:pt x="82" y="84"/>
                      <a:pt x="82" y="84"/>
                      <a:pt x="82" y="84"/>
                    </a:cubicBezTo>
                    <a:cubicBezTo>
                      <a:pt x="82" y="88"/>
                      <a:pt x="81" y="89"/>
                      <a:pt x="81" y="94"/>
                    </a:cubicBezTo>
                    <a:cubicBezTo>
                      <a:pt x="81" y="94"/>
                      <a:pt x="81" y="94"/>
                      <a:pt x="81" y="94"/>
                    </a:cubicBezTo>
                    <a:cubicBezTo>
                      <a:pt x="81" y="99"/>
                      <a:pt x="81" y="99"/>
                      <a:pt x="79" y="102"/>
                    </a:cubicBezTo>
                    <a:cubicBezTo>
                      <a:pt x="75" y="105"/>
                      <a:pt x="75" y="105"/>
                      <a:pt x="75" y="105"/>
                    </a:cubicBezTo>
                    <a:cubicBezTo>
                      <a:pt x="75" y="105"/>
                      <a:pt x="75" y="105"/>
                      <a:pt x="75" y="105"/>
                    </a:cubicBezTo>
                    <a:cubicBezTo>
                      <a:pt x="75" y="105"/>
                      <a:pt x="75" y="105"/>
                      <a:pt x="75" y="105"/>
                    </a:cubicBezTo>
                    <a:cubicBezTo>
                      <a:pt x="73" y="106"/>
                      <a:pt x="73" y="106"/>
                      <a:pt x="73" y="106"/>
                    </a:cubicBezTo>
                    <a:cubicBezTo>
                      <a:pt x="73" y="106"/>
                      <a:pt x="73" y="106"/>
                      <a:pt x="73" y="106"/>
                    </a:cubicBezTo>
                    <a:cubicBezTo>
                      <a:pt x="73" y="106"/>
                      <a:pt x="73" y="106"/>
                      <a:pt x="73" y="106"/>
                    </a:cubicBezTo>
                    <a:cubicBezTo>
                      <a:pt x="71" y="107"/>
                      <a:pt x="69" y="108"/>
                      <a:pt x="67" y="109"/>
                    </a:cubicBezTo>
                    <a:cubicBezTo>
                      <a:pt x="66" y="110"/>
                      <a:pt x="67" y="109"/>
                      <a:pt x="67" y="111"/>
                    </a:cubicBezTo>
                    <a:cubicBezTo>
                      <a:pt x="62" y="111"/>
                      <a:pt x="61" y="114"/>
                      <a:pt x="57" y="116"/>
                    </a:cubicBezTo>
                    <a:cubicBezTo>
                      <a:pt x="54" y="118"/>
                      <a:pt x="54" y="118"/>
                      <a:pt x="54" y="118"/>
                    </a:cubicBezTo>
                    <a:cubicBezTo>
                      <a:pt x="51" y="120"/>
                      <a:pt x="49" y="123"/>
                      <a:pt x="45" y="124"/>
                    </a:cubicBezTo>
                    <a:cubicBezTo>
                      <a:pt x="40" y="128"/>
                      <a:pt x="40" y="128"/>
                      <a:pt x="40" y="128"/>
                    </a:cubicBezTo>
                    <a:cubicBezTo>
                      <a:pt x="40" y="128"/>
                      <a:pt x="40" y="128"/>
                      <a:pt x="39" y="129"/>
                    </a:cubicBezTo>
                    <a:cubicBezTo>
                      <a:pt x="32" y="134"/>
                      <a:pt x="32" y="134"/>
                      <a:pt x="32" y="134"/>
                    </a:cubicBezTo>
                    <a:cubicBezTo>
                      <a:pt x="32" y="135"/>
                      <a:pt x="32" y="135"/>
                      <a:pt x="32" y="135"/>
                    </a:cubicBezTo>
                    <a:cubicBezTo>
                      <a:pt x="30" y="136"/>
                      <a:pt x="30" y="136"/>
                      <a:pt x="30" y="136"/>
                    </a:cubicBezTo>
                    <a:cubicBezTo>
                      <a:pt x="29" y="136"/>
                      <a:pt x="29" y="136"/>
                      <a:pt x="29" y="136"/>
                    </a:cubicBezTo>
                    <a:cubicBezTo>
                      <a:pt x="29" y="135"/>
                      <a:pt x="29" y="136"/>
                      <a:pt x="27" y="135"/>
                    </a:cubicBezTo>
                    <a:cubicBezTo>
                      <a:pt x="16" y="125"/>
                      <a:pt x="16" y="125"/>
                      <a:pt x="16" y="125"/>
                    </a:cubicBezTo>
                    <a:cubicBezTo>
                      <a:pt x="13" y="123"/>
                      <a:pt x="12" y="126"/>
                      <a:pt x="10" y="123"/>
                    </a:cubicBezTo>
                    <a:cubicBezTo>
                      <a:pt x="10" y="122"/>
                      <a:pt x="10" y="122"/>
                      <a:pt x="9" y="121"/>
                    </a:cubicBezTo>
                    <a:cubicBezTo>
                      <a:pt x="8" y="124"/>
                      <a:pt x="9" y="124"/>
                      <a:pt x="10" y="126"/>
                    </a:cubicBezTo>
                    <a:cubicBezTo>
                      <a:pt x="6" y="130"/>
                      <a:pt x="6" y="130"/>
                      <a:pt x="6" y="130"/>
                    </a:cubicBezTo>
                    <a:cubicBezTo>
                      <a:pt x="6" y="131"/>
                      <a:pt x="5" y="131"/>
                      <a:pt x="5" y="132"/>
                    </a:cubicBezTo>
                    <a:cubicBezTo>
                      <a:pt x="4" y="134"/>
                      <a:pt x="5" y="133"/>
                      <a:pt x="4" y="134"/>
                    </a:cubicBezTo>
                    <a:cubicBezTo>
                      <a:pt x="4" y="134"/>
                      <a:pt x="0" y="138"/>
                      <a:pt x="2" y="145"/>
                    </a:cubicBezTo>
                    <a:cubicBezTo>
                      <a:pt x="2" y="146"/>
                      <a:pt x="2" y="146"/>
                      <a:pt x="3" y="147"/>
                    </a:cubicBezTo>
                    <a:cubicBezTo>
                      <a:pt x="3" y="153"/>
                      <a:pt x="3" y="153"/>
                      <a:pt x="3" y="153"/>
                    </a:cubicBezTo>
                    <a:cubicBezTo>
                      <a:pt x="3" y="157"/>
                      <a:pt x="7" y="166"/>
                      <a:pt x="10" y="168"/>
                    </a:cubicBezTo>
                    <a:cubicBezTo>
                      <a:pt x="16" y="175"/>
                      <a:pt x="13" y="172"/>
                      <a:pt x="18" y="177"/>
                    </a:cubicBezTo>
                    <a:cubicBezTo>
                      <a:pt x="23" y="181"/>
                      <a:pt x="23" y="181"/>
                      <a:pt x="23" y="181"/>
                    </a:cubicBezTo>
                    <a:cubicBezTo>
                      <a:pt x="23" y="181"/>
                      <a:pt x="23" y="181"/>
                      <a:pt x="23" y="181"/>
                    </a:cubicBezTo>
                    <a:cubicBezTo>
                      <a:pt x="25" y="183"/>
                      <a:pt x="26" y="184"/>
                      <a:pt x="29" y="185"/>
                    </a:cubicBezTo>
                    <a:cubicBezTo>
                      <a:pt x="31" y="186"/>
                      <a:pt x="32" y="187"/>
                      <a:pt x="37" y="189"/>
                    </a:cubicBezTo>
                    <a:cubicBezTo>
                      <a:pt x="39" y="190"/>
                      <a:pt x="39" y="190"/>
                      <a:pt x="39" y="190"/>
                    </a:cubicBezTo>
                    <a:cubicBezTo>
                      <a:pt x="40" y="191"/>
                      <a:pt x="41" y="191"/>
                      <a:pt x="41" y="191"/>
                    </a:cubicBezTo>
                    <a:cubicBezTo>
                      <a:pt x="42" y="191"/>
                      <a:pt x="43" y="192"/>
                      <a:pt x="44" y="192"/>
                    </a:cubicBezTo>
                    <a:cubicBezTo>
                      <a:pt x="46" y="192"/>
                      <a:pt x="45" y="192"/>
                      <a:pt x="47" y="192"/>
                    </a:cubicBezTo>
                    <a:cubicBezTo>
                      <a:pt x="55" y="193"/>
                      <a:pt x="55" y="193"/>
                      <a:pt x="55" y="193"/>
                    </a:cubicBezTo>
                    <a:cubicBezTo>
                      <a:pt x="56" y="193"/>
                      <a:pt x="55" y="193"/>
                      <a:pt x="58" y="193"/>
                    </a:cubicBezTo>
                    <a:cubicBezTo>
                      <a:pt x="58" y="197"/>
                      <a:pt x="57" y="198"/>
                      <a:pt x="56" y="201"/>
                    </a:cubicBezTo>
                    <a:cubicBezTo>
                      <a:pt x="56" y="201"/>
                      <a:pt x="56" y="201"/>
                      <a:pt x="56" y="201"/>
                    </a:cubicBezTo>
                    <a:cubicBezTo>
                      <a:pt x="55" y="202"/>
                      <a:pt x="56" y="201"/>
                      <a:pt x="55" y="202"/>
                    </a:cubicBezTo>
                    <a:cubicBezTo>
                      <a:pt x="55" y="205"/>
                      <a:pt x="55" y="211"/>
                      <a:pt x="57" y="213"/>
                    </a:cubicBezTo>
                    <a:cubicBezTo>
                      <a:pt x="59" y="215"/>
                      <a:pt x="58" y="214"/>
                      <a:pt x="59" y="215"/>
                    </a:cubicBezTo>
                    <a:cubicBezTo>
                      <a:pt x="63" y="217"/>
                      <a:pt x="63" y="217"/>
                      <a:pt x="63" y="217"/>
                    </a:cubicBezTo>
                    <a:cubicBezTo>
                      <a:pt x="68" y="219"/>
                      <a:pt x="65" y="220"/>
                      <a:pt x="72" y="220"/>
                    </a:cubicBezTo>
                    <a:cubicBezTo>
                      <a:pt x="72" y="223"/>
                      <a:pt x="72" y="223"/>
                      <a:pt x="72" y="226"/>
                    </a:cubicBezTo>
                    <a:cubicBezTo>
                      <a:pt x="74" y="242"/>
                      <a:pt x="74" y="242"/>
                      <a:pt x="74" y="242"/>
                    </a:cubicBezTo>
                    <a:cubicBezTo>
                      <a:pt x="74" y="239"/>
                      <a:pt x="74" y="241"/>
                      <a:pt x="74" y="240"/>
                    </a:cubicBezTo>
                    <a:cubicBezTo>
                      <a:pt x="76" y="244"/>
                      <a:pt x="74" y="253"/>
                      <a:pt x="74" y="257"/>
                    </a:cubicBezTo>
                    <a:cubicBezTo>
                      <a:pt x="74" y="259"/>
                      <a:pt x="75" y="260"/>
                      <a:pt x="74" y="261"/>
                    </a:cubicBezTo>
                    <a:cubicBezTo>
                      <a:pt x="74" y="265"/>
                      <a:pt x="74" y="267"/>
                      <a:pt x="73" y="267"/>
                    </a:cubicBezTo>
                    <a:cubicBezTo>
                      <a:pt x="73" y="270"/>
                      <a:pt x="73" y="270"/>
                      <a:pt x="73" y="270"/>
                    </a:cubicBezTo>
                    <a:cubicBezTo>
                      <a:pt x="70" y="270"/>
                      <a:pt x="70" y="270"/>
                      <a:pt x="70" y="270"/>
                    </a:cubicBezTo>
                    <a:cubicBezTo>
                      <a:pt x="70" y="273"/>
                      <a:pt x="69" y="273"/>
                      <a:pt x="69" y="275"/>
                    </a:cubicBezTo>
                    <a:cubicBezTo>
                      <a:pt x="68" y="277"/>
                      <a:pt x="68" y="278"/>
                      <a:pt x="67" y="279"/>
                    </a:cubicBezTo>
                    <a:cubicBezTo>
                      <a:pt x="66" y="280"/>
                      <a:pt x="67" y="279"/>
                      <a:pt x="66" y="280"/>
                    </a:cubicBezTo>
                    <a:lnTo>
                      <a:pt x="66" y="28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sp>
          <p:nvSpPr>
            <p:cNvPr id="18" name="矩形 17"/>
            <p:cNvSpPr/>
            <p:nvPr/>
          </p:nvSpPr>
          <p:spPr>
            <a:xfrm>
              <a:off x="10633855" y="703992"/>
              <a:ext cx="1070151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600" b="1">
                  <a:solidFill>
                    <a:schemeClr val="bg2">
                      <a:lumMod val="50000"/>
                    </a:schemeClr>
                  </a:solidFill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CHINA UNIVERSITY OF GEOSCIENCES </a:t>
              </a:r>
              <a:endParaRPr lang="zh-CN" altLang="en-US" sz="600" b="1">
                <a:solidFill>
                  <a:schemeClr val="bg2">
                    <a:lumMod val="50000"/>
                  </a:schemeClr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endParaRPr>
            </a:p>
          </p:txBody>
        </p:sp>
      </p:grpSp>
      <p:sp>
        <p:nvSpPr>
          <p:cNvPr id="31" name="Freeform 6"/>
          <p:cNvSpPr>
            <a:spLocks noEditPoints="1"/>
          </p:cNvSpPr>
          <p:nvPr userDrawn="1"/>
        </p:nvSpPr>
        <p:spPr bwMode="auto">
          <a:xfrm>
            <a:off x="8763000" y="19050"/>
            <a:ext cx="6858000" cy="6858000"/>
          </a:xfrm>
          <a:custGeom>
            <a:avLst/>
            <a:gdLst>
              <a:gd name="T0" fmla="*/ 299 w 619"/>
              <a:gd name="T1" fmla="*/ 284 h 605"/>
              <a:gd name="T2" fmla="*/ 299 w 619"/>
              <a:gd name="T3" fmla="*/ 308 h 605"/>
              <a:gd name="T4" fmla="*/ 310 w 619"/>
              <a:gd name="T5" fmla="*/ 605 h 605"/>
              <a:gd name="T6" fmla="*/ 404 w 619"/>
              <a:gd name="T7" fmla="*/ 180 h 605"/>
              <a:gd name="T8" fmla="*/ 213 w 619"/>
              <a:gd name="T9" fmla="*/ 439 h 605"/>
              <a:gd name="T10" fmla="*/ 420 w 619"/>
              <a:gd name="T11" fmla="*/ 511 h 605"/>
              <a:gd name="T12" fmla="*/ 518 w 619"/>
              <a:gd name="T13" fmla="*/ 421 h 605"/>
              <a:gd name="T14" fmla="*/ 140 w 619"/>
              <a:gd name="T15" fmla="*/ 469 h 605"/>
              <a:gd name="T16" fmla="*/ 492 w 619"/>
              <a:gd name="T17" fmla="*/ 312 h 605"/>
              <a:gd name="T18" fmla="*/ 448 w 619"/>
              <a:gd name="T19" fmla="*/ 397 h 605"/>
              <a:gd name="T20" fmla="*/ 100 w 619"/>
              <a:gd name="T21" fmla="*/ 195 h 605"/>
              <a:gd name="T22" fmla="*/ 168 w 619"/>
              <a:gd name="T23" fmla="*/ 231 h 605"/>
              <a:gd name="T24" fmla="*/ 275 w 619"/>
              <a:gd name="T25" fmla="*/ 499 h 605"/>
              <a:gd name="T26" fmla="*/ 302 w 619"/>
              <a:gd name="T27" fmla="*/ 500 h 605"/>
              <a:gd name="T28" fmla="*/ 289 w 619"/>
              <a:gd name="T29" fmla="*/ 523 h 605"/>
              <a:gd name="T30" fmla="*/ 328 w 619"/>
              <a:gd name="T31" fmla="*/ 513 h 605"/>
              <a:gd name="T32" fmla="*/ 317 w 619"/>
              <a:gd name="T33" fmla="*/ 527 h 605"/>
              <a:gd name="T34" fmla="*/ 340 w 619"/>
              <a:gd name="T35" fmla="*/ 504 h 605"/>
              <a:gd name="T36" fmla="*/ 83 w 619"/>
              <a:gd name="T37" fmla="*/ 161 h 605"/>
              <a:gd name="T38" fmla="*/ 108 w 619"/>
              <a:gd name="T39" fmla="*/ 139 h 605"/>
              <a:gd name="T40" fmla="*/ 139 w 619"/>
              <a:gd name="T41" fmla="*/ 76 h 605"/>
              <a:gd name="T42" fmla="*/ 176 w 619"/>
              <a:gd name="T43" fmla="*/ 63 h 605"/>
              <a:gd name="T44" fmla="*/ 227 w 619"/>
              <a:gd name="T45" fmla="*/ 37 h 605"/>
              <a:gd name="T46" fmla="*/ 239 w 619"/>
              <a:gd name="T47" fmla="*/ 26 h 605"/>
              <a:gd name="T48" fmla="*/ 296 w 619"/>
              <a:gd name="T49" fmla="*/ 52 h 605"/>
              <a:gd name="T50" fmla="*/ 274 w 619"/>
              <a:gd name="T51" fmla="*/ 18 h 605"/>
              <a:gd name="T52" fmla="*/ 361 w 619"/>
              <a:gd name="T53" fmla="*/ 43 h 605"/>
              <a:gd name="T54" fmla="*/ 372 w 619"/>
              <a:gd name="T55" fmla="*/ 40 h 605"/>
              <a:gd name="T56" fmla="*/ 429 w 619"/>
              <a:gd name="T57" fmla="*/ 71 h 605"/>
              <a:gd name="T58" fmla="*/ 451 w 619"/>
              <a:gd name="T59" fmla="*/ 65 h 605"/>
              <a:gd name="T60" fmla="*/ 520 w 619"/>
              <a:gd name="T61" fmla="*/ 125 h 605"/>
              <a:gd name="T62" fmla="*/ 545 w 619"/>
              <a:gd name="T63" fmla="*/ 155 h 605"/>
              <a:gd name="T64" fmla="*/ 507 w 619"/>
              <a:gd name="T65" fmla="*/ 97 h 605"/>
              <a:gd name="T66" fmla="*/ 590 w 619"/>
              <a:gd name="T67" fmla="*/ 251 h 605"/>
              <a:gd name="T68" fmla="*/ 553 w 619"/>
              <a:gd name="T69" fmla="*/ 384 h 605"/>
              <a:gd name="T70" fmla="*/ 583 w 619"/>
              <a:gd name="T71" fmla="*/ 405 h 605"/>
              <a:gd name="T72" fmla="*/ 541 w 619"/>
              <a:gd name="T73" fmla="*/ 416 h 605"/>
              <a:gd name="T74" fmla="*/ 55 w 619"/>
              <a:gd name="T75" fmla="*/ 238 h 605"/>
              <a:gd name="T76" fmla="*/ 19 w 619"/>
              <a:gd name="T77" fmla="*/ 290 h 605"/>
              <a:gd name="T78" fmla="*/ 56 w 619"/>
              <a:gd name="T79" fmla="*/ 315 h 605"/>
              <a:gd name="T80" fmla="*/ 50 w 619"/>
              <a:gd name="T81" fmla="*/ 359 h 605"/>
              <a:gd name="T82" fmla="*/ 57 w 619"/>
              <a:gd name="T83" fmla="*/ 436 h 605"/>
              <a:gd name="T84" fmla="*/ 86 w 619"/>
              <a:gd name="T85" fmla="*/ 471 h 605"/>
              <a:gd name="T86" fmla="*/ 118 w 619"/>
              <a:gd name="T87" fmla="*/ 465 h 605"/>
              <a:gd name="T88" fmla="*/ 113 w 619"/>
              <a:gd name="T89" fmla="*/ 513 h 605"/>
              <a:gd name="T90" fmla="*/ 177 w 619"/>
              <a:gd name="T91" fmla="*/ 521 h 605"/>
              <a:gd name="T92" fmla="*/ 186 w 619"/>
              <a:gd name="T93" fmla="*/ 548 h 605"/>
              <a:gd name="T94" fmla="*/ 211 w 619"/>
              <a:gd name="T95" fmla="*/ 567 h 605"/>
              <a:gd name="T96" fmla="*/ 216 w 619"/>
              <a:gd name="T97" fmla="*/ 537 h 605"/>
              <a:gd name="T98" fmla="*/ 272 w 619"/>
              <a:gd name="T99" fmla="*/ 553 h 605"/>
              <a:gd name="T100" fmla="*/ 306 w 619"/>
              <a:gd name="T101" fmla="*/ 553 h 605"/>
              <a:gd name="T102" fmla="*/ 374 w 619"/>
              <a:gd name="T103" fmla="*/ 578 h 605"/>
              <a:gd name="T104" fmla="*/ 464 w 619"/>
              <a:gd name="T105" fmla="*/ 514 h 605"/>
              <a:gd name="T106" fmla="*/ 471 w 619"/>
              <a:gd name="T107" fmla="*/ 534 h 605"/>
              <a:gd name="T108" fmla="*/ 494 w 619"/>
              <a:gd name="T109" fmla="*/ 502 h 605"/>
              <a:gd name="T110" fmla="*/ 498 w 619"/>
              <a:gd name="T111" fmla="*/ 470 h 605"/>
              <a:gd name="T112" fmla="*/ 538 w 619"/>
              <a:gd name="T113" fmla="*/ 455 h 605"/>
              <a:gd name="T114" fmla="*/ 529 w 619"/>
              <a:gd name="T115" fmla="*/ 457 h 605"/>
              <a:gd name="T116" fmla="*/ 597 w 619"/>
              <a:gd name="T117" fmla="*/ 359 h 605"/>
              <a:gd name="T118" fmla="*/ 597 w 619"/>
              <a:gd name="T119" fmla="*/ 319 h 605"/>
              <a:gd name="T120" fmla="*/ 597 w 619"/>
              <a:gd name="T121" fmla="*/ 261 h 6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619" h="605">
                <a:moveTo>
                  <a:pt x="321" y="293"/>
                </a:moveTo>
                <a:cubicBezTo>
                  <a:pt x="321" y="308"/>
                  <a:pt x="321" y="308"/>
                  <a:pt x="321" y="308"/>
                </a:cubicBezTo>
                <a:cubicBezTo>
                  <a:pt x="440" y="308"/>
                  <a:pt x="440" y="308"/>
                  <a:pt x="440" y="308"/>
                </a:cubicBezTo>
                <a:cubicBezTo>
                  <a:pt x="321" y="293"/>
                  <a:pt x="321" y="293"/>
                  <a:pt x="321" y="293"/>
                </a:cubicBezTo>
                <a:close/>
                <a:moveTo>
                  <a:pt x="321" y="234"/>
                </a:moveTo>
                <a:cubicBezTo>
                  <a:pt x="320" y="216"/>
                  <a:pt x="354" y="219"/>
                  <a:pt x="365" y="219"/>
                </a:cubicBezTo>
                <a:cubicBezTo>
                  <a:pt x="391" y="219"/>
                  <a:pt x="424" y="220"/>
                  <a:pt x="424" y="220"/>
                </a:cubicBezTo>
                <a:cubicBezTo>
                  <a:pt x="422" y="217"/>
                  <a:pt x="417" y="214"/>
                  <a:pt x="411" y="210"/>
                </a:cubicBezTo>
                <a:cubicBezTo>
                  <a:pt x="385" y="195"/>
                  <a:pt x="322" y="188"/>
                  <a:pt x="307" y="188"/>
                </a:cubicBezTo>
                <a:cubicBezTo>
                  <a:pt x="265" y="188"/>
                  <a:pt x="216" y="198"/>
                  <a:pt x="216" y="198"/>
                </a:cubicBezTo>
                <a:cubicBezTo>
                  <a:pt x="216" y="218"/>
                  <a:pt x="216" y="218"/>
                  <a:pt x="216" y="218"/>
                </a:cubicBezTo>
                <a:cubicBezTo>
                  <a:pt x="216" y="218"/>
                  <a:pt x="279" y="218"/>
                  <a:pt x="284" y="219"/>
                </a:cubicBezTo>
                <a:cubicBezTo>
                  <a:pt x="286" y="220"/>
                  <a:pt x="290" y="220"/>
                  <a:pt x="293" y="222"/>
                </a:cubicBezTo>
                <a:cubicBezTo>
                  <a:pt x="297" y="224"/>
                  <a:pt x="299" y="231"/>
                  <a:pt x="299" y="234"/>
                </a:cubicBezTo>
                <a:cubicBezTo>
                  <a:pt x="299" y="243"/>
                  <a:pt x="299" y="251"/>
                  <a:pt x="299" y="284"/>
                </a:cubicBezTo>
                <a:cubicBezTo>
                  <a:pt x="154" y="304"/>
                  <a:pt x="154" y="304"/>
                  <a:pt x="154" y="304"/>
                </a:cubicBezTo>
                <a:cubicBezTo>
                  <a:pt x="155" y="266"/>
                  <a:pt x="172" y="230"/>
                  <a:pt x="199" y="204"/>
                </a:cubicBezTo>
                <a:cubicBezTo>
                  <a:pt x="202" y="201"/>
                  <a:pt x="205" y="199"/>
                  <a:pt x="207" y="197"/>
                </a:cubicBezTo>
                <a:cubicBezTo>
                  <a:pt x="208" y="197"/>
                  <a:pt x="208" y="197"/>
                  <a:pt x="208" y="197"/>
                </a:cubicBezTo>
                <a:cubicBezTo>
                  <a:pt x="208" y="196"/>
                  <a:pt x="208" y="196"/>
                  <a:pt x="208" y="196"/>
                </a:cubicBezTo>
                <a:cubicBezTo>
                  <a:pt x="235" y="173"/>
                  <a:pt x="271" y="159"/>
                  <a:pt x="310" y="159"/>
                </a:cubicBezTo>
                <a:cubicBezTo>
                  <a:pt x="353" y="159"/>
                  <a:pt x="392" y="176"/>
                  <a:pt x="420" y="204"/>
                </a:cubicBezTo>
                <a:cubicBezTo>
                  <a:pt x="447" y="229"/>
                  <a:pt x="464" y="264"/>
                  <a:pt x="466" y="303"/>
                </a:cubicBezTo>
                <a:cubicBezTo>
                  <a:pt x="461" y="303"/>
                  <a:pt x="461" y="303"/>
                  <a:pt x="461" y="303"/>
                </a:cubicBezTo>
                <a:cubicBezTo>
                  <a:pt x="321" y="284"/>
                  <a:pt x="321" y="284"/>
                  <a:pt x="321" y="284"/>
                </a:cubicBezTo>
                <a:cubicBezTo>
                  <a:pt x="321" y="234"/>
                  <a:pt x="321" y="234"/>
                  <a:pt x="321" y="234"/>
                </a:cubicBezTo>
                <a:close/>
                <a:moveTo>
                  <a:pt x="299" y="308"/>
                </a:moveTo>
                <a:cubicBezTo>
                  <a:pt x="176" y="308"/>
                  <a:pt x="176" y="308"/>
                  <a:pt x="176" y="308"/>
                </a:cubicBezTo>
                <a:cubicBezTo>
                  <a:pt x="299" y="324"/>
                  <a:pt x="299" y="324"/>
                  <a:pt x="299" y="324"/>
                </a:cubicBezTo>
                <a:cubicBezTo>
                  <a:pt x="299" y="318"/>
                  <a:pt x="299" y="314"/>
                  <a:pt x="299" y="308"/>
                </a:cubicBezTo>
                <a:close/>
                <a:moveTo>
                  <a:pt x="299" y="332"/>
                </a:moveTo>
                <a:cubicBezTo>
                  <a:pt x="299" y="452"/>
                  <a:pt x="299" y="452"/>
                  <a:pt x="299" y="452"/>
                </a:cubicBezTo>
                <a:cubicBezTo>
                  <a:pt x="321" y="452"/>
                  <a:pt x="321" y="452"/>
                  <a:pt x="321" y="452"/>
                </a:cubicBezTo>
                <a:cubicBezTo>
                  <a:pt x="321" y="332"/>
                  <a:pt x="321" y="332"/>
                  <a:pt x="321" y="332"/>
                </a:cubicBezTo>
                <a:cubicBezTo>
                  <a:pt x="466" y="313"/>
                  <a:pt x="466" y="313"/>
                  <a:pt x="466" y="313"/>
                </a:cubicBezTo>
                <a:cubicBezTo>
                  <a:pt x="465" y="354"/>
                  <a:pt x="448" y="390"/>
                  <a:pt x="420" y="417"/>
                </a:cubicBezTo>
                <a:cubicBezTo>
                  <a:pt x="392" y="444"/>
                  <a:pt x="353" y="461"/>
                  <a:pt x="310" y="461"/>
                </a:cubicBezTo>
                <a:cubicBezTo>
                  <a:pt x="267" y="461"/>
                  <a:pt x="228" y="444"/>
                  <a:pt x="199" y="417"/>
                </a:cubicBezTo>
                <a:cubicBezTo>
                  <a:pt x="172" y="390"/>
                  <a:pt x="155" y="354"/>
                  <a:pt x="154" y="314"/>
                </a:cubicBezTo>
                <a:cubicBezTo>
                  <a:pt x="299" y="332"/>
                  <a:pt x="299" y="332"/>
                  <a:pt x="299" y="332"/>
                </a:cubicBezTo>
                <a:close/>
                <a:moveTo>
                  <a:pt x="310" y="0"/>
                </a:moveTo>
                <a:cubicBezTo>
                  <a:pt x="395" y="0"/>
                  <a:pt x="473" y="34"/>
                  <a:pt x="529" y="89"/>
                </a:cubicBezTo>
                <a:cubicBezTo>
                  <a:pt x="585" y="144"/>
                  <a:pt x="619" y="219"/>
                  <a:pt x="619" y="303"/>
                </a:cubicBezTo>
                <a:cubicBezTo>
                  <a:pt x="619" y="386"/>
                  <a:pt x="585" y="462"/>
                  <a:pt x="529" y="517"/>
                </a:cubicBezTo>
                <a:cubicBezTo>
                  <a:pt x="473" y="571"/>
                  <a:pt x="395" y="605"/>
                  <a:pt x="310" y="605"/>
                </a:cubicBezTo>
                <a:cubicBezTo>
                  <a:pt x="224" y="605"/>
                  <a:pt x="147" y="571"/>
                  <a:pt x="91" y="517"/>
                </a:cubicBezTo>
                <a:cubicBezTo>
                  <a:pt x="35" y="462"/>
                  <a:pt x="0" y="386"/>
                  <a:pt x="0" y="303"/>
                </a:cubicBezTo>
                <a:cubicBezTo>
                  <a:pt x="0" y="219"/>
                  <a:pt x="35" y="144"/>
                  <a:pt x="91" y="89"/>
                </a:cubicBezTo>
                <a:cubicBezTo>
                  <a:pt x="147" y="34"/>
                  <a:pt x="224" y="0"/>
                  <a:pt x="310" y="0"/>
                </a:cubicBezTo>
                <a:close/>
                <a:moveTo>
                  <a:pt x="523" y="95"/>
                </a:moveTo>
                <a:cubicBezTo>
                  <a:pt x="577" y="148"/>
                  <a:pt x="611" y="222"/>
                  <a:pt x="611" y="303"/>
                </a:cubicBezTo>
                <a:cubicBezTo>
                  <a:pt x="611" y="384"/>
                  <a:pt x="577" y="458"/>
                  <a:pt x="523" y="511"/>
                </a:cubicBezTo>
                <a:cubicBezTo>
                  <a:pt x="468" y="564"/>
                  <a:pt x="393" y="597"/>
                  <a:pt x="310" y="597"/>
                </a:cubicBezTo>
                <a:cubicBezTo>
                  <a:pt x="227" y="597"/>
                  <a:pt x="151" y="564"/>
                  <a:pt x="97" y="511"/>
                </a:cubicBezTo>
                <a:cubicBezTo>
                  <a:pt x="42" y="458"/>
                  <a:pt x="9" y="384"/>
                  <a:pt x="9" y="303"/>
                </a:cubicBezTo>
                <a:cubicBezTo>
                  <a:pt x="9" y="222"/>
                  <a:pt x="42" y="148"/>
                  <a:pt x="97" y="95"/>
                </a:cubicBezTo>
                <a:cubicBezTo>
                  <a:pt x="151" y="42"/>
                  <a:pt x="227" y="9"/>
                  <a:pt x="310" y="9"/>
                </a:cubicBezTo>
                <a:cubicBezTo>
                  <a:pt x="393" y="9"/>
                  <a:pt x="468" y="42"/>
                  <a:pt x="523" y="95"/>
                </a:cubicBezTo>
                <a:close/>
                <a:moveTo>
                  <a:pt x="314" y="151"/>
                </a:moveTo>
                <a:cubicBezTo>
                  <a:pt x="348" y="152"/>
                  <a:pt x="379" y="163"/>
                  <a:pt x="404" y="180"/>
                </a:cubicBezTo>
                <a:cubicBezTo>
                  <a:pt x="387" y="147"/>
                  <a:pt x="367" y="127"/>
                  <a:pt x="360" y="120"/>
                </a:cubicBezTo>
                <a:cubicBezTo>
                  <a:pt x="347" y="123"/>
                  <a:pt x="332" y="125"/>
                  <a:pt x="314" y="125"/>
                </a:cubicBezTo>
                <a:cubicBezTo>
                  <a:pt x="314" y="151"/>
                  <a:pt x="314" y="151"/>
                  <a:pt x="314" y="151"/>
                </a:cubicBezTo>
                <a:close/>
                <a:moveTo>
                  <a:pt x="167" y="390"/>
                </a:moveTo>
                <a:cubicBezTo>
                  <a:pt x="154" y="367"/>
                  <a:pt x="146" y="341"/>
                  <a:pt x="145" y="313"/>
                </a:cubicBezTo>
                <a:cubicBezTo>
                  <a:pt x="126" y="313"/>
                  <a:pt x="126" y="313"/>
                  <a:pt x="126" y="313"/>
                </a:cubicBezTo>
                <a:cubicBezTo>
                  <a:pt x="127" y="344"/>
                  <a:pt x="135" y="373"/>
                  <a:pt x="147" y="398"/>
                </a:cubicBezTo>
                <a:cubicBezTo>
                  <a:pt x="153" y="395"/>
                  <a:pt x="160" y="392"/>
                  <a:pt x="167" y="390"/>
                </a:cubicBezTo>
                <a:close/>
                <a:moveTo>
                  <a:pt x="213" y="439"/>
                </a:moveTo>
                <a:cubicBezTo>
                  <a:pt x="206" y="434"/>
                  <a:pt x="200" y="429"/>
                  <a:pt x="194" y="423"/>
                </a:cubicBezTo>
                <a:cubicBezTo>
                  <a:pt x="185" y="415"/>
                  <a:pt x="178" y="406"/>
                  <a:pt x="172" y="397"/>
                </a:cubicBezTo>
                <a:cubicBezTo>
                  <a:pt x="164" y="400"/>
                  <a:pt x="157" y="402"/>
                  <a:pt x="151" y="405"/>
                </a:cubicBezTo>
                <a:cubicBezTo>
                  <a:pt x="178" y="457"/>
                  <a:pt x="217" y="491"/>
                  <a:pt x="227" y="499"/>
                </a:cubicBezTo>
                <a:cubicBezTo>
                  <a:pt x="234" y="496"/>
                  <a:pt x="242" y="493"/>
                  <a:pt x="252" y="491"/>
                </a:cubicBezTo>
                <a:cubicBezTo>
                  <a:pt x="243" y="483"/>
                  <a:pt x="228" y="466"/>
                  <a:pt x="213" y="439"/>
                </a:cubicBezTo>
                <a:close/>
                <a:moveTo>
                  <a:pt x="306" y="469"/>
                </a:moveTo>
                <a:cubicBezTo>
                  <a:pt x="278" y="469"/>
                  <a:pt x="252" y="461"/>
                  <a:pt x="229" y="449"/>
                </a:cubicBezTo>
                <a:cubicBezTo>
                  <a:pt x="243" y="472"/>
                  <a:pt x="257" y="485"/>
                  <a:pt x="261" y="489"/>
                </a:cubicBezTo>
                <a:cubicBezTo>
                  <a:pt x="274" y="486"/>
                  <a:pt x="289" y="485"/>
                  <a:pt x="306" y="484"/>
                </a:cubicBezTo>
                <a:cubicBezTo>
                  <a:pt x="306" y="469"/>
                  <a:pt x="306" y="469"/>
                  <a:pt x="306" y="469"/>
                </a:cubicBezTo>
                <a:close/>
                <a:moveTo>
                  <a:pt x="389" y="450"/>
                </a:moveTo>
                <a:cubicBezTo>
                  <a:pt x="367" y="462"/>
                  <a:pt x="341" y="469"/>
                  <a:pt x="314" y="469"/>
                </a:cubicBezTo>
                <a:cubicBezTo>
                  <a:pt x="314" y="484"/>
                  <a:pt x="314" y="484"/>
                  <a:pt x="314" y="484"/>
                </a:cubicBezTo>
                <a:cubicBezTo>
                  <a:pt x="331" y="485"/>
                  <a:pt x="346" y="487"/>
                  <a:pt x="359" y="489"/>
                </a:cubicBezTo>
                <a:cubicBezTo>
                  <a:pt x="363" y="485"/>
                  <a:pt x="376" y="472"/>
                  <a:pt x="389" y="450"/>
                </a:cubicBezTo>
                <a:close/>
                <a:moveTo>
                  <a:pt x="480" y="469"/>
                </a:moveTo>
                <a:cubicBezTo>
                  <a:pt x="493" y="457"/>
                  <a:pt x="504" y="443"/>
                  <a:pt x="514" y="428"/>
                </a:cubicBezTo>
                <a:cubicBezTo>
                  <a:pt x="508" y="425"/>
                  <a:pt x="495" y="417"/>
                  <a:pt x="477" y="409"/>
                </a:cubicBezTo>
                <a:cubicBezTo>
                  <a:pt x="453" y="458"/>
                  <a:pt x="417" y="492"/>
                  <a:pt x="404" y="503"/>
                </a:cubicBezTo>
                <a:cubicBezTo>
                  <a:pt x="412" y="507"/>
                  <a:pt x="417" y="510"/>
                  <a:pt x="420" y="511"/>
                </a:cubicBezTo>
                <a:cubicBezTo>
                  <a:pt x="442" y="500"/>
                  <a:pt x="462" y="486"/>
                  <a:pt x="480" y="469"/>
                </a:cubicBezTo>
                <a:close/>
                <a:moveTo>
                  <a:pt x="550" y="304"/>
                </a:moveTo>
                <a:cubicBezTo>
                  <a:pt x="550" y="265"/>
                  <a:pt x="539" y="228"/>
                  <a:pt x="521" y="196"/>
                </a:cubicBezTo>
                <a:cubicBezTo>
                  <a:pt x="515" y="200"/>
                  <a:pt x="501" y="209"/>
                  <a:pt x="481" y="218"/>
                </a:cubicBezTo>
                <a:cubicBezTo>
                  <a:pt x="492" y="244"/>
                  <a:pt x="500" y="273"/>
                  <a:pt x="501" y="304"/>
                </a:cubicBezTo>
                <a:cubicBezTo>
                  <a:pt x="550" y="304"/>
                  <a:pt x="550" y="304"/>
                  <a:pt x="550" y="304"/>
                </a:cubicBezTo>
                <a:close/>
                <a:moveTo>
                  <a:pt x="310" y="537"/>
                </a:moveTo>
                <a:cubicBezTo>
                  <a:pt x="346" y="537"/>
                  <a:pt x="380" y="529"/>
                  <a:pt x="411" y="516"/>
                </a:cubicBezTo>
                <a:cubicBezTo>
                  <a:pt x="407" y="514"/>
                  <a:pt x="402" y="511"/>
                  <a:pt x="395" y="508"/>
                </a:cubicBezTo>
                <a:cubicBezTo>
                  <a:pt x="395" y="508"/>
                  <a:pt x="395" y="508"/>
                  <a:pt x="395" y="508"/>
                </a:cubicBezTo>
                <a:cubicBezTo>
                  <a:pt x="395" y="508"/>
                  <a:pt x="394" y="508"/>
                  <a:pt x="394" y="508"/>
                </a:cubicBezTo>
                <a:cubicBezTo>
                  <a:pt x="377" y="501"/>
                  <a:pt x="349" y="493"/>
                  <a:pt x="311" y="493"/>
                </a:cubicBezTo>
                <a:cubicBezTo>
                  <a:pt x="255" y="492"/>
                  <a:pt x="223" y="509"/>
                  <a:pt x="211" y="516"/>
                </a:cubicBezTo>
                <a:cubicBezTo>
                  <a:pt x="241" y="530"/>
                  <a:pt x="275" y="537"/>
                  <a:pt x="310" y="537"/>
                </a:cubicBezTo>
                <a:close/>
                <a:moveTo>
                  <a:pt x="518" y="421"/>
                </a:moveTo>
                <a:cubicBezTo>
                  <a:pt x="537" y="389"/>
                  <a:pt x="549" y="352"/>
                  <a:pt x="550" y="312"/>
                </a:cubicBezTo>
                <a:cubicBezTo>
                  <a:pt x="501" y="312"/>
                  <a:pt x="501" y="312"/>
                  <a:pt x="501" y="312"/>
                </a:cubicBezTo>
                <a:cubicBezTo>
                  <a:pt x="500" y="345"/>
                  <a:pt x="492" y="375"/>
                  <a:pt x="480" y="401"/>
                </a:cubicBezTo>
                <a:cubicBezTo>
                  <a:pt x="499" y="410"/>
                  <a:pt x="512" y="418"/>
                  <a:pt x="518" y="421"/>
                </a:cubicBezTo>
                <a:close/>
                <a:moveTo>
                  <a:pt x="70" y="312"/>
                </a:moveTo>
                <a:cubicBezTo>
                  <a:pt x="71" y="352"/>
                  <a:pt x="83" y="390"/>
                  <a:pt x="103" y="422"/>
                </a:cubicBezTo>
                <a:cubicBezTo>
                  <a:pt x="109" y="418"/>
                  <a:pt x="121" y="410"/>
                  <a:pt x="140" y="401"/>
                </a:cubicBezTo>
                <a:cubicBezTo>
                  <a:pt x="128" y="375"/>
                  <a:pt x="119" y="346"/>
                  <a:pt x="118" y="313"/>
                </a:cubicBezTo>
                <a:cubicBezTo>
                  <a:pt x="70" y="312"/>
                  <a:pt x="70" y="312"/>
                  <a:pt x="70" y="312"/>
                </a:cubicBezTo>
                <a:close/>
                <a:moveTo>
                  <a:pt x="140" y="469"/>
                </a:moveTo>
                <a:cubicBezTo>
                  <a:pt x="158" y="487"/>
                  <a:pt x="179" y="501"/>
                  <a:pt x="202" y="512"/>
                </a:cubicBezTo>
                <a:cubicBezTo>
                  <a:pt x="205" y="510"/>
                  <a:pt x="210" y="507"/>
                  <a:pt x="218" y="503"/>
                </a:cubicBezTo>
                <a:cubicBezTo>
                  <a:pt x="205" y="491"/>
                  <a:pt x="169" y="457"/>
                  <a:pt x="144" y="409"/>
                </a:cubicBezTo>
                <a:cubicBezTo>
                  <a:pt x="125" y="418"/>
                  <a:pt x="113" y="426"/>
                  <a:pt x="107" y="429"/>
                </a:cubicBezTo>
                <a:cubicBezTo>
                  <a:pt x="117" y="444"/>
                  <a:pt x="128" y="457"/>
                  <a:pt x="140" y="469"/>
                </a:cubicBezTo>
                <a:close/>
                <a:moveTo>
                  <a:pt x="140" y="142"/>
                </a:moveTo>
                <a:cubicBezTo>
                  <a:pt x="126" y="156"/>
                  <a:pt x="114" y="171"/>
                  <a:pt x="104" y="188"/>
                </a:cubicBezTo>
                <a:cubicBezTo>
                  <a:pt x="109" y="192"/>
                  <a:pt x="122" y="200"/>
                  <a:pt x="141" y="210"/>
                </a:cubicBezTo>
                <a:cubicBezTo>
                  <a:pt x="167" y="157"/>
                  <a:pt x="204" y="120"/>
                  <a:pt x="218" y="107"/>
                </a:cubicBezTo>
                <a:cubicBezTo>
                  <a:pt x="210" y="104"/>
                  <a:pt x="204" y="101"/>
                  <a:pt x="201" y="99"/>
                </a:cubicBezTo>
                <a:cubicBezTo>
                  <a:pt x="179" y="111"/>
                  <a:pt x="158" y="125"/>
                  <a:pt x="140" y="142"/>
                </a:cubicBezTo>
                <a:close/>
                <a:moveTo>
                  <a:pt x="216" y="180"/>
                </a:moveTo>
                <a:cubicBezTo>
                  <a:pt x="241" y="162"/>
                  <a:pt x="272" y="152"/>
                  <a:pt x="306" y="151"/>
                </a:cubicBezTo>
                <a:cubicBezTo>
                  <a:pt x="306" y="125"/>
                  <a:pt x="306" y="125"/>
                  <a:pt x="306" y="125"/>
                </a:cubicBezTo>
                <a:cubicBezTo>
                  <a:pt x="289" y="125"/>
                  <a:pt x="273" y="123"/>
                  <a:pt x="259" y="120"/>
                </a:cubicBezTo>
                <a:cubicBezTo>
                  <a:pt x="252" y="127"/>
                  <a:pt x="233" y="147"/>
                  <a:pt x="216" y="180"/>
                </a:cubicBezTo>
                <a:close/>
                <a:moveTo>
                  <a:pt x="474" y="312"/>
                </a:moveTo>
                <a:cubicBezTo>
                  <a:pt x="474" y="341"/>
                  <a:pt x="466" y="367"/>
                  <a:pt x="452" y="390"/>
                </a:cubicBezTo>
                <a:cubicBezTo>
                  <a:pt x="459" y="393"/>
                  <a:pt x="466" y="395"/>
                  <a:pt x="473" y="398"/>
                </a:cubicBezTo>
                <a:cubicBezTo>
                  <a:pt x="484" y="373"/>
                  <a:pt x="492" y="344"/>
                  <a:pt x="492" y="312"/>
                </a:cubicBezTo>
                <a:cubicBezTo>
                  <a:pt x="474" y="312"/>
                  <a:pt x="474" y="312"/>
                  <a:pt x="474" y="312"/>
                </a:cubicBezTo>
                <a:close/>
                <a:moveTo>
                  <a:pt x="172" y="224"/>
                </a:moveTo>
                <a:cubicBezTo>
                  <a:pt x="178" y="214"/>
                  <a:pt x="186" y="206"/>
                  <a:pt x="194" y="198"/>
                </a:cubicBezTo>
                <a:cubicBezTo>
                  <a:pt x="196" y="195"/>
                  <a:pt x="199" y="193"/>
                  <a:pt x="201" y="191"/>
                </a:cubicBezTo>
                <a:cubicBezTo>
                  <a:pt x="218" y="154"/>
                  <a:pt x="239" y="129"/>
                  <a:pt x="250" y="118"/>
                </a:cubicBezTo>
                <a:cubicBezTo>
                  <a:pt x="241" y="116"/>
                  <a:pt x="233" y="113"/>
                  <a:pt x="226" y="111"/>
                </a:cubicBezTo>
                <a:cubicBezTo>
                  <a:pt x="217" y="119"/>
                  <a:pt x="176" y="158"/>
                  <a:pt x="149" y="214"/>
                </a:cubicBezTo>
                <a:cubicBezTo>
                  <a:pt x="156" y="217"/>
                  <a:pt x="164" y="220"/>
                  <a:pt x="172" y="224"/>
                </a:cubicBezTo>
                <a:close/>
                <a:moveTo>
                  <a:pt x="448" y="397"/>
                </a:moveTo>
                <a:cubicBezTo>
                  <a:pt x="441" y="406"/>
                  <a:pt x="434" y="415"/>
                  <a:pt x="426" y="423"/>
                </a:cubicBezTo>
                <a:cubicBezTo>
                  <a:pt x="419" y="429"/>
                  <a:pt x="412" y="435"/>
                  <a:pt x="404" y="441"/>
                </a:cubicBezTo>
                <a:cubicBezTo>
                  <a:pt x="390" y="466"/>
                  <a:pt x="376" y="483"/>
                  <a:pt x="368" y="491"/>
                </a:cubicBezTo>
                <a:cubicBezTo>
                  <a:pt x="379" y="494"/>
                  <a:pt x="388" y="497"/>
                  <a:pt x="396" y="500"/>
                </a:cubicBezTo>
                <a:cubicBezTo>
                  <a:pt x="405" y="492"/>
                  <a:pt x="443" y="458"/>
                  <a:pt x="469" y="405"/>
                </a:cubicBezTo>
                <a:cubicBezTo>
                  <a:pt x="463" y="403"/>
                  <a:pt x="455" y="400"/>
                  <a:pt x="448" y="397"/>
                </a:cubicBezTo>
                <a:close/>
                <a:moveTo>
                  <a:pt x="409" y="95"/>
                </a:moveTo>
                <a:cubicBezTo>
                  <a:pt x="379" y="82"/>
                  <a:pt x="345" y="74"/>
                  <a:pt x="310" y="74"/>
                </a:cubicBezTo>
                <a:cubicBezTo>
                  <a:pt x="275" y="74"/>
                  <a:pt x="241" y="82"/>
                  <a:pt x="211" y="95"/>
                </a:cubicBezTo>
                <a:cubicBezTo>
                  <a:pt x="225" y="102"/>
                  <a:pt x="262" y="118"/>
                  <a:pt x="310" y="117"/>
                </a:cubicBezTo>
                <a:cubicBezTo>
                  <a:pt x="367" y="116"/>
                  <a:pt x="397" y="102"/>
                  <a:pt x="409" y="95"/>
                </a:cubicBezTo>
                <a:close/>
                <a:moveTo>
                  <a:pt x="452" y="231"/>
                </a:moveTo>
                <a:cubicBezTo>
                  <a:pt x="465" y="253"/>
                  <a:pt x="473" y="278"/>
                  <a:pt x="474" y="304"/>
                </a:cubicBezTo>
                <a:cubicBezTo>
                  <a:pt x="492" y="304"/>
                  <a:pt x="492" y="304"/>
                  <a:pt x="492" y="304"/>
                </a:cubicBezTo>
                <a:cubicBezTo>
                  <a:pt x="492" y="274"/>
                  <a:pt x="484" y="246"/>
                  <a:pt x="474" y="222"/>
                </a:cubicBezTo>
                <a:cubicBezTo>
                  <a:pt x="467" y="225"/>
                  <a:pt x="460" y="228"/>
                  <a:pt x="452" y="231"/>
                </a:cubicBezTo>
                <a:close/>
                <a:moveTo>
                  <a:pt x="100" y="195"/>
                </a:moveTo>
                <a:cubicBezTo>
                  <a:pt x="81" y="227"/>
                  <a:pt x="70" y="264"/>
                  <a:pt x="70" y="304"/>
                </a:cubicBezTo>
                <a:cubicBezTo>
                  <a:pt x="118" y="305"/>
                  <a:pt x="118" y="305"/>
                  <a:pt x="118" y="305"/>
                </a:cubicBezTo>
                <a:cubicBezTo>
                  <a:pt x="118" y="273"/>
                  <a:pt x="127" y="243"/>
                  <a:pt x="138" y="217"/>
                </a:cubicBezTo>
                <a:cubicBezTo>
                  <a:pt x="119" y="208"/>
                  <a:pt x="106" y="199"/>
                  <a:pt x="100" y="195"/>
                </a:cubicBezTo>
                <a:close/>
                <a:moveTo>
                  <a:pt x="480" y="142"/>
                </a:moveTo>
                <a:cubicBezTo>
                  <a:pt x="462" y="125"/>
                  <a:pt x="441" y="110"/>
                  <a:pt x="418" y="99"/>
                </a:cubicBezTo>
                <a:cubicBezTo>
                  <a:pt x="415" y="101"/>
                  <a:pt x="410" y="104"/>
                  <a:pt x="402" y="107"/>
                </a:cubicBezTo>
                <a:cubicBezTo>
                  <a:pt x="416" y="120"/>
                  <a:pt x="453" y="157"/>
                  <a:pt x="478" y="211"/>
                </a:cubicBezTo>
                <a:cubicBezTo>
                  <a:pt x="498" y="201"/>
                  <a:pt x="511" y="192"/>
                  <a:pt x="517" y="189"/>
                </a:cubicBezTo>
                <a:cubicBezTo>
                  <a:pt x="507" y="172"/>
                  <a:pt x="494" y="156"/>
                  <a:pt x="480" y="142"/>
                </a:cubicBezTo>
                <a:close/>
                <a:moveTo>
                  <a:pt x="419" y="191"/>
                </a:moveTo>
                <a:cubicBezTo>
                  <a:pt x="421" y="193"/>
                  <a:pt x="424" y="195"/>
                  <a:pt x="426" y="198"/>
                </a:cubicBezTo>
                <a:cubicBezTo>
                  <a:pt x="434" y="206"/>
                  <a:pt x="441" y="214"/>
                  <a:pt x="448" y="224"/>
                </a:cubicBezTo>
                <a:cubicBezTo>
                  <a:pt x="456" y="221"/>
                  <a:pt x="464" y="218"/>
                  <a:pt x="470" y="214"/>
                </a:cubicBezTo>
                <a:cubicBezTo>
                  <a:pt x="444" y="158"/>
                  <a:pt x="403" y="119"/>
                  <a:pt x="394" y="111"/>
                </a:cubicBezTo>
                <a:cubicBezTo>
                  <a:pt x="387" y="114"/>
                  <a:pt x="379" y="116"/>
                  <a:pt x="370" y="118"/>
                </a:cubicBezTo>
                <a:cubicBezTo>
                  <a:pt x="381" y="129"/>
                  <a:pt x="402" y="154"/>
                  <a:pt x="419" y="191"/>
                </a:cubicBezTo>
                <a:close/>
                <a:moveTo>
                  <a:pt x="146" y="305"/>
                </a:moveTo>
                <a:cubicBezTo>
                  <a:pt x="147" y="278"/>
                  <a:pt x="154" y="253"/>
                  <a:pt x="168" y="231"/>
                </a:cubicBezTo>
                <a:cubicBezTo>
                  <a:pt x="160" y="228"/>
                  <a:pt x="152" y="224"/>
                  <a:pt x="145" y="221"/>
                </a:cubicBezTo>
                <a:cubicBezTo>
                  <a:pt x="134" y="246"/>
                  <a:pt x="127" y="274"/>
                  <a:pt x="126" y="305"/>
                </a:cubicBezTo>
                <a:cubicBezTo>
                  <a:pt x="146" y="305"/>
                  <a:pt x="146" y="305"/>
                  <a:pt x="146" y="305"/>
                </a:cubicBezTo>
                <a:close/>
                <a:moveTo>
                  <a:pt x="310" y="66"/>
                </a:moveTo>
                <a:cubicBezTo>
                  <a:pt x="379" y="66"/>
                  <a:pt x="441" y="93"/>
                  <a:pt x="486" y="136"/>
                </a:cubicBezTo>
                <a:cubicBezTo>
                  <a:pt x="531" y="180"/>
                  <a:pt x="558" y="239"/>
                  <a:pt x="558" y="306"/>
                </a:cubicBezTo>
                <a:cubicBezTo>
                  <a:pt x="558" y="372"/>
                  <a:pt x="531" y="432"/>
                  <a:pt x="486" y="475"/>
                </a:cubicBezTo>
                <a:cubicBezTo>
                  <a:pt x="441" y="518"/>
                  <a:pt x="379" y="545"/>
                  <a:pt x="310" y="545"/>
                </a:cubicBezTo>
                <a:cubicBezTo>
                  <a:pt x="242" y="545"/>
                  <a:pt x="180" y="518"/>
                  <a:pt x="135" y="475"/>
                </a:cubicBezTo>
                <a:cubicBezTo>
                  <a:pt x="90" y="432"/>
                  <a:pt x="62" y="372"/>
                  <a:pt x="62" y="306"/>
                </a:cubicBezTo>
                <a:cubicBezTo>
                  <a:pt x="62" y="239"/>
                  <a:pt x="90" y="180"/>
                  <a:pt x="135" y="136"/>
                </a:cubicBezTo>
                <a:cubicBezTo>
                  <a:pt x="180" y="93"/>
                  <a:pt x="242" y="66"/>
                  <a:pt x="310" y="66"/>
                </a:cubicBezTo>
                <a:close/>
                <a:moveTo>
                  <a:pt x="278" y="531"/>
                </a:moveTo>
                <a:cubicBezTo>
                  <a:pt x="278" y="499"/>
                  <a:pt x="278" y="499"/>
                  <a:pt x="278" y="499"/>
                </a:cubicBezTo>
                <a:cubicBezTo>
                  <a:pt x="275" y="499"/>
                  <a:pt x="275" y="499"/>
                  <a:pt x="275" y="499"/>
                </a:cubicBezTo>
                <a:cubicBezTo>
                  <a:pt x="275" y="500"/>
                  <a:pt x="274" y="502"/>
                  <a:pt x="272" y="503"/>
                </a:cubicBezTo>
                <a:cubicBezTo>
                  <a:pt x="271" y="505"/>
                  <a:pt x="269" y="506"/>
                  <a:pt x="267" y="507"/>
                </a:cubicBezTo>
                <a:cubicBezTo>
                  <a:pt x="267" y="511"/>
                  <a:pt x="267" y="511"/>
                  <a:pt x="267" y="511"/>
                </a:cubicBezTo>
                <a:cubicBezTo>
                  <a:pt x="269" y="510"/>
                  <a:pt x="270" y="509"/>
                  <a:pt x="271" y="509"/>
                </a:cubicBezTo>
                <a:cubicBezTo>
                  <a:pt x="272" y="508"/>
                  <a:pt x="273" y="507"/>
                  <a:pt x="274" y="506"/>
                </a:cubicBezTo>
                <a:cubicBezTo>
                  <a:pt x="274" y="531"/>
                  <a:pt x="274" y="531"/>
                  <a:pt x="274" y="531"/>
                </a:cubicBezTo>
                <a:cubicBezTo>
                  <a:pt x="278" y="531"/>
                  <a:pt x="278" y="531"/>
                  <a:pt x="278" y="531"/>
                </a:cubicBezTo>
                <a:close/>
                <a:moveTo>
                  <a:pt x="289" y="523"/>
                </a:moveTo>
                <a:cubicBezTo>
                  <a:pt x="289" y="526"/>
                  <a:pt x="290" y="528"/>
                  <a:pt x="291" y="529"/>
                </a:cubicBezTo>
                <a:cubicBezTo>
                  <a:pt x="293" y="531"/>
                  <a:pt x="294" y="531"/>
                  <a:pt x="297" y="531"/>
                </a:cubicBezTo>
                <a:cubicBezTo>
                  <a:pt x="299" y="531"/>
                  <a:pt x="300" y="531"/>
                  <a:pt x="302" y="529"/>
                </a:cubicBezTo>
                <a:cubicBezTo>
                  <a:pt x="303" y="528"/>
                  <a:pt x="304" y="526"/>
                  <a:pt x="305" y="524"/>
                </a:cubicBezTo>
                <a:cubicBezTo>
                  <a:pt x="306" y="521"/>
                  <a:pt x="306" y="518"/>
                  <a:pt x="306" y="514"/>
                </a:cubicBezTo>
                <a:cubicBezTo>
                  <a:pt x="306" y="510"/>
                  <a:pt x="306" y="507"/>
                  <a:pt x="305" y="505"/>
                </a:cubicBezTo>
                <a:cubicBezTo>
                  <a:pt x="304" y="503"/>
                  <a:pt x="303" y="502"/>
                  <a:pt x="302" y="500"/>
                </a:cubicBezTo>
                <a:cubicBezTo>
                  <a:pt x="300" y="499"/>
                  <a:pt x="299" y="499"/>
                  <a:pt x="297" y="499"/>
                </a:cubicBezTo>
                <a:cubicBezTo>
                  <a:pt x="295" y="499"/>
                  <a:pt x="292" y="500"/>
                  <a:pt x="291" y="502"/>
                </a:cubicBezTo>
                <a:cubicBezTo>
                  <a:pt x="289" y="504"/>
                  <a:pt x="288" y="506"/>
                  <a:pt x="288" y="510"/>
                </a:cubicBezTo>
                <a:cubicBezTo>
                  <a:pt x="288" y="513"/>
                  <a:pt x="289" y="515"/>
                  <a:pt x="291" y="517"/>
                </a:cubicBezTo>
                <a:cubicBezTo>
                  <a:pt x="292" y="519"/>
                  <a:pt x="294" y="520"/>
                  <a:pt x="296" y="520"/>
                </a:cubicBezTo>
                <a:cubicBezTo>
                  <a:pt x="298" y="520"/>
                  <a:pt x="299" y="520"/>
                  <a:pt x="300" y="519"/>
                </a:cubicBezTo>
                <a:cubicBezTo>
                  <a:pt x="301" y="518"/>
                  <a:pt x="302" y="517"/>
                  <a:pt x="303" y="516"/>
                </a:cubicBezTo>
                <a:cubicBezTo>
                  <a:pt x="303" y="516"/>
                  <a:pt x="303" y="516"/>
                  <a:pt x="303" y="517"/>
                </a:cubicBezTo>
                <a:cubicBezTo>
                  <a:pt x="303" y="518"/>
                  <a:pt x="303" y="520"/>
                  <a:pt x="303" y="521"/>
                </a:cubicBezTo>
                <a:cubicBezTo>
                  <a:pt x="302" y="523"/>
                  <a:pt x="302" y="524"/>
                  <a:pt x="301" y="525"/>
                </a:cubicBezTo>
                <a:cubicBezTo>
                  <a:pt x="301" y="526"/>
                  <a:pt x="300" y="527"/>
                  <a:pt x="299" y="527"/>
                </a:cubicBezTo>
                <a:cubicBezTo>
                  <a:pt x="299" y="528"/>
                  <a:pt x="298" y="528"/>
                  <a:pt x="297" y="528"/>
                </a:cubicBezTo>
                <a:cubicBezTo>
                  <a:pt x="295" y="528"/>
                  <a:pt x="294" y="528"/>
                  <a:pt x="294" y="527"/>
                </a:cubicBezTo>
                <a:cubicBezTo>
                  <a:pt x="293" y="526"/>
                  <a:pt x="292" y="525"/>
                  <a:pt x="292" y="523"/>
                </a:cubicBezTo>
                <a:cubicBezTo>
                  <a:pt x="289" y="523"/>
                  <a:pt x="289" y="523"/>
                  <a:pt x="289" y="523"/>
                </a:cubicBezTo>
                <a:close/>
                <a:moveTo>
                  <a:pt x="303" y="509"/>
                </a:moveTo>
                <a:cubicBezTo>
                  <a:pt x="303" y="507"/>
                  <a:pt x="302" y="505"/>
                  <a:pt x="301" y="504"/>
                </a:cubicBezTo>
                <a:cubicBezTo>
                  <a:pt x="300" y="503"/>
                  <a:pt x="299" y="502"/>
                  <a:pt x="297" y="502"/>
                </a:cubicBezTo>
                <a:cubicBezTo>
                  <a:pt x="296" y="502"/>
                  <a:pt x="295" y="503"/>
                  <a:pt x="293" y="504"/>
                </a:cubicBezTo>
                <a:cubicBezTo>
                  <a:pt x="292" y="506"/>
                  <a:pt x="292" y="507"/>
                  <a:pt x="292" y="510"/>
                </a:cubicBezTo>
                <a:cubicBezTo>
                  <a:pt x="292" y="512"/>
                  <a:pt x="292" y="513"/>
                  <a:pt x="293" y="515"/>
                </a:cubicBezTo>
                <a:cubicBezTo>
                  <a:pt x="294" y="516"/>
                  <a:pt x="296" y="516"/>
                  <a:pt x="297" y="516"/>
                </a:cubicBezTo>
                <a:cubicBezTo>
                  <a:pt x="299" y="516"/>
                  <a:pt x="300" y="516"/>
                  <a:pt x="301" y="515"/>
                </a:cubicBezTo>
                <a:cubicBezTo>
                  <a:pt x="302" y="513"/>
                  <a:pt x="303" y="512"/>
                  <a:pt x="303" y="509"/>
                </a:cubicBezTo>
                <a:close/>
                <a:moveTo>
                  <a:pt x="312" y="522"/>
                </a:moveTo>
                <a:cubicBezTo>
                  <a:pt x="312" y="525"/>
                  <a:pt x="313" y="527"/>
                  <a:pt x="315" y="529"/>
                </a:cubicBezTo>
                <a:cubicBezTo>
                  <a:pt x="316" y="530"/>
                  <a:pt x="318" y="531"/>
                  <a:pt x="321" y="531"/>
                </a:cubicBezTo>
                <a:cubicBezTo>
                  <a:pt x="324" y="531"/>
                  <a:pt x="326" y="530"/>
                  <a:pt x="328" y="527"/>
                </a:cubicBezTo>
                <a:cubicBezTo>
                  <a:pt x="329" y="525"/>
                  <a:pt x="330" y="523"/>
                  <a:pt x="330" y="520"/>
                </a:cubicBezTo>
                <a:cubicBezTo>
                  <a:pt x="330" y="517"/>
                  <a:pt x="329" y="514"/>
                  <a:pt x="328" y="513"/>
                </a:cubicBezTo>
                <a:cubicBezTo>
                  <a:pt x="326" y="511"/>
                  <a:pt x="324" y="510"/>
                  <a:pt x="321" y="510"/>
                </a:cubicBezTo>
                <a:cubicBezTo>
                  <a:pt x="320" y="510"/>
                  <a:pt x="318" y="510"/>
                  <a:pt x="316" y="512"/>
                </a:cubicBezTo>
                <a:cubicBezTo>
                  <a:pt x="318" y="503"/>
                  <a:pt x="318" y="503"/>
                  <a:pt x="318" y="503"/>
                </a:cubicBezTo>
                <a:cubicBezTo>
                  <a:pt x="329" y="503"/>
                  <a:pt x="329" y="503"/>
                  <a:pt x="329" y="503"/>
                </a:cubicBezTo>
                <a:cubicBezTo>
                  <a:pt x="329" y="499"/>
                  <a:pt x="329" y="499"/>
                  <a:pt x="329" y="499"/>
                </a:cubicBezTo>
                <a:cubicBezTo>
                  <a:pt x="315" y="499"/>
                  <a:pt x="315" y="499"/>
                  <a:pt x="315" y="499"/>
                </a:cubicBezTo>
                <a:cubicBezTo>
                  <a:pt x="312" y="516"/>
                  <a:pt x="312" y="516"/>
                  <a:pt x="312" y="516"/>
                </a:cubicBezTo>
                <a:cubicBezTo>
                  <a:pt x="316" y="516"/>
                  <a:pt x="316" y="516"/>
                  <a:pt x="316" y="516"/>
                </a:cubicBezTo>
                <a:cubicBezTo>
                  <a:pt x="316" y="515"/>
                  <a:pt x="317" y="515"/>
                  <a:pt x="318" y="514"/>
                </a:cubicBezTo>
                <a:cubicBezTo>
                  <a:pt x="319" y="513"/>
                  <a:pt x="319" y="513"/>
                  <a:pt x="321" y="513"/>
                </a:cubicBezTo>
                <a:cubicBezTo>
                  <a:pt x="322" y="513"/>
                  <a:pt x="324" y="514"/>
                  <a:pt x="325" y="515"/>
                </a:cubicBezTo>
                <a:cubicBezTo>
                  <a:pt x="326" y="516"/>
                  <a:pt x="326" y="518"/>
                  <a:pt x="326" y="520"/>
                </a:cubicBezTo>
                <a:cubicBezTo>
                  <a:pt x="326" y="523"/>
                  <a:pt x="326" y="524"/>
                  <a:pt x="325" y="526"/>
                </a:cubicBezTo>
                <a:cubicBezTo>
                  <a:pt x="324" y="527"/>
                  <a:pt x="322" y="528"/>
                  <a:pt x="321" y="528"/>
                </a:cubicBezTo>
                <a:cubicBezTo>
                  <a:pt x="319" y="528"/>
                  <a:pt x="318" y="528"/>
                  <a:pt x="317" y="527"/>
                </a:cubicBezTo>
                <a:cubicBezTo>
                  <a:pt x="316" y="526"/>
                  <a:pt x="316" y="524"/>
                  <a:pt x="315" y="522"/>
                </a:cubicBezTo>
                <a:cubicBezTo>
                  <a:pt x="312" y="522"/>
                  <a:pt x="312" y="522"/>
                  <a:pt x="312" y="522"/>
                </a:cubicBezTo>
                <a:close/>
                <a:moveTo>
                  <a:pt x="353" y="527"/>
                </a:moveTo>
                <a:cubicBezTo>
                  <a:pt x="339" y="527"/>
                  <a:pt x="339" y="527"/>
                  <a:pt x="339" y="527"/>
                </a:cubicBezTo>
                <a:cubicBezTo>
                  <a:pt x="340" y="526"/>
                  <a:pt x="340" y="526"/>
                  <a:pt x="341" y="525"/>
                </a:cubicBezTo>
                <a:cubicBezTo>
                  <a:pt x="341" y="524"/>
                  <a:pt x="343" y="523"/>
                  <a:pt x="345" y="521"/>
                </a:cubicBezTo>
                <a:cubicBezTo>
                  <a:pt x="347" y="518"/>
                  <a:pt x="349" y="517"/>
                  <a:pt x="350" y="515"/>
                </a:cubicBezTo>
                <a:cubicBezTo>
                  <a:pt x="351" y="514"/>
                  <a:pt x="352" y="513"/>
                  <a:pt x="352" y="511"/>
                </a:cubicBezTo>
                <a:cubicBezTo>
                  <a:pt x="353" y="510"/>
                  <a:pt x="353" y="509"/>
                  <a:pt x="353" y="508"/>
                </a:cubicBezTo>
                <a:cubicBezTo>
                  <a:pt x="353" y="505"/>
                  <a:pt x="352" y="503"/>
                  <a:pt x="351" y="501"/>
                </a:cubicBezTo>
                <a:cubicBezTo>
                  <a:pt x="349" y="500"/>
                  <a:pt x="347" y="499"/>
                  <a:pt x="344" y="499"/>
                </a:cubicBezTo>
                <a:cubicBezTo>
                  <a:pt x="342" y="499"/>
                  <a:pt x="340" y="500"/>
                  <a:pt x="338" y="501"/>
                </a:cubicBezTo>
                <a:cubicBezTo>
                  <a:pt x="337" y="503"/>
                  <a:pt x="336" y="505"/>
                  <a:pt x="335" y="508"/>
                </a:cubicBezTo>
                <a:cubicBezTo>
                  <a:pt x="339" y="508"/>
                  <a:pt x="339" y="508"/>
                  <a:pt x="339" y="508"/>
                </a:cubicBezTo>
                <a:cubicBezTo>
                  <a:pt x="339" y="506"/>
                  <a:pt x="339" y="505"/>
                  <a:pt x="340" y="504"/>
                </a:cubicBezTo>
                <a:cubicBezTo>
                  <a:pt x="341" y="503"/>
                  <a:pt x="343" y="502"/>
                  <a:pt x="344" y="502"/>
                </a:cubicBezTo>
                <a:cubicBezTo>
                  <a:pt x="346" y="502"/>
                  <a:pt x="347" y="503"/>
                  <a:pt x="348" y="504"/>
                </a:cubicBezTo>
                <a:cubicBezTo>
                  <a:pt x="349" y="505"/>
                  <a:pt x="349" y="506"/>
                  <a:pt x="349" y="508"/>
                </a:cubicBezTo>
                <a:cubicBezTo>
                  <a:pt x="349" y="509"/>
                  <a:pt x="349" y="511"/>
                  <a:pt x="348" y="512"/>
                </a:cubicBezTo>
                <a:cubicBezTo>
                  <a:pt x="347" y="514"/>
                  <a:pt x="345" y="516"/>
                  <a:pt x="342" y="519"/>
                </a:cubicBezTo>
                <a:cubicBezTo>
                  <a:pt x="340" y="521"/>
                  <a:pt x="338" y="522"/>
                  <a:pt x="337" y="524"/>
                </a:cubicBezTo>
                <a:cubicBezTo>
                  <a:pt x="336" y="525"/>
                  <a:pt x="336" y="527"/>
                  <a:pt x="335" y="528"/>
                </a:cubicBezTo>
                <a:cubicBezTo>
                  <a:pt x="335" y="529"/>
                  <a:pt x="335" y="530"/>
                  <a:pt x="335" y="531"/>
                </a:cubicBezTo>
                <a:cubicBezTo>
                  <a:pt x="353" y="531"/>
                  <a:pt x="353" y="531"/>
                  <a:pt x="353" y="531"/>
                </a:cubicBezTo>
                <a:cubicBezTo>
                  <a:pt x="353" y="527"/>
                  <a:pt x="353" y="527"/>
                  <a:pt x="353" y="527"/>
                </a:cubicBezTo>
                <a:close/>
                <a:moveTo>
                  <a:pt x="83" y="161"/>
                </a:moveTo>
                <a:cubicBezTo>
                  <a:pt x="95" y="145"/>
                  <a:pt x="95" y="145"/>
                  <a:pt x="95" y="145"/>
                </a:cubicBezTo>
                <a:cubicBezTo>
                  <a:pt x="85" y="138"/>
                  <a:pt x="85" y="138"/>
                  <a:pt x="85" y="138"/>
                </a:cubicBezTo>
                <a:cubicBezTo>
                  <a:pt x="74" y="153"/>
                  <a:pt x="74" y="153"/>
                  <a:pt x="74" y="153"/>
                </a:cubicBezTo>
                <a:cubicBezTo>
                  <a:pt x="83" y="161"/>
                  <a:pt x="83" y="161"/>
                  <a:pt x="83" y="161"/>
                </a:cubicBezTo>
                <a:close/>
                <a:moveTo>
                  <a:pt x="108" y="111"/>
                </a:moveTo>
                <a:cubicBezTo>
                  <a:pt x="93" y="128"/>
                  <a:pt x="93" y="128"/>
                  <a:pt x="93" y="128"/>
                </a:cubicBezTo>
                <a:cubicBezTo>
                  <a:pt x="103" y="136"/>
                  <a:pt x="103" y="136"/>
                  <a:pt x="103" y="136"/>
                </a:cubicBezTo>
                <a:cubicBezTo>
                  <a:pt x="117" y="118"/>
                  <a:pt x="117" y="118"/>
                  <a:pt x="117" y="118"/>
                </a:cubicBezTo>
                <a:cubicBezTo>
                  <a:pt x="108" y="111"/>
                  <a:pt x="108" y="111"/>
                  <a:pt x="108" y="111"/>
                </a:cubicBezTo>
                <a:close/>
                <a:moveTo>
                  <a:pt x="89" y="125"/>
                </a:moveTo>
                <a:cubicBezTo>
                  <a:pt x="83" y="121"/>
                  <a:pt x="83" y="121"/>
                  <a:pt x="83" y="121"/>
                </a:cubicBezTo>
                <a:cubicBezTo>
                  <a:pt x="75" y="130"/>
                  <a:pt x="75" y="130"/>
                  <a:pt x="75" y="130"/>
                </a:cubicBezTo>
                <a:cubicBezTo>
                  <a:pt x="81" y="135"/>
                  <a:pt x="81" y="135"/>
                  <a:pt x="81" y="135"/>
                </a:cubicBezTo>
                <a:cubicBezTo>
                  <a:pt x="60" y="160"/>
                  <a:pt x="60" y="160"/>
                  <a:pt x="60" y="160"/>
                </a:cubicBezTo>
                <a:cubicBezTo>
                  <a:pt x="80" y="175"/>
                  <a:pt x="80" y="175"/>
                  <a:pt x="80" y="175"/>
                </a:cubicBezTo>
                <a:cubicBezTo>
                  <a:pt x="100" y="149"/>
                  <a:pt x="100" y="149"/>
                  <a:pt x="100" y="149"/>
                </a:cubicBezTo>
                <a:cubicBezTo>
                  <a:pt x="107" y="155"/>
                  <a:pt x="107" y="155"/>
                  <a:pt x="107" y="155"/>
                </a:cubicBezTo>
                <a:cubicBezTo>
                  <a:pt x="115" y="145"/>
                  <a:pt x="115" y="145"/>
                  <a:pt x="115" y="145"/>
                </a:cubicBezTo>
                <a:cubicBezTo>
                  <a:pt x="108" y="139"/>
                  <a:pt x="108" y="139"/>
                  <a:pt x="108" y="139"/>
                </a:cubicBezTo>
                <a:cubicBezTo>
                  <a:pt x="131" y="113"/>
                  <a:pt x="131" y="113"/>
                  <a:pt x="131" y="113"/>
                </a:cubicBezTo>
                <a:cubicBezTo>
                  <a:pt x="113" y="98"/>
                  <a:pt x="113" y="98"/>
                  <a:pt x="113" y="98"/>
                </a:cubicBezTo>
                <a:cubicBezTo>
                  <a:pt x="89" y="125"/>
                  <a:pt x="89" y="125"/>
                  <a:pt x="89" y="125"/>
                </a:cubicBezTo>
                <a:close/>
                <a:moveTo>
                  <a:pt x="124" y="80"/>
                </a:moveTo>
                <a:cubicBezTo>
                  <a:pt x="150" y="111"/>
                  <a:pt x="150" y="111"/>
                  <a:pt x="150" y="111"/>
                </a:cubicBezTo>
                <a:cubicBezTo>
                  <a:pt x="214" y="70"/>
                  <a:pt x="214" y="70"/>
                  <a:pt x="214" y="70"/>
                </a:cubicBezTo>
                <a:cubicBezTo>
                  <a:pt x="196" y="36"/>
                  <a:pt x="196" y="36"/>
                  <a:pt x="196" y="36"/>
                </a:cubicBezTo>
                <a:cubicBezTo>
                  <a:pt x="182" y="43"/>
                  <a:pt x="171" y="50"/>
                  <a:pt x="159" y="57"/>
                </a:cubicBezTo>
                <a:cubicBezTo>
                  <a:pt x="147" y="65"/>
                  <a:pt x="136" y="72"/>
                  <a:pt x="124" y="80"/>
                </a:cubicBezTo>
                <a:close/>
                <a:moveTo>
                  <a:pt x="156" y="99"/>
                </a:moveTo>
                <a:cubicBezTo>
                  <a:pt x="178" y="84"/>
                  <a:pt x="178" y="84"/>
                  <a:pt x="178" y="84"/>
                </a:cubicBezTo>
                <a:cubicBezTo>
                  <a:pt x="202" y="70"/>
                  <a:pt x="202" y="70"/>
                  <a:pt x="202" y="70"/>
                </a:cubicBezTo>
                <a:cubicBezTo>
                  <a:pt x="187" y="47"/>
                  <a:pt x="187" y="47"/>
                  <a:pt x="187" y="47"/>
                </a:cubicBezTo>
                <a:cubicBezTo>
                  <a:pt x="163" y="61"/>
                  <a:pt x="163" y="61"/>
                  <a:pt x="163" y="61"/>
                </a:cubicBezTo>
                <a:cubicBezTo>
                  <a:pt x="139" y="76"/>
                  <a:pt x="139" y="76"/>
                  <a:pt x="139" y="76"/>
                </a:cubicBezTo>
                <a:cubicBezTo>
                  <a:pt x="156" y="99"/>
                  <a:pt x="156" y="99"/>
                  <a:pt x="156" y="99"/>
                </a:cubicBezTo>
                <a:close/>
                <a:moveTo>
                  <a:pt x="187" y="71"/>
                </a:moveTo>
                <a:cubicBezTo>
                  <a:pt x="184" y="68"/>
                  <a:pt x="184" y="68"/>
                  <a:pt x="184" y="68"/>
                </a:cubicBezTo>
                <a:cubicBezTo>
                  <a:pt x="180" y="70"/>
                  <a:pt x="180" y="70"/>
                  <a:pt x="180" y="70"/>
                </a:cubicBezTo>
                <a:cubicBezTo>
                  <a:pt x="183" y="74"/>
                  <a:pt x="183" y="74"/>
                  <a:pt x="183" y="74"/>
                </a:cubicBezTo>
                <a:cubicBezTo>
                  <a:pt x="187" y="71"/>
                  <a:pt x="187" y="71"/>
                  <a:pt x="187" y="71"/>
                </a:cubicBezTo>
                <a:close/>
                <a:moveTo>
                  <a:pt x="180" y="80"/>
                </a:moveTo>
                <a:cubicBezTo>
                  <a:pt x="197" y="70"/>
                  <a:pt x="197" y="70"/>
                  <a:pt x="197" y="70"/>
                </a:cubicBezTo>
                <a:cubicBezTo>
                  <a:pt x="194" y="66"/>
                  <a:pt x="194" y="66"/>
                  <a:pt x="194" y="66"/>
                </a:cubicBezTo>
                <a:cubicBezTo>
                  <a:pt x="189" y="69"/>
                  <a:pt x="189" y="69"/>
                  <a:pt x="189" y="69"/>
                </a:cubicBezTo>
                <a:cubicBezTo>
                  <a:pt x="187" y="66"/>
                  <a:pt x="187" y="66"/>
                  <a:pt x="187" y="66"/>
                </a:cubicBezTo>
                <a:cubicBezTo>
                  <a:pt x="192" y="63"/>
                  <a:pt x="192" y="63"/>
                  <a:pt x="192" y="63"/>
                </a:cubicBezTo>
                <a:cubicBezTo>
                  <a:pt x="190" y="59"/>
                  <a:pt x="190" y="59"/>
                  <a:pt x="190" y="59"/>
                </a:cubicBezTo>
                <a:cubicBezTo>
                  <a:pt x="178" y="66"/>
                  <a:pt x="178" y="66"/>
                  <a:pt x="178" y="66"/>
                </a:cubicBezTo>
                <a:cubicBezTo>
                  <a:pt x="176" y="63"/>
                  <a:pt x="176" y="63"/>
                  <a:pt x="176" y="63"/>
                </a:cubicBezTo>
                <a:cubicBezTo>
                  <a:pt x="188" y="56"/>
                  <a:pt x="188" y="56"/>
                  <a:pt x="188" y="56"/>
                </a:cubicBezTo>
                <a:cubicBezTo>
                  <a:pt x="186" y="52"/>
                  <a:pt x="186" y="52"/>
                  <a:pt x="186" y="52"/>
                </a:cubicBezTo>
                <a:cubicBezTo>
                  <a:pt x="172" y="61"/>
                  <a:pt x="158" y="69"/>
                  <a:pt x="145" y="78"/>
                </a:cubicBezTo>
                <a:cubicBezTo>
                  <a:pt x="147" y="81"/>
                  <a:pt x="147" y="81"/>
                  <a:pt x="147" y="81"/>
                </a:cubicBezTo>
                <a:cubicBezTo>
                  <a:pt x="160" y="73"/>
                  <a:pt x="160" y="73"/>
                  <a:pt x="160" y="73"/>
                </a:cubicBezTo>
                <a:cubicBezTo>
                  <a:pt x="162" y="76"/>
                  <a:pt x="162" y="76"/>
                  <a:pt x="162" y="76"/>
                </a:cubicBezTo>
                <a:cubicBezTo>
                  <a:pt x="149" y="84"/>
                  <a:pt x="149" y="84"/>
                  <a:pt x="149" y="84"/>
                </a:cubicBezTo>
                <a:cubicBezTo>
                  <a:pt x="152" y="87"/>
                  <a:pt x="152" y="87"/>
                  <a:pt x="152" y="87"/>
                </a:cubicBezTo>
                <a:cubicBezTo>
                  <a:pt x="165" y="80"/>
                  <a:pt x="165" y="80"/>
                  <a:pt x="165" y="80"/>
                </a:cubicBezTo>
                <a:cubicBezTo>
                  <a:pt x="167" y="83"/>
                  <a:pt x="167" y="83"/>
                  <a:pt x="167" y="83"/>
                </a:cubicBezTo>
                <a:cubicBezTo>
                  <a:pt x="155" y="91"/>
                  <a:pt x="155" y="91"/>
                  <a:pt x="155" y="91"/>
                </a:cubicBezTo>
                <a:cubicBezTo>
                  <a:pt x="157" y="94"/>
                  <a:pt x="157" y="94"/>
                  <a:pt x="157" y="94"/>
                </a:cubicBezTo>
                <a:cubicBezTo>
                  <a:pt x="180" y="80"/>
                  <a:pt x="180" y="80"/>
                  <a:pt x="180" y="80"/>
                </a:cubicBezTo>
                <a:close/>
                <a:moveTo>
                  <a:pt x="225" y="27"/>
                </a:moveTo>
                <a:cubicBezTo>
                  <a:pt x="227" y="37"/>
                  <a:pt x="227" y="37"/>
                  <a:pt x="227" y="37"/>
                </a:cubicBezTo>
                <a:cubicBezTo>
                  <a:pt x="219" y="39"/>
                  <a:pt x="219" y="39"/>
                  <a:pt x="219" y="39"/>
                </a:cubicBezTo>
                <a:cubicBezTo>
                  <a:pt x="219" y="43"/>
                  <a:pt x="219" y="43"/>
                  <a:pt x="219" y="43"/>
                </a:cubicBezTo>
                <a:cubicBezTo>
                  <a:pt x="227" y="42"/>
                  <a:pt x="227" y="42"/>
                  <a:pt x="227" y="42"/>
                </a:cubicBezTo>
                <a:cubicBezTo>
                  <a:pt x="230" y="60"/>
                  <a:pt x="230" y="60"/>
                  <a:pt x="230" y="60"/>
                </a:cubicBezTo>
                <a:cubicBezTo>
                  <a:pt x="225" y="61"/>
                  <a:pt x="225" y="61"/>
                  <a:pt x="225" y="61"/>
                </a:cubicBezTo>
                <a:cubicBezTo>
                  <a:pt x="226" y="65"/>
                  <a:pt x="226" y="65"/>
                  <a:pt x="226" y="65"/>
                </a:cubicBezTo>
                <a:cubicBezTo>
                  <a:pt x="251" y="61"/>
                  <a:pt x="251" y="61"/>
                  <a:pt x="251" y="61"/>
                </a:cubicBezTo>
                <a:cubicBezTo>
                  <a:pt x="250" y="56"/>
                  <a:pt x="250" y="56"/>
                  <a:pt x="250" y="56"/>
                </a:cubicBezTo>
                <a:cubicBezTo>
                  <a:pt x="243" y="58"/>
                  <a:pt x="243" y="58"/>
                  <a:pt x="243" y="58"/>
                </a:cubicBezTo>
                <a:cubicBezTo>
                  <a:pt x="242" y="49"/>
                  <a:pt x="242" y="49"/>
                  <a:pt x="242" y="49"/>
                </a:cubicBezTo>
                <a:cubicBezTo>
                  <a:pt x="241" y="40"/>
                  <a:pt x="241" y="40"/>
                  <a:pt x="241" y="40"/>
                </a:cubicBezTo>
                <a:cubicBezTo>
                  <a:pt x="246" y="39"/>
                  <a:pt x="246" y="39"/>
                  <a:pt x="246" y="39"/>
                </a:cubicBezTo>
                <a:cubicBezTo>
                  <a:pt x="246" y="35"/>
                  <a:pt x="246" y="35"/>
                  <a:pt x="246" y="35"/>
                </a:cubicBezTo>
                <a:cubicBezTo>
                  <a:pt x="240" y="35"/>
                  <a:pt x="240" y="35"/>
                  <a:pt x="240" y="35"/>
                </a:cubicBezTo>
                <a:cubicBezTo>
                  <a:pt x="239" y="26"/>
                  <a:pt x="239" y="26"/>
                  <a:pt x="239" y="26"/>
                </a:cubicBezTo>
                <a:cubicBezTo>
                  <a:pt x="225" y="27"/>
                  <a:pt x="225" y="27"/>
                  <a:pt x="225" y="27"/>
                </a:cubicBezTo>
                <a:close/>
                <a:moveTo>
                  <a:pt x="267" y="32"/>
                </a:moveTo>
                <a:cubicBezTo>
                  <a:pt x="267" y="27"/>
                  <a:pt x="267" y="27"/>
                  <a:pt x="267" y="27"/>
                </a:cubicBezTo>
                <a:cubicBezTo>
                  <a:pt x="254" y="27"/>
                  <a:pt x="254" y="27"/>
                  <a:pt x="254" y="27"/>
                </a:cubicBezTo>
                <a:cubicBezTo>
                  <a:pt x="254" y="34"/>
                  <a:pt x="254" y="34"/>
                  <a:pt x="254" y="34"/>
                </a:cubicBezTo>
                <a:cubicBezTo>
                  <a:pt x="251" y="34"/>
                  <a:pt x="251" y="34"/>
                  <a:pt x="251" y="34"/>
                </a:cubicBezTo>
                <a:cubicBezTo>
                  <a:pt x="252" y="38"/>
                  <a:pt x="252" y="38"/>
                  <a:pt x="252" y="38"/>
                </a:cubicBezTo>
                <a:cubicBezTo>
                  <a:pt x="254" y="38"/>
                  <a:pt x="254" y="38"/>
                  <a:pt x="254" y="38"/>
                </a:cubicBezTo>
                <a:cubicBezTo>
                  <a:pt x="256" y="58"/>
                  <a:pt x="256" y="58"/>
                  <a:pt x="256" y="58"/>
                </a:cubicBezTo>
                <a:cubicBezTo>
                  <a:pt x="268" y="57"/>
                  <a:pt x="268" y="57"/>
                  <a:pt x="268" y="57"/>
                </a:cubicBezTo>
                <a:cubicBezTo>
                  <a:pt x="281" y="56"/>
                  <a:pt x="281" y="56"/>
                  <a:pt x="281" y="56"/>
                </a:cubicBezTo>
                <a:cubicBezTo>
                  <a:pt x="290" y="56"/>
                  <a:pt x="300" y="56"/>
                  <a:pt x="310" y="56"/>
                </a:cubicBezTo>
                <a:cubicBezTo>
                  <a:pt x="310" y="46"/>
                  <a:pt x="310" y="46"/>
                  <a:pt x="310" y="46"/>
                </a:cubicBezTo>
                <a:cubicBezTo>
                  <a:pt x="296" y="46"/>
                  <a:pt x="296" y="46"/>
                  <a:pt x="296" y="46"/>
                </a:cubicBezTo>
                <a:cubicBezTo>
                  <a:pt x="296" y="52"/>
                  <a:pt x="296" y="52"/>
                  <a:pt x="296" y="52"/>
                </a:cubicBezTo>
                <a:cubicBezTo>
                  <a:pt x="268" y="52"/>
                  <a:pt x="268" y="52"/>
                  <a:pt x="268" y="52"/>
                </a:cubicBezTo>
                <a:cubicBezTo>
                  <a:pt x="267" y="36"/>
                  <a:pt x="267" y="36"/>
                  <a:pt x="267" y="36"/>
                </a:cubicBezTo>
                <a:cubicBezTo>
                  <a:pt x="275" y="35"/>
                  <a:pt x="275" y="35"/>
                  <a:pt x="275" y="35"/>
                </a:cubicBezTo>
                <a:cubicBezTo>
                  <a:pt x="275" y="45"/>
                  <a:pt x="275" y="45"/>
                  <a:pt x="275" y="45"/>
                </a:cubicBezTo>
                <a:cubicBezTo>
                  <a:pt x="287" y="44"/>
                  <a:pt x="287" y="44"/>
                  <a:pt x="287" y="44"/>
                </a:cubicBezTo>
                <a:cubicBezTo>
                  <a:pt x="287" y="33"/>
                  <a:pt x="287" y="33"/>
                  <a:pt x="287" y="33"/>
                </a:cubicBezTo>
                <a:cubicBezTo>
                  <a:pt x="295" y="32"/>
                  <a:pt x="295" y="32"/>
                  <a:pt x="295" y="32"/>
                </a:cubicBezTo>
                <a:cubicBezTo>
                  <a:pt x="295" y="37"/>
                  <a:pt x="295" y="37"/>
                  <a:pt x="295" y="37"/>
                </a:cubicBezTo>
                <a:cubicBezTo>
                  <a:pt x="293" y="37"/>
                  <a:pt x="293" y="37"/>
                  <a:pt x="293" y="37"/>
                </a:cubicBezTo>
                <a:cubicBezTo>
                  <a:pt x="293" y="42"/>
                  <a:pt x="293" y="42"/>
                  <a:pt x="293" y="42"/>
                </a:cubicBezTo>
                <a:cubicBezTo>
                  <a:pt x="308" y="42"/>
                  <a:pt x="308" y="42"/>
                  <a:pt x="308" y="42"/>
                </a:cubicBezTo>
                <a:cubicBezTo>
                  <a:pt x="308" y="26"/>
                  <a:pt x="308" y="26"/>
                  <a:pt x="308" y="26"/>
                </a:cubicBezTo>
                <a:cubicBezTo>
                  <a:pt x="287" y="29"/>
                  <a:pt x="287" y="29"/>
                  <a:pt x="287" y="29"/>
                </a:cubicBezTo>
                <a:cubicBezTo>
                  <a:pt x="287" y="18"/>
                  <a:pt x="287" y="18"/>
                  <a:pt x="287" y="18"/>
                </a:cubicBezTo>
                <a:cubicBezTo>
                  <a:pt x="274" y="18"/>
                  <a:pt x="274" y="18"/>
                  <a:pt x="274" y="18"/>
                </a:cubicBezTo>
                <a:cubicBezTo>
                  <a:pt x="274" y="31"/>
                  <a:pt x="274" y="31"/>
                  <a:pt x="274" y="31"/>
                </a:cubicBezTo>
                <a:cubicBezTo>
                  <a:pt x="267" y="32"/>
                  <a:pt x="267" y="32"/>
                  <a:pt x="267" y="32"/>
                </a:cubicBezTo>
                <a:close/>
                <a:moveTo>
                  <a:pt x="319" y="53"/>
                </a:moveTo>
                <a:cubicBezTo>
                  <a:pt x="339" y="51"/>
                  <a:pt x="336" y="45"/>
                  <a:pt x="338" y="24"/>
                </a:cubicBezTo>
                <a:cubicBezTo>
                  <a:pt x="362" y="27"/>
                  <a:pt x="362" y="27"/>
                  <a:pt x="362" y="27"/>
                </a:cubicBezTo>
                <a:cubicBezTo>
                  <a:pt x="362" y="31"/>
                  <a:pt x="362" y="31"/>
                  <a:pt x="362" y="31"/>
                </a:cubicBezTo>
                <a:cubicBezTo>
                  <a:pt x="341" y="29"/>
                  <a:pt x="341" y="29"/>
                  <a:pt x="341" y="29"/>
                </a:cubicBezTo>
                <a:cubicBezTo>
                  <a:pt x="341" y="33"/>
                  <a:pt x="341" y="33"/>
                  <a:pt x="341" y="33"/>
                </a:cubicBezTo>
                <a:cubicBezTo>
                  <a:pt x="362" y="35"/>
                  <a:pt x="362" y="35"/>
                  <a:pt x="362" y="35"/>
                </a:cubicBezTo>
                <a:cubicBezTo>
                  <a:pt x="361" y="38"/>
                  <a:pt x="361" y="38"/>
                  <a:pt x="361" y="38"/>
                </a:cubicBezTo>
                <a:cubicBezTo>
                  <a:pt x="341" y="37"/>
                  <a:pt x="341" y="37"/>
                  <a:pt x="341" y="37"/>
                </a:cubicBezTo>
                <a:cubicBezTo>
                  <a:pt x="341" y="47"/>
                  <a:pt x="341" y="47"/>
                  <a:pt x="341" y="47"/>
                </a:cubicBezTo>
                <a:cubicBezTo>
                  <a:pt x="352" y="47"/>
                  <a:pt x="352" y="47"/>
                  <a:pt x="352" y="47"/>
                </a:cubicBezTo>
                <a:cubicBezTo>
                  <a:pt x="351" y="42"/>
                  <a:pt x="351" y="42"/>
                  <a:pt x="351" y="42"/>
                </a:cubicBezTo>
                <a:cubicBezTo>
                  <a:pt x="361" y="43"/>
                  <a:pt x="361" y="43"/>
                  <a:pt x="361" y="43"/>
                </a:cubicBezTo>
                <a:cubicBezTo>
                  <a:pt x="359" y="49"/>
                  <a:pt x="352" y="51"/>
                  <a:pt x="345" y="52"/>
                </a:cubicBezTo>
                <a:cubicBezTo>
                  <a:pt x="333" y="55"/>
                  <a:pt x="333" y="55"/>
                  <a:pt x="333" y="55"/>
                </a:cubicBezTo>
                <a:cubicBezTo>
                  <a:pt x="333" y="57"/>
                  <a:pt x="333" y="57"/>
                  <a:pt x="333" y="57"/>
                </a:cubicBezTo>
                <a:cubicBezTo>
                  <a:pt x="341" y="58"/>
                  <a:pt x="347" y="57"/>
                  <a:pt x="349" y="57"/>
                </a:cubicBezTo>
                <a:cubicBezTo>
                  <a:pt x="353" y="57"/>
                  <a:pt x="360" y="55"/>
                  <a:pt x="365" y="53"/>
                </a:cubicBezTo>
                <a:cubicBezTo>
                  <a:pt x="368" y="58"/>
                  <a:pt x="375" y="62"/>
                  <a:pt x="381" y="64"/>
                </a:cubicBezTo>
                <a:cubicBezTo>
                  <a:pt x="386" y="66"/>
                  <a:pt x="391" y="67"/>
                  <a:pt x="395" y="68"/>
                </a:cubicBezTo>
                <a:cubicBezTo>
                  <a:pt x="396" y="65"/>
                  <a:pt x="396" y="65"/>
                  <a:pt x="396" y="65"/>
                </a:cubicBezTo>
                <a:cubicBezTo>
                  <a:pt x="381" y="59"/>
                  <a:pt x="381" y="59"/>
                  <a:pt x="381" y="59"/>
                </a:cubicBezTo>
                <a:cubicBezTo>
                  <a:pt x="374" y="55"/>
                  <a:pt x="374" y="53"/>
                  <a:pt x="372" y="45"/>
                </a:cubicBezTo>
                <a:cubicBezTo>
                  <a:pt x="383" y="47"/>
                  <a:pt x="383" y="47"/>
                  <a:pt x="383" y="47"/>
                </a:cubicBezTo>
                <a:cubicBezTo>
                  <a:pt x="383" y="54"/>
                  <a:pt x="383" y="54"/>
                  <a:pt x="383" y="54"/>
                </a:cubicBezTo>
                <a:cubicBezTo>
                  <a:pt x="394" y="56"/>
                  <a:pt x="394" y="56"/>
                  <a:pt x="394" y="56"/>
                </a:cubicBezTo>
                <a:cubicBezTo>
                  <a:pt x="396" y="46"/>
                  <a:pt x="396" y="46"/>
                  <a:pt x="396" y="46"/>
                </a:cubicBezTo>
                <a:cubicBezTo>
                  <a:pt x="372" y="40"/>
                  <a:pt x="372" y="40"/>
                  <a:pt x="372" y="40"/>
                </a:cubicBezTo>
                <a:cubicBezTo>
                  <a:pt x="372" y="37"/>
                  <a:pt x="372" y="37"/>
                  <a:pt x="372" y="37"/>
                </a:cubicBezTo>
                <a:cubicBezTo>
                  <a:pt x="400" y="43"/>
                  <a:pt x="400" y="43"/>
                  <a:pt x="400" y="43"/>
                </a:cubicBezTo>
                <a:cubicBezTo>
                  <a:pt x="401" y="39"/>
                  <a:pt x="401" y="39"/>
                  <a:pt x="401" y="39"/>
                </a:cubicBezTo>
                <a:cubicBezTo>
                  <a:pt x="373" y="34"/>
                  <a:pt x="373" y="34"/>
                  <a:pt x="373" y="34"/>
                </a:cubicBezTo>
                <a:cubicBezTo>
                  <a:pt x="373" y="30"/>
                  <a:pt x="373" y="30"/>
                  <a:pt x="373" y="30"/>
                </a:cubicBezTo>
                <a:cubicBezTo>
                  <a:pt x="380" y="31"/>
                  <a:pt x="384" y="32"/>
                  <a:pt x="390" y="34"/>
                </a:cubicBezTo>
                <a:cubicBezTo>
                  <a:pt x="403" y="37"/>
                  <a:pt x="403" y="37"/>
                  <a:pt x="403" y="37"/>
                </a:cubicBezTo>
                <a:cubicBezTo>
                  <a:pt x="404" y="33"/>
                  <a:pt x="404" y="33"/>
                  <a:pt x="404" y="33"/>
                </a:cubicBezTo>
                <a:cubicBezTo>
                  <a:pt x="393" y="30"/>
                  <a:pt x="377" y="25"/>
                  <a:pt x="366" y="23"/>
                </a:cubicBezTo>
                <a:cubicBezTo>
                  <a:pt x="351" y="21"/>
                  <a:pt x="342" y="20"/>
                  <a:pt x="328" y="19"/>
                </a:cubicBezTo>
                <a:cubicBezTo>
                  <a:pt x="327" y="31"/>
                  <a:pt x="329" y="39"/>
                  <a:pt x="326" y="47"/>
                </a:cubicBezTo>
                <a:cubicBezTo>
                  <a:pt x="325" y="50"/>
                  <a:pt x="322" y="50"/>
                  <a:pt x="319" y="53"/>
                </a:cubicBezTo>
                <a:close/>
                <a:moveTo>
                  <a:pt x="418" y="53"/>
                </a:moveTo>
                <a:cubicBezTo>
                  <a:pt x="448" y="69"/>
                  <a:pt x="448" y="69"/>
                  <a:pt x="448" y="69"/>
                </a:cubicBezTo>
                <a:cubicBezTo>
                  <a:pt x="442" y="70"/>
                  <a:pt x="435" y="71"/>
                  <a:pt x="429" y="71"/>
                </a:cubicBezTo>
                <a:cubicBezTo>
                  <a:pt x="422" y="71"/>
                  <a:pt x="414" y="70"/>
                  <a:pt x="408" y="69"/>
                </a:cubicBezTo>
                <a:cubicBezTo>
                  <a:pt x="407" y="75"/>
                  <a:pt x="426" y="77"/>
                  <a:pt x="430" y="78"/>
                </a:cubicBezTo>
                <a:cubicBezTo>
                  <a:pt x="435" y="79"/>
                  <a:pt x="446" y="78"/>
                  <a:pt x="451" y="78"/>
                </a:cubicBezTo>
                <a:cubicBezTo>
                  <a:pt x="455" y="89"/>
                  <a:pt x="460" y="96"/>
                  <a:pt x="464" y="100"/>
                </a:cubicBezTo>
                <a:cubicBezTo>
                  <a:pt x="477" y="113"/>
                  <a:pt x="477" y="113"/>
                  <a:pt x="477" y="113"/>
                </a:cubicBezTo>
                <a:cubicBezTo>
                  <a:pt x="481" y="110"/>
                  <a:pt x="481" y="110"/>
                  <a:pt x="481" y="110"/>
                </a:cubicBezTo>
                <a:cubicBezTo>
                  <a:pt x="475" y="102"/>
                  <a:pt x="475" y="102"/>
                  <a:pt x="475" y="102"/>
                </a:cubicBezTo>
                <a:cubicBezTo>
                  <a:pt x="471" y="97"/>
                  <a:pt x="468" y="93"/>
                  <a:pt x="466" y="91"/>
                </a:cubicBezTo>
                <a:cubicBezTo>
                  <a:pt x="463" y="86"/>
                  <a:pt x="461" y="81"/>
                  <a:pt x="460" y="77"/>
                </a:cubicBezTo>
                <a:cubicBezTo>
                  <a:pt x="486" y="94"/>
                  <a:pt x="486" y="94"/>
                  <a:pt x="486" y="94"/>
                </a:cubicBezTo>
                <a:cubicBezTo>
                  <a:pt x="489" y="90"/>
                  <a:pt x="489" y="90"/>
                  <a:pt x="489" y="90"/>
                </a:cubicBezTo>
                <a:cubicBezTo>
                  <a:pt x="463" y="72"/>
                  <a:pt x="463" y="72"/>
                  <a:pt x="463" y="72"/>
                </a:cubicBezTo>
                <a:cubicBezTo>
                  <a:pt x="468" y="63"/>
                  <a:pt x="468" y="63"/>
                  <a:pt x="468" y="63"/>
                </a:cubicBezTo>
                <a:cubicBezTo>
                  <a:pt x="457" y="55"/>
                  <a:pt x="457" y="55"/>
                  <a:pt x="457" y="55"/>
                </a:cubicBezTo>
                <a:cubicBezTo>
                  <a:pt x="451" y="65"/>
                  <a:pt x="451" y="65"/>
                  <a:pt x="451" y="65"/>
                </a:cubicBezTo>
                <a:cubicBezTo>
                  <a:pt x="441" y="60"/>
                  <a:pt x="431" y="54"/>
                  <a:pt x="421" y="48"/>
                </a:cubicBezTo>
                <a:cubicBezTo>
                  <a:pt x="418" y="53"/>
                  <a:pt x="418" y="53"/>
                  <a:pt x="418" y="53"/>
                </a:cubicBezTo>
                <a:close/>
                <a:moveTo>
                  <a:pt x="510" y="141"/>
                </a:moveTo>
                <a:cubicBezTo>
                  <a:pt x="498" y="128"/>
                  <a:pt x="498" y="128"/>
                  <a:pt x="498" y="128"/>
                </a:cubicBezTo>
                <a:cubicBezTo>
                  <a:pt x="494" y="131"/>
                  <a:pt x="494" y="131"/>
                  <a:pt x="494" y="131"/>
                </a:cubicBezTo>
                <a:cubicBezTo>
                  <a:pt x="507" y="145"/>
                  <a:pt x="507" y="145"/>
                  <a:pt x="507" y="145"/>
                </a:cubicBezTo>
                <a:cubicBezTo>
                  <a:pt x="516" y="157"/>
                  <a:pt x="516" y="157"/>
                  <a:pt x="516" y="157"/>
                </a:cubicBezTo>
                <a:cubicBezTo>
                  <a:pt x="523" y="152"/>
                  <a:pt x="523" y="152"/>
                  <a:pt x="523" y="152"/>
                </a:cubicBezTo>
                <a:cubicBezTo>
                  <a:pt x="541" y="175"/>
                  <a:pt x="541" y="175"/>
                  <a:pt x="541" y="175"/>
                </a:cubicBezTo>
                <a:cubicBezTo>
                  <a:pt x="545" y="172"/>
                  <a:pt x="545" y="172"/>
                  <a:pt x="545" y="172"/>
                </a:cubicBezTo>
                <a:cubicBezTo>
                  <a:pt x="527" y="149"/>
                  <a:pt x="527" y="149"/>
                  <a:pt x="527" y="149"/>
                </a:cubicBezTo>
                <a:cubicBezTo>
                  <a:pt x="541" y="150"/>
                  <a:pt x="541" y="150"/>
                  <a:pt x="541" y="150"/>
                </a:cubicBezTo>
                <a:cubicBezTo>
                  <a:pt x="534" y="142"/>
                  <a:pt x="534" y="142"/>
                  <a:pt x="534" y="142"/>
                </a:cubicBezTo>
                <a:cubicBezTo>
                  <a:pt x="528" y="134"/>
                  <a:pt x="528" y="134"/>
                  <a:pt x="528" y="134"/>
                </a:cubicBezTo>
                <a:cubicBezTo>
                  <a:pt x="520" y="125"/>
                  <a:pt x="520" y="125"/>
                  <a:pt x="520" y="125"/>
                </a:cubicBezTo>
                <a:cubicBezTo>
                  <a:pt x="513" y="117"/>
                  <a:pt x="513" y="117"/>
                  <a:pt x="513" y="117"/>
                </a:cubicBezTo>
                <a:cubicBezTo>
                  <a:pt x="509" y="120"/>
                  <a:pt x="509" y="120"/>
                  <a:pt x="509" y="120"/>
                </a:cubicBezTo>
                <a:cubicBezTo>
                  <a:pt x="524" y="136"/>
                  <a:pt x="524" y="136"/>
                  <a:pt x="524" y="136"/>
                </a:cubicBezTo>
                <a:cubicBezTo>
                  <a:pt x="516" y="136"/>
                  <a:pt x="516" y="136"/>
                  <a:pt x="516" y="136"/>
                </a:cubicBezTo>
                <a:cubicBezTo>
                  <a:pt x="494" y="112"/>
                  <a:pt x="494" y="112"/>
                  <a:pt x="494" y="112"/>
                </a:cubicBezTo>
                <a:cubicBezTo>
                  <a:pt x="491" y="115"/>
                  <a:pt x="491" y="115"/>
                  <a:pt x="491" y="115"/>
                </a:cubicBezTo>
                <a:cubicBezTo>
                  <a:pt x="513" y="139"/>
                  <a:pt x="513" y="139"/>
                  <a:pt x="513" y="139"/>
                </a:cubicBezTo>
                <a:cubicBezTo>
                  <a:pt x="510" y="141"/>
                  <a:pt x="510" y="141"/>
                  <a:pt x="510" y="141"/>
                </a:cubicBezTo>
                <a:close/>
                <a:moveTo>
                  <a:pt x="500" y="103"/>
                </a:moveTo>
                <a:cubicBezTo>
                  <a:pt x="509" y="113"/>
                  <a:pt x="509" y="113"/>
                  <a:pt x="509" y="113"/>
                </a:cubicBezTo>
                <a:cubicBezTo>
                  <a:pt x="512" y="110"/>
                  <a:pt x="512" y="110"/>
                  <a:pt x="512" y="110"/>
                </a:cubicBezTo>
                <a:cubicBezTo>
                  <a:pt x="526" y="126"/>
                  <a:pt x="526" y="126"/>
                  <a:pt x="526" y="126"/>
                </a:cubicBezTo>
                <a:cubicBezTo>
                  <a:pt x="539" y="141"/>
                  <a:pt x="539" y="141"/>
                  <a:pt x="539" y="141"/>
                </a:cubicBezTo>
                <a:cubicBezTo>
                  <a:pt x="548" y="152"/>
                  <a:pt x="548" y="152"/>
                  <a:pt x="548" y="152"/>
                </a:cubicBezTo>
                <a:cubicBezTo>
                  <a:pt x="545" y="155"/>
                  <a:pt x="545" y="155"/>
                  <a:pt x="545" y="155"/>
                </a:cubicBezTo>
                <a:cubicBezTo>
                  <a:pt x="553" y="166"/>
                  <a:pt x="553" y="166"/>
                  <a:pt x="553" y="166"/>
                </a:cubicBezTo>
                <a:cubicBezTo>
                  <a:pt x="560" y="161"/>
                  <a:pt x="560" y="161"/>
                  <a:pt x="560" y="161"/>
                </a:cubicBezTo>
                <a:cubicBezTo>
                  <a:pt x="555" y="154"/>
                  <a:pt x="555" y="154"/>
                  <a:pt x="555" y="154"/>
                </a:cubicBezTo>
                <a:cubicBezTo>
                  <a:pt x="559" y="151"/>
                  <a:pt x="559" y="151"/>
                  <a:pt x="559" y="151"/>
                </a:cubicBezTo>
                <a:cubicBezTo>
                  <a:pt x="550" y="139"/>
                  <a:pt x="550" y="139"/>
                  <a:pt x="550" y="139"/>
                </a:cubicBezTo>
                <a:cubicBezTo>
                  <a:pt x="546" y="142"/>
                  <a:pt x="546" y="142"/>
                  <a:pt x="546" y="142"/>
                </a:cubicBezTo>
                <a:cubicBezTo>
                  <a:pt x="540" y="135"/>
                  <a:pt x="540" y="135"/>
                  <a:pt x="540" y="135"/>
                </a:cubicBezTo>
                <a:cubicBezTo>
                  <a:pt x="541" y="128"/>
                  <a:pt x="541" y="128"/>
                  <a:pt x="541" y="128"/>
                </a:cubicBezTo>
                <a:cubicBezTo>
                  <a:pt x="530" y="115"/>
                  <a:pt x="530" y="115"/>
                  <a:pt x="530" y="115"/>
                </a:cubicBezTo>
                <a:cubicBezTo>
                  <a:pt x="529" y="122"/>
                  <a:pt x="529" y="122"/>
                  <a:pt x="529" y="122"/>
                </a:cubicBezTo>
                <a:cubicBezTo>
                  <a:pt x="524" y="116"/>
                  <a:pt x="524" y="116"/>
                  <a:pt x="524" y="116"/>
                </a:cubicBezTo>
                <a:cubicBezTo>
                  <a:pt x="525" y="110"/>
                  <a:pt x="525" y="110"/>
                  <a:pt x="525" y="110"/>
                </a:cubicBezTo>
                <a:cubicBezTo>
                  <a:pt x="515" y="100"/>
                  <a:pt x="515" y="100"/>
                  <a:pt x="515" y="100"/>
                </a:cubicBezTo>
                <a:cubicBezTo>
                  <a:pt x="514" y="105"/>
                  <a:pt x="514" y="105"/>
                  <a:pt x="514" y="105"/>
                </a:cubicBezTo>
                <a:cubicBezTo>
                  <a:pt x="507" y="97"/>
                  <a:pt x="507" y="97"/>
                  <a:pt x="507" y="97"/>
                </a:cubicBezTo>
                <a:cubicBezTo>
                  <a:pt x="500" y="103"/>
                  <a:pt x="500" y="103"/>
                  <a:pt x="500" y="103"/>
                </a:cubicBezTo>
                <a:close/>
                <a:moveTo>
                  <a:pt x="565" y="231"/>
                </a:moveTo>
                <a:cubicBezTo>
                  <a:pt x="559" y="234"/>
                  <a:pt x="557" y="239"/>
                  <a:pt x="559" y="245"/>
                </a:cubicBezTo>
                <a:cubicBezTo>
                  <a:pt x="560" y="248"/>
                  <a:pt x="561" y="251"/>
                  <a:pt x="563" y="253"/>
                </a:cubicBezTo>
                <a:cubicBezTo>
                  <a:pt x="566" y="254"/>
                  <a:pt x="568" y="255"/>
                  <a:pt x="571" y="254"/>
                </a:cubicBezTo>
                <a:cubicBezTo>
                  <a:pt x="574" y="254"/>
                  <a:pt x="575" y="253"/>
                  <a:pt x="577" y="251"/>
                </a:cubicBezTo>
                <a:cubicBezTo>
                  <a:pt x="578" y="249"/>
                  <a:pt x="579" y="246"/>
                  <a:pt x="579" y="242"/>
                </a:cubicBezTo>
                <a:cubicBezTo>
                  <a:pt x="579" y="240"/>
                  <a:pt x="579" y="240"/>
                  <a:pt x="579" y="240"/>
                </a:cubicBezTo>
                <a:cubicBezTo>
                  <a:pt x="579" y="237"/>
                  <a:pt x="580" y="235"/>
                  <a:pt x="580" y="233"/>
                </a:cubicBezTo>
                <a:cubicBezTo>
                  <a:pt x="581" y="232"/>
                  <a:pt x="583" y="231"/>
                  <a:pt x="585" y="230"/>
                </a:cubicBezTo>
                <a:cubicBezTo>
                  <a:pt x="586" y="230"/>
                  <a:pt x="588" y="230"/>
                  <a:pt x="589" y="231"/>
                </a:cubicBezTo>
                <a:cubicBezTo>
                  <a:pt x="591" y="232"/>
                  <a:pt x="592" y="234"/>
                  <a:pt x="593" y="237"/>
                </a:cubicBezTo>
                <a:cubicBezTo>
                  <a:pt x="593" y="239"/>
                  <a:pt x="593" y="241"/>
                  <a:pt x="593" y="243"/>
                </a:cubicBezTo>
                <a:cubicBezTo>
                  <a:pt x="592" y="245"/>
                  <a:pt x="590" y="246"/>
                  <a:pt x="588" y="247"/>
                </a:cubicBezTo>
                <a:cubicBezTo>
                  <a:pt x="590" y="251"/>
                  <a:pt x="590" y="251"/>
                  <a:pt x="590" y="251"/>
                </a:cubicBezTo>
                <a:cubicBezTo>
                  <a:pt x="593" y="250"/>
                  <a:pt x="595" y="248"/>
                  <a:pt x="596" y="246"/>
                </a:cubicBezTo>
                <a:cubicBezTo>
                  <a:pt x="597" y="243"/>
                  <a:pt x="597" y="240"/>
                  <a:pt x="596" y="236"/>
                </a:cubicBezTo>
                <a:cubicBezTo>
                  <a:pt x="595" y="232"/>
                  <a:pt x="594" y="230"/>
                  <a:pt x="592" y="228"/>
                </a:cubicBezTo>
                <a:cubicBezTo>
                  <a:pt x="589" y="226"/>
                  <a:pt x="586" y="225"/>
                  <a:pt x="583" y="226"/>
                </a:cubicBezTo>
                <a:cubicBezTo>
                  <a:pt x="581" y="227"/>
                  <a:pt x="579" y="228"/>
                  <a:pt x="577" y="229"/>
                </a:cubicBezTo>
                <a:cubicBezTo>
                  <a:pt x="576" y="231"/>
                  <a:pt x="575" y="235"/>
                  <a:pt x="575" y="239"/>
                </a:cubicBezTo>
                <a:cubicBezTo>
                  <a:pt x="575" y="241"/>
                  <a:pt x="575" y="241"/>
                  <a:pt x="575" y="241"/>
                </a:cubicBezTo>
                <a:cubicBezTo>
                  <a:pt x="575" y="244"/>
                  <a:pt x="575" y="246"/>
                  <a:pt x="574" y="247"/>
                </a:cubicBezTo>
                <a:cubicBezTo>
                  <a:pt x="573" y="249"/>
                  <a:pt x="572" y="250"/>
                  <a:pt x="570" y="250"/>
                </a:cubicBezTo>
                <a:cubicBezTo>
                  <a:pt x="568" y="251"/>
                  <a:pt x="567" y="250"/>
                  <a:pt x="565" y="249"/>
                </a:cubicBezTo>
                <a:cubicBezTo>
                  <a:pt x="564" y="248"/>
                  <a:pt x="563" y="247"/>
                  <a:pt x="562" y="244"/>
                </a:cubicBezTo>
                <a:cubicBezTo>
                  <a:pt x="561" y="240"/>
                  <a:pt x="563" y="237"/>
                  <a:pt x="567" y="235"/>
                </a:cubicBezTo>
                <a:cubicBezTo>
                  <a:pt x="565" y="231"/>
                  <a:pt x="565" y="231"/>
                  <a:pt x="565" y="231"/>
                </a:cubicBezTo>
                <a:close/>
                <a:moveTo>
                  <a:pt x="558" y="361"/>
                </a:moveTo>
                <a:cubicBezTo>
                  <a:pt x="553" y="384"/>
                  <a:pt x="553" y="384"/>
                  <a:pt x="553" y="384"/>
                </a:cubicBezTo>
                <a:cubicBezTo>
                  <a:pt x="589" y="393"/>
                  <a:pt x="589" y="393"/>
                  <a:pt x="589" y="393"/>
                </a:cubicBezTo>
                <a:cubicBezTo>
                  <a:pt x="595" y="369"/>
                  <a:pt x="595" y="369"/>
                  <a:pt x="595" y="369"/>
                </a:cubicBezTo>
                <a:cubicBezTo>
                  <a:pt x="591" y="369"/>
                  <a:pt x="591" y="369"/>
                  <a:pt x="591" y="369"/>
                </a:cubicBezTo>
                <a:cubicBezTo>
                  <a:pt x="587" y="388"/>
                  <a:pt x="587" y="388"/>
                  <a:pt x="587" y="388"/>
                </a:cubicBezTo>
                <a:cubicBezTo>
                  <a:pt x="573" y="384"/>
                  <a:pt x="573" y="384"/>
                  <a:pt x="573" y="384"/>
                </a:cubicBezTo>
                <a:cubicBezTo>
                  <a:pt x="576" y="370"/>
                  <a:pt x="576" y="370"/>
                  <a:pt x="576" y="370"/>
                </a:cubicBezTo>
                <a:cubicBezTo>
                  <a:pt x="572" y="369"/>
                  <a:pt x="572" y="369"/>
                  <a:pt x="572" y="369"/>
                </a:cubicBezTo>
                <a:cubicBezTo>
                  <a:pt x="569" y="383"/>
                  <a:pt x="569" y="383"/>
                  <a:pt x="569" y="383"/>
                </a:cubicBezTo>
                <a:cubicBezTo>
                  <a:pt x="557" y="381"/>
                  <a:pt x="557" y="381"/>
                  <a:pt x="557" y="381"/>
                </a:cubicBezTo>
                <a:cubicBezTo>
                  <a:pt x="562" y="362"/>
                  <a:pt x="562" y="362"/>
                  <a:pt x="562" y="362"/>
                </a:cubicBezTo>
                <a:cubicBezTo>
                  <a:pt x="558" y="361"/>
                  <a:pt x="558" y="361"/>
                  <a:pt x="558" y="361"/>
                </a:cubicBezTo>
                <a:close/>
                <a:moveTo>
                  <a:pt x="549" y="392"/>
                </a:moveTo>
                <a:cubicBezTo>
                  <a:pt x="547" y="396"/>
                  <a:pt x="547" y="396"/>
                  <a:pt x="547" y="396"/>
                </a:cubicBezTo>
                <a:cubicBezTo>
                  <a:pt x="581" y="410"/>
                  <a:pt x="581" y="410"/>
                  <a:pt x="581" y="410"/>
                </a:cubicBezTo>
                <a:cubicBezTo>
                  <a:pt x="583" y="405"/>
                  <a:pt x="583" y="405"/>
                  <a:pt x="583" y="405"/>
                </a:cubicBezTo>
                <a:cubicBezTo>
                  <a:pt x="549" y="392"/>
                  <a:pt x="549" y="392"/>
                  <a:pt x="549" y="392"/>
                </a:cubicBezTo>
                <a:close/>
                <a:moveTo>
                  <a:pt x="554" y="407"/>
                </a:moveTo>
                <a:cubicBezTo>
                  <a:pt x="551" y="407"/>
                  <a:pt x="548" y="407"/>
                  <a:pt x="545" y="408"/>
                </a:cubicBezTo>
                <a:cubicBezTo>
                  <a:pt x="542" y="409"/>
                  <a:pt x="540" y="411"/>
                  <a:pt x="538" y="414"/>
                </a:cubicBezTo>
                <a:cubicBezTo>
                  <a:pt x="536" y="418"/>
                  <a:pt x="536" y="422"/>
                  <a:pt x="537" y="426"/>
                </a:cubicBezTo>
                <a:cubicBezTo>
                  <a:pt x="539" y="430"/>
                  <a:pt x="542" y="434"/>
                  <a:pt x="548" y="437"/>
                </a:cubicBezTo>
                <a:cubicBezTo>
                  <a:pt x="553" y="440"/>
                  <a:pt x="558" y="441"/>
                  <a:pt x="562" y="440"/>
                </a:cubicBezTo>
                <a:cubicBezTo>
                  <a:pt x="567" y="439"/>
                  <a:pt x="570" y="437"/>
                  <a:pt x="572" y="432"/>
                </a:cubicBezTo>
                <a:cubicBezTo>
                  <a:pt x="576" y="426"/>
                  <a:pt x="575" y="420"/>
                  <a:pt x="569" y="415"/>
                </a:cubicBezTo>
                <a:cubicBezTo>
                  <a:pt x="566" y="418"/>
                  <a:pt x="566" y="418"/>
                  <a:pt x="566" y="418"/>
                </a:cubicBezTo>
                <a:cubicBezTo>
                  <a:pt x="570" y="422"/>
                  <a:pt x="572" y="426"/>
                  <a:pt x="569" y="431"/>
                </a:cubicBezTo>
                <a:cubicBezTo>
                  <a:pt x="568" y="433"/>
                  <a:pt x="566" y="435"/>
                  <a:pt x="563" y="436"/>
                </a:cubicBezTo>
                <a:cubicBezTo>
                  <a:pt x="559" y="436"/>
                  <a:pt x="555" y="435"/>
                  <a:pt x="550" y="433"/>
                </a:cubicBezTo>
                <a:cubicBezTo>
                  <a:pt x="546" y="431"/>
                  <a:pt x="543" y="428"/>
                  <a:pt x="542" y="425"/>
                </a:cubicBezTo>
                <a:cubicBezTo>
                  <a:pt x="540" y="422"/>
                  <a:pt x="540" y="419"/>
                  <a:pt x="541" y="416"/>
                </a:cubicBezTo>
                <a:cubicBezTo>
                  <a:pt x="544" y="412"/>
                  <a:pt x="547" y="410"/>
                  <a:pt x="553" y="412"/>
                </a:cubicBezTo>
                <a:cubicBezTo>
                  <a:pt x="554" y="407"/>
                  <a:pt x="554" y="407"/>
                  <a:pt x="554" y="407"/>
                </a:cubicBezTo>
                <a:close/>
                <a:moveTo>
                  <a:pt x="48" y="258"/>
                </a:moveTo>
                <a:cubicBezTo>
                  <a:pt x="51" y="258"/>
                  <a:pt x="54" y="257"/>
                  <a:pt x="56" y="256"/>
                </a:cubicBezTo>
                <a:cubicBezTo>
                  <a:pt x="59" y="254"/>
                  <a:pt x="60" y="251"/>
                  <a:pt x="61" y="248"/>
                </a:cubicBezTo>
                <a:cubicBezTo>
                  <a:pt x="62" y="243"/>
                  <a:pt x="62" y="240"/>
                  <a:pt x="59" y="236"/>
                </a:cubicBezTo>
                <a:cubicBezTo>
                  <a:pt x="57" y="232"/>
                  <a:pt x="53" y="230"/>
                  <a:pt x="47" y="228"/>
                </a:cubicBezTo>
                <a:cubicBezTo>
                  <a:pt x="41" y="227"/>
                  <a:pt x="37" y="227"/>
                  <a:pt x="33" y="229"/>
                </a:cubicBezTo>
                <a:cubicBezTo>
                  <a:pt x="29" y="231"/>
                  <a:pt x="26" y="234"/>
                  <a:pt x="25" y="239"/>
                </a:cubicBezTo>
                <a:cubicBezTo>
                  <a:pt x="24" y="246"/>
                  <a:pt x="26" y="251"/>
                  <a:pt x="32" y="255"/>
                </a:cubicBezTo>
                <a:cubicBezTo>
                  <a:pt x="34" y="251"/>
                  <a:pt x="34" y="251"/>
                  <a:pt x="34" y="251"/>
                </a:cubicBezTo>
                <a:cubicBezTo>
                  <a:pt x="29" y="248"/>
                  <a:pt x="27" y="245"/>
                  <a:pt x="29" y="240"/>
                </a:cubicBezTo>
                <a:cubicBezTo>
                  <a:pt x="29" y="237"/>
                  <a:pt x="31" y="235"/>
                  <a:pt x="33" y="233"/>
                </a:cubicBezTo>
                <a:cubicBezTo>
                  <a:pt x="37" y="232"/>
                  <a:pt x="41" y="231"/>
                  <a:pt x="46" y="233"/>
                </a:cubicBezTo>
                <a:cubicBezTo>
                  <a:pt x="50" y="234"/>
                  <a:pt x="53" y="235"/>
                  <a:pt x="55" y="238"/>
                </a:cubicBezTo>
                <a:cubicBezTo>
                  <a:pt x="58" y="240"/>
                  <a:pt x="59" y="243"/>
                  <a:pt x="58" y="247"/>
                </a:cubicBezTo>
                <a:cubicBezTo>
                  <a:pt x="57" y="251"/>
                  <a:pt x="54" y="254"/>
                  <a:pt x="48" y="254"/>
                </a:cubicBezTo>
                <a:cubicBezTo>
                  <a:pt x="48" y="258"/>
                  <a:pt x="48" y="258"/>
                  <a:pt x="48" y="258"/>
                </a:cubicBezTo>
                <a:close/>
                <a:moveTo>
                  <a:pt x="56" y="292"/>
                </a:moveTo>
                <a:cubicBezTo>
                  <a:pt x="56" y="288"/>
                  <a:pt x="56" y="288"/>
                  <a:pt x="56" y="288"/>
                </a:cubicBezTo>
                <a:cubicBezTo>
                  <a:pt x="40" y="287"/>
                  <a:pt x="40" y="287"/>
                  <a:pt x="40" y="287"/>
                </a:cubicBezTo>
                <a:cubicBezTo>
                  <a:pt x="41" y="269"/>
                  <a:pt x="41" y="269"/>
                  <a:pt x="41" y="269"/>
                </a:cubicBezTo>
                <a:cubicBezTo>
                  <a:pt x="57" y="269"/>
                  <a:pt x="57" y="269"/>
                  <a:pt x="57" y="269"/>
                </a:cubicBezTo>
                <a:cubicBezTo>
                  <a:pt x="57" y="265"/>
                  <a:pt x="57" y="265"/>
                  <a:pt x="57" y="265"/>
                </a:cubicBezTo>
                <a:cubicBezTo>
                  <a:pt x="20" y="263"/>
                  <a:pt x="20" y="263"/>
                  <a:pt x="20" y="263"/>
                </a:cubicBezTo>
                <a:cubicBezTo>
                  <a:pt x="20" y="268"/>
                  <a:pt x="20" y="268"/>
                  <a:pt x="20" y="268"/>
                </a:cubicBezTo>
                <a:cubicBezTo>
                  <a:pt x="37" y="268"/>
                  <a:pt x="37" y="268"/>
                  <a:pt x="37" y="268"/>
                </a:cubicBezTo>
                <a:cubicBezTo>
                  <a:pt x="37" y="287"/>
                  <a:pt x="37" y="287"/>
                  <a:pt x="37" y="287"/>
                </a:cubicBezTo>
                <a:cubicBezTo>
                  <a:pt x="19" y="286"/>
                  <a:pt x="19" y="286"/>
                  <a:pt x="19" y="286"/>
                </a:cubicBezTo>
                <a:cubicBezTo>
                  <a:pt x="19" y="290"/>
                  <a:pt x="19" y="290"/>
                  <a:pt x="19" y="290"/>
                </a:cubicBezTo>
                <a:cubicBezTo>
                  <a:pt x="56" y="292"/>
                  <a:pt x="56" y="292"/>
                  <a:pt x="56" y="292"/>
                </a:cubicBezTo>
                <a:close/>
                <a:moveTo>
                  <a:pt x="56" y="306"/>
                </a:moveTo>
                <a:cubicBezTo>
                  <a:pt x="56" y="301"/>
                  <a:pt x="56" y="301"/>
                  <a:pt x="56" y="301"/>
                </a:cubicBezTo>
                <a:cubicBezTo>
                  <a:pt x="19" y="302"/>
                  <a:pt x="19" y="302"/>
                  <a:pt x="19" y="302"/>
                </a:cubicBezTo>
                <a:cubicBezTo>
                  <a:pt x="19" y="307"/>
                  <a:pt x="19" y="307"/>
                  <a:pt x="19" y="307"/>
                </a:cubicBezTo>
                <a:cubicBezTo>
                  <a:pt x="56" y="306"/>
                  <a:pt x="56" y="306"/>
                  <a:pt x="56" y="306"/>
                </a:cubicBezTo>
                <a:close/>
                <a:moveTo>
                  <a:pt x="58" y="342"/>
                </a:moveTo>
                <a:cubicBezTo>
                  <a:pt x="58" y="338"/>
                  <a:pt x="58" y="338"/>
                  <a:pt x="58" y="338"/>
                </a:cubicBezTo>
                <a:cubicBezTo>
                  <a:pt x="38" y="340"/>
                  <a:pt x="38" y="340"/>
                  <a:pt x="38" y="340"/>
                </a:cubicBezTo>
                <a:cubicBezTo>
                  <a:pt x="37" y="340"/>
                  <a:pt x="33" y="340"/>
                  <a:pt x="26" y="341"/>
                </a:cubicBezTo>
                <a:cubicBezTo>
                  <a:pt x="26" y="340"/>
                  <a:pt x="26" y="340"/>
                  <a:pt x="26" y="340"/>
                </a:cubicBezTo>
                <a:cubicBezTo>
                  <a:pt x="27" y="340"/>
                  <a:pt x="28" y="339"/>
                  <a:pt x="31" y="338"/>
                </a:cubicBezTo>
                <a:cubicBezTo>
                  <a:pt x="33" y="336"/>
                  <a:pt x="35" y="335"/>
                  <a:pt x="37" y="334"/>
                </a:cubicBezTo>
                <a:cubicBezTo>
                  <a:pt x="57" y="322"/>
                  <a:pt x="57" y="322"/>
                  <a:pt x="57" y="322"/>
                </a:cubicBezTo>
                <a:cubicBezTo>
                  <a:pt x="56" y="315"/>
                  <a:pt x="56" y="315"/>
                  <a:pt x="56" y="315"/>
                </a:cubicBezTo>
                <a:cubicBezTo>
                  <a:pt x="19" y="318"/>
                  <a:pt x="19" y="318"/>
                  <a:pt x="19" y="318"/>
                </a:cubicBezTo>
                <a:cubicBezTo>
                  <a:pt x="19" y="322"/>
                  <a:pt x="19" y="322"/>
                  <a:pt x="19" y="322"/>
                </a:cubicBezTo>
                <a:cubicBezTo>
                  <a:pt x="41" y="320"/>
                  <a:pt x="41" y="320"/>
                  <a:pt x="41" y="320"/>
                </a:cubicBezTo>
                <a:cubicBezTo>
                  <a:pt x="42" y="320"/>
                  <a:pt x="44" y="320"/>
                  <a:pt x="46" y="320"/>
                </a:cubicBezTo>
                <a:cubicBezTo>
                  <a:pt x="50" y="320"/>
                  <a:pt x="52" y="319"/>
                  <a:pt x="53" y="319"/>
                </a:cubicBezTo>
                <a:cubicBezTo>
                  <a:pt x="53" y="320"/>
                  <a:pt x="53" y="320"/>
                  <a:pt x="53" y="320"/>
                </a:cubicBezTo>
                <a:cubicBezTo>
                  <a:pt x="46" y="324"/>
                  <a:pt x="43" y="326"/>
                  <a:pt x="42" y="326"/>
                </a:cubicBezTo>
                <a:cubicBezTo>
                  <a:pt x="21" y="339"/>
                  <a:pt x="21" y="339"/>
                  <a:pt x="21" y="339"/>
                </a:cubicBezTo>
                <a:cubicBezTo>
                  <a:pt x="21" y="345"/>
                  <a:pt x="21" y="345"/>
                  <a:pt x="21" y="345"/>
                </a:cubicBezTo>
                <a:cubicBezTo>
                  <a:pt x="58" y="342"/>
                  <a:pt x="58" y="342"/>
                  <a:pt x="58" y="342"/>
                </a:cubicBezTo>
                <a:close/>
                <a:moveTo>
                  <a:pt x="43" y="370"/>
                </a:moveTo>
                <a:cubicBezTo>
                  <a:pt x="51" y="365"/>
                  <a:pt x="51" y="365"/>
                  <a:pt x="51" y="365"/>
                </a:cubicBezTo>
                <a:cubicBezTo>
                  <a:pt x="53" y="364"/>
                  <a:pt x="56" y="363"/>
                  <a:pt x="60" y="361"/>
                </a:cubicBezTo>
                <a:cubicBezTo>
                  <a:pt x="59" y="360"/>
                  <a:pt x="59" y="360"/>
                  <a:pt x="59" y="360"/>
                </a:cubicBezTo>
                <a:cubicBezTo>
                  <a:pt x="56" y="360"/>
                  <a:pt x="52" y="360"/>
                  <a:pt x="50" y="359"/>
                </a:cubicBezTo>
                <a:cubicBezTo>
                  <a:pt x="40" y="359"/>
                  <a:pt x="40" y="359"/>
                  <a:pt x="40" y="359"/>
                </a:cubicBezTo>
                <a:cubicBezTo>
                  <a:pt x="43" y="370"/>
                  <a:pt x="43" y="370"/>
                  <a:pt x="43" y="370"/>
                </a:cubicBezTo>
                <a:close/>
                <a:moveTo>
                  <a:pt x="63" y="362"/>
                </a:moveTo>
                <a:cubicBezTo>
                  <a:pt x="62" y="357"/>
                  <a:pt x="62" y="357"/>
                  <a:pt x="62" y="357"/>
                </a:cubicBezTo>
                <a:cubicBezTo>
                  <a:pt x="23" y="354"/>
                  <a:pt x="23" y="354"/>
                  <a:pt x="23" y="354"/>
                </a:cubicBezTo>
                <a:cubicBezTo>
                  <a:pt x="24" y="358"/>
                  <a:pt x="24" y="358"/>
                  <a:pt x="24" y="358"/>
                </a:cubicBezTo>
                <a:cubicBezTo>
                  <a:pt x="37" y="359"/>
                  <a:pt x="37" y="359"/>
                  <a:pt x="37" y="359"/>
                </a:cubicBezTo>
                <a:cubicBezTo>
                  <a:pt x="40" y="372"/>
                  <a:pt x="40" y="372"/>
                  <a:pt x="40" y="372"/>
                </a:cubicBezTo>
                <a:cubicBezTo>
                  <a:pt x="29" y="378"/>
                  <a:pt x="29" y="378"/>
                  <a:pt x="29" y="378"/>
                </a:cubicBezTo>
                <a:cubicBezTo>
                  <a:pt x="30" y="382"/>
                  <a:pt x="30" y="382"/>
                  <a:pt x="30" y="382"/>
                </a:cubicBezTo>
                <a:cubicBezTo>
                  <a:pt x="63" y="362"/>
                  <a:pt x="63" y="362"/>
                  <a:pt x="63" y="362"/>
                </a:cubicBezTo>
                <a:close/>
                <a:moveTo>
                  <a:pt x="93" y="431"/>
                </a:moveTo>
                <a:cubicBezTo>
                  <a:pt x="91" y="427"/>
                  <a:pt x="91" y="427"/>
                  <a:pt x="91" y="427"/>
                </a:cubicBezTo>
                <a:cubicBezTo>
                  <a:pt x="70" y="439"/>
                  <a:pt x="70" y="439"/>
                  <a:pt x="70" y="439"/>
                </a:cubicBezTo>
                <a:cubicBezTo>
                  <a:pt x="64" y="443"/>
                  <a:pt x="60" y="442"/>
                  <a:pt x="57" y="436"/>
                </a:cubicBezTo>
                <a:cubicBezTo>
                  <a:pt x="54" y="431"/>
                  <a:pt x="55" y="427"/>
                  <a:pt x="60" y="424"/>
                </a:cubicBezTo>
                <a:cubicBezTo>
                  <a:pt x="82" y="411"/>
                  <a:pt x="82" y="411"/>
                  <a:pt x="82" y="411"/>
                </a:cubicBezTo>
                <a:cubicBezTo>
                  <a:pt x="80" y="407"/>
                  <a:pt x="80" y="407"/>
                  <a:pt x="80" y="407"/>
                </a:cubicBezTo>
                <a:cubicBezTo>
                  <a:pt x="58" y="420"/>
                  <a:pt x="58" y="420"/>
                  <a:pt x="58" y="420"/>
                </a:cubicBezTo>
                <a:cubicBezTo>
                  <a:pt x="55" y="422"/>
                  <a:pt x="52" y="424"/>
                  <a:pt x="52" y="427"/>
                </a:cubicBezTo>
                <a:cubicBezTo>
                  <a:pt x="51" y="431"/>
                  <a:pt x="51" y="434"/>
                  <a:pt x="54" y="438"/>
                </a:cubicBezTo>
                <a:cubicBezTo>
                  <a:pt x="55" y="441"/>
                  <a:pt x="58" y="443"/>
                  <a:pt x="61" y="445"/>
                </a:cubicBezTo>
                <a:cubicBezTo>
                  <a:pt x="64" y="446"/>
                  <a:pt x="68" y="445"/>
                  <a:pt x="72" y="443"/>
                </a:cubicBezTo>
                <a:cubicBezTo>
                  <a:pt x="93" y="431"/>
                  <a:pt x="93" y="431"/>
                  <a:pt x="93" y="431"/>
                </a:cubicBezTo>
                <a:close/>
                <a:moveTo>
                  <a:pt x="111" y="459"/>
                </a:moveTo>
                <a:cubicBezTo>
                  <a:pt x="108" y="456"/>
                  <a:pt x="108" y="456"/>
                  <a:pt x="108" y="456"/>
                </a:cubicBezTo>
                <a:cubicBezTo>
                  <a:pt x="93" y="468"/>
                  <a:pt x="93" y="468"/>
                  <a:pt x="93" y="468"/>
                </a:cubicBezTo>
                <a:cubicBezTo>
                  <a:pt x="92" y="469"/>
                  <a:pt x="89" y="472"/>
                  <a:pt x="84" y="476"/>
                </a:cubicBezTo>
                <a:cubicBezTo>
                  <a:pt x="83" y="476"/>
                  <a:pt x="83" y="476"/>
                  <a:pt x="83" y="476"/>
                </a:cubicBezTo>
                <a:cubicBezTo>
                  <a:pt x="83" y="475"/>
                  <a:pt x="84" y="473"/>
                  <a:pt x="86" y="471"/>
                </a:cubicBezTo>
                <a:cubicBezTo>
                  <a:pt x="87" y="468"/>
                  <a:pt x="88" y="466"/>
                  <a:pt x="89" y="464"/>
                </a:cubicBezTo>
                <a:cubicBezTo>
                  <a:pt x="98" y="443"/>
                  <a:pt x="98" y="443"/>
                  <a:pt x="98" y="443"/>
                </a:cubicBezTo>
                <a:cubicBezTo>
                  <a:pt x="94" y="438"/>
                  <a:pt x="94" y="438"/>
                  <a:pt x="94" y="438"/>
                </a:cubicBezTo>
                <a:cubicBezTo>
                  <a:pt x="65" y="461"/>
                  <a:pt x="65" y="461"/>
                  <a:pt x="65" y="461"/>
                </a:cubicBezTo>
                <a:cubicBezTo>
                  <a:pt x="67" y="464"/>
                  <a:pt x="67" y="464"/>
                  <a:pt x="67" y="464"/>
                </a:cubicBezTo>
                <a:cubicBezTo>
                  <a:pt x="84" y="451"/>
                  <a:pt x="84" y="451"/>
                  <a:pt x="84" y="451"/>
                </a:cubicBezTo>
                <a:cubicBezTo>
                  <a:pt x="85" y="450"/>
                  <a:pt x="87" y="449"/>
                  <a:pt x="89" y="447"/>
                </a:cubicBezTo>
                <a:cubicBezTo>
                  <a:pt x="91" y="445"/>
                  <a:pt x="93" y="444"/>
                  <a:pt x="94" y="443"/>
                </a:cubicBezTo>
                <a:cubicBezTo>
                  <a:pt x="94" y="444"/>
                  <a:pt x="94" y="444"/>
                  <a:pt x="94" y="444"/>
                </a:cubicBezTo>
                <a:cubicBezTo>
                  <a:pt x="91" y="451"/>
                  <a:pt x="89" y="454"/>
                  <a:pt x="89" y="455"/>
                </a:cubicBezTo>
                <a:cubicBezTo>
                  <a:pt x="78" y="478"/>
                  <a:pt x="78" y="478"/>
                  <a:pt x="78" y="478"/>
                </a:cubicBezTo>
                <a:cubicBezTo>
                  <a:pt x="82" y="482"/>
                  <a:pt x="82" y="482"/>
                  <a:pt x="82" y="482"/>
                </a:cubicBezTo>
                <a:cubicBezTo>
                  <a:pt x="111" y="459"/>
                  <a:pt x="111" y="459"/>
                  <a:pt x="111" y="459"/>
                </a:cubicBezTo>
                <a:close/>
                <a:moveTo>
                  <a:pt x="121" y="469"/>
                </a:moveTo>
                <a:cubicBezTo>
                  <a:pt x="118" y="465"/>
                  <a:pt x="118" y="465"/>
                  <a:pt x="118" y="465"/>
                </a:cubicBezTo>
                <a:cubicBezTo>
                  <a:pt x="90" y="491"/>
                  <a:pt x="90" y="491"/>
                  <a:pt x="90" y="491"/>
                </a:cubicBezTo>
                <a:cubicBezTo>
                  <a:pt x="93" y="494"/>
                  <a:pt x="93" y="494"/>
                  <a:pt x="93" y="494"/>
                </a:cubicBezTo>
                <a:cubicBezTo>
                  <a:pt x="121" y="469"/>
                  <a:pt x="121" y="469"/>
                  <a:pt x="121" y="469"/>
                </a:cubicBezTo>
                <a:close/>
                <a:moveTo>
                  <a:pt x="147" y="493"/>
                </a:moveTo>
                <a:cubicBezTo>
                  <a:pt x="143" y="490"/>
                  <a:pt x="143" y="490"/>
                  <a:pt x="143" y="490"/>
                </a:cubicBezTo>
                <a:cubicBezTo>
                  <a:pt x="124" y="502"/>
                  <a:pt x="124" y="502"/>
                  <a:pt x="124" y="502"/>
                </a:cubicBezTo>
                <a:cubicBezTo>
                  <a:pt x="123" y="503"/>
                  <a:pt x="122" y="504"/>
                  <a:pt x="120" y="505"/>
                </a:cubicBezTo>
                <a:cubicBezTo>
                  <a:pt x="117" y="507"/>
                  <a:pt x="115" y="508"/>
                  <a:pt x="114" y="509"/>
                </a:cubicBezTo>
                <a:cubicBezTo>
                  <a:pt x="114" y="508"/>
                  <a:pt x="114" y="508"/>
                  <a:pt x="114" y="508"/>
                </a:cubicBezTo>
                <a:cubicBezTo>
                  <a:pt x="114" y="507"/>
                  <a:pt x="115" y="505"/>
                  <a:pt x="116" y="503"/>
                </a:cubicBezTo>
                <a:cubicBezTo>
                  <a:pt x="117" y="500"/>
                  <a:pt x="118" y="498"/>
                  <a:pt x="119" y="497"/>
                </a:cubicBezTo>
                <a:cubicBezTo>
                  <a:pt x="128" y="477"/>
                  <a:pt x="128" y="477"/>
                  <a:pt x="128" y="477"/>
                </a:cubicBezTo>
                <a:cubicBezTo>
                  <a:pt x="125" y="474"/>
                  <a:pt x="125" y="474"/>
                  <a:pt x="125" y="474"/>
                </a:cubicBezTo>
                <a:cubicBezTo>
                  <a:pt x="109" y="510"/>
                  <a:pt x="109" y="510"/>
                  <a:pt x="109" y="510"/>
                </a:cubicBezTo>
                <a:cubicBezTo>
                  <a:pt x="113" y="513"/>
                  <a:pt x="113" y="513"/>
                  <a:pt x="113" y="513"/>
                </a:cubicBezTo>
                <a:cubicBezTo>
                  <a:pt x="147" y="493"/>
                  <a:pt x="147" y="493"/>
                  <a:pt x="147" y="493"/>
                </a:cubicBezTo>
                <a:close/>
                <a:moveTo>
                  <a:pt x="169" y="511"/>
                </a:moveTo>
                <a:cubicBezTo>
                  <a:pt x="151" y="497"/>
                  <a:pt x="151" y="497"/>
                  <a:pt x="151" y="497"/>
                </a:cubicBezTo>
                <a:cubicBezTo>
                  <a:pt x="129" y="527"/>
                  <a:pt x="129" y="527"/>
                  <a:pt x="129" y="527"/>
                </a:cubicBezTo>
                <a:cubicBezTo>
                  <a:pt x="148" y="541"/>
                  <a:pt x="148" y="541"/>
                  <a:pt x="148" y="541"/>
                </a:cubicBezTo>
                <a:cubicBezTo>
                  <a:pt x="150" y="538"/>
                  <a:pt x="150" y="538"/>
                  <a:pt x="150" y="538"/>
                </a:cubicBezTo>
                <a:cubicBezTo>
                  <a:pt x="134" y="527"/>
                  <a:pt x="134" y="527"/>
                  <a:pt x="134" y="527"/>
                </a:cubicBezTo>
                <a:cubicBezTo>
                  <a:pt x="143" y="515"/>
                  <a:pt x="143" y="515"/>
                  <a:pt x="143" y="515"/>
                </a:cubicBezTo>
                <a:cubicBezTo>
                  <a:pt x="154" y="524"/>
                  <a:pt x="154" y="524"/>
                  <a:pt x="154" y="524"/>
                </a:cubicBezTo>
                <a:cubicBezTo>
                  <a:pt x="157" y="521"/>
                  <a:pt x="157" y="521"/>
                  <a:pt x="157" y="521"/>
                </a:cubicBezTo>
                <a:cubicBezTo>
                  <a:pt x="145" y="512"/>
                  <a:pt x="145" y="512"/>
                  <a:pt x="145" y="512"/>
                </a:cubicBezTo>
                <a:cubicBezTo>
                  <a:pt x="152" y="503"/>
                  <a:pt x="152" y="503"/>
                  <a:pt x="152" y="503"/>
                </a:cubicBezTo>
                <a:cubicBezTo>
                  <a:pt x="167" y="514"/>
                  <a:pt x="167" y="514"/>
                  <a:pt x="167" y="514"/>
                </a:cubicBezTo>
                <a:cubicBezTo>
                  <a:pt x="169" y="511"/>
                  <a:pt x="169" y="511"/>
                  <a:pt x="169" y="511"/>
                </a:cubicBezTo>
                <a:close/>
                <a:moveTo>
                  <a:pt x="177" y="521"/>
                </a:moveTo>
                <a:cubicBezTo>
                  <a:pt x="171" y="533"/>
                  <a:pt x="171" y="533"/>
                  <a:pt x="171" y="533"/>
                </a:cubicBezTo>
                <a:cubicBezTo>
                  <a:pt x="178" y="536"/>
                  <a:pt x="178" y="536"/>
                  <a:pt x="178" y="536"/>
                </a:cubicBezTo>
                <a:cubicBezTo>
                  <a:pt x="183" y="539"/>
                  <a:pt x="187" y="538"/>
                  <a:pt x="189" y="534"/>
                </a:cubicBezTo>
                <a:cubicBezTo>
                  <a:pt x="190" y="532"/>
                  <a:pt x="190" y="531"/>
                  <a:pt x="189" y="529"/>
                </a:cubicBezTo>
                <a:cubicBezTo>
                  <a:pt x="188" y="528"/>
                  <a:pt x="187" y="526"/>
                  <a:pt x="184" y="525"/>
                </a:cubicBezTo>
                <a:cubicBezTo>
                  <a:pt x="177" y="521"/>
                  <a:pt x="177" y="521"/>
                  <a:pt x="177" y="521"/>
                </a:cubicBezTo>
                <a:close/>
                <a:moveTo>
                  <a:pt x="175" y="516"/>
                </a:moveTo>
                <a:cubicBezTo>
                  <a:pt x="158" y="549"/>
                  <a:pt x="158" y="549"/>
                  <a:pt x="158" y="549"/>
                </a:cubicBezTo>
                <a:cubicBezTo>
                  <a:pt x="162" y="551"/>
                  <a:pt x="162" y="551"/>
                  <a:pt x="162" y="551"/>
                </a:cubicBezTo>
                <a:cubicBezTo>
                  <a:pt x="169" y="536"/>
                  <a:pt x="169" y="536"/>
                  <a:pt x="169" y="536"/>
                </a:cubicBezTo>
                <a:cubicBezTo>
                  <a:pt x="182" y="541"/>
                  <a:pt x="182" y="541"/>
                  <a:pt x="182" y="541"/>
                </a:cubicBezTo>
                <a:cubicBezTo>
                  <a:pt x="182" y="541"/>
                  <a:pt x="182" y="543"/>
                  <a:pt x="182" y="544"/>
                </a:cubicBezTo>
                <a:cubicBezTo>
                  <a:pt x="181" y="550"/>
                  <a:pt x="179" y="553"/>
                  <a:pt x="177" y="559"/>
                </a:cubicBezTo>
                <a:cubicBezTo>
                  <a:pt x="181" y="561"/>
                  <a:pt x="181" y="561"/>
                  <a:pt x="181" y="561"/>
                </a:cubicBezTo>
                <a:cubicBezTo>
                  <a:pt x="182" y="560"/>
                  <a:pt x="185" y="553"/>
                  <a:pt x="186" y="548"/>
                </a:cubicBezTo>
                <a:cubicBezTo>
                  <a:pt x="187" y="545"/>
                  <a:pt x="186" y="541"/>
                  <a:pt x="187" y="541"/>
                </a:cubicBezTo>
                <a:cubicBezTo>
                  <a:pt x="187" y="541"/>
                  <a:pt x="188" y="541"/>
                  <a:pt x="188" y="541"/>
                </a:cubicBezTo>
                <a:cubicBezTo>
                  <a:pt x="190" y="540"/>
                  <a:pt x="192" y="539"/>
                  <a:pt x="193" y="536"/>
                </a:cubicBezTo>
                <a:cubicBezTo>
                  <a:pt x="196" y="530"/>
                  <a:pt x="193" y="526"/>
                  <a:pt x="186" y="522"/>
                </a:cubicBezTo>
                <a:cubicBezTo>
                  <a:pt x="175" y="516"/>
                  <a:pt x="175" y="516"/>
                  <a:pt x="175" y="516"/>
                </a:cubicBezTo>
                <a:close/>
                <a:moveTo>
                  <a:pt x="225" y="547"/>
                </a:moveTo>
                <a:cubicBezTo>
                  <a:pt x="226" y="541"/>
                  <a:pt x="223" y="536"/>
                  <a:pt x="217" y="534"/>
                </a:cubicBezTo>
                <a:cubicBezTo>
                  <a:pt x="214" y="533"/>
                  <a:pt x="211" y="533"/>
                  <a:pt x="208" y="533"/>
                </a:cubicBezTo>
                <a:cubicBezTo>
                  <a:pt x="205" y="534"/>
                  <a:pt x="204" y="536"/>
                  <a:pt x="202" y="539"/>
                </a:cubicBezTo>
                <a:cubicBezTo>
                  <a:pt x="202" y="541"/>
                  <a:pt x="201" y="544"/>
                  <a:pt x="202" y="546"/>
                </a:cubicBezTo>
                <a:cubicBezTo>
                  <a:pt x="203" y="548"/>
                  <a:pt x="205" y="550"/>
                  <a:pt x="208" y="553"/>
                </a:cubicBezTo>
                <a:cubicBezTo>
                  <a:pt x="210" y="554"/>
                  <a:pt x="210" y="554"/>
                  <a:pt x="210" y="554"/>
                </a:cubicBezTo>
                <a:cubicBezTo>
                  <a:pt x="212" y="556"/>
                  <a:pt x="214" y="557"/>
                  <a:pt x="215" y="559"/>
                </a:cubicBezTo>
                <a:cubicBezTo>
                  <a:pt x="215" y="560"/>
                  <a:pt x="215" y="562"/>
                  <a:pt x="215" y="564"/>
                </a:cubicBezTo>
                <a:cubicBezTo>
                  <a:pt x="214" y="565"/>
                  <a:pt x="213" y="567"/>
                  <a:pt x="211" y="567"/>
                </a:cubicBezTo>
                <a:cubicBezTo>
                  <a:pt x="210" y="568"/>
                  <a:pt x="207" y="568"/>
                  <a:pt x="204" y="567"/>
                </a:cubicBezTo>
                <a:cubicBezTo>
                  <a:pt x="203" y="566"/>
                  <a:pt x="201" y="565"/>
                  <a:pt x="200" y="563"/>
                </a:cubicBezTo>
                <a:cubicBezTo>
                  <a:pt x="199" y="562"/>
                  <a:pt x="198" y="559"/>
                  <a:pt x="199" y="557"/>
                </a:cubicBezTo>
                <a:cubicBezTo>
                  <a:pt x="194" y="557"/>
                  <a:pt x="194" y="557"/>
                  <a:pt x="194" y="557"/>
                </a:cubicBezTo>
                <a:cubicBezTo>
                  <a:pt x="194" y="560"/>
                  <a:pt x="194" y="562"/>
                  <a:pt x="196" y="564"/>
                </a:cubicBezTo>
                <a:cubicBezTo>
                  <a:pt x="197" y="567"/>
                  <a:pt x="200" y="569"/>
                  <a:pt x="203" y="570"/>
                </a:cubicBezTo>
                <a:cubicBezTo>
                  <a:pt x="207" y="572"/>
                  <a:pt x="210" y="572"/>
                  <a:pt x="213" y="571"/>
                </a:cubicBezTo>
                <a:cubicBezTo>
                  <a:pt x="216" y="570"/>
                  <a:pt x="218" y="568"/>
                  <a:pt x="219" y="565"/>
                </a:cubicBezTo>
                <a:cubicBezTo>
                  <a:pt x="220" y="562"/>
                  <a:pt x="220" y="560"/>
                  <a:pt x="220" y="558"/>
                </a:cubicBezTo>
                <a:cubicBezTo>
                  <a:pt x="219" y="556"/>
                  <a:pt x="216" y="554"/>
                  <a:pt x="213" y="551"/>
                </a:cubicBezTo>
                <a:cubicBezTo>
                  <a:pt x="211" y="550"/>
                  <a:pt x="211" y="550"/>
                  <a:pt x="211" y="550"/>
                </a:cubicBezTo>
                <a:cubicBezTo>
                  <a:pt x="209" y="548"/>
                  <a:pt x="207" y="547"/>
                  <a:pt x="207" y="545"/>
                </a:cubicBezTo>
                <a:cubicBezTo>
                  <a:pt x="206" y="544"/>
                  <a:pt x="206" y="542"/>
                  <a:pt x="207" y="540"/>
                </a:cubicBezTo>
                <a:cubicBezTo>
                  <a:pt x="207" y="539"/>
                  <a:pt x="208" y="538"/>
                  <a:pt x="210" y="537"/>
                </a:cubicBezTo>
                <a:cubicBezTo>
                  <a:pt x="211" y="536"/>
                  <a:pt x="213" y="537"/>
                  <a:pt x="216" y="537"/>
                </a:cubicBezTo>
                <a:cubicBezTo>
                  <a:pt x="219" y="539"/>
                  <a:pt x="221" y="542"/>
                  <a:pt x="221" y="546"/>
                </a:cubicBezTo>
                <a:cubicBezTo>
                  <a:pt x="225" y="547"/>
                  <a:pt x="225" y="547"/>
                  <a:pt x="225" y="547"/>
                </a:cubicBezTo>
                <a:close/>
                <a:moveTo>
                  <a:pt x="240" y="544"/>
                </a:moveTo>
                <a:cubicBezTo>
                  <a:pt x="236" y="543"/>
                  <a:pt x="236" y="543"/>
                  <a:pt x="236" y="543"/>
                </a:cubicBezTo>
                <a:cubicBezTo>
                  <a:pt x="227" y="579"/>
                  <a:pt x="227" y="579"/>
                  <a:pt x="227" y="579"/>
                </a:cubicBezTo>
                <a:cubicBezTo>
                  <a:pt x="231" y="580"/>
                  <a:pt x="231" y="580"/>
                  <a:pt x="231" y="580"/>
                </a:cubicBezTo>
                <a:cubicBezTo>
                  <a:pt x="240" y="544"/>
                  <a:pt x="240" y="544"/>
                  <a:pt x="240" y="544"/>
                </a:cubicBezTo>
                <a:close/>
                <a:moveTo>
                  <a:pt x="273" y="549"/>
                </a:moveTo>
                <a:cubicBezTo>
                  <a:pt x="245" y="546"/>
                  <a:pt x="245" y="546"/>
                  <a:pt x="245" y="546"/>
                </a:cubicBezTo>
                <a:cubicBezTo>
                  <a:pt x="245" y="549"/>
                  <a:pt x="245" y="549"/>
                  <a:pt x="245" y="549"/>
                </a:cubicBezTo>
                <a:cubicBezTo>
                  <a:pt x="256" y="551"/>
                  <a:pt x="256" y="551"/>
                  <a:pt x="256" y="551"/>
                </a:cubicBezTo>
                <a:cubicBezTo>
                  <a:pt x="252" y="584"/>
                  <a:pt x="252" y="584"/>
                  <a:pt x="252" y="584"/>
                </a:cubicBezTo>
                <a:cubicBezTo>
                  <a:pt x="256" y="585"/>
                  <a:pt x="256" y="585"/>
                  <a:pt x="256" y="585"/>
                </a:cubicBezTo>
                <a:cubicBezTo>
                  <a:pt x="261" y="551"/>
                  <a:pt x="261" y="551"/>
                  <a:pt x="261" y="551"/>
                </a:cubicBezTo>
                <a:cubicBezTo>
                  <a:pt x="272" y="553"/>
                  <a:pt x="272" y="553"/>
                  <a:pt x="272" y="553"/>
                </a:cubicBezTo>
                <a:cubicBezTo>
                  <a:pt x="273" y="549"/>
                  <a:pt x="273" y="549"/>
                  <a:pt x="273" y="549"/>
                </a:cubicBezTo>
                <a:close/>
                <a:moveTo>
                  <a:pt x="306" y="553"/>
                </a:moveTo>
                <a:cubicBezTo>
                  <a:pt x="301" y="553"/>
                  <a:pt x="301" y="553"/>
                  <a:pt x="301" y="553"/>
                </a:cubicBezTo>
                <a:cubicBezTo>
                  <a:pt x="292" y="567"/>
                  <a:pt x="292" y="567"/>
                  <a:pt x="292" y="567"/>
                </a:cubicBezTo>
                <a:cubicBezTo>
                  <a:pt x="292" y="567"/>
                  <a:pt x="291" y="568"/>
                  <a:pt x="291" y="568"/>
                </a:cubicBezTo>
                <a:cubicBezTo>
                  <a:pt x="291" y="569"/>
                  <a:pt x="290" y="569"/>
                  <a:pt x="290" y="570"/>
                </a:cubicBezTo>
                <a:cubicBezTo>
                  <a:pt x="290" y="569"/>
                  <a:pt x="290" y="569"/>
                  <a:pt x="289" y="568"/>
                </a:cubicBezTo>
                <a:cubicBezTo>
                  <a:pt x="289" y="568"/>
                  <a:pt x="289" y="567"/>
                  <a:pt x="289" y="567"/>
                </a:cubicBezTo>
                <a:cubicBezTo>
                  <a:pt x="281" y="551"/>
                  <a:pt x="281" y="551"/>
                  <a:pt x="281" y="551"/>
                </a:cubicBezTo>
                <a:cubicBezTo>
                  <a:pt x="276" y="551"/>
                  <a:pt x="276" y="551"/>
                  <a:pt x="276" y="551"/>
                </a:cubicBezTo>
                <a:cubicBezTo>
                  <a:pt x="287" y="573"/>
                  <a:pt x="287" y="573"/>
                  <a:pt x="287" y="573"/>
                </a:cubicBezTo>
                <a:cubicBezTo>
                  <a:pt x="286" y="589"/>
                  <a:pt x="286" y="589"/>
                  <a:pt x="286" y="589"/>
                </a:cubicBezTo>
                <a:cubicBezTo>
                  <a:pt x="290" y="589"/>
                  <a:pt x="290" y="589"/>
                  <a:pt x="290" y="589"/>
                </a:cubicBezTo>
                <a:cubicBezTo>
                  <a:pt x="292" y="574"/>
                  <a:pt x="292" y="574"/>
                  <a:pt x="292" y="574"/>
                </a:cubicBezTo>
                <a:cubicBezTo>
                  <a:pt x="306" y="553"/>
                  <a:pt x="306" y="553"/>
                  <a:pt x="306" y="553"/>
                </a:cubicBezTo>
                <a:close/>
                <a:moveTo>
                  <a:pt x="357" y="551"/>
                </a:moveTo>
                <a:cubicBezTo>
                  <a:pt x="354" y="551"/>
                  <a:pt x="352" y="554"/>
                  <a:pt x="351" y="557"/>
                </a:cubicBezTo>
                <a:cubicBezTo>
                  <a:pt x="349" y="560"/>
                  <a:pt x="349" y="564"/>
                  <a:pt x="350" y="568"/>
                </a:cubicBezTo>
                <a:cubicBezTo>
                  <a:pt x="352" y="574"/>
                  <a:pt x="354" y="577"/>
                  <a:pt x="356" y="579"/>
                </a:cubicBezTo>
                <a:cubicBezTo>
                  <a:pt x="359" y="581"/>
                  <a:pt x="361" y="582"/>
                  <a:pt x="364" y="581"/>
                </a:cubicBezTo>
                <a:cubicBezTo>
                  <a:pt x="368" y="580"/>
                  <a:pt x="370" y="578"/>
                  <a:pt x="371" y="575"/>
                </a:cubicBezTo>
                <a:cubicBezTo>
                  <a:pt x="372" y="572"/>
                  <a:pt x="372" y="568"/>
                  <a:pt x="371" y="564"/>
                </a:cubicBezTo>
                <a:cubicBezTo>
                  <a:pt x="370" y="558"/>
                  <a:pt x="368" y="555"/>
                  <a:pt x="365" y="552"/>
                </a:cubicBezTo>
                <a:cubicBezTo>
                  <a:pt x="363" y="551"/>
                  <a:pt x="360" y="550"/>
                  <a:pt x="357" y="551"/>
                </a:cubicBezTo>
                <a:close/>
                <a:moveTo>
                  <a:pt x="357" y="547"/>
                </a:moveTo>
                <a:cubicBezTo>
                  <a:pt x="353" y="548"/>
                  <a:pt x="349" y="550"/>
                  <a:pt x="347" y="554"/>
                </a:cubicBezTo>
                <a:cubicBezTo>
                  <a:pt x="345" y="558"/>
                  <a:pt x="345" y="563"/>
                  <a:pt x="346" y="569"/>
                </a:cubicBezTo>
                <a:cubicBezTo>
                  <a:pt x="347" y="575"/>
                  <a:pt x="349" y="579"/>
                  <a:pt x="353" y="582"/>
                </a:cubicBezTo>
                <a:cubicBezTo>
                  <a:pt x="356" y="585"/>
                  <a:pt x="360" y="586"/>
                  <a:pt x="365" y="585"/>
                </a:cubicBezTo>
                <a:cubicBezTo>
                  <a:pt x="369" y="584"/>
                  <a:pt x="372" y="582"/>
                  <a:pt x="374" y="578"/>
                </a:cubicBezTo>
                <a:cubicBezTo>
                  <a:pt x="377" y="574"/>
                  <a:pt x="377" y="569"/>
                  <a:pt x="376" y="562"/>
                </a:cubicBezTo>
                <a:cubicBezTo>
                  <a:pt x="375" y="557"/>
                  <a:pt x="372" y="553"/>
                  <a:pt x="369" y="550"/>
                </a:cubicBezTo>
                <a:cubicBezTo>
                  <a:pt x="366" y="547"/>
                  <a:pt x="361" y="546"/>
                  <a:pt x="357" y="547"/>
                </a:cubicBezTo>
                <a:close/>
                <a:moveTo>
                  <a:pt x="401" y="537"/>
                </a:moveTo>
                <a:cubicBezTo>
                  <a:pt x="379" y="544"/>
                  <a:pt x="379" y="544"/>
                  <a:pt x="379" y="544"/>
                </a:cubicBezTo>
                <a:cubicBezTo>
                  <a:pt x="391" y="580"/>
                  <a:pt x="391" y="580"/>
                  <a:pt x="391" y="580"/>
                </a:cubicBezTo>
                <a:cubicBezTo>
                  <a:pt x="395" y="578"/>
                  <a:pt x="395" y="578"/>
                  <a:pt x="395" y="578"/>
                </a:cubicBezTo>
                <a:cubicBezTo>
                  <a:pt x="389" y="561"/>
                  <a:pt x="389" y="561"/>
                  <a:pt x="389" y="561"/>
                </a:cubicBezTo>
                <a:cubicBezTo>
                  <a:pt x="403" y="557"/>
                  <a:pt x="403" y="557"/>
                  <a:pt x="403" y="557"/>
                </a:cubicBezTo>
                <a:cubicBezTo>
                  <a:pt x="402" y="553"/>
                  <a:pt x="402" y="553"/>
                  <a:pt x="402" y="553"/>
                </a:cubicBezTo>
                <a:cubicBezTo>
                  <a:pt x="388" y="558"/>
                  <a:pt x="388" y="558"/>
                  <a:pt x="388" y="558"/>
                </a:cubicBezTo>
                <a:cubicBezTo>
                  <a:pt x="384" y="546"/>
                  <a:pt x="384" y="546"/>
                  <a:pt x="384" y="546"/>
                </a:cubicBezTo>
                <a:cubicBezTo>
                  <a:pt x="402" y="540"/>
                  <a:pt x="402" y="540"/>
                  <a:pt x="402" y="540"/>
                </a:cubicBezTo>
                <a:cubicBezTo>
                  <a:pt x="401" y="537"/>
                  <a:pt x="401" y="537"/>
                  <a:pt x="401" y="537"/>
                </a:cubicBezTo>
                <a:close/>
                <a:moveTo>
                  <a:pt x="464" y="514"/>
                </a:moveTo>
                <a:cubicBezTo>
                  <a:pt x="462" y="512"/>
                  <a:pt x="460" y="511"/>
                  <a:pt x="457" y="510"/>
                </a:cubicBezTo>
                <a:cubicBezTo>
                  <a:pt x="454" y="510"/>
                  <a:pt x="451" y="511"/>
                  <a:pt x="448" y="513"/>
                </a:cubicBezTo>
                <a:cubicBezTo>
                  <a:pt x="444" y="515"/>
                  <a:pt x="442" y="519"/>
                  <a:pt x="441" y="523"/>
                </a:cubicBezTo>
                <a:cubicBezTo>
                  <a:pt x="441" y="527"/>
                  <a:pt x="442" y="532"/>
                  <a:pt x="446" y="538"/>
                </a:cubicBezTo>
                <a:cubicBezTo>
                  <a:pt x="449" y="542"/>
                  <a:pt x="453" y="545"/>
                  <a:pt x="457" y="547"/>
                </a:cubicBezTo>
                <a:cubicBezTo>
                  <a:pt x="461" y="548"/>
                  <a:pt x="465" y="548"/>
                  <a:pt x="469" y="545"/>
                </a:cubicBezTo>
                <a:cubicBezTo>
                  <a:pt x="471" y="543"/>
                  <a:pt x="473" y="542"/>
                  <a:pt x="473" y="540"/>
                </a:cubicBezTo>
                <a:cubicBezTo>
                  <a:pt x="474" y="538"/>
                  <a:pt x="475" y="536"/>
                  <a:pt x="474" y="533"/>
                </a:cubicBezTo>
                <a:cubicBezTo>
                  <a:pt x="478" y="538"/>
                  <a:pt x="478" y="538"/>
                  <a:pt x="478" y="538"/>
                </a:cubicBezTo>
                <a:cubicBezTo>
                  <a:pt x="481" y="536"/>
                  <a:pt x="481" y="536"/>
                  <a:pt x="481" y="536"/>
                </a:cubicBezTo>
                <a:cubicBezTo>
                  <a:pt x="470" y="521"/>
                  <a:pt x="470" y="521"/>
                  <a:pt x="470" y="521"/>
                </a:cubicBezTo>
                <a:cubicBezTo>
                  <a:pt x="458" y="529"/>
                  <a:pt x="458" y="529"/>
                  <a:pt x="458" y="529"/>
                </a:cubicBezTo>
                <a:cubicBezTo>
                  <a:pt x="460" y="532"/>
                  <a:pt x="460" y="532"/>
                  <a:pt x="460" y="532"/>
                </a:cubicBezTo>
                <a:cubicBezTo>
                  <a:pt x="468" y="526"/>
                  <a:pt x="468" y="526"/>
                  <a:pt x="468" y="526"/>
                </a:cubicBezTo>
                <a:cubicBezTo>
                  <a:pt x="470" y="529"/>
                  <a:pt x="471" y="532"/>
                  <a:pt x="471" y="534"/>
                </a:cubicBezTo>
                <a:cubicBezTo>
                  <a:pt x="471" y="537"/>
                  <a:pt x="470" y="540"/>
                  <a:pt x="468" y="542"/>
                </a:cubicBezTo>
                <a:cubicBezTo>
                  <a:pt x="465" y="543"/>
                  <a:pt x="462" y="544"/>
                  <a:pt x="459" y="543"/>
                </a:cubicBezTo>
                <a:cubicBezTo>
                  <a:pt x="456" y="542"/>
                  <a:pt x="453" y="539"/>
                  <a:pt x="450" y="535"/>
                </a:cubicBezTo>
                <a:cubicBezTo>
                  <a:pt x="447" y="531"/>
                  <a:pt x="446" y="528"/>
                  <a:pt x="446" y="524"/>
                </a:cubicBezTo>
                <a:cubicBezTo>
                  <a:pt x="445" y="521"/>
                  <a:pt x="447" y="518"/>
                  <a:pt x="450" y="516"/>
                </a:cubicBezTo>
                <a:cubicBezTo>
                  <a:pt x="454" y="513"/>
                  <a:pt x="458" y="514"/>
                  <a:pt x="462" y="517"/>
                </a:cubicBezTo>
                <a:cubicBezTo>
                  <a:pt x="464" y="514"/>
                  <a:pt x="464" y="514"/>
                  <a:pt x="464" y="514"/>
                </a:cubicBezTo>
                <a:close/>
                <a:moveTo>
                  <a:pt x="485" y="485"/>
                </a:moveTo>
                <a:cubicBezTo>
                  <a:pt x="467" y="500"/>
                  <a:pt x="467" y="500"/>
                  <a:pt x="467" y="500"/>
                </a:cubicBezTo>
                <a:cubicBezTo>
                  <a:pt x="491" y="528"/>
                  <a:pt x="491" y="528"/>
                  <a:pt x="491" y="528"/>
                </a:cubicBezTo>
                <a:cubicBezTo>
                  <a:pt x="509" y="513"/>
                  <a:pt x="509" y="513"/>
                  <a:pt x="509" y="513"/>
                </a:cubicBezTo>
                <a:cubicBezTo>
                  <a:pt x="507" y="510"/>
                  <a:pt x="507" y="510"/>
                  <a:pt x="507" y="510"/>
                </a:cubicBezTo>
                <a:cubicBezTo>
                  <a:pt x="492" y="523"/>
                  <a:pt x="492" y="523"/>
                  <a:pt x="492" y="523"/>
                </a:cubicBezTo>
                <a:cubicBezTo>
                  <a:pt x="483" y="512"/>
                  <a:pt x="483" y="512"/>
                  <a:pt x="483" y="512"/>
                </a:cubicBezTo>
                <a:cubicBezTo>
                  <a:pt x="494" y="502"/>
                  <a:pt x="494" y="502"/>
                  <a:pt x="494" y="502"/>
                </a:cubicBezTo>
                <a:cubicBezTo>
                  <a:pt x="491" y="500"/>
                  <a:pt x="491" y="500"/>
                  <a:pt x="491" y="500"/>
                </a:cubicBezTo>
                <a:cubicBezTo>
                  <a:pt x="480" y="509"/>
                  <a:pt x="480" y="509"/>
                  <a:pt x="480" y="509"/>
                </a:cubicBezTo>
                <a:cubicBezTo>
                  <a:pt x="473" y="500"/>
                  <a:pt x="473" y="500"/>
                  <a:pt x="473" y="500"/>
                </a:cubicBezTo>
                <a:cubicBezTo>
                  <a:pt x="487" y="488"/>
                  <a:pt x="487" y="488"/>
                  <a:pt x="487" y="488"/>
                </a:cubicBezTo>
                <a:cubicBezTo>
                  <a:pt x="485" y="485"/>
                  <a:pt x="485" y="485"/>
                  <a:pt x="485" y="485"/>
                </a:cubicBezTo>
                <a:close/>
                <a:moveTo>
                  <a:pt x="501" y="472"/>
                </a:moveTo>
                <a:cubicBezTo>
                  <a:pt x="499" y="475"/>
                  <a:pt x="498" y="478"/>
                  <a:pt x="499" y="481"/>
                </a:cubicBezTo>
                <a:cubicBezTo>
                  <a:pt x="500" y="484"/>
                  <a:pt x="502" y="487"/>
                  <a:pt x="506" y="490"/>
                </a:cubicBezTo>
                <a:cubicBezTo>
                  <a:pt x="510" y="494"/>
                  <a:pt x="514" y="496"/>
                  <a:pt x="517" y="496"/>
                </a:cubicBezTo>
                <a:cubicBezTo>
                  <a:pt x="520" y="496"/>
                  <a:pt x="523" y="495"/>
                  <a:pt x="525" y="493"/>
                </a:cubicBezTo>
                <a:cubicBezTo>
                  <a:pt x="527" y="490"/>
                  <a:pt x="528" y="487"/>
                  <a:pt x="526" y="484"/>
                </a:cubicBezTo>
                <a:cubicBezTo>
                  <a:pt x="526" y="480"/>
                  <a:pt x="523" y="477"/>
                  <a:pt x="520" y="474"/>
                </a:cubicBezTo>
                <a:cubicBezTo>
                  <a:pt x="516" y="471"/>
                  <a:pt x="512" y="469"/>
                  <a:pt x="508" y="469"/>
                </a:cubicBezTo>
                <a:cubicBezTo>
                  <a:pt x="506" y="469"/>
                  <a:pt x="503" y="470"/>
                  <a:pt x="501" y="472"/>
                </a:cubicBezTo>
                <a:close/>
                <a:moveTo>
                  <a:pt x="498" y="470"/>
                </a:moveTo>
                <a:cubicBezTo>
                  <a:pt x="496" y="473"/>
                  <a:pt x="494" y="476"/>
                  <a:pt x="495" y="480"/>
                </a:cubicBezTo>
                <a:cubicBezTo>
                  <a:pt x="495" y="485"/>
                  <a:pt x="498" y="490"/>
                  <a:pt x="503" y="494"/>
                </a:cubicBezTo>
                <a:cubicBezTo>
                  <a:pt x="507" y="498"/>
                  <a:pt x="511" y="500"/>
                  <a:pt x="515" y="500"/>
                </a:cubicBezTo>
                <a:cubicBezTo>
                  <a:pt x="520" y="500"/>
                  <a:pt x="524" y="499"/>
                  <a:pt x="527" y="495"/>
                </a:cubicBezTo>
                <a:cubicBezTo>
                  <a:pt x="530" y="492"/>
                  <a:pt x="531" y="488"/>
                  <a:pt x="531" y="484"/>
                </a:cubicBezTo>
                <a:cubicBezTo>
                  <a:pt x="530" y="479"/>
                  <a:pt x="528" y="475"/>
                  <a:pt x="523" y="471"/>
                </a:cubicBezTo>
                <a:cubicBezTo>
                  <a:pt x="519" y="467"/>
                  <a:pt x="514" y="465"/>
                  <a:pt x="510" y="465"/>
                </a:cubicBezTo>
                <a:cubicBezTo>
                  <a:pt x="505" y="464"/>
                  <a:pt x="502" y="466"/>
                  <a:pt x="498" y="470"/>
                </a:cubicBezTo>
                <a:close/>
                <a:moveTo>
                  <a:pt x="534" y="439"/>
                </a:moveTo>
                <a:cubicBezTo>
                  <a:pt x="528" y="437"/>
                  <a:pt x="523" y="439"/>
                  <a:pt x="520" y="444"/>
                </a:cubicBezTo>
                <a:cubicBezTo>
                  <a:pt x="518" y="447"/>
                  <a:pt x="517" y="450"/>
                  <a:pt x="517" y="453"/>
                </a:cubicBezTo>
                <a:cubicBezTo>
                  <a:pt x="518" y="456"/>
                  <a:pt x="519" y="458"/>
                  <a:pt x="522" y="459"/>
                </a:cubicBezTo>
                <a:cubicBezTo>
                  <a:pt x="524" y="461"/>
                  <a:pt x="526" y="462"/>
                  <a:pt x="528" y="461"/>
                </a:cubicBezTo>
                <a:cubicBezTo>
                  <a:pt x="530" y="461"/>
                  <a:pt x="533" y="459"/>
                  <a:pt x="536" y="456"/>
                </a:cubicBezTo>
                <a:cubicBezTo>
                  <a:pt x="538" y="455"/>
                  <a:pt x="538" y="455"/>
                  <a:pt x="538" y="455"/>
                </a:cubicBezTo>
                <a:cubicBezTo>
                  <a:pt x="540" y="453"/>
                  <a:pt x="542" y="452"/>
                  <a:pt x="543" y="452"/>
                </a:cubicBezTo>
                <a:cubicBezTo>
                  <a:pt x="545" y="451"/>
                  <a:pt x="547" y="451"/>
                  <a:pt x="548" y="453"/>
                </a:cubicBezTo>
                <a:cubicBezTo>
                  <a:pt x="550" y="454"/>
                  <a:pt x="551" y="455"/>
                  <a:pt x="551" y="456"/>
                </a:cubicBezTo>
                <a:cubicBezTo>
                  <a:pt x="552" y="458"/>
                  <a:pt x="551" y="461"/>
                  <a:pt x="549" y="463"/>
                </a:cubicBezTo>
                <a:cubicBezTo>
                  <a:pt x="548" y="465"/>
                  <a:pt x="547" y="466"/>
                  <a:pt x="545" y="467"/>
                </a:cubicBezTo>
                <a:cubicBezTo>
                  <a:pt x="543" y="468"/>
                  <a:pt x="541" y="468"/>
                  <a:pt x="538" y="467"/>
                </a:cubicBezTo>
                <a:cubicBezTo>
                  <a:pt x="537" y="471"/>
                  <a:pt x="537" y="471"/>
                  <a:pt x="537" y="471"/>
                </a:cubicBezTo>
                <a:cubicBezTo>
                  <a:pt x="540" y="472"/>
                  <a:pt x="543" y="472"/>
                  <a:pt x="545" y="471"/>
                </a:cubicBezTo>
                <a:cubicBezTo>
                  <a:pt x="548" y="470"/>
                  <a:pt x="550" y="468"/>
                  <a:pt x="552" y="465"/>
                </a:cubicBezTo>
                <a:cubicBezTo>
                  <a:pt x="554" y="462"/>
                  <a:pt x="555" y="459"/>
                  <a:pt x="555" y="456"/>
                </a:cubicBezTo>
                <a:cubicBezTo>
                  <a:pt x="555" y="453"/>
                  <a:pt x="553" y="450"/>
                  <a:pt x="550" y="449"/>
                </a:cubicBezTo>
                <a:cubicBezTo>
                  <a:pt x="548" y="447"/>
                  <a:pt x="546" y="446"/>
                  <a:pt x="544" y="447"/>
                </a:cubicBezTo>
                <a:cubicBezTo>
                  <a:pt x="542" y="447"/>
                  <a:pt x="539" y="449"/>
                  <a:pt x="535" y="452"/>
                </a:cubicBezTo>
                <a:cubicBezTo>
                  <a:pt x="534" y="453"/>
                  <a:pt x="534" y="453"/>
                  <a:pt x="534" y="453"/>
                </a:cubicBezTo>
                <a:cubicBezTo>
                  <a:pt x="532" y="455"/>
                  <a:pt x="530" y="456"/>
                  <a:pt x="529" y="457"/>
                </a:cubicBezTo>
                <a:cubicBezTo>
                  <a:pt x="527" y="457"/>
                  <a:pt x="526" y="457"/>
                  <a:pt x="524" y="456"/>
                </a:cubicBezTo>
                <a:cubicBezTo>
                  <a:pt x="522" y="455"/>
                  <a:pt x="522" y="454"/>
                  <a:pt x="521" y="452"/>
                </a:cubicBezTo>
                <a:cubicBezTo>
                  <a:pt x="521" y="450"/>
                  <a:pt x="522" y="448"/>
                  <a:pt x="523" y="446"/>
                </a:cubicBezTo>
                <a:cubicBezTo>
                  <a:pt x="525" y="443"/>
                  <a:pt x="528" y="442"/>
                  <a:pt x="533" y="443"/>
                </a:cubicBezTo>
                <a:cubicBezTo>
                  <a:pt x="534" y="439"/>
                  <a:pt x="534" y="439"/>
                  <a:pt x="534" y="439"/>
                </a:cubicBezTo>
                <a:close/>
                <a:moveTo>
                  <a:pt x="563" y="328"/>
                </a:moveTo>
                <a:cubicBezTo>
                  <a:pt x="563" y="332"/>
                  <a:pt x="563" y="332"/>
                  <a:pt x="563" y="332"/>
                </a:cubicBezTo>
                <a:cubicBezTo>
                  <a:pt x="582" y="334"/>
                  <a:pt x="582" y="334"/>
                  <a:pt x="582" y="334"/>
                </a:cubicBezTo>
                <a:cubicBezTo>
                  <a:pt x="583" y="334"/>
                  <a:pt x="587" y="335"/>
                  <a:pt x="595" y="335"/>
                </a:cubicBezTo>
                <a:cubicBezTo>
                  <a:pt x="594" y="336"/>
                  <a:pt x="594" y="336"/>
                  <a:pt x="594" y="336"/>
                </a:cubicBezTo>
                <a:cubicBezTo>
                  <a:pt x="594" y="336"/>
                  <a:pt x="592" y="337"/>
                  <a:pt x="589" y="338"/>
                </a:cubicBezTo>
                <a:cubicBezTo>
                  <a:pt x="587" y="339"/>
                  <a:pt x="585" y="339"/>
                  <a:pt x="583" y="340"/>
                </a:cubicBezTo>
                <a:cubicBezTo>
                  <a:pt x="561" y="348"/>
                  <a:pt x="561" y="348"/>
                  <a:pt x="561" y="348"/>
                </a:cubicBezTo>
                <a:cubicBezTo>
                  <a:pt x="560" y="355"/>
                  <a:pt x="560" y="355"/>
                  <a:pt x="560" y="355"/>
                </a:cubicBezTo>
                <a:cubicBezTo>
                  <a:pt x="597" y="359"/>
                  <a:pt x="597" y="359"/>
                  <a:pt x="597" y="359"/>
                </a:cubicBezTo>
                <a:cubicBezTo>
                  <a:pt x="598" y="355"/>
                  <a:pt x="598" y="355"/>
                  <a:pt x="598" y="355"/>
                </a:cubicBezTo>
                <a:cubicBezTo>
                  <a:pt x="576" y="353"/>
                  <a:pt x="576" y="353"/>
                  <a:pt x="576" y="353"/>
                </a:cubicBezTo>
                <a:cubicBezTo>
                  <a:pt x="575" y="353"/>
                  <a:pt x="573" y="352"/>
                  <a:pt x="571" y="352"/>
                </a:cubicBezTo>
                <a:cubicBezTo>
                  <a:pt x="567" y="352"/>
                  <a:pt x="565" y="352"/>
                  <a:pt x="564" y="352"/>
                </a:cubicBezTo>
                <a:cubicBezTo>
                  <a:pt x="564" y="351"/>
                  <a:pt x="564" y="351"/>
                  <a:pt x="564" y="351"/>
                </a:cubicBezTo>
                <a:cubicBezTo>
                  <a:pt x="572" y="348"/>
                  <a:pt x="575" y="347"/>
                  <a:pt x="576" y="347"/>
                </a:cubicBezTo>
                <a:cubicBezTo>
                  <a:pt x="600" y="338"/>
                  <a:pt x="600" y="338"/>
                  <a:pt x="600" y="338"/>
                </a:cubicBezTo>
                <a:cubicBezTo>
                  <a:pt x="600" y="332"/>
                  <a:pt x="600" y="332"/>
                  <a:pt x="600" y="332"/>
                </a:cubicBezTo>
                <a:cubicBezTo>
                  <a:pt x="563" y="328"/>
                  <a:pt x="563" y="328"/>
                  <a:pt x="563" y="328"/>
                </a:cubicBezTo>
                <a:close/>
                <a:moveTo>
                  <a:pt x="575" y="293"/>
                </a:moveTo>
                <a:cubicBezTo>
                  <a:pt x="572" y="294"/>
                  <a:pt x="570" y="295"/>
                  <a:pt x="568" y="297"/>
                </a:cubicBezTo>
                <a:cubicBezTo>
                  <a:pt x="566" y="300"/>
                  <a:pt x="564" y="303"/>
                  <a:pt x="564" y="307"/>
                </a:cubicBezTo>
                <a:cubicBezTo>
                  <a:pt x="564" y="311"/>
                  <a:pt x="566" y="314"/>
                  <a:pt x="569" y="317"/>
                </a:cubicBezTo>
                <a:cubicBezTo>
                  <a:pt x="572" y="321"/>
                  <a:pt x="577" y="322"/>
                  <a:pt x="583" y="323"/>
                </a:cubicBezTo>
                <a:cubicBezTo>
                  <a:pt x="589" y="323"/>
                  <a:pt x="593" y="322"/>
                  <a:pt x="597" y="319"/>
                </a:cubicBezTo>
                <a:cubicBezTo>
                  <a:pt x="601" y="316"/>
                  <a:pt x="603" y="312"/>
                  <a:pt x="603" y="307"/>
                </a:cubicBezTo>
                <a:cubicBezTo>
                  <a:pt x="603" y="300"/>
                  <a:pt x="600" y="296"/>
                  <a:pt x="593" y="294"/>
                </a:cubicBezTo>
                <a:cubicBezTo>
                  <a:pt x="591" y="298"/>
                  <a:pt x="591" y="298"/>
                  <a:pt x="591" y="298"/>
                </a:cubicBezTo>
                <a:cubicBezTo>
                  <a:pt x="597" y="299"/>
                  <a:pt x="599" y="302"/>
                  <a:pt x="599" y="307"/>
                </a:cubicBezTo>
                <a:cubicBezTo>
                  <a:pt x="599" y="310"/>
                  <a:pt x="598" y="313"/>
                  <a:pt x="596" y="315"/>
                </a:cubicBezTo>
                <a:cubicBezTo>
                  <a:pt x="593" y="317"/>
                  <a:pt x="589" y="318"/>
                  <a:pt x="583" y="318"/>
                </a:cubicBezTo>
                <a:cubicBezTo>
                  <a:pt x="579" y="318"/>
                  <a:pt x="575" y="317"/>
                  <a:pt x="572" y="315"/>
                </a:cubicBezTo>
                <a:cubicBezTo>
                  <a:pt x="569" y="313"/>
                  <a:pt x="568" y="310"/>
                  <a:pt x="568" y="307"/>
                </a:cubicBezTo>
                <a:cubicBezTo>
                  <a:pt x="568" y="302"/>
                  <a:pt x="571" y="299"/>
                  <a:pt x="576" y="298"/>
                </a:cubicBezTo>
                <a:cubicBezTo>
                  <a:pt x="575" y="293"/>
                  <a:pt x="575" y="293"/>
                  <a:pt x="575" y="293"/>
                </a:cubicBezTo>
                <a:close/>
                <a:moveTo>
                  <a:pt x="564" y="263"/>
                </a:moveTo>
                <a:cubicBezTo>
                  <a:pt x="565" y="287"/>
                  <a:pt x="565" y="287"/>
                  <a:pt x="565" y="287"/>
                </a:cubicBezTo>
                <a:cubicBezTo>
                  <a:pt x="602" y="284"/>
                  <a:pt x="602" y="284"/>
                  <a:pt x="602" y="284"/>
                </a:cubicBezTo>
                <a:cubicBezTo>
                  <a:pt x="601" y="261"/>
                  <a:pt x="601" y="261"/>
                  <a:pt x="601" y="261"/>
                </a:cubicBezTo>
                <a:cubicBezTo>
                  <a:pt x="597" y="261"/>
                  <a:pt x="597" y="261"/>
                  <a:pt x="597" y="261"/>
                </a:cubicBezTo>
                <a:cubicBezTo>
                  <a:pt x="598" y="280"/>
                  <a:pt x="598" y="280"/>
                  <a:pt x="598" y="280"/>
                </a:cubicBezTo>
                <a:cubicBezTo>
                  <a:pt x="584" y="281"/>
                  <a:pt x="584" y="281"/>
                  <a:pt x="584" y="281"/>
                </a:cubicBezTo>
                <a:cubicBezTo>
                  <a:pt x="583" y="267"/>
                  <a:pt x="583" y="267"/>
                  <a:pt x="583" y="267"/>
                </a:cubicBezTo>
                <a:cubicBezTo>
                  <a:pt x="579" y="267"/>
                  <a:pt x="579" y="267"/>
                  <a:pt x="579" y="267"/>
                </a:cubicBezTo>
                <a:cubicBezTo>
                  <a:pt x="580" y="281"/>
                  <a:pt x="580" y="281"/>
                  <a:pt x="580" y="281"/>
                </a:cubicBezTo>
                <a:cubicBezTo>
                  <a:pt x="568" y="282"/>
                  <a:pt x="568" y="282"/>
                  <a:pt x="568" y="282"/>
                </a:cubicBezTo>
                <a:cubicBezTo>
                  <a:pt x="567" y="263"/>
                  <a:pt x="567" y="263"/>
                  <a:pt x="567" y="263"/>
                </a:cubicBezTo>
                <a:lnTo>
                  <a:pt x="564" y="263"/>
                </a:lnTo>
                <a:close/>
              </a:path>
            </a:pathLst>
          </a:custGeom>
          <a:solidFill>
            <a:srgbClr val="C1C1C3">
              <a:alpha val="5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32" name="组合 31"/>
          <p:cNvGrpSpPr/>
          <p:nvPr userDrawn="1"/>
        </p:nvGrpSpPr>
        <p:grpSpPr bwMode="auto">
          <a:xfrm>
            <a:off x="-1518" y="2855118"/>
            <a:ext cx="1692275" cy="787400"/>
            <a:chOff x="0" y="1272662"/>
            <a:chExt cx="1691680" cy="788186"/>
          </a:xfrm>
        </p:grpSpPr>
        <p:sp>
          <p:nvSpPr>
            <p:cNvPr id="33" name="矩形 32"/>
            <p:cNvSpPr/>
            <p:nvPr userDrawn="1"/>
          </p:nvSpPr>
          <p:spPr>
            <a:xfrm>
              <a:off x="0" y="1272662"/>
              <a:ext cx="1691680" cy="788186"/>
            </a:xfrm>
            <a:prstGeom prst="rect">
              <a:avLst/>
            </a:prstGeom>
            <a:solidFill>
              <a:srgbClr val="0062A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关键技术与难点</a:t>
              </a:r>
            </a:p>
          </p:txBody>
        </p:sp>
        <p:sp>
          <p:nvSpPr>
            <p:cNvPr id="34" name="等腰三角形 33"/>
            <p:cNvSpPr/>
            <p:nvPr userDrawn="1"/>
          </p:nvSpPr>
          <p:spPr>
            <a:xfrm rot="16200000">
              <a:off x="1547965" y="1594550"/>
              <a:ext cx="143018" cy="144411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5"/>
                    </a14:imgEffect>
                    <a14:imgEffect>
                      <a14:colorTemperature colorTemp="6300"/>
                    </a14:imgEffect>
                    <a14:imgEffect>
                      <a14:sharpenSoften amount="-4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74" t="4359" r="1774" b="424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19051"/>
            <a:ext cx="12192000" cy="6857999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84000">
                <a:schemeClr val="bg1">
                  <a:alpha val="90000"/>
                  <a:lumMod val="95000"/>
                </a:schemeClr>
              </a:gs>
            </a:gsLst>
            <a:lin ang="16200000" scaled="1"/>
            <a:tileRect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1692274" y="9524"/>
            <a:ext cx="10499725" cy="68675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0" y="0"/>
            <a:ext cx="1692275" cy="6858000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graphicFrame>
        <p:nvGraphicFramePr>
          <p:cNvPr id="10" name="表格 9"/>
          <p:cNvGraphicFramePr>
            <a:graphicFrameLocks noGrp="1"/>
          </p:cNvGraphicFramePr>
          <p:nvPr userDrawn="1"/>
        </p:nvGraphicFramePr>
        <p:xfrm>
          <a:off x="0" y="1268413"/>
          <a:ext cx="1692275" cy="396081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92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9216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绪论</a:t>
                      </a:r>
                    </a:p>
                  </a:txBody>
                  <a:tcPr marL="91472" marR="91472" marT="45729" marB="4572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21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</a:rPr>
                        <a:t>研究方法与思路</a:t>
                      </a:r>
                    </a:p>
                  </a:txBody>
                  <a:tcPr marL="91472" marR="91472" marT="45729" marB="4572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1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</a:rPr>
                        <a:t>关键技术与难点</a:t>
                      </a:r>
                    </a:p>
                  </a:txBody>
                  <a:tcPr marL="91472" marR="91472" marT="45729" marB="4572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162">
                <a:tc>
                  <a:txBody>
                    <a:bodyPr/>
                    <a:lstStyle/>
                    <a:p>
                      <a:pPr algn="ctr"/>
                      <a:endParaRPr lang="zh-CN" altLang="en-US" sz="1600">
                        <a:solidFill>
                          <a:schemeClr val="accent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72" marR="91472" marT="45729" marB="4572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216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论文总结</a:t>
                      </a:r>
                      <a:endParaRPr lang="en-US" altLang="zh-CN" sz="1600">
                        <a:solidFill>
                          <a:schemeClr val="accent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72" marR="91472" marT="45729" marB="4572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1" name="组合 10"/>
          <p:cNvGrpSpPr/>
          <p:nvPr userDrawn="1"/>
        </p:nvGrpSpPr>
        <p:grpSpPr>
          <a:xfrm>
            <a:off x="47625" y="337367"/>
            <a:ext cx="1693999" cy="608785"/>
            <a:chOff x="10010007" y="372206"/>
            <a:chExt cx="1693999" cy="608785"/>
          </a:xfrm>
        </p:grpSpPr>
        <p:grpSp>
          <p:nvGrpSpPr>
            <p:cNvPr id="12" name="组合 11"/>
            <p:cNvGrpSpPr/>
            <p:nvPr/>
          </p:nvGrpSpPr>
          <p:grpSpPr>
            <a:xfrm>
              <a:off x="10010007" y="372206"/>
              <a:ext cx="623848" cy="608316"/>
              <a:chOff x="4391057" y="3538897"/>
              <a:chExt cx="1530350" cy="1492250"/>
            </a:xfrm>
          </p:grpSpPr>
          <p:sp>
            <p:nvSpPr>
              <p:cNvPr id="21" name="Freeform 6"/>
              <p:cNvSpPr/>
              <p:nvPr/>
            </p:nvSpPr>
            <p:spPr bwMode="auto">
              <a:xfrm>
                <a:off x="4545045" y="3700822"/>
                <a:ext cx="1225550" cy="1182688"/>
              </a:xfrm>
              <a:custGeom>
                <a:avLst/>
                <a:gdLst>
                  <a:gd name="T0" fmla="*/ 248 w 496"/>
                  <a:gd name="T1" fmla="*/ 0 h 479"/>
                  <a:gd name="T2" fmla="*/ 423 w 496"/>
                  <a:gd name="T3" fmla="*/ 70 h 479"/>
                  <a:gd name="T4" fmla="*/ 496 w 496"/>
                  <a:gd name="T5" fmla="*/ 240 h 479"/>
                  <a:gd name="T6" fmla="*/ 423 w 496"/>
                  <a:gd name="T7" fmla="*/ 409 h 479"/>
                  <a:gd name="T8" fmla="*/ 248 w 496"/>
                  <a:gd name="T9" fmla="*/ 479 h 479"/>
                  <a:gd name="T10" fmla="*/ 72 w 496"/>
                  <a:gd name="T11" fmla="*/ 409 h 479"/>
                  <a:gd name="T12" fmla="*/ 0 w 496"/>
                  <a:gd name="T13" fmla="*/ 240 h 479"/>
                  <a:gd name="T14" fmla="*/ 72 w 496"/>
                  <a:gd name="T15" fmla="*/ 70 h 479"/>
                  <a:gd name="T16" fmla="*/ 248 w 496"/>
                  <a:gd name="T17" fmla="*/ 0 h 4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96" h="479">
                    <a:moveTo>
                      <a:pt x="248" y="0"/>
                    </a:moveTo>
                    <a:cubicBezTo>
                      <a:pt x="316" y="0"/>
                      <a:pt x="378" y="27"/>
                      <a:pt x="423" y="70"/>
                    </a:cubicBezTo>
                    <a:cubicBezTo>
                      <a:pt x="468" y="114"/>
                      <a:pt x="496" y="173"/>
                      <a:pt x="496" y="240"/>
                    </a:cubicBezTo>
                    <a:cubicBezTo>
                      <a:pt x="496" y="306"/>
                      <a:pt x="468" y="366"/>
                      <a:pt x="423" y="409"/>
                    </a:cubicBezTo>
                    <a:cubicBezTo>
                      <a:pt x="378" y="452"/>
                      <a:pt x="316" y="479"/>
                      <a:pt x="248" y="479"/>
                    </a:cubicBezTo>
                    <a:cubicBezTo>
                      <a:pt x="179" y="479"/>
                      <a:pt x="117" y="452"/>
                      <a:pt x="72" y="409"/>
                    </a:cubicBezTo>
                    <a:cubicBezTo>
                      <a:pt x="27" y="366"/>
                      <a:pt x="0" y="306"/>
                      <a:pt x="0" y="240"/>
                    </a:cubicBezTo>
                    <a:cubicBezTo>
                      <a:pt x="0" y="173"/>
                      <a:pt x="27" y="114"/>
                      <a:pt x="72" y="70"/>
                    </a:cubicBezTo>
                    <a:cubicBezTo>
                      <a:pt x="117" y="27"/>
                      <a:pt x="179" y="0"/>
                      <a:pt x="248" y="0"/>
                    </a:cubicBezTo>
                    <a:close/>
                  </a:path>
                </a:pathLst>
              </a:custGeom>
              <a:solidFill>
                <a:srgbClr val="0062A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" name="Freeform 7"/>
              <p:cNvSpPr>
                <a:spLocks noEditPoints="1"/>
              </p:cNvSpPr>
              <p:nvPr/>
            </p:nvSpPr>
            <p:spPr bwMode="auto">
              <a:xfrm>
                <a:off x="4435507" y="4092935"/>
                <a:ext cx="1446213" cy="898525"/>
              </a:xfrm>
              <a:custGeom>
                <a:avLst/>
                <a:gdLst>
                  <a:gd name="T0" fmla="*/ 557 w 585"/>
                  <a:gd name="T1" fmla="*/ 16 h 364"/>
                  <a:gd name="T2" fmla="*/ 572 w 585"/>
                  <a:gd name="T3" fmla="*/ 26 h 364"/>
                  <a:gd name="T4" fmla="*/ 561 w 585"/>
                  <a:gd name="T5" fmla="*/ 15 h 364"/>
                  <a:gd name="T6" fmla="*/ 540 w 585"/>
                  <a:gd name="T7" fmla="*/ 136 h 364"/>
                  <a:gd name="T8" fmla="*/ 568 w 585"/>
                  <a:gd name="T9" fmla="*/ 163 h 364"/>
                  <a:gd name="T10" fmla="*/ 529 w 585"/>
                  <a:gd name="T11" fmla="*/ 171 h 364"/>
                  <a:gd name="T12" fmla="*/ 523 w 585"/>
                  <a:gd name="T13" fmla="*/ 200 h 364"/>
                  <a:gd name="T14" fmla="*/ 543 w 585"/>
                  <a:gd name="T15" fmla="*/ 215 h 364"/>
                  <a:gd name="T16" fmla="*/ 30 w 585"/>
                  <a:gd name="T17" fmla="*/ 29 h 364"/>
                  <a:gd name="T18" fmla="*/ 14 w 585"/>
                  <a:gd name="T19" fmla="*/ 30 h 364"/>
                  <a:gd name="T20" fmla="*/ 30 w 585"/>
                  <a:gd name="T21" fmla="*/ 33 h 364"/>
                  <a:gd name="T22" fmla="*/ 2 w 585"/>
                  <a:gd name="T23" fmla="*/ 38 h 364"/>
                  <a:gd name="T24" fmla="*/ 38 w 585"/>
                  <a:gd name="T25" fmla="*/ 81 h 364"/>
                  <a:gd name="T26" fmla="*/ 2 w 585"/>
                  <a:gd name="T27" fmla="*/ 114 h 364"/>
                  <a:gd name="T28" fmla="*/ 1 w 585"/>
                  <a:gd name="T29" fmla="*/ 93 h 364"/>
                  <a:gd name="T30" fmla="*/ 20 w 585"/>
                  <a:gd name="T31" fmla="*/ 115 h 364"/>
                  <a:gd name="T32" fmla="*/ 31 w 585"/>
                  <a:gd name="T33" fmla="*/ 134 h 364"/>
                  <a:gd name="T34" fmla="*/ 18 w 585"/>
                  <a:gd name="T35" fmla="*/ 134 h 364"/>
                  <a:gd name="T36" fmla="*/ 42 w 585"/>
                  <a:gd name="T37" fmla="*/ 220 h 364"/>
                  <a:gd name="T38" fmla="*/ 38 w 585"/>
                  <a:gd name="T39" fmla="*/ 211 h 364"/>
                  <a:gd name="T40" fmla="*/ 65 w 585"/>
                  <a:gd name="T41" fmla="*/ 251 h 364"/>
                  <a:gd name="T42" fmla="*/ 49 w 585"/>
                  <a:gd name="T43" fmla="*/ 239 h 364"/>
                  <a:gd name="T44" fmla="*/ 63 w 585"/>
                  <a:gd name="T45" fmla="*/ 257 h 364"/>
                  <a:gd name="T46" fmla="*/ 128 w 585"/>
                  <a:gd name="T47" fmla="*/ 268 h 364"/>
                  <a:gd name="T48" fmla="*/ 95 w 585"/>
                  <a:gd name="T49" fmla="*/ 283 h 364"/>
                  <a:gd name="T50" fmla="*/ 132 w 585"/>
                  <a:gd name="T51" fmla="*/ 272 h 364"/>
                  <a:gd name="T52" fmla="*/ 138 w 585"/>
                  <a:gd name="T53" fmla="*/ 296 h 364"/>
                  <a:gd name="T54" fmla="*/ 159 w 585"/>
                  <a:gd name="T55" fmla="*/ 311 h 364"/>
                  <a:gd name="T56" fmla="*/ 174 w 585"/>
                  <a:gd name="T57" fmla="*/ 311 h 364"/>
                  <a:gd name="T58" fmla="*/ 163 w 585"/>
                  <a:gd name="T59" fmla="*/ 316 h 364"/>
                  <a:gd name="T60" fmla="*/ 190 w 585"/>
                  <a:gd name="T61" fmla="*/ 308 h 364"/>
                  <a:gd name="T62" fmla="*/ 193 w 585"/>
                  <a:gd name="T63" fmla="*/ 342 h 364"/>
                  <a:gd name="T64" fmla="*/ 194 w 585"/>
                  <a:gd name="T65" fmla="*/ 346 h 364"/>
                  <a:gd name="T66" fmla="*/ 191 w 585"/>
                  <a:gd name="T67" fmla="*/ 312 h 364"/>
                  <a:gd name="T68" fmla="*/ 218 w 585"/>
                  <a:gd name="T69" fmla="*/ 318 h 364"/>
                  <a:gd name="T70" fmla="*/ 238 w 585"/>
                  <a:gd name="T71" fmla="*/ 326 h 364"/>
                  <a:gd name="T72" fmla="*/ 268 w 585"/>
                  <a:gd name="T73" fmla="*/ 364 h 364"/>
                  <a:gd name="T74" fmla="*/ 273 w 585"/>
                  <a:gd name="T75" fmla="*/ 343 h 364"/>
                  <a:gd name="T76" fmla="*/ 338 w 585"/>
                  <a:gd name="T77" fmla="*/ 354 h 364"/>
                  <a:gd name="T78" fmla="*/ 351 w 585"/>
                  <a:gd name="T79" fmla="*/ 325 h 364"/>
                  <a:gd name="T80" fmla="*/ 338 w 585"/>
                  <a:gd name="T81" fmla="*/ 322 h 364"/>
                  <a:gd name="T82" fmla="*/ 371 w 585"/>
                  <a:gd name="T83" fmla="*/ 336 h 364"/>
                  <a:gd name="T84" fmla="*/ 431 w 585"/>
                  <a:gd name="T85" fmla="*/ 291 h 364"/>
                  <a:gd name="T86" fmla="*/ 442 w 585"/>
                  <a:gd name="T87" fmla="*/ 307 h 364"/>
                  <a:gd name="T88" fmla="*/ 451 w 585"/>
                  <a:gd name="T89" fmla="*/ 320 h 364"/>
                  <a:gd name="T90" fmla="*/ 466 w 585"/>
                  <a:gd name="T91" fmla="*/ 260 h 364"/>
                  <a:gd name="T92" fmla="*/ 475 w 585"/>
                  <a:gd name="T93" fmla="*/ 277 h 364"/>
                  <a:gd name="T94" fmla="*/ 490 w 585"/>
                  <a:gd name="T95" fmla="*/ 244 h 364"/>
                  <a:gd name="T96" fmla="*/ 483 w 585"/>
                  <a:gd name="T97" fmla="*/ 247 h 364"/>
                  <a:gd name="T98" fmla="*/ 484 w 585"/>
                  <a:gd name="T99" fmla="*/ 269 h 364"/>
                  <a:gd name="T100" fmla="*/ 510 w 585"/>
                  <a:gd name="T101" fmla="*/ 236 h 364"/>
                  <a:gd name="T102" fmla="*/ 527 w 585"/>
                  <a:gd name="T103" fmla="*/ 242 h 364"/>
                  <a:gd name="T104" fmla="*/ 526 w 585"/>
                  <a:gd name="T105" fmla="*/ 222 h 364"/>
                  <a:gd name="T106" fmla="*/ 514 w 585"/>
                  <a:gd name="T107" fmla="*/ 218 h 364"/>
                  <a:gd name="T108" fmla="*/ 546 w 585"/>
                  <a:gd name="T109" fmla="*/ 127 h 364"/>
                  <a:gd name="T110" fmla="*/ 564 w 585"/>
                  <a:gd name="T111" fmla="*/ 115 h 364"/>
                  <a:gd name="T112" fmla="*/ 557 w 585"/>
                  <a:gd name="T113" fmla="*/ 68 h 364"/>
                  <a:gd name="T114" fmla="*/ 573 w 585"/>
                  <a:gd name="T115" fmla="*/ 73 h 364"/>
                  <a:gd name="T116" fmla="*/ 549 w 585"/>
                  <a:gd name="T117" fmla="*/ 72 h 364"/>
                  <a:gd name="T118" fmla="*/ 565 w 585"/>
                  <a:gd name="T119" fmla="*/ 42 h 364"/>
                  <a:gd name="T120" fmla="*/ 545 w 585"/>
                  <a:gd name="T121" fmla="*/ 38 h 3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585" h="364">
                    <a:moveTo>
                      <a:pt x="546" y="6"/>
                    </a:moveTo>
                    <a:cubicBezTo>
                      <a:pt x="548" y="10"/>
                      <a:pt x="548" y="10"/>
                      <a:pt x="548" y="10"/>
                    </a:cubicBezTo>
                    <a:cubicBezTo>
                      <a:pt x="544" y="12"/>
                      <a:pt x="543" y="15"/>
                      <a:pt x="544" y="19"/>
                    </a:cubicBezTo>
                    <a:cubicBezTo>
                      <a:pt x="544" y="22"/>
                      <a:pt x="545" y="23"/>
                      <a:pt x="547" y="24"/>
                    </a:cubicBezTo>
                    <a:cubicBezTo>
                      <a:pt x="548" y="25"/>
                      <a:pt x="550" y="25"/>
                      <a:pt x="551" y="25"/>
                    </a:cubicBezTo>
                    <a:cubicBezTo>
                      <a:pt x="553" y="25"/>
                      <a:pt x="555" y="24"/>
                      <a:pt x="556" y="22"/>
                    </a:cubicBezTo>
                    <a:cubicBezTo>
                      <a:pt x="556" y="21"/>
                      <a:pt x="557" y="19"/>
                      <a:pt x="557" y="16"/>
                    </a:cubicBezTo>
                    <a:cubicBezTo>
                      <a:pt x="557" y="14"/>
                      <a:pt x="557" y="14"/>
                      <a:pt x="557" y="14"/>
                    </a:cubicBezTo>
                    <a:cubicBezTo>
                      <a:pt x="557" y="10"/>
                      <a:pt x="558" y="6"/>
                      <a:pt x="559" y="4"/>
                    </a:cubicBezTo>
                    <a:cubicBezTo>
                      <a:pt x="560" y="3"/>
                      <a:pt x="562" y="2"/>
                      <a:pt x="565" y="1"/>
                    </a:cubicBezTo>
                    <a:cubicBezTo>
                      <a:pt x="568" y="0"/>
                      <a:pt x="571" y="1"/>
                      <a:pt x="573" y="3"/>
                    </a:cubicBezTo>
                    <a:cubicBezTo>
                      <a:pt x="576" y="5"/>
                      <a:pt x="577" y="7"/>
                      <a:pt x="578" y="11"/>
                    </a:cubicBezTo>
                    <a:cubicBezTo>
                      <a:pt x="579" y="15"/>
                      <a:pt x="579" y="18"/>
                      <a:pt x="577" y="21"/>
                    </a:cubicBezTo>
                    <a:cubicBezTo>
                      <a:pt x="576" y="23"/>
                      <a:pt x="574" y="25"/>
                      <a:pt x="572" y="26"/>
                    </a:cubicBezTo>
                    <a:cubicBezTo>
                      <a:pt x="569" y="22"/>
                      <a:pt x="569" y="22"/>
                      <a:pt x="569" y="22"/>
                    </a:cubicBezTo>
                    <a:cubicBezTo>
                      <a:pt x="572" y="21"/>
                      <a:pt x="573" y="20"/>
                      <a:pt x="574" y="18"/>
                    </a:cubicBezTo>
                    <a:cubicBezTo>
                      <a:pt x="575" y="16"/>
                      <a:pt x="575" y="14"/>
                      <a:pt x="574" y="12"/>
                    </a:cubicBezTo>
                    <a:cubicBezTo>
                      <a:pt x="574" y="9"/>
                      <a:pt x="573" y="7"/>
                      <a:pt x="571" y="6"/>
                    </a:cubicBezTo>
                    <a:cubicBezTo>
                      <a:pt x="570" y="5"/>
                      <a:pt x="568" y="5"/>
                      <a:pt x="566" y="5"/>
                    </a:cubicBezTo>
                    <a:cubicBezTo>
                      <a:pt x="564" y="6"/>
                      <a:pt x="563" y="7"/>
                      <a:pt x="562" y="8"/>
                    </a:cubicBezTo>
                    <a:cubicBezTo>
                      <a:pt x="561" y="10"/>
                      <a:pt x="561" y="12"/>
                      <a:pt x="561" y="15"/>
                    </a:cubicBezTo>
                    <a:cubicBezTo>
                      <a:pt x="561" y="17"/>
                      <a:pt x="561" y="17"/>
                      <a:pt x="561" y="17"/>
                    </a:cubicBezTo>
                    <a:cubicBezTo>
                      <a:pt x="561" y="21"/>
                      <a:pt x="560" y="24"/>
                      <a:pt x="558" y="26"/>
                    </a:cubicBezTo>
                    <a:cubicBezTo>
                      <a:pt x="557" y="28"/>
                      <a:pt x="555" y="29"/>
                      <a:pt x="553" y="29"/>
                    </a:cubicBezTo>
                    <a:cubicBezTo>
                      <a:pt x="550" y="30"/>
                      <a:pt x="547" y="29"/>
                      <a:pt x="545" y="28"/>
                    </a:cubicBezTo>
                    <a:cubicBezTo>
                      <a:pt x="543" y="26"/>
                      <a:pt x="541" y="23"/>
                      <a:pt x="540" y="20"/>
                    </a:cubicBezTo>
                    <a:cubicBezTo>
                      <a:pt x="539" y="14"/>
                      <a:pt x="541" y="9"/>
                      <a:pt x="546" y="6"/>
                    </a:cubicBezTo>
                    <a:close/>
                    <a:moveTo>
                      <a:pt x="540" y="136"/>
                    </a:moveTo>
                    <a:cubicBezTo>
                      <a:pt x="543" y="137"/>
                      <a:pt x="543" y="137"/>
                      <a:pt x="543" y="137"/>
                    </a:cubicBezTo>
                    <a:cubicBezTo>
                      <a:pt x="539" y="156"/>
                      <a:pt x="539" y="156"/>
                      <a:pt x="539" y="156"/>
                    </a:cubicBezTo>
                    <a:cubicBezTo>
                      <a:pt x="551" y="158"/>
                      <a:pt x="551" y="158"/>
                      <a:pt x="551" y="158"/>
                    </a:cubicBezTo>
                    <a:cubicBezTo>
                      <a:pt x="554" y="144"/>
                      <a:pt x="554" y="144"/>
                      <a:pt x="554" y="144"/>
                    </a:cubicBezTo>
                    <a:cubicBezTo>
                      <a:pt x="558" y="145"/>
                      <a:pt x="558" y="145"/>
                      <a:pt x="558" y="145"/>
                    </a:cubicBezTo>
                    <a:cubicBezTo>
                      <a:pt x="554" y="159"/>
                      <a:pt x="554" y="159"/>
                      <a:pt x="554" y="159"/>
                    </a:cubicBezTo>
                    <a:cubicBezTo>
                      <a:pt x="568" y="163"/>
                      <a:pt x="568" y="163"/>
                      <a:pt x="568" y="163"/>
                    </a:cubicBezTo>
                    <a:cubicBezTo>
                      <a:pt x="573" y="144"/>
                      <a:pt x="573" y="144"/>
                      <a:pt x="573" y="144"/>
                    </a:cubicBezTo>
                    <a:cubicBezTo>
                      <a:pt x="576" y="144"/>
                      <a:pt x="576" y="144"/>
                      <a:pt x="576" y="144"/>
                    </a:cubicBezTo>
                    <a:cubicBezTo>
                      <a:pt x="571" y="168"/>
                      <a:pt x="571" y="168"/>
                      <a:pt x="571" y="168"/>
                    </a:cubicBezTo>
                    <a:cubicBezTo>
                      <a:pt x="535" y="159"/>
                      <a:pt x="535" y="159"/>
                      <a:pt x="535" y="159"/>
                    </a:cubicBezTo>
                    <a:cubicBezTo>
                      <a:pt x="540" y="136"/>
                      <a:pt x="540" y="136"/>
                      <a:pt x="540" y="136"/>
                    </a:cubicBezTo>
                    <a:close/>
                    <a:moveTo>
                      <a:pt x="530" y="167"/>
                    </a:moveTo>
                    <a:cubicBezTo>
                      <a:pt x="529" y="171"/>
                      <a:pt x="529" y="171"/>
                      <a:pt x="529" y="171"/>
                    </a:cubicBezTo>
                    <a:cubicBezTo>
                      <a:pt x="563" y="185"/>
                      <a:pt x="563" y="185"/>
                      <a:pt x="563" y="185"/>
                    </a:cubicBezTo>
                    <a:cubicBezTo>
                      <a:pt x="565" y="180"/>
                      <a:pt x="565" y="180"/>
                      <a:pt x="565" y="180"/>
                    </a:cubicBezTo>
                    <a:cubicBezTo>
                      <a:pt x="530" y="167"/>
                      <a:pt x="530" y="167"/>
                      <a:pt x="530" y="167"/>
                    </a:cubicBezTo>
                    <a:close/>
                    <a:moveTo>
                      <a:pt x="535" y="182"/>
                    </a:moveTo>
                    <a:cubicBezTo>
                      <a:pt x="534" y="187"/>
                      <a:pt x="534" y="187"/>
                      <a:pt x="534" y="187"/>
                    </a:cubicBezTo>
                    <a:cubicBezTo>
                      <a:pt x="529" y="185"/>
                      <a:pt x="525" y="187"/>
                      <a:pt x="523" y="191"/>
                    </a:cubicBezTo>
                    <a:cubicBezTo>
                      <a:pt x="521" y="194"/>
                      <a:pt x="521" y="197"/>
                      <a:pt x="523" y="200"/>
                    </a:cubicBezTo>
                    <a:cubicBezTo>
                      <a:pt x="525" y="203"/>
                      <a:pt x="528" y="206"/>
                      <a:pt x="532" y="208"/>
                    </a:cubicBezTo>
                    <a:cubicBezTo>
                      <a:pt x="537" y="210"/>
                      <a:pt x="541" y="211"/>
                      <a:pt x="544" y="211"/>
                    </a:cubicBezTo>
                    <a:cubicBezTo>
                      <a:pt x="547" y="210"/>
                      <a:pt x="549" y="208"/>
                      <a:pt x="551" y="206"/>
                    </a:cubicBezTo>
                    <a:cubicBezTo>
                      <a:pt x="553" y="201"/>
                      <a:pt x="552" y="197"/>
                      <a:pt x="548" y="193"/>
                    </a:cubicBezTo>
                    <a:cubicBezTo>
                      <a:pt x="551" y="190"/>
                      <a:pt x="551" y="190"/>
                      <a:pt x="551" y="190"/>
                    </a:cubicBezTo>
                    <a:cubicBezTo>
                      <a:pt x="556" y="195"/>
                      <a:pt x="557" y="201"/>
                      <a:pt x="554" y="207"/>
                    </a:cubicBezTo>
                    <a:cubicBezTo>
                      <a:pt x="552" y="212"/>
                      <a:pt x="548" y="214"/>
                      <a:pt x="543" y="215"/>
                    </a:cubicBezTo>
                    <a:cubicBezTo>
                      <a:pt x="539" y="216"/>
                      <a:pt x="535" y="215"/>
                      <a:pt x="530" y="212"/>
                    </a:cubicBezTo>
                    <a:cubicBezTo>
                      <a:pt x="524" y="209"/>
                      <a:pt x="520" y="205"/>
                      <a:pt x="519" y="201"/>
                    </a:cubicBezTo>
                    <a:cubicBezTo>
                      <a:pt x="517" y="197"/>
                      <a:pt x="518" y="193"/>
                      <a:pt x="520" y="189"/>
                    </a:cubicBezTo>
                    <a:cubicBezTo>
                      <a:pt x="521" y="186"/>
                      <a:pt x="524" y="184"/>
                      <a:pt x="527" y="183"/>
                    </a:cubicBezTo>
                    <a:cubicBezTo>
                      <a:pt x="529" y="182"/>
                      <a:pt x="532" y="182"/>
                      <a:pt x="535" y="182"/>
                    </a:cubicBezTo>
                    <a:close/>
                    <a:moveTo>
                      <a:pt x="30" y="33"/>
                    </a:moveTo>
                    <a:cubicBezTo>
                      <a:pt x="30" y="29"/>
                      <a:pt x="30" y="29"/>
                      <a:pt x="30" y="29"/>
                    </a:cubicBezTo>
                    <a:cubicBezTo>
                      <a:pt x="35" y="29"/>
                      <a:pt x="38" y="26"/>
                      <a:pt x="39" y="22"/>
                    </a:cubicBezTo>
                    <a:cubicBezTo>
                      <a:pt x="40" y="18"/>
                      <a:pt x="39" y="15"/>
                      <a:pt x="37" y="13"/>
                    </a:cubicBezTo>
                    <a:cubicBezTo>
                      <a:pt x="35" y="10"/>
                      <a:pt x="32" y="9"/>
                      <a:pt x="27" y="8"/>
                    </a:cubicBezTo>
                    <a:cubicBezTo>
                      <a:pt x="22" y="6"/>
                      <a:pt x="18" y="7"/>
                      <a:pt x="15" y="8"/>
                    </a:cubicBezTo>
                    <a:cubicBezTo>
                      <a:pt x="12" y="10"/>
                      <a:pt x="11" y="12"/>
                      <a:pt x="10" y="15"/>
                    </a:cubicBezTo>
                    <a:cubicBezTo>
                      <a:pt x="9" y="20"/>
                      <a:pt x="11" y="23"/>
                      <a:pt x="16" y="26"/>
                    </a:cubicBezTo>
                    <a:cubicBezTo>
                      <a:pt x="14" y="30"/>
                      <a:pt x="14" y="30"/>
                      <a:pt x="14" y="30"/>
                    </a:cubicBezTo>
                    <a:cubicBezTo>
                      <a:pt x="7" y="26"/>
                      <a:pt x="5" y="21"/>
                      <a:pt x="7" y="14"/>
                    </a:cubicBezTo>
                    <a:cubicBezTo>
                      <a:pt x="8" y="9"/>
                      <a:pt x="10" y="6"/>
                      <a:pt x="15" y="4"/>
                    </a:cubicBezTo>
                    <a:cubicBezTo>
                      <a:pt x="18" y="2"/>
                      <a:pt x="23" y="2"/>
                      <a:pt x="28" y="3"/>
                    </a:cubicBezTo>
                    <a:cubicBezTo>
                      <a:pt x="34" y="4"/>
                      <a:pt x="38" y="7"/>
                      <a:pt x="41" y="11"/>
                    </a:cubicBezTo>
                    <a:cubicBezTo>
                      <a:pt x="43" y="15"/>
                      <a:pt x="44" y="18"/>
                      <a:pt x="43" y="23"/>
                    </a:cubicBezTo>
                    <a:cubicBezTo>
                      <a:pt x="42" y="26"/>
                      <a:pt x="40" y="29"/>
                      <a:pt x="38" y="31"/>
                    </a:cubicBezTo>
                    <a:cubicBezTo>
                      <a:pt x="36" y="32"/>
                      <a:pt x="33" y="33"/>
                      <a:pt x="30" y="33"/>
                    </a:cubicBezTo>
                    <a:close/>
                    <a:moveTo>
                      <a:pt x="38" y="67"/>
                    </a:moveTo>
                    <a:cubicBezTo>
                      <a:pt x="0" y="65"/>
                      <a:pt x="0" y="65"/>
                      <a:pt x="0" y="65"/>
                    </a:cubicBezTo>
                    <a:cubicBezTo>
                      <a:pt x="1" y="61"/>
                      <a:pt x="1" y="61"/>
                      <a:pt x="1" y="61"/>
                    </a:cubicBezTo>
                    <a:cubicBezTo>
                      <a:pt x="18" y="62"/>
                      <a:pt x="18" y="62"/>
                      <a:pt x="18" y="62"/>
                    </a:cubicBezTo>
                    <a:cubicBezTo>
                      <a:pt x="19" y="43"/>
                      <a:pt x="19" y="43"/>
                      <a:pt x="19" y="43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2" y="38"/>
                      <a:pt x="2" y="38"/>
                      <a:pt x="2" y="38"/>
                    </a:cubicBezTo>
                    <a:cubicBezTo>
                      <a:pt x="39" y="40"/>
                      <a:pt x="39" y="40"/>
                      <a:pt x="39" y="40"/>
                    </a:cubicBezTo>
                    <a:cubicBezTo>
                      <a:pt x="39" y="44"/>
                      <a:pt x="39" y="44"/>
                      <a:pt x="39" y="44"/>
                    </a:cubicBezTo>
                    <a:cubicBezTo>
                      <a:pt x="23" y="44"/>
                      <a:pt x="23" y="44"/>
                      <a:pt x="23" y="44"/>
                    </a:cubicBezTo>
                    <a:cubicBezTo>
                      <a:pt x="22" y="62"/>
                      <a:pt x="22" y="62"/>
                      <a:pt x="22" y="62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7"/>
                      <a:pt x="38" y="67"/>
                      <a:pt x="38" y="67"/>
                    </a:cubicBezTo>
                    <a:close/>
                    <a:moveTo>
                      <a:pt x="38" y="81"/>
                    </a:moveTo>
                    <a:cubicBezTo>
                      <a:pt x="0" y="82"/>
                      <a:pt x="0" y="82"/>
                      <a:pt x="0" y="82"/>
                    </a:cubicBezTo>
                    <a:cubicBezTo>
                      <a:pt x="0" y="77"/>
                      <a:pt x="0" y="77"/>
                      <a:pt x="0" y="77"/>
                    </a:cubicBezTo>
                    <a:cubicBezTo>
                      <a:pt x="38" y="76"/>
                      <a:pt x="38" y="76"/>
                      <a:pt x="38" y="76"/>
                    </a:cubicBezTo>
                    <a:cubicBezTo>
                      <a:pt x="38" y="81"/>
                      <a:pt x="38" y="81"/>
                      <a:pt x="38" y="81"/>
                    </a:cubicBezTo>
                    <a:close/>
                    <a:moveTo>
                      <a:pt x="40" y="117"/>
                    </a:moveTo>
                    <a:cubicBezTo>
                      <a:pt x="3" y="120"/>
                      <a:pt x="3" y="120"/>
                      <a:pt x="3" y="120"/>
                    </a:cubicBezTo>
                    <a:cubicBezTo>
                      <a:pt x="2" y="114"/>
                      <a:pt x="2" y="114"/>
                      <a:pt x="2" y="114"/>
                    </a:cubicBezTo>
                    <a:cubicBezTo>
                      <a:pt x="24" y="101"/>
                      <a:pt x="24" y="101"/>
                      <a:pt x="24" y="101"/>
                    </a:cubicBezTo>
                    <a:cubicBezTo>
                      <a:pt x="24" y="101"/>
                      <a:pt x="28" y="99"/>
                      <a:pt x="34" y="95"/>
                    </a:cubicBezTo>
                    <a:cubicBezTo>
                      <a:pt x="34" y="94"/>
                      <a:pt x="34" y="94"/>
                      <a:pt x="34" y="94"/>
                    </a:cubicBezTo>
                    <a:cubicBezTo>
                      <a:pt x="34" y="94"/>
                      <a:pt x="31" y="95"/>
                      <a:pt x="28" y="95"/>
                    </a:cubicBezTo>
                    <a:cubicBezTo>
                      <a:pt x="26" y="95"/>
                      <a:pt x="24" y="95"/>
                      <a:pt x="22" y="95"/>
                    </a:cubicBezTo>
                    <a:cubicBezTo>
                      <a:pt x="1" y="97"/>
                      <a:pt x="1" y="97"/>
                      <a:pt x="1" y="97"/>
                    </a:cubicBezTo>
                    <a:cubicBezTo>
                      <a:pt x="1" y="93"/>
                      <a:pt x="1" y="93"/>
                      <a:pt x="1" y="93"/>
                    </a:cubicBezTo>
                    <a:cubicBezTo>
                      <a:pt x="38" y="90"/>
                      <a:pt x="38" y="90"/>
                      <a:pt x="38" y="90"/>
                    </a:cubicBezTo>
                    <a:cubicBezTo>
                      <a:pt x="38" y="97"/>
                      <a:pt x="38" y="97"/>
                      <a:pt x="38" y="97"/>
                    </a:cubicBezTo>
                    <a:cubicBezTo>
                      <a:pt x="18" y="109"/>
                      <a:pt x="18" y="109"/>
                      <a:pt x="18" y="109"/>
                    </a:cubicBezTo>
                    <a:cubicBezTo>
                      <a:pt x="17" y="110"/>
                      <a:pt x="15" y="111"/>
                      <a:pt x="13" y="112"/>
                    </a:cubicBezTo>
                    <a:cubicBezTo>
                      <a:pt x="10" y="114"/>
                      <a:pt x="8" y="115"/>
                      <a:pt x="8" y="115"/>
                    </a:cubicBezTo>
                    <a:cubicBezTo>
                      <a:pt x="8" y="116"/>
                      <a:pt x="8" y="116"/>
                      <a:pt x="8" y="116"/>
                    </a:cubicBezTo>
                    <a:cubicBezTo>
                      <a:pt x="15" y="115"/>
                      <a:pt x="19" y="115"/>
                      <a:pt x="20" y="115"/>
                    </a:cubicBezTo>
                    <a:cubicBezTo>
                      <a:pt x="40" y="113"/>
                      <a:pt x="40" y="113"/>
                      <a:pt x="40" y="113"/>
                    </a:cubicBezTo>
                    <a:cubicBezTo>
                      <a:pt x="40" y="117"/>
                      <a:pt x="40" y="117"/>
                      <a:pt x="40" y="117"/>
                    </a:cubicBezTo>
                    <a:close/>
                    <a:moveTo>
                      <a:pt x="24" y="145"/>
                    </a:moveTo>
                    <a:cubicBezTo>
                      <a:pt x="32" y="140"/>
                      <a:pt x="32" y="140"/>
                      <a:pt x="32" y="140"/>
                    </a:cubicBezTo>
                    <a:cubicBezTo>
                      <a:pt x="35" y="139"/>
                      <a:pt x="37" y="137"/>
                      <a:pt x="41" y="136"/>
                    </a:cubicBezTo>
                    <a:cubicBezTo>
                      <a:pt x="41" y="135"/>
                      <a:pt x="41" y="135"/>
                      <a:pt x="41" y="135"/>
                    </a:cubicBezTo>
                    <a:cubicBezTo>
                      <a:pt x="37" y="135"/>
                      <a:pt x="34" y="135"/>
                      <a:pt x="31" y="134"/>
                    </a:cubicBezTo>
                    <a:cubicBezTo>
                      <a:pt x="22" y="134"/>
                      <a:pt x="22" y="134"/>
                      <a:pt x="22" y="134"/>
                    </a:cubicBezTo>
                    <a:cubicBezTo>
                      <a:pt x="24" y="145"/>
                      <a:pt x="24" y="145"/>
                      <a:pt x="24" y="145"/>
                    </a:cubicBezTo>
                    <a:close/>
                    <a:moveTo>
                      <a:pt x="45" y="137"/>
                    </a:moveTo>
                    <a:cubicBezTo>
                      <a:pt x="11" y="157"/>
                      <a:pt x="11" y="157"/>
                      <a:pt x="11" y="157"/>
                    </a:cubicBezTo>
                    <a:cubicBezTo>
                      <a:pt x="10" y="153"/>
                      <a:pt x="10" y="153"/>
                      <a:pt x="10" y="153"/>
                    </a:cubicBezTo>
                    <a:cubicBezTo>
                      <a:pt x="21" y="147"/>
                      <a:pt x="21" y="147"/>
                      <a:pt x="21" y="147"/>
                    </a:cubicBezTo>
                    <a:cubicBezTo>
                      <a:pt x="18" y="134"/>
                      <a:pt x="18" y="134"/>
                      <a:pt x="18" y="134"/>
                    </a:cubicBezTo>
                    <a:cubicBezTo>
                      <a:pt x="6" y="133"/>
                      <a:pt x="6" y="133"/>
                      <a:pt x="6" y="133"/>
                    </a:cubicBezTo>
                    <a:cubicBezTo>
                      <a:pt x="5" y="129"/>
                      <a:pt x="5" y="129"/>
                      <a:pt x="5" y="129"/>
                    </a:cubicBezTo>
                    <a:cubicBezTo>
                      <a:pt x="44" y="132"/>
                      <a:pt x="44" y="132"/>
                      <a:pt x="44" y="132"/>
                    </a:cubicBezTo>
                    <a:cubicBezTo>
                      <a:pt x="45" y="137"/>
                      <a:pt x="45" y="137"/>
                      <a:pt x="45" y="137"/>
                    </a:cubicBezTo>
                    <a:close/>
                    <a:moveTo>
                      <a:pt x="75" y="206"/>
                    </a:moveTo>
                    <a:cubicBezTo>
                      <a:pt x="53" y="218"/>
                      <a:pt x="53" y="218"/>
                      <a:pt x="53" y="218"/>
                    </a:cubicBezTo>
                    <a:cubicBezTo>
                      <a:pt x="49" y="220"/>
                      <a:pt x="46" y="221"/>
                      <a:pt x="42" y="220"/>
                    </a:cubicBezTo>
                    <a:cubicBezTo>
                      <a:pt x="39" y="218"/>
                      <a:pt x="37" y="216"/>
                      <a:pt x="35" y="213"/>
                    </a:cubicBezTo>
                    <a:cubicBezTo>
                      <a:pt x="33" y="209"/>
                      <a:pt x="32" y="206"/>
                      <a:pt x="33" y="202"/>
                    </a:cubicBezTo>
                    <a:cubicBezTo>
                      <a:pt x="34" y="199"/>
                      <a:pt x="36" y="197"/>
                      <a:pt x="40" y="195"/>
                    </a:cubicBezTo>
                    <a:cubicBezTo>
                      <a:pt x="61" y="182"/>
                      <a:pt x="61" y="182"/>
                      <a:pt x="61" y="182"/>
                    </a:cubicBezTo>
                    <a:cubicBezTo>
                      <a:pt x="63" y="186"/>
                      <a:pt x="63" y="186"/>
                      <a:pt x="63" y="186"/>
                    </a:cubicBezTo>
                    <a:cubicBezTo>
                      <a:pt x="42" y="198"/>
                      <a:pt x="42" y="198"/>
                      <a:pt x="42" y="198"/>
                    </a:cubicBezTo>
                    <a:cubicBezTo>
                      <a:pt x="37" y="202"/>
                      <a:pt x="35" y="206"/>
                      <a:pt x="38" y="211"/>
                    </a:cubicBezTo>
                    <a:cubicBezTo>
                      <a:pt x="41" y="217"/>
                      <a:pt x="46" y="218"/>
                      <a:pt x="51" y="214"/>
                    </a:cubicBezTo>
                    <a:cubicBezTo>
                      <a:pt x="73" y="202"/>
                      <a:pt x="73" y="202"/>
                      <a:pt x="73" y="202"/>
                    </a:cubicBezTo>
                    <a:cubicBezTo>
                      <a:pt x="75" y="206"/>
                      <a:pt x="75" y="206"/>
                      <a:pt x="75" y="206"/>
                    </a:cubicBezTo>
                    <a:close/>
                    <a:moveTo>
                      <a:pt x="93" y="234"/>
                    </a:moveTo>
                    <a:cubicBezTo>
                      <a:pt x="90" y="231"/>
                      <a:pt x="90" y="231"/>
                      <a:pt x="90" y="231"/>
                    </a:cubicBezTo>
                    <a:cubicBezTo>
                      <a:pt x="75" y="243"/>
                      <a:pt x="75" y="243"/>
                      <a:pt x="75" y="243"/>
                    </a:cubicBezTo>
                    <a:cubicBezTo>
                      <a:pt x="74" y="244"/>
                      <a:pt x="71" y="247"/>
                      <a:pt x="65" y="251"/>
                    </a:cubicBezTo>
                    <a:cubicBezTo>
                      <a:pt x="65" y="251"/>
                      <a:pt x="65" y="251"/>
                      <a:pt x="65" y="251"/>
                    </a:cubicBezTo>
                    <a:cubicBezTo>
                      <a:pt x="65" y="250"/>
                      <a:pt x="66" y="248"/>
                      <a:pt x="67" y="246"/>
                    </a:cubicBezTo>
                    <a:cubicBezTo>
                      <a:pt x="68" y="243"/>
                      <a:pt x="69" y="241"/>
                      <a:pt x="70" y="239"/>
                    </a:cubicBezTo>
                    <a:cubicBezTo>
                      <a:pt x="80" y="218"/>
                      <a:pt x="80" y="218"/>
                      <a:pt x="80" y="218"/>
                    </a:cubicBezTo>
                    <a:cubicBezTo>
                      <a:pt x="76" y="213"/>
                      <a:pt x="76" y="213"/>
                      <a:pt x="76" y="213"/>
                    </a:cubicBezTo>
                    <a:cubicBezTo>
                      <a:pt x="47" y="236"/>
                      <a:pt x="47" y="236"/>
                      <a:pt x="47" y="236"/>
                    </a:cubicBezTo>
                    <a:cubicBezTo>
                      <a:pt x="49" y="239"/>
                      <a:pt x="49" y="239"/>
                      <a:pt x="49" y="239"/>
                    </a:cubicBezTo>
                    <a:cubicBezTo>
                      <a:pt x="66" y="226"/>
                      <a:pt x="66" y="226"/>
                      <a:pt x="66" y="226"/>
                    </a:cubicBezTo>
                    <a:cubicBezTo>
                      <a:pt x="67" y="225"/>
                      <a:pt x="68" y="224"/>
                      <a:pt x="70" y="222"/>
                    </a:cubicBezTo>
                    <a:cubicBezTo>
                      <a:pt x="73" y="220"/>
                      <a:pt x="74" y="219"/>
                      <a:pt x="75" y="218"/>
                    </a:cubicBezTo>
                    <a:cubicBezTo>
                      <a:pt x="76" y="219"/>
                      <a:pt x="76" y="219"/>
                      <a:pt x="76" y="219"/>
                    </a:cubicBezTo>
                    <a:cubicBezTo>
                      <a:pt x="72" y="226"/>
                      <a:pt x="71" y="229"/>
                      <a:pt x="70" y="230"/>
                    </a:cubicBezTo>
                    <a:cubicBezTo>
                      <a:pt x="60" y="253"/>
                      <a:pt x="60" y="253"/>
                      <a:pt x="60" y="253"/>
                    </a:cubicBezTo>
                    <a:cubicBezTo>
                      <a:pt x="63" y="257"/>
                      <a:pt x="63" y="257"/>
                      <a:pt x="63" y="257"/>
                    </a:cubicBezTo>
                    <a:cubicBezTo>
                      <a:pt x="93" y="234"/>
                      <a:pt x="93" y="234"/>
                      <a:pt x="93" y="234"/>
                    </a:cubicBezTo>
                    <a:close/>
                    <a:moveTo>
                      <a:pt x="102" y="244"/>
                    </a:moveTo>
                    <a:cubicBezTo>
                      <a:pt x="75" y="269"/>
                      <a:pt x="75" y="269"/>
                      <a:pt x="75" y="269"/>
                    </a:cubicBezTo>
                    <a:cubicBezTo>
                      <a:pt x="72" y="266"/>
                      <a:pt x="72" y="266"/>
                      <a:pt x="72" y="266"/>
                    </a:cubicBezTo>
                    <a:cubicBezTo>
                      <a:pt x="99" y="240"/>
                      <a:pt x="99" y="240"/>
                      <a:pt x="99" y="240"/>
                    </a:cubicBezTo>
                    <a:cubicBezTo>
                      <a:pt x="102" y="244"/>
                      <a:pt x="102" y="244"/>
                      <a:pt x="102" y="244"/>
                    </a:cubicBezTo>
                    <a:close/>
                    <a:moveTo>
                      <a:pt x="128" y="268"/>
                    </a:moveTo>
                    <a:cubicBezTo>
                      <a:pt x="95" y="288"/>
                      <a:pt x="95" y="288"/>
                      <a:pt x="95" y="288"/>
                    </a:cubicBezTo>
                    <a:cubicBezTo>
                      <a:pt x="91" y="285"/>
                      <a:pt x="91" y="285"/>
                      <a:pt x="91" y="285"/>
                    </a:cubicBezTo>
                    <a:cubicBezTo>
                      <a:pt x="106" y="249"/>
                      <a:pt x="106" y="249"/>
                      <a:pt x="106" y="249"/>
                    </a:cubicBezTo>
                    <a:cubicBezTo>
                      <a:pt x="110" y="252"/>
                      <a:pt x="110" y="252"/>
                      <a:pt x="110" y="252"/>
                    </a:cubicBezTo>
                    <a:cubicBezTo>
                      <a:pt x="101" y="272"/>
                      <a:pt x="101" y="272"/>
                      <a:pt x="101" y="272"/>
                    </a:cubicBezTo>
                    <a:cubicBezTo>
                      <a:pt x="100" y="273"/>
                      <a:pt x="99" y="275"/>
                      <a:pt x="98" y="278"/>
                    </a:cubicBezTo>
                    <a:cubicBezTo>
                      <a:pt x="97" y="280"/>
                      <a:pt x="96" y="282"/>
                      <a:pt x="95" y="283"/>
                    </a:cubicBezTo>
                    <a:cubicBezTo>
                      <a:pt x="96" y="284"/>
                      <a:pt x="96" y="284"/>
                      <a:pt x="96" y="284"/>
                    </a:cubicBezTo>
                    <a:cubicBezTo>
                      <a:pt x="97" y="283"/>
                      <a:pt x="98" y="282"/>
                      <a:pt x="101" y="280"/>
                    </a:cubicBezTo>
                    <a:cubicBezTo>
                      <a:pt x="103" y="279"/>
                      <a:pt x="105" y="278"/>
                      <a:pt x="106" y="277"/>
                    </a:cubicBezTo>
                    <a:cubicBezTo>
                      <a:pt x="125" y="265"/>
                      <a:pt x="125" y="265"/>
                      <a:pt x="125" y="265"/>
                    </a:cubicBezTo>
                    <a:cubicBezTo>
                      <a:pt x="128" y="268"/>
                      <a:pt x="128" y="268"/>
                      <a:pt x="128" y="268"/>
                    </a:cubicBezTo>
                    <a:close/>
                    <a:moveTo>
                      <a:pt x="151" y="286"/>
                    </a:moveTo>
                    <a:cubicBezTo>
                      <a:pt x="132" y="272"/>
                      <a:pt x="132" y="272"/>
                      <a:pt x="132" y="272"/>
                    </a:cubicBezTo>
                    <a:cubicBezTo>
                      <a:pt x="110" y="302"/>
                      <a:pt x="110" y="302"/>
                      <a:pt x="110" y="302"/>
                    </a:cubicBezTo>
                    <a:cubicBezTo>
                      <a:pt x="130" y="316"/>
                      <a:pt x="130" y="316"/>
                      <a:pt x="130" y="316"/>
                    </a:cubicBezTo>
                    <a:cubicBezTo>
                      <a:pt x="132" y="313"/>
                      <a:pt x="132" y="313"/>
                      <a:pt x="132" y="313"/>
                    </a:cubicBezTo>
                    <a:cubicBezTo>
                      <a:pt x="116" y="302"/>
                      <a:pt x="116" y="302"/>
                      <a:pt x="116" y="302"/>
                    </a:cubicBezTo>
                    <a:cubicBezTo>
                      <a:pt x="124" y="290"/>
                      <a:pt x="124" y="290"/>
                      <a:pt x="124" y="290"/>
                    </a:cubicBezTo>
                    <a:cubicBezTo>
                      <a:pt x="136" y="299"/>
                      <a:pt x="136" y="299"/>
                      <a:pt x="136" y="299"/>
                    </a:cubicBezTo>
                    <a:cubicBezTo>
                      <a:pt x="138" y="296"/>
                      <a:pt x="138" y="296"/>
                      <a:pt x="138" y="296"/>
                    </a:cubicBezTo>
                    <a:cubicBezTo>
                      <a:pt x="127" y="287"/>
                      <a:pt x="127" y="287"/>
                      <a:pt x="127" y="287"/>
                    </a:cubicBezTo>
                    <a:cubicBezTo>
                      <a:pt x="134" y="278"/>
                      <a:pt x="134" y="278"/>
                      <a:pt x="134" y="278"/>
                    </a:cubicBezTo>
                    <a:cubicBezTo>
                      <a:pt x="149" y="289"/>
                      <a:pt x="149" y="289"/>
                      <a:pt x="149" y="289"/>
                    </a:cubicBezTo>
                    <a:cubicBezTo>
                      <a:pt x="151" y="286"/>
                      <a:pt x="151" y="286"/>
                      <a:pt x="151" y="286"/>
                    </a:cubicBezTo>
                    <a:close/>
                    <a:moveTo>
                      <a:pt x="158" y="296"/>
                    </a:moveTo>
                    <a:cubicBezTo>
                      <a:pt x="153" y="308"/>
                      <a:pt x="153" y="308"/>
                      <a:pt x="153" y="308"/>
                    </a:cubicBezTo>
                    <a:cubicBezTo>
                      <a:pt x="159" y="311"/>
                      <a:pt x="159" y="311"/>
                      <a:pt x="159" y="311"/>
                    </a:cubicBezTo>
                    <a:cubicBezTo>
                      <a:pt x="165" y="314"/>
                      <a:pt x="168" y="313"/>
                      <a:pt x="170" y="309"/>
                    </a:cubicBezTo>
                    <a:cubicBezTo>
                      <a:pt x="171" y="307"/>
                      <a:pt x="171" y="306"/>
                      <a:pt x="171" y="304"/>
                    </a:cubicBezTo>
                    <a:cubicBezTo>
                      <a:pt x="170" y="302"/>
                      <a:pt x="168" y="301"/>
                      <a:pt x="166" y="300"/>
                    </a:cubicBezTo>
                    <a:cubicBezTo>
                      <a:pt x="158" y="296"/>
                      <a:pt x="158" y="296"/>
                      <a:pt x="158" y="296"/>
                    </a:cubicBezTo>
                    <a:close/>
                    <a:moveTo>
                      <a:pt x="156" y="291"/>
                    </a:moveTo>
                    <a:cubicBezTo>
                      <a:pt x="167" y="297"/>
                      <a:pt x="167" y="297"/>
                      <a:pt x="167" y="297"/>
                    </a:cubicBezTo>
                    <a:cubicBezTo>
                      <a:pt x="175" y="301"/>
                      <a:pt x="177" y="305"/>
                      <a:pt x="174" y="311"/>
                    </a:cubicBezTo>
                    <a:cubicBezTo>
                      <a:pt x="173" y="314"/>
                      <a:pt x="172" y="315"/>
                      <a:pt x="170" y="316"/>
                    </a:cubicBezTo>
                    <a:cubicBezTo>
                      <a:pt x="169" y="316"/>
                      <a:pt x="169" y="316"/>
                      <a:pt x="168" y="316"/>
                    </a:cubicBezTo>
                    <a:cubicBezTo>
                      <a:pt x="168" y="316"/>
                      <a:pt x="169" y="320"/>
                      <a:pt x="168" y="323"/>
                    </a:cubicBezTo>
                    <a:cubicBezTo>
                      <a:pt x="167" y="328"/>
                      <a:pt x="163" y="335"/>
                      <a:pt x="163" y="336"/>
                    </a:cubicBezTo>
                    <a:cubicBezTo>
                      <a:pt x="159" y="334"/>
                      <a:pt x="159" y="334"/>
                      <a:pt x="159" y="334"/>
                    </a:cubicBezTo>
                    <a:cubicBezTo>
                      <a:pt x="161" y="328"/>
                      <a:pt x="163" y="325"/>
                      <a:pt x="164" y="319"/>
                    </a:cubicBezTo>
                    <a:cubicBezTo>
                      <a:pt x="164" y="318"/>
                      <a:pt x="163" y="316"/>
                      <a:pt x="163" y="316"/>
                    </a:cubicBezTo>
                    <a:cubicBezTo>
                      <a:pt x="151" y="311"/>
                      <a:pt x="151" y="311"/>
                      <a:pt x="151" y="311"/>
                    </a:cubicBezTo>
                    <a:cubicBezTo>
                      <a:pt x="143" y="326"/>
                      <a:pt x="143" y="326"/>
                      <a:pt x="143" y="326"/>
                    </a:cubicBezTo>
                    <a:cubicBezTo>
                      <a:pt x="139" y="324"/>
                      <a:pt x="139" y="324"/>
                      <a:pt x="139" y="324"/>
                    </a:cubicBezTo>
                    <a:cubicBezTo>
                      <a:pt x="156" y="291"/>
                      <a:pt x="156" y="291"/>
                      <a:pt x="156" y="291"/>
                    </a:cubicBezTo>
                    <a:close/>
                    <a:moveTo>
                      <a:pt x="207" y="322"/>
                    </a:moveTo>
                    <a:cubicBezTo>
                      <a:pt x="207" y="316"/>
                      <a:pt x="204" y="311"/>
                      <a:pt x="199" y="309"/>
                    </a:cubicBezTo>
                    <a:cubicBezTo>
                      <a:pt x="195" y="308"/>
                      <a:pt x="192" y="308"/>
                      <a:pt x="190" y="308"/>
                    </a:cubicBezTo>
                    <a:cubicBezTo>
                      <a:pt x="187" y="309"/>
                      <a:pt x="185" y="311"/>
                      <a:pt x="184" y="314"/>
                    </a:cubicBezTo>
                    <a:cubicBezTo>
                      <a:pt x="183" y="316"/>
                      <a:pt x="183" y="319"/>
                      <a:pt x="184" y="320"/>
                    </a:cubicBezTo>
                    <a:cubicBezTo>
                      <a:pt x="184" y="323"/>
                      <a:pt x="187" y="325"/>
                      <a:pt x="190" y="328"/>
                    </a:cubicBezTo>
                    <a:cubicBezTo>
                      <a:pt x="191" y="329"/>
                      <a:pt x="191" y="329"/>
                      <a:pt x="191" y="329"/>
                    </a:cubicBezTo>
                    <a:cubicBezTo>
                      <a:pt x="194" y="331"/>
                      <a:pt x="196" y="332"/>
                      <a:pt x="196" y="334"/>
                    </a:cubicBezTo>
                    <a:cubicBezTo>
                      <a:pt x="197" y="335"/>
                      <a:pt x="197" y="337"/>
                      <a:pt x="196" y="339"/>
                    </a:cubicBezTo>
                    <a:cubicBezTo>
                      <a:pt x="196" y="340"/>
                      <a:pt x="195" y="342"/>
                      <a:pt x="193" y="342"/>
                    </a:cubicBezTo>
                    <a:cubicBezTo>
                      <a:pt x="191" y="343"/>
                      <a:pt x="189" y="343"/>
                      <a:pt x="186" y="342"/>
                    </a:cubicBezTo>
                    <a:cubicBezTo>
                      <a:pt x="184" y="341"/>
                      <a:pt x="183" y="340"/>
                      <a:pt x="182" y="338"/>
                    </a:cubicBezTo>
                    <a:cubicBezTo>
                      <a:pt x="180" y="337"/>
                      <a:pt x="180" y="334"/>
                      <a:pt x="180" y="332"/>
                    </a:cubicBezTo>
                    <a:cubicBezTo>
                      <a:pt x="176" y="332"/>
                      <a:pt x="176" y="332"/>
                      <a:pt x="176" y="332"/>
                    </a:cubicBezTo>
                    <a:cubicBezTo>
                      <a:pt x="175" y="335"/>
                      <a:pt x="176" y="337"/>
                      <a:pt x="177" y="339"/>
                    </a:cubicBezTo>
                    <a:cubicBezTo>
                      <a:pt x="179" y="342"/>
                      <a:pt x="181" y="344"/>
                      <a:pt x="185" y="345"/>
                    </a:cubicBezTo>
                    <a:cubicBezTo>
                      <a:pt x="188" y="347"/>
                      <a:pt x="192" y="347"/>
                      <a:pt x="194" y="346"/>
                    </a:cubicBezTo>
                    <a:cubicBezTo>
                      <a:pt x="197" y="345"/>
                      <a:pt x="199" y="343"/>
                      <a:pt x="201" y="340"/>
                    </a:cubicBezTo>
                    <a:cubicBezTo>
                      <a:pt x="202" y="337"/>
                      <a:pt x="202" y="335"/>
                      <a:pt x="201" y="333"/>
                    </a:cubicBezTo>
                    <a:cubicBezTo>
                      <a:pt x="200" y="331"/>
                      <a:pt x="198" y="329"/>
                      <a:pt x="194" y="326"/>
                    </a:cubicBezTo>
                    <a:cubicBezTo>
                      <a:pt x="193" y="325"/>
                      <a:pt x="193" y="325"/>
                      <a:pt x="193" y="325"/>
                    </a:cubicBezTo>
                    <a:cubicBezTo>
                      <a:pt x="191" y="323"/>
                      <a:pt x="189" y="322"/>
                      <a:pt x="188" y="320"/>
                    </a:cubicBezTo>
                    <a:cubicBezTo>
                      <a:pt x="188" y="319"/>
                      <a:pt x="187" y="317"/>
                      <a:pt x="188" y="315"/>
                    </a:cubicBezTo>
                    <a:cubicBezTo>
                      <a:pt x="189" y="314"/>
                      <a:pt x="190" y="313"/>
                      <a:pt x="191" y="312"/>
                    </a:cubicBezTo>
                    <a:cubicBezTo>
                      <a:pt x="193" y="311"/>
                      <a:pt x="195" y="312"/>
                      <a:pt x="197" y="312"/>
                    </a:cubicBezTo>
                    <a:cubicBezTo>
                      <a:pt x="201" y="314"/>
                      <a:pt x="203" y="317"/>
                      <a:pt x="202" y="321"/>
                    </a:cubicBezTo>
                    <a:cubicBezTo>
                      <a:pt x="207" y="322"/>
                      <a:pt x="207" y="322"/>
                      <a:pt x="207" y="322"/>
                    </a:cubicBezTo>
                    <a:close/>
                    <a:moveTo>
                      <a:pt x="222" y="319"/>
                    </a:moveTo>
                    <a:cubicBezTo>
                      <a:pt x="212" y="355"/>
                      <a:pt x="212" y="355"/>
                      <a:pt x="212" y="355"/>
                    </a:cubicBezTo>
                    <a:cubicBezTo>
                      <a:pt x="208" y="354"/>
                      <a:pt x="208" y="354"/>
                      <a:pt x="208" y="354"/>
                    </a:cubicBezTo>
                    <a:cubicBezTo>
                      <a:pt x="218" y="318"/>
                      <a:pt x="218" y="318"/>
                      <a:pt x="218" y="318"/>
                    </a:cubicBezTo>
                    <a:cubicBezTo>
                      <a:pt x="222" y="319"/>
                      <a:pt x="222" y="319"/>
                      <a:pt x="222" y="319"/>
                    </a:cubicBezTo>
                    <a:close/>
                    <a:moveTo>
                      <a:pt x="255" y="324"/>
                    </a:moveTo>
                    <a:cubicBezTo>
                      <a:pt x="254" y="328"/>
                      <a:pt x="254" y="328"/>
                      <a:pt x="254" y="328"/>
                    </a:cubicBezTo>
                    <a:cubicBezTo>
                      <a:pt x="242" y="326"/>
                      <a:pt x="242" y="326"/>
                      <a:pt x="242" y="326"/>
                    </a:cubicBezTo>
                    <a:cubicBezTo>
                      <a:pt x="238" y="360"/>
                      <a:pt x="238" y="360"/>
                      <a:pt x="238" y="360"/>
                    </a:cubicBezTo>
                    <a:cubicBezTo>
                      <a:pt x="233" y="359"/>
                      <a:pt x="233" y="359"/>
                      <a:pt x="233" y="359"/>
                    </a:cubicBezTo>
                    <a:cubicBezTo>
                      <a:pt x="238" y="326"/>
                      <a:pt x="238" y="326"/>
                      <a:pt x="238" y="326"/>
                    </a:cubicBezTo>
                    <a:cubicBezTo>
                      <a:pt x="227" y="324"/>
                      <a:pt x="227" y="324"/>
                      <a:pt x="227" y="324"/>
                    </a:cubicBezTo>
                    <a:cubicBezTo>
                      <a:pt x="227" y="321"/>
                      <a:pt x="227" y="321"/>
                      <a:pt x="227" y="321"/>
                    </a:cubicBezTo>
                    <a:cubicBezTo>
                      <a:pt x="255" y="324"/>
                      <a:pt x="255" y="324"/>
                      <a:pt x="255" y="324"/>
                    </a:cubicBezTo>
                    <a:close/>
                    <a:moveTo>
                      <a:pt x="287" y="328"/>
                    </a:moveTo>
                    <a:cubicBezTo>
                      <a:pt x="273" y="349"/>
                      <a:pt x="273" y="349"/>
                      <a:pt x="273" y="349"/>
                    </a:cubicBezTo>
                    <a:cubicBezTo>
                      <a:pt x="272" y="364"/>
                      <a:pt x="272" y="364"/>
                      <a:pt x="272" y="364"/>
                    </a:cubicBezTo>
                    <a:cubicBezTo>
                      <a:pt x="268" y="364"/>
                      <a:pt x="268" y="364"/>
                      <a:pt x="268" y="364"/>
                    </a:cubicBezTo>
                    <a:cubicBezTo>
                      <a:pt x="269" y="348"/>
                      <a:pt x="269" y="348"/>
                      <a:pt x="269" y="348"/>
                    </a:cubicBezTo>
                    <a:cubicBezTo>
                      <a:pt x="258" y="326"/>
                      <a:pt x="258" y="326"/>
                      <a:pt x="258" y="326"/>
                    </a:cubicBezTo>
                    <a:cubicBezTo>
                      <a:pt x="263" y="326"/>
                      <a:pt x="263" y="326"/>
                      <a:pt x="263" y="326"/>
                    </a:cubicBezTo>
                    <a:cubicBezTo>
                      <a:pt x="270" y="342"/>
                      <a:pt x="270" y="342"/>
                      <a:pt x="270" y="342"/>
                    </a:cubicBezTo>
                    <a:cubicBezTo>
                      <a:pt x="270" y="342"/>
                      <a:pt x="271" y="343"/>
                      <a:pt x="271" y="343"/>
                    </a:cubicBezTo>
                    <a:cubicBezTo>
                      <a:pt x="271" y="344"/>
                      <a:pt x="271" y="344"/>
                      <a:pt x="272" y="345"/>
                    </a:cubicBezTo>
                    <a:cubicBezTo>
                      <a:pt x="272" y="344"/>
                      <a:pt x="272" y="344"/>
                      <a:pt x="273" y="343"/>
                    </a:cubicBezTo>
                    <a:cubicBezTo>
                      <a:pt x="273" y="343"/>
                      <a:pt x="273" y="342"/>
                      <a:pt x="273" y="342"/>
                    </a:cubicBezTo>
                    <a:cubicBezTo>
                      <a:pt x="283" y="328"/>
                      <a:pt x="283" y="328"/>
                      <a:pt x="283" y="328"/>
                    </a:cubicBezTo>
                    <a:cubicBezTo>
                      <a:pt x="287" y="328"/>
                      <a:pt x="287" y="328"/>
                      <a:pt x="287" y="328"/>
                    </a:cubicBezTo>
                    <a:close/>
                    <a:moveTo>
                      <a:pt x="339" y="326"/>
                    </a:moveTo>
                    <a:cubicBezTo>
                      <a:pt x="336" y="326"/>
                      <a:pt x="333" y="329"/>
                      <a:pt x="332" y="332"/>
                    </a:cubicBezTo>
                    <a:cubicBezTo>
                      <a:pt x="331" y="335"/>
                      <a:pt x="331" y="339"/>
                      <a:pt x="332" y="343"/>
                    </a:cubicBezTo>
                    <a:cubicBezTo>
                      <a:pt x="333" y="349"/>
                      <a:pt x="335" y="352"/>
                      <a:pt x="338" y="354"/>
                    </a:cubicBezTo>
                    <a:cubicBezTo>
                      <a:pt x="340" y="356"/>
                      <a:pt x="343" y="357"/>
                      <a:pt x="346" y="356"/>
                    </a:cubicBezTo>
                    <a:cubicBezTo>
                      <a:pt x="349" y="355"/>
                      <a:pt x="352" y="353"/>
                      <a:pt x="353" y="350"/>
                    </a:cubicBezTo>
                    <a:cubicBezTo>
                      <a:pt x="354" y="347"/>
                      <a:pt x="354" y="343"/>
                      <a:pt x="353" y="339"/>
                    </a:cubicBezTo>
                    <a:cubicBezTo>
                      <a:pt x="352" y="333"/>
                      <a:pt x="350" y="330"/>
                      <a:pt x="347" y="327"/>
                    </a:cubicBezTo>
                    <a:cubicBezTo>
                      <a:pt x="345" y="326"/>
                      <a:pt x="342" y="325"/>
                      <a:pt x="339" y="326"/>
                    </a:cubicBezTo>
                    <a:close/>
                    <a:moveTo>
                      <a:pt x="338" y="322"/>
                    </a:moveTo>
                    <a:cubicBezTo>
                      <a:pt x="343" y="321"/>
                      <a:pt x="347" y="322"/>
                      <a:pt x="351" y="325"/>
                    </a:cubicBezTo>
                    <a:cubicBezTo>
                      <a:pt x="354" y="328"/>
                      <a:pt x="356" y="332"/>
                      <a:pt x="357" y="337"/>
                    </a:cubicBezTo>
                    <a:cubicBezTo>
                      <a:pt x="359" y="344"/>
                      <a:pt x="358" y="349"/>
                      <a:pt x="356" y="353"/>
                    </a:cubicBezTo>
                    <a:cubicBezTo>
                      <a:pt x="354" y="357"/>
                      <a:pt x="351" y="359"/>
                      <a:pt x="347" y="360"/>
                    </a:cubicBezTo>
                    <a:cubicBezTo>
                      <a:pt x="342" y="361"/>
                      <a:pt x="338" y="360"/>
                      <a:pt x="334" y="357"/>
                    </a:cubicBezTo>
                    <a:cubicBezTo>
                      <a:pt x="331" y="354"/>
                      <a:pt x="329" y="350"/>
                      <a:pt x="328" y="344"/>
                    </a:cubicBezTo>
                    <a:cubicBezTo>
                      <a:pt x="326" y="338"/>
                      <a:pt x="327" y="333"/>
                      <a:pt x="329" y="329"/>
                    </a:cubicBezTo>
                    <a:cubicBezTo>
                      <a:pt x="331" y="325"/>
                      <a:pt x="334" y="323"/>
                      <a:pt x="338" y="322"/>
                    </a:cubicBezTo>
                    <a:close/>
                    <a:moveTo>
                      <a:pt x="383" y="312"/>
                    </a:moveTo>
                    <a:cubicBezTo>
                      <a:pt x="384" y="315"/>
                      <a:pt x="384" y="315"/>
                      <a:pt x="384" y="315"/>
                    </a:cubicBezTo>
                    <a:cubicBezTo>
                      <a:pt x="366" y="321"/>
                      <a:pt x="366" y="321"/>
                      <a:pt x="366" y="321"/>
                    </a:cubicBezTo>
                    <a:cubicBezTo>
                      <a:pt x="370" y="333"/>
                      <a:pt x="370" y="333"/>
                      <a:pt x="370" y="333"/>
                    </a:cubicBezTo>
                    <a:cubicBezTo>
                      <a:pt x="383" y="328"/>
                      <a:pt x="383" y="328"/>
                      <a:pt x="383" y="328"/>
                    </a:cubicBezTo>
                    <a:cubicBezTo>
                      <a:pt x="385" y="332"/>
                      <a:pt x="385" y="332"/>
                      <a:pt x="385" y="332"/>
                    </a:cubicBezTo>
                    <a:cubicBezTo>
                      <a:pt x="371" y="336"/>
                      <a:pt x="371" y="336"/>
                      <a:pt x="371" y="336"/>
                    </a:cubicBezTo>
                    <a:cubicBezTo>
                      <a:pt x="377" y="353"/>
                      <a:pt x="377" y="353"/>
                      <a:pt x="377" y="353"/>
                    </a:cubicBezTo>
                    <a:cubicBezTo>
                      <a:pt x="372" y="355"/>
                      <a:pt x="372" y="355"/>
                      <a:pt x="372" y="355"/>
                    </a:cubicBezTo>
                    <a:cubicBezTo>
                      <a:pt x="361" y="319"/>
                      <a:pt x="361" y="319"/>
                      <a:pt x="361" y="319"/>
                    </a:cubicBezTo>
                    <a:cubicBezTo>
                      <a:pt x="383" y="312"/>
                      <a:pt x="383" y="312"/>
                      <a:pt x="383" y="312"/>
                    </a:cubicBezTo>
                    <a:close/>
                    <a:moveTo>
                      <a:pt x="446" y="289"/>
                    </a:moveTo>
                    <a:cubicBezTo>
                      <a:pt x="443" y="292"/>
                      <a:pt x="443" y="292"/>
                      <a:pt x="443" y="292"/>
                    </a:cubicBezTo>
                    <a:cubicBezTo>
                      <a:pt x="439" y="289"/>
                      <a:pt x="435" y="288"/>
                      <a:pt x="431" y="291"/>
                    </a:cubicBezTo>
                    <a:cubicBezTo>
                      <a:pt x="428" y="293"/>
                      <a:pt x="427" y="296"/>
                      <a:pt x="427" y="299"/>
                    </a:cubicBezTo>
                    <a:cubicBezTo>
                      <a:pt x="427" y="303"/>
                      <a:pt x="429" y="306"/>
                      <a:pt x="431" y="310"/>
                    </a:cubicBezTo>
                    <a:cubicBezTo>
                      <a:pt x="434" y="314"/>
                      <a:pt x="438" y="317"/>
                      <a:pt x="441" y="318"/>
                    </a:cubicBezTo>
                    <a:cubicBezTo>
                      <a:pt x="444" y="319"/>
                      <a:pt x="447" y="318"/>
                      <a:pt x="449" y="317"/>
                    </a:cubicBezTo>
                    <a:cubicBezTo>
                      <a:pt x="452" y="315"/>
                      <a:pt x="453" y="312"/>
                      <a:pt x="453" y="309"/>
                    </a:cubicBezTo>
                    <a:cubicBezTo>
                      <a:pt x="453" y="307"/>
                      <a:pt x="452" y="304"/>
                      <a:pt x="450" y="301"/>
                    </a:cubicBezTo>
                    <a:cubicBezTo>
                      <a:pt x="442" y="307"/>
                      <a:pt x="442" y="307"/>
                      <a:pt x="442" y="307"/>
                    </a:cubicBezTo>
                    <a:cubicBezTo>
                      <a:pt x="440" y="304"/>
                      <a:pt x="440" y="304"/>
                      <a:pt x="440" y="304"/>
                    </a:cubicBezTo>
                    <a:cubicBezTo>
                      <a:pt x="451" y="296"/>
                      <a:pt x="451" y="296"/>
                      <a:pt x="451" y="296"/>
                    </a:cubicBezTo>
                    <a:cubicBezTo>
                      <a:pt x="462" y="311"/>
                      <a:pt x="462" y="311"/>
                      <a:pt x="462" y="311"/>
                    </a:cubicBezTo>
                    <a:cubicBezTo>
                      <a:pt x="460" y="313"/>
                      <a:pt x="460" y="313"/>
                      <a:pt x="460" y="313"/>
                    </a:cubicBezTo>
                    <a:cubicBezTo>
                      <a:pt x="456" y="308"/>
                      <a:pt x="456" y="308"/>
                      <a:pt x="456" y="308"/>
                    </a:cubicBezTo>
                    <a:cubicBezTo>
                      <a:pt x="456" y="311"/>
                      <a:pt x="456" y="313"/>
                      <a:pt x="455" y="315"/>
                    </a:cubicBezTo>
                    <a:cubicBezTo>
                      <a:pt x="454" y="317"/>
                      <a:pt x="453" y="318"/>
                      <a:pt x="451" y="320"/>
                    </a:cubicBezTo>
                    <a:cubicBezTo>
                      <a:pt x="447" y="323"/>
                      <a:pt x="443" y="323"/>
                      <a:pt x="438" y="322"/>
                    </a:cubicBezTo>
                    <a:cubicBezTo>
                      <a:pt x="434" y="320"/>
                      <a:pt x="431" y="317"/>
                      <a:pt x="428" y="313"/>
                    </a:cubicBezTo>
                    <a:cubicBezTo>
                      <a:pt x="424" y="307"/>
                      <a:pt x="422" y="302"/>
                      <a:pt x="423" y="298"/>
                    </a:cubicBezTo>
                    <a:cubicBezTo>
                      <a:pt x="424" y="294"/>
                      <a:pt x="426" y="290"/>
                      <a:pt x="429" y="288"/>
                    </a:cubicBezTo>
                    <a:cubicBezTo>
                      <a:pt x="432" y="286"/>
                      <a:pt x="435" y="285"/>
                      <a:pt x="438" y="285"/>
                    </a:cubicBezTo>
                    <a:cubicBezTo>
                      <a:pt x="441" y="286"/>
                      <a:pt x="444" y="287"/>
                      <a:pt x="446" y="289"/>
                    </a:cubicBezTo>
                    <a:close/>
                    <a:moveTo>
                      <a:pt x="466" y="260"/>
                    </a:moveTo>
                    <a:cubicBezTo>
                      <a:pt x="449" y="275"/>
                      <a:pt x="449" y="275"/>
                      <a:pt x="449" y="275"/>
                    </a:cubicBezTo>
                    <a:cubicBezTo>
                      <a:pt x="473" y="303"/>
                      <a:pt x="473" y="303"/>
                      <a:pt x="473" y="303"/>
                    </a:cubicBezTo>
                    <a:cubicBezTo>
                      <a:pt x="491" y="288"/>
                      <a:pt x="491" y="288"/>
                      <a:pt x="491" y="288"/>
                    </a:cubicBezTo>
                    <a:cubicBezTo>
                      <a:pt x="488" y="285"/>
                      <a:pt x="488" y="285"/>
                      <a:pt x="488" y="285"/>
                    </a:cubicBezTo>
                    <a:cubicBezTo>
                      <a:pt x="474" y="298"/>
                      <a:pt x="474" y="298"/>
                      <a:pt x="474" y="298"/>
                    </a:cubicBezTo>
                    <a:cubicBezTo>
                      <a:pt x="464" y="287"/>
                      <a:pt x="464" y="287"/>
                      <a:pt x="464" y="287"/>
                    </a:cubicBezTo>
                    <a:cubicBezTo>
                      <a:pt x="475" y="277"/>
                      <a:pt x="475" y="277"/>
                      <a:pt x="475" y="277"/>
                    </a:cubicBezTo>
                    <a:cubicBezTo>
                      <a:pt x="473" y="275"/>
                      <a:pt x="473" y="275"/>
                      <a:pt x="473" y="275"/>
                    </a:cubicBezTo>
                    <a:cubicBezTo>
                      <a:pt x="462" y="284"/>
                      <a:pt x="462" y="284"/>
                      <a:pt x="462" y="284"/>
                    </a:cubicBezTo>
                    <a:cubicBezTo>
                      <a:pt x="454" y="275"/>
                      <a:pt x="454" y="275"/>
                      <a:pt x="454" y="275"/>
                    </a:cubicBezTo>
                    <a:cubicBezTo>
                      <a:pt x="469" y="263"/>
                      <a:pt x="469" y="263"/>
                      <a:pt x="469" y="263"/>
                    </a:cubicBezTo>
                    <a:cubicBezTo>
                      <a:pt x="466" y="260"/>
                      <a:pt x="466" y="260"/>
                      <a:pt x="466" y="260"/>
                    </a:cubicBezTo>
                    <a:close/>
                    <a:moveTo>
                      <a:pt x="483" y="247"/>
                    </a:moveTo>
                    <a:cubicBezTo>
                      <a:pt x="485" y="245"/>
                      <a:pt x="487" y="244"/>
                      <a:pt x="490" y="244"/>
                    </a:cubicBezTo>
                    <a:cubicBezTo>
                      <a:pt x="494" y="244"/>
                      <a:pt x="497" y="246"/>
                      <a:pt x="501" y="249"/>
                    </a:cubicBezTo>
                    <a:cubicBezTo>
                      <a:pt x="505" y="252"/>
                      <a:pt x="507" y="255"/>
                      <a:pt x="508" y="258"/>
                    </a:cubicBezTo>
                    <a:cubicBezTo>
                      <a:pt x="509" y="262"/>
                      <a:pt x="508" y="265"/>
                      <a:pt x="506" y="268"/>
                    </a:cubicBezTo>
                    <a:cubicBezTo>
                      <a:pt x="504" y="270"/>
                      <a:pt x="502" y="271"/>
                      <a:pt x="499" y="271"/>
                    </a:cubicBezTo>
                    <a:cubicBezTo>
                      <a:pt x="495" y="271"/>
                      <a:pt x="491" y="269"/>
                      <a:pt x="487" y="265"/>
                    </a:cubicBezTo>
                    <a:cubicBezTo>
                      <a:pt x="484" y="262"/>
                      <a:pt x="482" y="259"/>
                      <a:pt x="481" y="256"/>
                    </a:cubicBezTo>
                    <a:cubicBezTo>
                      <a:pt x="480" y="253"/>
                      <a:pt x="480" y="250"/>
                      <a:pt x="483" y="247"/>
                    </a:cubicBezTo>
                    <a:close/>
                    <a:moveTo>
                      <a:pt x="480" y="245"/>
                    </a:moveTo>
                    <a:cubicBezTo>
                      <a:pt x="483" y="241"/>
                      <a:pt x="487" y="239"/>
                      <a:pt x="492" y="240"/>
                    </a:cubicBezTo>
                    <a:cubicBezTo>
                      <a:pt x="496" y="240"/>
                      <a:pt x="500" y="242"/>
                      <a:pt x="504" y="246"/>
                    </a:cubicBezTo>
                    <a:cubicBezTo>
                      <a:pt x="509" y="250"/>
                      <a:pt x="512" y="254"/>
                      <a:pt x="512" y="259"/>
                    </a:cubicBezTo>
                    <a:cubicBezTo>
                      <a:pt x="513" y="263"/>
                      <a:pt x="512" y="267"/>
                      <a:pt x="509" y="270"/>
                    </a:cubicBezTo>
                    <a:cubicBezTo>
                      <a:pt x="506" y="274"/>
                      <a:pt x="502" y="275"/>
                      <a:pt x="497" y="275"/>
                    </a:cubicBezTo>
                    <a:cubicBezTo>
                      <a:pt x="493" y="275"/>
                      <a:pt x="488" y="273"/>
                      <a:pt x="484" y="269"/>
                    </a:cubicBezTo>
                    <a:cubicBezTo>
                      <a:pt x="479" y="265"/>
                      <a:pt x="477" y="260"/>
                      <a:pt x="476" y="255"/>
                    </a:cubicBezTo>
                    <a:cubicBezTo>
                      <a:pt x="476" y="251"/>
                      <a:pt x="477" y="248"/>
                      <a:pt x="480" y="245"/>
                    </a:cubicBezTo>
                    <a:close/>
                    <a:moveTo>
                      <a:pt x="516" y="214"/>
                    </a:moveTo>
                    <a:cubicBezTo>
                      <a:pt x="510" y="212"/>
                      <a:pt x="505" y="214"/>
                      <a:pt x="501" y="219"/>
                    </a:cubicBezTo>
                    <a:cubicBezTo>
                      <a:pt x="500" y="222"/>
                      <a:pt x="499" y="225"/>
                      <a:pt x="499" y="228"/>
                    </a:cubicBezTo>
                    <a:cubicBezTo>
                      <a:pt x="499" y="231"/>
                      <a:pt x="501" y="233"/>
                      <a:pt x="503" y="234"/>
                    </a:cubicBezTo>
                    <a:cubicBezTo>
                      <a:pt x="505" y="236"/>
                      <a:pt x="508" y="237"/>
                      <a:pt x="510" y="236"/>
                    </a:cubicBezTo>
                    <a:cubicBezTo>
                      <a:pt x="512" y="236"/>
                      <a:pt x="515" y="234"/>
                      <a:pt x="518" y="231"/>
                    </a:cubicBezTo>
                    <a:cubicBezTo>
                      <a:pt x="519" y="230"/>
                      <a:pt x="519" y="230"/>
                      <a:pt x="519" y="230"/>
                    </a:cubicBezTo>
                    <a:cubicBezTo>
                      <a:pt x="522" y="228"/>
                      <a:pt x="524" y="227"/>
                      <a:pt x="525" y="227"/>
                    </a:cubicBezTo>
                    <a:cubicBezTo>
                      <a:pt x="527" y="226"/>
                      <a:pt x="528" y="226"/>
                      <a:pt x="530" y="228"/>
                    </a:cubicBezTo>
                    <a:cubicBezTo>
                      <a:pt x="532" y="229"/>
                      <a:pt x="533" y="230"/>
                      <a:pt x="533" y="231"/>
                    </a:cubicBezTo>
                    <a:cubicBezTo>
                      <a:pt x="533" y="233"/>
                      <a:pt x="533" y="236"/>
                      <a:pt x="531" y="238"/>
                    </a:cubicBezTo>
                    <a:cubicBezTo>
                      <a:pt x="530" y="240"/>
                      <a:pt x="528" y="241"/>
                      <a:pt x="527" y="242"/>
                    </a:cubicBezTo>
                    <a:cubicBezTo>
                      <a:pt x="525" y="243"/>
                      <a:pt x="522" y="243"/>
                      <a:pt x="520" y="242"/>
                    </a:cubicBezTo>
                    <a:cubicBezTo>
                      <a:pt x="519" y="246"/>
                      <a:pt x="519" y="246"/>
                      <a:pt x="519" y="246"/>
                    </a:cubicBezTo>
                    <a:cubicBezTo>
                      <a:pt x="522" y="247"/>
                      <a:pt x="524" y="247"/>
                      <a:pt x="527" y="246"/>
                    </a:cubicBezTo>
                    <a:cubicBezTo>
                      <a:pt x="530" y="245"/>
                      <a:pt x="532" y="243"/>
                      <a:pt x="534" y="240"/>
                    </a:cubicBezTo>
                    <a:cubicBezTo>
                      <a:pt x="536" y="237"/>
                      <a:pt x="537" y="234"/>
                      <a:pt x="537" y="231"/>
                    </a:cubicBezTo>
                    <a:cubicBezTo>
                      <a:pt x="537" y="228"/>
                      <a:pt x="535" y="225"/>
                      <a:pt x="532" y="224"/>
                    </a:cubicBezTo>
                    <a:cubicBezTo>
                      <a:pt x="530" y="222"/>
                      <a:pt x="528" y="221"/>
                      <a:pt x="526" y="222"/>
                    </a:cubicBezTo>
                    <a:cubicBezTo>
                      <a:pt x="523" y="222"/>
                      <a:pt x="520" y="224"/>
                      <a:pt x="517" y="227"/>
                    </a:cubicBezTo>
                    <a:cubicBezTo>
                      <a:pt x="516" y="228"/>
                      <a:pt x="516" y="228"/>
                      <a:pt x="516" y="228"/>
                    </a:cubicBezTo>
                    <a:cubicBezTo>
                      <a:pt x="514" y="230"/>
                      <a:pt x="512" y="231"/>
                      <a:pt x="510" y="232"/>
                    </a:cubicBezTo>
                    <a:cubicBezTo>
                      <a:pt x="509" y="232"/>
                      <a:pt x="507" y="232"/>
                      <a:pt x="505" y="231"/>
                    </a:cubicBezTo>
                    <a:cubicBezTo>
                      <a:pt x="504" y="230"/>
                      <a:pt x="503" y="228"/>
                      <a:pt x="503" y="227"/>
                    </a:cubicBezTo>
                    <a:cubicBezTo>
                      <a:pt x="503" y="225"/>
                      <a:pt x="503" y="223"/>
                      <a:pt x="505" y="221"/>
                    </a:cubicBezTo>
                    <a:cubicBezTo>
                      <a:pt x="507" y="218"/>
                      <a:pt x="510" y="217"/>
                      <a:pt x="514" y="218"/>
                    </a:cubicBezTo>
                    <a:cubicBezTo>
                      <a:pt x="516" y="214"/>
                      <a:pt x="516" y="214"/>
                      <a:pt x="516" y="214"/>
                    </a:cubicBezTo>
                    <a:close/>
                    <a:moveTo>
                      <a:pt x="545" y="103"/>
                    </a:moveTo>
                    <a:cubicBezTo>
                      <a:pt x="582" y="107"/>
                      <a:pt x="582" y="107"/>
                      <a:pt x="582" y="107"/>
                    </a:cubicBezTo>
                    <a:cubicBezTo>
                      <a:pt x="581" y="113"/>
                      <a:pt x="581" y="113"/>
                      <a:pt x="581" y="113"/>
                    </a:cubicBezTo>
                    <a:cubicBezTo>
                      <a:pt x="557" y="122"/>
                      <a:pt x="557" y="122"/>
                      <a:pt x="557" y="122"/>
                    </a:cubicBezTo>
                    <a:cubicBezTo>
                      <a:pt x="557" y="122"/>
                      <a:pt x="553" y="123"/>
                      <a:pt x="546" y="126"/>
                    </a:cubicBezTo>
                    <a:cubicBezTo>
                      <a:pt x="546" y="127"/>
                      <a:pt x="546" y="127"/>
                      <a:pt x="546" y="127"/>
                    </a:cubicBezTo>
                    <a:cubicBezTo>
                      <a:pt x="547" y="127"/>
                      <a:pt x="549" y="127"/>
                      <a:pt x="552" y="127"/>
                    </a:cubicBezTo>
                    <a:cubicBezTo>
                      <a:pt x="555" y="127"/>
                      <a:pt x="556" y="128"/>
                      <a:pt x="558" y="128"/>
                    </a:cubicBezTo>
                    <a:cubicBezTo>
                      <a:pt x="579" y="130"/>
                      <a:pt x="579" y="130"/>
                      <a:pt x="579" y="130"/>
                    </a:cubicBezTo>
                    <a:cubicBezTo>
                      <a:pt x="579" y="134"/>
                      <a:pt x="579" y="134"/>
                      <a:pt x="579" y="134"/>
                    </a:cubicBezTo>
                    <a:cubicBezTo>
                      <a:pt x="542" y="130"/>
                      <a:pt x="542" y="130"/>
                      <a:pt x="542" y="130"/>
                    </a:cubicBezTo>
                    <a:cubicBezTo>
                      <a:pt x="542" y="123"/>
                      <a:pt x="542" y="123"/>
                      <a:pt x="542" y="123"/>
                    </a:cubicBezTo>
                    <a:cubicBezTo>
                      <a:pt x="564" y="115"/>
                      <a:pt x="564" y="115"/>
                      <a:pt x="564" y="115"/>
                    </a:cubicBezTo>
                    <a:cubicBezTo>
                      <a:pt x="566" y="114"/>
                      <a:pt x="568" y="114"/>
                      <a:pt x="571" y="113"/>
                    </a:cubicBezTo>
                    <a:cubicBezTo>
                      <a:pt x="574" y="112"/>
                      <a:pt x="575" y="111"/>
                      <a:pt x="576" y="111"/>
                    </a:cubicBezTo>
                    <a:cubicBezTo>
                      <a:pt x="576" y="110"/>
                      <a:pt x="576" y="110"/>
                      <a:pt x="576" y="110"/>
                    </a:cubicBezTo>
                    <a:cubicBezTo>
                      <a:pt x="569" y="110"/>
                      <a:pt x="565" y="109"/>
                      <a:pt x="564" y="109"/>
                    </a:cubicBezTo>
                    <a:cubicBezTo>
                      <a:pt x="544" y="107"/>
                      <a:pt x="544" y="107"/>
                      <a:pt x="544" y="107"/>
                    </a:cubicBezTo>
                    <a:cubicBezTo>
                      <a:pt x="545" y="103"/>
                      <a:pt x="545" y="103"/>
                      <a:pt x="545" y="103"/>
                    </a:cubicBezTo>
                    <a:close/>
                    <a:moveTo>
                      <a:pt x="557" y="68"/>
                    </a:moveTo>
                    <a:cubicBezTo>
                      <a:pt x="558" y="73"/>
                      <a:pt x="558" y="73"/>
                      <a:pt x="558" y="73"/>
                    </a:cubicBezTo>
                    <a:cubicBezTo>
                      <a:pt x="553" y="74"/>
                      <a:pt x="550" y="77"/>
                      <a:pt x="550" y="82"/>
                    </a:cubicBezTo>
                    <a:cubicBezTo>
                      <a:pt x="550" y="85"/>
                      <a:pt x="551" y="88"/>
                      <a:pt x="554" y="90"/>
                    </a:cubicBezTo>
                    <a:cubicBezTo>
                      <a:pt x="557" y="92"/>
                      <a:pt x="560" y="93"/>
                      <a:pt x="565" y="93"/>
                    </a:cubicBezTo>
                    <a:cubicBezTo>
                      <a:pt x="570" y="93"/>
                      <a:pt x="574" y="92"/>
                      <a:pt x="577" y="90"/>
                    </a:cubicBezTo>
                    <a:cubicBezTo>
                      <a:pt x="580" y="88"/>
                      <a:pt x="581" y="85"/>
                      <a:pt x="581" y="82"/>
                    </a:cubicBezTo>
                    <a:cubicBezTo>
                      <a:pt x="581" y="77"/>
                      <a:pt x="578" y="74"/>
                      <a:pt x="573" y="73"/>
                    </a:cubicBezTo>
                    <a:cubicBezTo>
                      <a:pt x="574" y="68"/>
                      <a:pt x="574" y="68"/>
                      <a:pt x="574" y="68"/>
                    </a:cubicBezTo>
                    <a:cubicBezTo>
                      <a:pt x="581" y="71"/>
                      <a:pt x="585" y="75"/>
                      <a:pt x="585" y="82"/>
                    </a:cubicBezTo>
                    <a:cubicBezTo>
                      <a:pt x="584" y="87"/>
                      <a:pt x="582" y="91"/>
                      <a:pt x="579" y="94"/>
                    </a:cubicBezTo>
                    <a:cubicBezTo>
                      <a:pt x="575" y="96"/>
                      <a:pt x="571" y="98"/>
                      <a:pt x="565" y="98"/>
                    </a:cubicBezTo>
                    <a:cubicBezTo>
                      <a:pt x="559" y="97"/>
                      <a:pt x="554" y="96"/>
                      <a:pt x="550" y="92"/>
                    </a:cubicBezTo>
                    <a:cubicBezTo>
                      <a:pt x="547" y="89"/>
                      <a:pt x="546" y="86"/>
                      <a:pt x="546" y="82"/>
                    </a:cubicBezTo>
                    <a:cubicBezTo>
                      <a:pt x="546" y="78"/>
                      <a:pt x="547" y="75"/>
                      <a:pt x="549" y="72"/>
                    </a:cubicBezTo>
                    <a:cubicBezTo>
                      <a:pt x="551" y="70"/>
                      <a:pt x="554" y="69"/>
                      <a:pt x="557" y="68"/>
                    </a:cubicBezTo>
                    <a:close/>
                    <a:moveTo>
                      <a:pt x="545" y="38"/>
                    </a:moveTo>
                    <a:cubicBezTo>
                      <a:pt x="549" y="38"/>
                      <a:pt x="549" y="38"/>
                      <a:pt x="549" y="38"/>
                    </a:cubicBezTo>
                    <a:cubicBezTo>
                      <a:pt x="550" y="57"/>
                      <a:pt x="550" y="57"/>
                      <a:pt x="550" y="57"/>
                    </a:cubicBezTo>
                    <a:cubicBezTo>
                      <a:pt x="562" y="56"/>
                      <a:pt x="562" y="56"/>
                      <a:pt x="562" y="56"/>
                    </a:cubicBezTo>
                    <a:cubicBezTo>
                      <a:pt x="561" y="42"/>
                      <a:pt x="561" y="42"/>
                      <a:pt x="561" y="42"/>
                    </a:cubicBezTo>
                    <a:cubicBezTo>
                      <a:pt x="565" y="42"/>
                      <a:pt x="565" y="42"/>
                      <a:pt x="565" y="42"/>
                    </a:cubicBezTo>
                    <a:cubicBezTo>
                      <a:pt x="566" y="56"/>
                      <a:pt x="566" y="56"/>
                      <a:pt x="566" y="56"/>
                    </a:cubicBezTo>
                    <a:cubicBezTo>
                      <a:pt x="580" y="55"/>
                      <a:pt x="580" y="55"/>
                      <a:pt x="580" y="55"/>
                    </a:cubicBezTo>
                    <a:cubicBezTo>
                      <a:pt x="579" y="36"/>
                      <a:pt x="579" y="36"/>
                      <a:pt x="579" y="36"/>
                    </a:cubicBezTo>
                    <a:cubicBezTo>
                      <a:pt x="582" y="36"/>
                      <a:pt x="582" y="36"/>
                      <a:pt x="582" y="36"/>
                    </a:cubicBezTo>
                    <a:cubicBezTo>
                      <a:pt x="584" y="59"/>
                      <a:pt x="584" y="59"/>
                      <a:pt x="584" y="59"/>
                    </a:cubicBezTo>
                    <a:cubicBezTo>
                      <a:pt x="547" y="62"/>
                      <a:pt x="547" y="62"/>
                      <a:pt x="547" y="62"/>
                    </a:cubicBezTo>
                    <a:lnTo>
                      <a:pt x="545" y="38"/>
                    </a:lnTo>
                    <a:close/>
                  </a:path>
                </a:pathLst>
              </a:custGeom>
              <a:solidFill>
                <a:srgbClr val="0062A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" name="Freeform 8"/>
              <p:cNvSpPr>
                <a:spLocks noEditPoints="1"/>
              </p:cNvSpPr>
              <p:nvPr/>
            </p:nvSpPr>
            <p:spPr bwMode="auto">
              <a:xfrm>
                <a:off x="4537107" y="3583347"/>
                <a:ext cx="1238250" cy="387350"/>
              </a:xfrm>
              <a:custGeom>
                <a:avLst/>
                <a:gdLst>
                  <a:gd name="T0" fmla="*/ 36 w 501"/>
                  <a:gd name="T1" fmla="*/ 127 h 157"/>
                  <a:gd name="T2" fmla="*/ 43 w 501"/>
                  <a:gd name="T3" fmla="*/ 118 h 157"/>
                  <a:gd name="T4" fmla="*/ 23 w 501"/>
                  <a:gd name="T5" fmla="*/ 103 h 157"/>
                  <a:gd name="T6" fmla="*/ 20 w 501"/>
                  <a:gd name="T7" fmla="*/ 157 h 157"/>
                  <a:gd name="T8" fmla="*/ 48 w 501"/>
                  <a:gd name="T9" fmla="*/ 121 h 157"/>
                  <a:gd name="T10" fmla="*/ 65 w 501"/>
                  <a:gd name="T11" fmla="*/ 62 h 157"/>
                  <a:gd name="T12" fmla="*/ 90 w 501"/>
                  <a:gd name="T13" fmla="*/ 93 h 157"/>
                  <a:gd name="T14" fmla="*/ 142 w 501"/>
                  <a:gd name="T15" fmla="*/ 52 h 157"/>
                  <a:gd name="T16" fmla="*/ 127 w 501"/>
                  <a:gd name="T17" fmla="*/ 53 h 157"/>
                  <a:gd name="T18" fmla="*/ 127 w 501"/>
                  <a:gd name="T19" fmla="*/ 53 h 157"/>
                  <a:gd name="T20" fmla="*/ 130 w 501"/>
                  <a:gd name="T21" fmla="*/ 51 h 157"/>
                  <a:gd name="T22" fmla="*/ 119 w 501"/>
                  <a:gd name="T23" fmla="*/ 48 h 157"/>
                  <a:gd name="T24" fmla="*/ 85 w 501"/>
                  <a:gd name="T25" fmla="*/ 60 h 157"/>
                  <a:gd name="T26" fmla="*/ 90 w 501"/>
                  <a:gd name="T27" fmla="*/ 66 h 157"/>
                  <a:gd name="T28" fmla="*/ 95 w 501"/>
                  <a:gd name="T29" fmla="*/ 73 h 157"/>
                  <a:gd name="T30" fmla="*/ 167 w 501"/>
                  <a:gd name="T31" fmla="*/ 19 h 157"/>
                  <a:gd name="T32" fmla="*/ 171 w 501"/>
                  <a:gd name="T33" fmla="*/ 42 h 157"/>
                  <a:gd name="T34" fmla="*/ 191 w 501"/>
                  <a:gd name="T35" fmla="*/ 38 h 157"/>
                  <a:gd name="T36" fmla="*/ 187 w 501"/>
                  <a:gd name="T37" fmla="*/ 21 h 157"/>
                  <a:gd name="T38" fmla="*/ 165 w 501"/>
                  <a:gd name="T39" fmla="*/ 9 h 157"/>
                  <a:gd name="T40" fmla="*/ 195 w 501"/>
                  <a:gd name="T41" fmla="*/ 16 h 157"/>
                  <a:gd name="T42" fmla="*/ 197 w 501"/>
                  <a:gd name="T43" fmla="*/ 40 h 157"/>
                  <a:gd name="T44" fmla="*/ 250 w 501"/>
                  <a:gd name="T45" fmla="*/ 28 h 157"/>
                  <a:gd name="T46" fmla="*/ 208 w 501"/>
                  <a:gd name="T47" fmla="*/ 18 h 157"/>
                  <a:gd name="T48" fmla="*/ 228 w 501"/>
                  <a:gd name="T49" fmla="*/ 15 h 157"/>
                  <a:gd name="T50" fmla="*/ 234 w 501"/>
                  <a:gd name="T51" fmla="*/ 24 h 157"/>
                  <a:gd name="T52" fmla="*/ 228 w 501"/>
                  <a:gd name="T53" fmla="*/ 0 h 157"/>
                  <a:gd name="T54" fmla="*/ 260 w 501"/>
                  <a:gd name="T55" fmla="*/ 35 h 157"/>
                  <a:gd name="T56" fmla="*/ 282 w 501"/>
                  <a:gd name="T57" fmla="*/ 11 h 157"/>
                  <a:gd name="T58" fmla="*/ 282 w 501"/>
                  <a:gd name="T59" fmla="*/ 19 h 157"/>
                  <a:gd name="T60" fmla="*/ 301 w 501"/>
                  <a:gd name="T61" fmla="*/ 25 h 157"/>
                  <a:gd name="T62" fmla="*/ 290 w 501"/>
                  <a:gd name="T63" fmla="*/ 39 h 157"/>
                  <a:gd name="T64" fmla="*/ 336 w 501"/>
                  <a:gd name="T65" fmla="*/ 47 h 157"/>
                  <a:gd name="T66" fmla="*/ 323 w 501"/>
                  <a:gd name="T67" fmla="*/ 36 h 157"/>
                  <a:gd name="T68" fmla="*/ 313 w 501"/>
                  <a:gd name="T69" fmla="*/ 19 h 157"/>
                  <a:gd name="T70" fmla="*/ 314 w 501"/>
                  <a:gd name="T71" fmla="*/ 12 h 157"/>
                  <a:gd name="T72" fmla="*/ 306 w 501"/>
                  <a:gd name="T73" fmla="*/ 5 h 157"/>
                  <a:gd name="T74" fmla="*/ 359 w 501"/>
                  <a:gd name="T75" fmla="*/ 35 h 157"/>
                  <a:gd name="T76" fmla="*/ 370 w 501"/>
                  <a:gd name="T77" fmla="*/ 60 h 157"/>
                  <a:gd name="T78" fmla="*/ 422 w 501"/>
                  <a:gd name="T79" fmla="*/ 92 h 157"/>
                  <a:gd name="T80" fmla="*/ 427 w 501"/>
                  <a:gd name="T81" fmla="*/ 76 h 157"/>
                  <a:gd name="T82" fmla="*/ 397 w 501"/>
                  <a:gd name="T83" fmla="*/ 37 h 157"/>
                  <a:gd name="T84" fmla="*/ 451 w 501"/>
                  <a:gd name="T85" fmla="*/ 123 h 157"/>
                  <a:gd name="T86" fmla="*/ 457 w 501"/>
                  <a:gd name="T87" fmla="*/ 139 h 157"/>
                  <a:gd name="T88" fmla="*/ 468 w 501"/>
                  <a:gd name="T89" fmla="*/ 131 h 157"/>
                  <a:gd name="T90" fmla="*/ 461 w 501"/>
                  <a:gd name="T91" fmla="*/ 107 h 157"/>
                  <a:gd name="T92" fmla="*/ 457 w 501"/>
                  <a:gd name="T93" fmla="*/ 118 h 157"/>
                  <a:gd name="T94" fmla="*/ 451 w 501"/>
                  <a:gd name="T95" fmla="*/ 123 h 157"/>
                  <a:gd name="T96" fmla="*/ 456 w 501"/>
                  <a:gd name="T97" fmla="*/ 82 h 157"/>
                  <a:gd name="T98" fmla="*/ 470 w 501"/>
                  <a:gd name="T99" fmla="*/ 97 h 157"/>
                  <a:gd name="T100" fmla="*/ 490 w 501"/>
                  <a:gd name="T101" fmla="*/ 121 h 157"/>
                  <a:gd name="T102" fmla="*/ 493 w 501"/>
                  <a:gd name="T103" fmla="*/ 148 h 157"/>
                  <a:gd name="T104" fmla="*/ 466 w 501"/>
                  <a:gd name="T105" fmla="*/ 108 h 1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501" h="157">
                    <a:moveTo>
                      <a:pt x="24" y="143"/>
                    </a:moveTo>
                    <a:cubicBezTo>
                      <a:pt x="14" y="135"/>
                      <a:pt x="14" y="135"/>
                      <a:pt x="14" y="135"/>
                    </a:cubicBezTo>
                    <a:cubicBezTo>
                      <a:pt x="26" y="120"/>
                      <a:pt x="26" y="120"/>
                      <a:pt x="26" y="120"/>
                    </a:cubicBezTo>
                    <a:cubicBezTo>
                      <a:pt x="36" y="127"/>
                      <a:pt x="36" y="127"/>
                      <a:pt x="36" y="127"/>
                    </a:cubicBezTo>
                    <a:cubicBezTo>
                      <a:pt x="24" y="143"/>
                      <a:pt x="24" y="143"/>
                      <a:pt x="24" y="143"/>
                    </a:cubicBezTo>
                    <a:close/>
                    <a:moveTo>
                      <a:pt x="49" y="93"/>
                    </a:moveTo>
                    <a:cubicBezTo>
                      <a:pt x="58" y="100"/>
                      <a:pt x="58" y="100"/>
                      <a:pt x="58" y="100"/>
                    </a:cubicBezTo>
                    <a:cubicBezTo>
                      <a:pt x="43" y="118"/>
                      <a:pt x="43" y="118"/>
                      <a:pt x="43" y="118"/>
                    </a:cubicBezTo>
                    <a:cubicBezTo>
                      <a:pt x="34" y="110"/>
                      <a:pt x="34" y="110"/>
                      <a:pt x="34" y="110"/>
                    </a:cubicBezTo>
                    <a:cubicBezTo>
                      <a:pt x="49" y="93"/>
                      <a:pt x="49" y="93"/>
                      <a:pt x="49" y="93"/>
                    </a:cubicBezTo>
                    <a:close/>
                    <a:moveTo>
                      <a:pt x="30" y="107"/>
                    </a:moveTo>
                    <a:cubicBezTo>
                      <a:pt x="23" y="103"/>
                      <a:pt x="23" y="103"/>
                      <a:pt x="23" y="103"/>
                    </a:cubicBezTo>
                    <a:cubicBezTo>
                      <a:pt x="15" y="112"/>
                      <a:pt x="15" y="112"/>
                      <a:pt x="15" y="112"/>
                    </a:cubicBezTo>
                    <a:cubicBezTo>
                      <a:pt x="22" y="117"/>
                      <a:pt x="22" y="117"/>
                      <a:pt x="22" y="117"/>
                    </a:cubicBezTo>
                    <a:cubicBezTo>
                      <a:pt x="0" y="142"/>
                      <a:pt x="0" y="142"/>
                      <a:pt x="0" y="142"/>
                    </a:cubicBezTo>
                    <a:cubicBezTo>
                      <a:pt x="20" y="157"/>
                      <a:pt x="20" y="157"/>
                      <a:pt x="20" y="157"/>
                    </a:cubicBezTo>
                    <a:cubicBezTo>
                      <a:pt x="40" y="131"/>
                      <a:pt x="40" y="131"/>
                      <a:pt x="40" y="131"/>
                    </a:cubicBezTo>
                    <a:cubicBezTo>
                      <a:pt x="48" y="137"/>
                      <a:pt x="48" y="137"/>
                      <a:pt x="48" y="137"/>
                    </a:cubicBezTo>
                    <a:cubicBezTo>
                      <a:pt x="55" y="127"/>
                      <a:pt x="55" y="127"/>
                      <a:pt x="55" y="127"/>
                    </a:cubicBezTo>
                    <a:cubicBezTo>
                      <a:pt x="48" y="121"/>
                      <a:pt x="48" y="121"/>
                      <a:pt x="48" y="121"/>
                    </a:cubicBezTo>
                    <a:cubicBezTo>
                      <a:pt x="71" y="95"/>
                      <a:pt x="71" y="95"/>
                      <a:pt x="71" y="95"/>
                    </a:cubicBezTo>
                    <a:cubicBezTo>
                      <a:pt x="53" y="80"/>
                      <a:pt x="53" y="80"/>
                      <a:pt x="53" y="80"/>
                    </a:cubicBezTo>
                    <a:cubicBezTo>
                      <a:pt x="30" y="107"/>
                      <a:pt x="30" y="107"/>
                      <a:pt x="30" y="107"/>
                    </a:cubicBezTo>
                    <a:close/>
                    <a:moveTo>
                      <a:pt x="65" y="62"/>
                    </a:moveTo>
                    <a:cubicBezTo>
                      <a:pt x="77" y="54"/>
                      <a:pt x="87" y="47"/>
                      <a:pt x="99" y="40"/>
                    </a:cubicBezTo>
                    <a:cubicBezTo>
                      <a:pt x="111" y="32"/>
                      <a:pt x="123" y="25"/>
                      <a:pt x="136" y="18"/>
                    </a:cubicBezTo>
                    <a:cubicBezTo>
                      <a:pt x="155" y="52"/>
                      <a:pt x="155" y="52"/>
                      <a:pt x="155" y="52"/>
                    </a:cubicBezTo>
                    <a:cubicBezTo>
                      <a:pt x="90" y="93"/>
                      <a:pt x="90" y="93"/>
                      <a:pt x="90" y="93"/>
                    </a:cubicBezTo>
                    <a:cubicBezTo>
                      <a:pt x="65" y="62"/>
                      <a:pt x="65" y="62"/>
                      <a:pt x="65" y="62"/>
                    </a:cubicBezTo>
                    <a:close/>
                    <a:moveTo>
                      <a:pt x="96" y="81"/>
                    </a:moveTo>
                    <a:cubicBezTo>
                      <a:pt x="119" y="66"/>
                      <a:pt x="119" y="66"/>
                      <a:pt x="119" y="66"/>
                    </a:cubicBezTo>
                    <a:cubicBezTo>
                      <a:pt x="142" y="52"/>
                      <a:pt x="142" y="52"/>
                      <a:pt x="142" y="52"/>
                    </a:cubicBezTo>
                    <a:cubicBezTo>
                      <a:pt x="128" y="29"/>
                      <a:pt x="128" y="29"/>
                      <a:pt x="128" y="29"/>
                    </a:cubicBezTo>
                    <a:cubicBezTo>
                      <a:pt x="79" y="58"/>
                      <a:pt x="79" y="58"/>
                      <a:pt x="79" y="58"/>
                    </a:cubicBezTo>
                    <a:cubicBezTo>
                      <a:pt x="96" y="81"/>
                      <a:pt x="96" y="81"/>
                      <a:pt x="96" y="81"/>
                    </a:cubicBezTo>
                    <a:close/>
                    <a:moveTo>
                      <a:pt x="127" y="53"/>
                    </a:moveTo>
                    <a:cubicBezTo>
                      <a:pt x="125" y="50"/>
                      <a:pt x="125" y="50"/>
                      <a:pt x="125" y="50"/>
                    </a:cubicBezTo>
                    <a:cubicBezTo>
                      <a:pt x="121" y="52"/>
                      <a:pt x="121" y="52"/>
                      <a:pt x="121" y="52"/>
                    </a:cubicBezTo>
                    <a:cubicBezTo>
                      <a:pt x="123" y="56"/>
                      <a:pt x="123" y="56"/>
                      <a:pt x="123" y="56"/>
                    </a:cubicBezTo>
                    <a:cubicBezTo>
                      <a:pt x="127" y="53"/>
                      <a:pt x="127" y="53"/>
                      <a:pt x="127" y="53"/>
                    </a:cubicBezTo>
                    <a:close/>
                    <a:moveTo>
                      <a:pt x="120" y="62"/>
                    </a:moveTo>
                    <a:cubicBezTo>
                      <a:pt x="137" y="52"/>
                      <a:pt x="137" y="52"/>
                      <a:pt x="137" y="52"/>
                    </a:cubicBezTo>
                    <a:cubicBezTo>
                      <a:pt x="135" y="48"/>
                      <a:pt x="135" y="48"/>
                      <a:pt x="135" y="48"/>
                    </a:cubicBezTo>
                    <a:cubicBezTo>
                      <a:pt x="130" y="51"/>
                      <a:pt x="130" y="51"/>
                      <a:pt x="130" y="51"/>
                    </a:cubicBezTo>
                    <a:cubicBezTo>
                      <a:pt x="128" y="48"/>
                      <a:pt x="128" y="48"/>
                      <a:pt x="128" y="48"/>
                    </a:cubicBezTo>
                    <a:cubicBezTo>
                      <a:pt x="133" y="45"/>
                      <a:pt x="133" y="45"/>
                      <a:pt x="133" y="45"/>
                    </a:cubicBezTo>
                    <a:cubicBezTo>
                      <a:pt x="130" y="41"/>
                      <a:pt x="130" y="41"/>
                      <a:pt x="130" y="41"/>
                    </a:cubicBezTo>
                    <a:cubicBezTo>
                      <a:pt x="119" y="48"/>
                      <a:pt x="119" y="48"/>
                      <a:pt x="119" y="48"/>
                    </a:cubicBezTo>
                    <a:cubicBezTo>
                      <a:pt x="117" y="45"/>
                      <a:pt x="117" y="45"/>
                      <a:pt x="117" y="45"/>
                    </a:cubicBezTo>
                    <a:cubicBezTo>
                      <a:pt x="128" y="38"/>
                      <a:pt x="128" y="38"/>
                      <a:pt x="128" y="38"/>
                    </a:cubicBezTo>
                    <a:cubicBezTo>
                      <a:pt x="126" y="34"/>
                      <a:pt x="126" y="34"/>
                      <a:pt x="126" y="34"/>
                    </a:cubicBezTo>
                    <a:cubicBezTo>
                      <a:pt x="112" y="43"/>
                      <a:pt x="99" y="51"/>
                      <a:pt x="85" y="60"/>
                    </a:cubicBezTo>
                    <a:cubicBezTo>
                      <a:pt x="88" y="63"/>
                      <a:pt x="88" y="63"/>
                      <a:pt x="88" y="63"/>
                    </a:cubicBezTo>
                    <a:cubicBezTo>
                      <a:pt x="101" y="55"/>
                      <a:pt x="101" y="55"/>
                      <a:pt x="101" y="55"/>
                    </a:cubicBezTo>
                    <a:cubicBezTo>
                      <a:pt x="103" y="58"/>
                      <a:pt x="103" y="58"/>
                      <a:pt x="103" y="58"/>
                    </a:cubicBezTo>
                    <a:cubicBezTo>
                      <a:pt x="90" y="66"/>
                      <a:pt x="90" y="66"/>
                      <a:pt x="90" y="66"/>
                    </a:cubicBezTo>
                    <a:cubicBezTo>
                      <a:pt x="93" y="69"/>
                      <a:pt x="93" y="69"/>
                      <a:pt x="93" y="69"/>
                    </a:cubicBezTo>
                    <a:cubicBezTo>
                      <a:pt x="106" y="62"/>
                      <a:pt x="106" y="62"/>
                      <a:pt x="106" y="62"/>
                    </a:cubicBezTo>
                    <a:cubicBezTo>
                      <a:pt x="108" y="65"/>
                      <a:pt x="108" y="65"/>
                      <a:pt x="108" y="65"/>
                    </a:cubicBezTo>
                    <a:cubicBezTo>
                      <a:pt x="95" y="73"/>
                      <a:pt x="95" y="73"/>
                      <a:pt x="95" y="73"/>
                    </a:cubicBezTo>
                    <a:cubicBezTo>
                      <a:pt x="98" y="76"/>
                      <a:pt x="98" y="76"/>
                      <a:pt x="98" y="76"/>
                    </a:cubicBezTo>
                    <a:cubicBezTo>
                      <a:pt x="120" y="62"/>
                      <a:pt x="120" y="62"/>
                      <a:pt x="120" y="62"/>
                    </a:cubicBezTo>
                    <a:close/>
                    <a:moveTo>
                      <a:pt x="165" y="9"/>
                    </a:moveTo>
                    <a:cubicBezTo>
                      <a:pt x="167" y="19"/>
                      <a:pt x="167" y="19"/>
                      <a:pt x="167" y="19"/>
                    </a:cubicBezTo>
                    <a:cubicBezTo>
                      <a:pt x="159" y="20"/>
                      <a:pt x="159" y="20"/>
                      <a:pt x="159" y="20"/>
                    </a:cubicBezTo>
                    <a:cubicBezTo>
                      <a:pt x="160" y="25"/>
                      <a:pt x="160" y="25"/>
                      <a:pt x="160" y="25"/>
                    </a:cubicBezTo>
                    <a:cubicBezTo>
                      <a:pt x="168" y="24"/>
                      <a:pt x="168" y="24"/>
                      <a:pt x="168" y="24"/>
                    </a:cubicBezTo>
                    <a:cubicBezTo>
                      <a:pt x="171" y="42"/>
                      <a:pt x="171" y="42"/>
                      <a:pt x="171" y="42"/>
                    </a:cubicBezTo>
                    <a:cubicBezTo>
                      <a:pt x="166" y="43"/>
                      <a:pt x="166" y="43"/>
                      <a:pt x="166" y="43"/>
                    </a:cubicBezTo>
                    <a:cubicBezTo>
                      <a:pt x="166" y="47"/>
                      <a:pt x="166" y="47"/>
                      <a:pt x="166" y="47"/>
                    </a:cubicBezTo>
                    <a:cubicBezTo>
                      <a:pt x="191" y="43"/>
                      <a:pt x="191" y="43"/>
                      <a:pt x="191" y="43"/>
                    </a:cubicBezTo>
                    <a:cubicBezTo>
                      <a:pt x="191" y="38"/>
                      <a:pt x="191" y="38"/>
                      <a:pt x="191" y="38"/>
                    </a:cubicBezTo>
                    <a:cubicBezTo>
                      <a:pt x="184" y="40"/>
                      <a:pt x="184" y="40"/>
                      <a:pt x="184" y="40"/>
                    </a:cubicBezTo>
                    <a:cubicBezTo>
                      <a:pt x="183" y="31"/>
                      <a:pt x="183" y="31"/>
                      <a:pt x="183" y="31"/>
                    </a:cubicBezTo>
                    <a:cubicBezTo>
                      <a:pt x="181" y="22"/>
                      <a:pt x="181" y="22"/>
                      <a:pt x="181" y="22"/>
                    </a:cubicBezTo>
                    <a:cubicBezTo>
                      <a:pt x="187" y="21"/>
                      <a:pt x="187" y="21"/>
                      <a:pt x="187" y="21"/>
                    </a:cubicBezTo>
                    <a:cubicBezTo>
                      <a:pt x="186" y="17"/>
                      <a:pt x="186" y="17"/>
                      <a:pt x="186" y="17"/>
                    </a:cubicBezTo>
                    <a:cubicBezTo>
                      <a:pt x="181" y="17"/>
                      <a:pt x="181" y="17"/>
                      <a:pt x="181" y="17"/>
                    </a:cubicBezTo>
                    <a:cubicBezTo>
                      <a:pt x="180" y="7"/>
                      <a:pt x="180" y="7"/>
                      <a:pt x="180" y="7"/>
                    </a:cubicBezTo>
                    <a:cubicBezTo>
                      <a:pt x="165" y="9"/>
                      <a:pt x="165" y="9"/>
                      <a:pt x="165" y="9"/>
                    </a:cubicBezTo>
                    <a:close/>
                    <a:moveTo>
                      <a:pt x="208" y="14"/>
                    </a:moveTo>
                    <a:cubicBezTo>
                      <a:pt x="208" y="9"/>
                      <a:pt x="208" y="9"/>
                      <a:pt x="208" y="9"/>
                    </a:cubicBezTo>
                    <a:cubicBezTo>
                      <a:pt x="194" y="9"/>
                      <a:pt x="194" y="9"/>
                      <a:pt x="194" y="9"/>
                    </a:cubicBezTo>
                    <a:cubicBezTo>
                      <a:pt x="195" y="16"/>
                      <a:pt x="195" y="16"/>
                      <a:pt x="195" y="16"/>
                    </a:cubicBezTo>
                    <a:cubicBezTo>
                      <a:pt x="192" y="16"/>
                      <a:pt x="192" y="16"/>
                      <a:pt x="192" y="16"/>
                    </a:cubicBezTo>
                    <a:cubicBezTo>
                      <a:pt x="192" y="20"/>
                      <a:pt x="192" y="20"/>
                      <a:pt x="192" y="20"/>
                    </a:cubicBezTo>
                    <a:cubicBezTo>
                      <a:pt x="195" y="20"/>
                      <a:pt x="195" y="20"/>
                      <a:pt x="195" y="20"/>
                    </a:cubicBezTo>
                    <a:cubicBezTo>
                      <a:pt x="197" y="40"/>
                      <a:pt x="197" y="40"/>
                      <a:pt x="197" y="40"/>
                    </a:cubicBezTo>
                    <a:cubicBezTo>
                      <a:pt x="209" y="39"/>
                      <a:pt x="209" y="39"/>
                      <a:pt x="209" y="39"/>
                    </a:cubicBezTo>
                    <a:cubicBezTo>
                      <a:pt x="222" y="38"/>
                      <a:pt x="222" y="38"/>
                      <a:pt x="222" y="38"/>
                    </a:cubicBezTo>
                    <a:cubicBezTo>
                      <a:pt x="231" y="38"/>
                      <a:pt x="241" y="38"/>
                      <a:pt x="250" y="38"/>
                    </a:cubicBezTo>
                    <a:cubicBezTo>
                      <a:pt x="250" y="28"/>
                      <a:pt x="250" y="28"/>
                      <a:pt x="250" y="28"/>
                    </a:cubicBezTo>
                    <a:cubicBezTo>
                      <a:pt x="236" y="28"/>
                      <a:pt x="236" y="28"/>
                      <a:pt x="236" y="28"/>
                    </a:cubicBezTo>
                    <a:cubicBezTo>
                      <a:pt x="236" y="34"/>
                      <a:pt x="236" y="34"/>
                      <a:pt x="236" y="34"/>
                    </a:cubicBezTo>
                    <a:cubicBezTo>
                      <a:pt x="209" y="34"/>
                      <a:pt x="209" y="34"/>
                      <a:pt x="209" y="34"/>
                    </a:cubicBezTo>
                    <a:cubicBezTo>
                      <a:pt x="208" y="18"/>
                      <a:pt x="208" y="18"/>
                      <a:pt x="208" y="18"/>
                    </a:cubicBezTo>
                    <a:cubicBezTo>
                      <a:pt x="215" y="17"/>
                      <a:pt x="215" y="17"/>
                      <a:pt x="215" y="17"/>
                    </a:cubicBezTo>
                    <a:cubicBezTo>
                      <a:pt x="216" y="27"/>
                      <a:pt x="216" y="27"/>
                      <a:pt x="216" y="27"/>
                    </a:cubicBezTo>
                    <a:cubicBezTo>
                      <a:pt x="228" y="26"/>
                      <a:pt x="228" y="26"/>
                      <a:pt x="228" y="26"/>
                    </a:cubicBezTo>
                    <a:cubicBezTo>
                      <a:pt x="228" y="15"/>
                      <a:pt x="228" y="15"/>
                      <a:pt x="228" y="15"/>
                    </a:cubicBezTo>
                    <a:cubicBezTo>
                      <a:pt x="236" y="14"/>
                      <a:pt x="236" y="14"/>
                      <a:pt x="236" y="14"/>
                    </a:cubicBezTo>
                    <a:cubicBezTo>
                      <a:pt x="236" y="19"/>
                      <a:pt x="236" y="19"/>
                      <a:pt x="236" y="19"/>
                    </a:cubicBezTo>
                    <a:cubicBezTo>
                      <a:pt x="234" y="19"/>
                      <a:pt x="234" y="19"/>
                      <a:pt x="234" y="19"/>
                    </a:cubicBezTo>
                    <a:cubicBezTo>
                      <a:pt x="234" y="24"/>
                      <a:pt x="234" y="24"/>
                      <a:pt x="234" y="24"/>
                    </a:cubicBezTo>
                    <a:cubicBezTo>
                      <a:pt x="248" y="24"/>
                      <a:pt x="248" y="24"/>
                      <a:pt x="248" y="24"/>
                    </a:cubicBezTo>
                    <a:cubicBezTo>
                      <a:pt x="248" y="8"/>
                      <a:pt x="248" y="8"/>
                      <a:pt x="248" y="8"/>
                    </a:cubicBezTo>
                    <a:cubicBezTo>
                      <a:pt x="228" y="11"/>
                      <a:pt x="228" y="11"/>
                      <a:pt x="228" y="11"/>
                    </a:cubicBezTo>
                    <a:cubicBezTo>
                      <a:pt x="228" y="0"/>
                      <a:pt x="228" y="0"/>
                      <a:pt x="228" y="0"/>
                    </a:cubicBezTo>
                    <a:cubicBezTo>
                      <a:pt x="214" y="0"/>
                      <a:pt x="214" y="0"/>
                      <a:pt x="214" y="0"/>
                    </a:cubicBezTo>
                    <a:cubicBezTo>
                      <a:pt x="215" y="13"/>
                      <a:pt x="215" y="13"/>
                      <a:pt x="215" y="13"/>
                    </a:cubicBezTo>
                    <a:cubicBezTo>
                      <a:pt x="208" y="14"/>
                      <a:pt x="208" y="14"/>
                      <a:pt x="208" y="14"/>
                    </a:cubicBezTo>
                    <a:close/>
                    <a:moveTo>
                      <a:pt x="260" y="35"/>
                    </a:moveTo>
                    <a:cubicBezTo>
                      <a:pt x="280" y="33"/>
                      <a:pt x="277" y="27"/>
                      <a:pt x="278" y="6"/>
                    </a:cubicBezTo>
                    <a:cubicBezTo>
                      <a:pt x="303" y="9"/>
                      <a:pt x="303" y="9"/>
                      <a:pt x="303" y="9"/>
                    </a:cubicBezTo>
                    <a:cubicBezTo>
                      <a:pt x="303" y="13"/>
                      <a:pt x="303" y="13"/>
                      <a:pt x="303" y="13"/>
                    </a:cubicBezTo>
                    <a:cubicBezTo>
                      <a:pt x="282" y="11"/>
                      <a:pt x="282" y="11"/>
                      <a:pt x="282" y="11"/>
                    </a:cubicBezTo>
                    <a:cubicBezTo>
                      <a:pt x="282" y="15"/>
                      <a:pt x="282" y="15"/>
                      <a:pt x="282" y="15"/>
                    </a:cubicBezTo>
                    <a:cubicBezTo>
                      <a:pt x="302" y="17"/>
                      <a:pt x="302" y="17"/>
                      <a:pt x="302" y="17"/>
                    </a:cubicBezTo>
                    <a:cubicBezTo>
                      <a:pt x="302" y="20"/>
                      <a:pt x="302" y="20"/>
                      <a:pt x="302" y="20"/>
                    </a:cubicBezTo>
                    <a:cubicBezTo>
                      <a:pt x="282" y="19"/>
                      <a:pt x="282" y="19"/>
                      <a:pt x="282" y="19"/>
                    </a:cubicBezTo>
                    <a:cubicBezTo>
                      <a:pt x="281" y="29"/>
                      <a:pt x="281" y="29"/>
                      <a:pt x="281" y="29"/>
                    </a:cubicBezTo>
                    <a:cubicBezTo>
                      <a:pt x="292" y="29"/>
                      <a:pt x="292" y="29"/>
                      <a:pt x="292" y="29"/>
                    </a:cubicBezTo>
                    <a:cubicBezTo>
                      <a:pt x="292" y="24"/>
                      <a:pt x="292" y="24"/>
                      <a:pt x="292" y="24"/>
                    </a:cubicBezTo>
                    <a:cubicBezTo>
                      <a:pt x="301" y="25"/>
                      <a:pt x="301" y="25"/>
                      <a:pt x="301" y="25"/>
                    </a:cubicBezTo>
                    <a:cubicBezTo>
                      <a:pt x="299" y="31"/>
                      <a:pt x="292" y="33"/>
                      <a:pt x="285" y="34"/>
                    </a:cubicBezTo>
                    <a:cubicBezTo>
                      <a:pt x="273" y="37"/>
                      <a:pt x="273" y="37"/>
                      <a:pt x="273" y="37"/>
                    </a:cubicBezTo>
                    <a:cubicBezTo>
                      <a:pt x="273" y="39"/>
                      <a:pt x="273" y="39"/>
                      <a:pt x="273" y="39"/>
                    </a:cubicBezTo>
                    <a:cubicBezTo>
                      <a:pt x="282" y="40"/>
                      <a:pt x="287" y="39"/>
                      <a:pt x="290" y="39"/>
                    </a:cubicBezTo>
                    <a:cubicBezTo>
                      <a:pt x="294" y="39"/>
                      <a:pt x="300" y="37"/>
                      <a:pt x="306" y="35"/>
                    </a:cubicBezTo>
                    <a:cubicBezTo>
                      <a:pt x="308" y="40"/>
                      <a:pt x="315" y="44"/>
                      <a:pt x="322" y="46"/>
                    </a:cubicBezTo>
                    <a:cubicBezTo>
                      <a:pt x="327" y="48"/>
                      <a:pt x="331" y="49"/>
                      <a:pt x="335" y="50"/>
                    </a:cubicBezTo>
                    <a:cubicBezTo>
                      <a:pt x="336" y="47"/>
                      <a:pt x="336" y="47"/>
                      <a:pt x="336" y="47"/>
                    </a:cubicBezTo>
                    <a:cubicBezTo>
                      <a:pt x="322" y="41"/>
                      <a:pt x="322" y="41"/>
                      <a:pt x="322" y="41"/>
                    </a:cubicBezTo>
                    <a:cubicBezTo>
                      <a:pt x="315" y="37"/>
                      <a:pt x="314" y="35"/>
                      <a:pt x="312" y="27"/>
                    </a:cubicBezTo>
                    <a:cubicBezTo>
                      <a:pt x="324" y="29"/>
                      <a:pt x="324" y="29"/>
                      <a:pt x="324" y="29"/>
                    </a:cubicBezTo>
                    <a:cubicBezTo>
                      <a:pt x="323" y="36"/>
                      <a:pt x="323" y="36"/>
                      <a:pt x="323" y="36"/>
                    </a:cubicBezTo>
                    <a:cubicBezTo>
                      <a:pt x="335" y="38"/>
                      <a:pt x="335" y="38"/>
                      <a:pt x="335" y="38"/>
                    </a:cubicBezTo>
                    <a:cubicBezTo>
                      <a:pt x="337" y="28"/>
                      <a:pt x="337" y="28"/>
                      <a:pt x="337" y="28"/>
                    </a:cubicBezTo>
                    <a:cubicBezTo>
                      <a:pt x="313" y="22"/>
                      <a:pt x="313" y="22"/>
                      <a:pt x="313" y="22"/>
                    </a:cubicBezTo>
                    <a:cubicBezTo>
                      <a:pt x="313" y="19"/>
                      <a:pt x="313" y="19"/>
                      <a:pt x="313" y="19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2" y="21"/>
                      <a:pt x="342" y="21"/>
                      <a:pt x="342" y="21"/>
                    </a:cubicBezTo>
                    <a:cubicBezTo>
                      <a:pt x="313" y="16"/>
                      <a:pt x="313" y="16"/>
                      <a:pt x="313" y="16"/>
                    </a:cubicBezTo>
                    <a:cubicBezTo>
                      <a:pt x="314" y="12"/>
                      <a:pt x="314" y="12"/>
                      <a:pt x="314" y="12"/>
                    </a:cubicBezTo>
                    <a:cubicBezTo>
                      <a:pt x="320" y="13"/>
                      <a:pt x="325" y="14"/>
                      <a:pt x="330" y="16"/>
                    </a:cubicBezTo>
                    <a:cubicBezTo>
                      <a:pt x="344" y="19"/>
                      <a:pt x="344" y="19"/>
                      <a:pt x="344" y="19"/>
                    </a:cubicBezTo>
                    <a:cubicBezTo>
                      <a:pt x="345" y="15"/>
                      <a:pt x="345" y="15"/>
                      <a:pt x="345" y="15"/>
                    </a:cubicBezTo>
                    <a:cubicBezTo>
                      <a:pt x="333" y="12"/>
                      <a:pt x="317" y="7"/>
                      <a:pt x="306" y="5"/>
                    </a:cubicBezTo>
                    <a:cubicBezTo>
                      <a:pt x="292" y="3"/>
                      <a:pt x="283" y="2"/>
                      <a:pt x="269" y="1"/>
                    </a:cubicBezTo>
                    <a:cubicBezTo>
                      <a:pt x="268" y="13"/>
                      <a:pt x="270" y="21"/>
                      <a:pt x="266" y="29"/>
                    </a:cubicBezTo>
                    <a:cubicBezTo>
                      <a:pt x="265" y="32"/>
                      <a:pt x="263" y="32"/>
                      <a:pt x="260" y="35"/>
                    </a:cubicBezTo>
                    <a:close/>
                    <a:moveTo>
                      <a:pt x="359" y="35"/>
                    </a:moveTo>
                    <a:cubicBezTo>
                      <a:pt x="388" y="51"/>
                      <a:pt x="388" y="51"/>
                      <a:pt x="388" y="51"/>
                    </a:cubicBezTo>
                    <a:cubicBezTo>
                      <a:pt x="382" y="52"/>
                      <a:pt x="375" y="53"/>
                      <a:pt x="370" y="53"/>
                    </a:cubicBezTo>
                    <a:cubicBezTo>
                      <a:pt x="362" y="53"/>
                      <a:pt x="355" y="52"/>
                      <a:pt x="348" y="51"/>
                    </a:cubicBezTo>
                    <a:cubicBezTo>
                      <a:pt x="347" y="57"/>
                      <a:pt x="366" y="59"/>
                      <a:pt x="370" y="60"/>
                    </a:cubicBezTo>
                    <a:cubicBezTo>
                      <a:pt x="376" y="61"/>
                      <a:pt x="386" y="60"/>
                      <a:pt x="392" y="60"/>
                    </a:cubicBezTo>
                    <a:cubicBezTo>
                      <a:pt x="396" y="71"/>
                      <a:pt x="401" y="78"/>
                      <a:pt x="405" y="82"/>
                    </a:cubicBezTo>
                    <a:cubicBezTo>
                      <a:pt x="418" y="95"/>
                      <a:pt x="418" y="95"/>
                      <a:pt x="418" y="95"/>
                    </a:cubicBezTo>
                    <a:cubicBezTo>
                      <a:pt x="422" y="92"/>
                      <a:pt x="422" y="92"/>
                      <a:pt x="422" y="92"/>
                    </a:cubicBezTo>
                    <a:cubicBezTo>
                      <a:pt x="416" y="84"/>
                      <a:pt x="416" y="84"/>
                      <a:pt x="416" y="84"/>
                    </a:cubicBezTo>
                    <a:cubicBezTo>
                      <a:pt x="412" y="79"/>
                      <a:pt x="408" y="75"/>
                      <a:pt x="407" y="73"/>
                    </a:cubicBezTo>
                    <a:cubicBezTo>
                      <a:pt x="404" y="68"/>
                      <a:pt x="402" y="63"/>
                      <a:pt x="401" y="59"/>
                    </a:cubicBezTo>
                    <a:cubicBezTo>
                      <a:pt x="427" y="76"/>
                      <a:pt x="427" y="76"/>
                      <a:pt x="427" y="76"/>
                    </a:cubicBezTo>
                    <a:cubicBezTo>
                      <a:pt x="430" y="72"/>
                      <a:pt x="430" y="72"/>
                      <a:pt x="430" y="72"/>
                    </a:cubicBezTo>
                    <a:cubicBezTo>
                      <a:pt x="403" y="54"/>
                      <a:pt x="403" y="54"/>
                      <a:pt x="403" y="54"/>
                    </a:cubicBezTo>
                    <a:cubicBezTo>
                      <a:pt x="409" y="45"/>
                      <a:pt x="409" y="45"/>
                      <a:pt x="409" y="45"/>
                    </a:cubicBezTo>
                    <a:cubicBezTo>
                      <a:pt x="397" y="37"/>
                      <a:pt x="397" y="37"/>
                      <a:pt x="397" y="37"/>
                    </a:cubicBezTo>
                    <a:cubicBezTo>
                      <a:pt x="391" y="47"/>
                      <a:pt x="391" y="47"/>
                      <a:pt x="391" y="47"/>
                    </a:cubicBezTo>
                    <a:cubicBezTo>
                      <a:pt x="381" y="42"/>
                      <a:pt x="371" y="36"/>
                      <a:pt x="361" y="30"/>
                    </a:cubicBezTo>
                    <a:cubicBezTo>
                      <a:pt x="359" y="35"/>
                      <a:pt x="359" y="35"/>
                      <a:pt x="359" y="35"/>
                    </a:cubicBezTo>
                    <a:close/>
                    <a:moveTo>
                      <a:pt x="451" y="123"/>
                    </a:moveTo>
                    <a:cubicBezTo>
                      <a:pt x="439" y="110"/>
                      <a:pt x="439" y="110"/>
                      <a:pt x="439" y="110"/>
                    </a:cubicBezTo>
                    <a:cubicBezTo>
                      <a:pt x="435" y="113"/>
                      <a:pt x="435" y="113"/>
                      <a:pt x="435" y="113"/>
                    </a:cubicBezTo>
                    <a:cubicBezTo>
                      <a:pt x="447" y="127"/>
                      <a:pt x="447" y="127"/>
                      <a:pt x="447" y="127"/>
                    </a:cubicBezTo>
                    <a:cubicBezTo>
                      <a:pt x="457" y="139"/>
                      <a:pt x="457" y="139"/>
                      <a:pt x="457" y="139"/>
                    </a:cubicBezTo>
                    <a:cubicBezTo>
                      <a:pt x="464" y="134"/>
                      <a:pt x="464" y="134"/>
                      <a:pt x="464" y="134"/>
                    </a:cubicBezTo>
                    <a:cubicBezTo>
                      <a:pt x="482" y="157"/>
                      <a:pt x="482" y="157"/>
                      <a:pt x="482" y="157"/>
                    </a:cubicBezTo>
                    <a:cubicBezTo>
                      <a:pt x="485" y="154"/>
                      <a:pt x="485" y="154"/>
                      <a:pt x="485" y="154"/>
                    </a:cubicBezTo>
                    <a:cubicBezTo>
                      <a:pt x="468" y="131"/>
                      <a:pt x="468" y="131"/>
                      <a:pt x="468" y="131"/>
                    </a:cubicBezTo>
                    <a:cubicBezTo>
                      <a:pt x="481" y="132"/>
                      <a:pt x="481" y="132"/>
                      <a:pt x="481" y="132"/>
                    </a:cubicBezTo>
                    <a:cubicBezTo>
                      <a:pt x="475" y="124"/>
                      <a:pt x="475" y="124"/>
                      <a:pt x="475" y="124"/>
                    </a:cubicBezTo>
                    <a:cubicBezTo>
                      <a:pt x="468" y="116"/>
                      <a:pt x="468" y="116"/>
                      <a:pt x="468" y="116"/>
                    </a:cubicBezTo>
                    <a:cubicBezTo>
                      <a:pt x="461" y="107"/>
                      <a:pt x="461" y="107"/>
                      <a:pt x="461" y="107"/>
                    </a:cubicBezTo>
                    <a:cubicBezTo>
                      <a:pt x="453" y="99"/>
                      <a:pt x="453" y="99"/>
                      <a:pt x="453" y="99"/>
                    </a:cubicBezTo>
                    <a:cubicBezTo>
                      <a:pt x="450" y="102"/>
                      <a:pt x="450" y="102"/>
                      <a:pt x="450" y="102"/>
                    </a:cubicBezTo>
                    <a:cubicBezTo>
                      <a:pt x="464" y="118"/>
                      <a:pt x="464" y="118"/>
                      <a:pt x="464" y="118"/>
                    </a:cubicBezTo>
                    <a:cubicBezTo>
                      <a:pt x="457" y="118"/>
                      <a:pt x="457" y="118"/>
                      <a:pt x="457" y="118"/>
                    </a:cubicBezTo>
                    <a:cubicBezTo>
                      <a:pt x="435" y="94"/>
                      <a:pt x="435" y="94"/>
                      <a:pt x="435" y="94"/>
                    </a:cubicBezTo>
                    <a:cubicBezTo>
                      <a:pt x="431" y="97"/>
                      <a:pt x="431" y="97"/>
                      <a:pt x="431" y="97"/>
                    </a:cubicBezTo>
                    <a:cubicBezTo>
                      <a:pt x="453" y="121"/>
                      <a:pt x="453" y="121"/>
                      <a:pt x="453" y="121"/>
                    </a:cubicBezTo>
                    <a:cubicBezTo>
                      <a:pt x="451" y="123"/>
                      <a:pt x="451" y="123"/>
                      <a:pt x="451" y="123"/>
                    </a:cubicBezTo>
                    <a:close/>
                    <a:moveTo>
                      <a:pt x="441" y="85"/>
                    </a:moveTo>
                    <a:cubicBezTo>
                      <a:pt x="447" y="79"/>
                      <a:pt x="447" y="79"/>
                      <a:pt x="447" y="79"/>
                    </a:cubicBezTo>
                    <a:cubicBezTo>
                      <a:pt x="455" y="87"/>
                      <a:pt x="455" y="87"/>
                      <a:pt x="455" y="87"/>
                    </a:cubicBezTo>
                    <a:cubicBezTo>
                      <a:pt x="456" y="82"/>
                      <a:pt x="456" y="82"/>
                      <a:pt x="456" y="82"/>
                    </a:cubicBezTo>
                    <a:cubicBezTo>
                      <a:pt x="465" y="92"/>
                      <a:pt x="465" y="92"/>
                      <a:pt x="465" y="92"/>
                    </a:cubicBezTo>
                    <a:cubicBezTo>
                      <a:pt x="465" y="98"/>
                      <a:pt x="465" y="98"/>
                      <a:pt x="465" y="98"/>
                    </a:cubicBezTo>
                    <a:cubicBezTo>
                      <a:pt x="470" y="104"/>
                      <a:pt x="470" y="104"/>
                      <a:pt x="470" y="104"/>
                    </a:cubicBezTo>
                    <a:cubicBezTo>
                      <a:pt x="470" y="97"/>
                      <a:pt x="470" y="97"/>
                      <a:pt x="470" y="97"/>
                    </a:cubicBezTo>
                    <a:cubicBezTo>
                      <a:pt x="482" y="110"/>
                      <a:pt x="482" y="110"/>
                      <a:pt x="482" y="110"/>
                    </a:cubicBezTo>
                    <a:cubicBezTo>
                      <a:pt x="481" y="117"/>
                      <a:pt x="481" y="117"/>
                      <a:pt x="481" y="117"/>
                    </a:cubicBezTo>
                    <a:cubicBezTo>
                      <a:pt x="486" y="124"/>
                      <a:pt x="486" y="124"/>
                      <a:pt x="486" y="124"/>
                    </a:cubicBezTo>
                    <a:cubicBezTo>
                      <a:pt x="490" y="121"/>
                      <a:pt x="490" y="121"/>
                      <a:pt x="490" y="121"/>
                    </a:cubicBezTo>
                    <a:cubicBezTo>
                      <a:pt x="500" y="133"/>
                      <a:pt x="500" y="133"/>
                      <a:pt x="500" y="133"/>
                    </a:cubicBezTo>
                    <a:cubicBezTo>
                      <a:pt x="496" y="136"/>
                      <a:pt x="496" y="136"/>
                      <a:pt x="496" y="136"/>
                    </a:cubicBezTo>
                    <a:cubicBezTo>
                      <a:pt x="501" y="143"/>
                      <a:pt x="501" y="143"/>
                      <a:pt x="501" y="143"/>
                    </a:cubicBezTo>
                    <a:cubicBezTo>
                      <a:pt x="493" y="148"/>
                      <a:pt x="493" y="148"/>
                      <a:pt x="493" y="148"/>
                    </a:cubicBezTo>
                    <a:cubicBezTo>
                      <a:pt x="485" y="137"/>
                      <a:pt x="485" y="137"/>
                      <a:pt x="485" y="137"/>
                    </a:cubicBezTo>
                    <a:cubicBezTo>
                      <a:pt x="488" y="134"/>
                      <a:pt x="488" y="134"/>
                      <a:pt x="488" y="134"/>
                    </a:cubicBezTo>
                    <a:cubicBezTo>
                      <a:pt x="479" y="123"/>
                      <a:pt x="479" y="123"/>
                      <a:pt x="479" y="123"/>
                    </a:cubicBezTo>
                    <a:cubicBezTo>
                      <a:pt x="466" y="108"/>
                      <a:pt x="466" y="108"/>
                      <a:pt x="466" y="108"/>
                    </a:cubicBezTo>
                    <a:cubicBezTo>
                      <a:pt x="453" y="92"/>
                      <a:pt x="453" y="92"/>
                      <a:pt x="453" y="92"/>
                    </a:cubicBezTo>
                    <a:cubicBezTo>
                      <a:pt x="450" y="95"/>
                      <a:pt x="450" y="95"/>
                      <a:pt x="450" y="95"/>
                    </a:cubicBezTo>
                    <a:lnTo>
                      <a:pt x="441" y="85"/>
                    </a:lnTo>
                    <a:close/>
                  </a:path>
                </a:pathLst>
              </a:custGeom>
              <a:solidFill>
                <a:srgbClr val="0062A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" name="Freeform 9"/>
              <p:cNvSpPr>
                <a:spLocks noEditPoints="1"/>
              </p:cNvSpPr>
              <p:nvPr/>
            </p:nvSpPr>
            <p:spPr bwMode="auto">
              <a:xfrm>
                <a:off x="5051457" y="4769210"/>
                <a:ext cx="212725" cy="79375"/>
              </a:xfrm>
              <a:custGeom>
                <a:avLst/>
                <a:gdLst>
                  <a:gd name="T0" fmla="*/ 7 w 86"/>
                  <a:gd name="T1" fmla="*/ 32 h 32"/>
                  <a:gd name="T2" fmla="*/ 4 w 86"/>
                  <a:gd name="T3" fmla="*/ 10 h 32"/>
                  <a:gd name="T4" fmla="*/ 0 w 86"/>
                  <a:gd name="T5" fmla="*/ 8 h 32"/>
                  <a:gd name="T6" fmla="*/ 8 w 86"/>
                  <a:gd name="T7" fmla="*/ 0 h 32"/>
                  <a:gd name="T8" fmla="*/ 10 w 86"/>
                  <a:gd name="T9" fmla="*/ 32 h 32"/>
                  <a:gd name="T10" fmla="*/ 25 w 86"/>
                  <a:gd name="T11" fmla="*/ 24 h 32"/>
                  <a:gd name="T12" fmla="*/ 29 w 86"/>
                  <a:gd name="T13" fmla="*/ 29 h 32"/>
                  <a:gd name="T14" fmla="*/ 34 w 86"/>
                  <a:gd name="T15" fmla="*/ 26 h 32"/>
                  <a:gd name="T16" fmla="*/ 36 w 86"/>
                  <a:gd name="T17" fmla="*/ 17 h 32"/>
                  <a:gd name="T18" fmla="*/ 33 w 86"/>
                  <a:gd name="T19" fmla="*/ 20 h 32"/>
                  <a:gd name="T20" fmla="*/ 23 w 86"/>
                  <a:gd name="T21" fmla="*/ 18 h 32"/>
                  <a:gd name="T22" fmla="*/ 23 w 86"/>
                  <a:gd name="T23" fmla="*/ 3 h 32"/>
                  <a:gd name="T24" fmla="*/ 34 w 86"/>
                  <a:gd name="T25" fmla="*/ 1 h 32"/>
                  <a:gd name="T26" fmla="*/ 39 w 86"/>
                  <a:gd name="T27" fmla="*/ 15 h 32"/>
                  <a:gd name="T28" fmla="*/ 34 w 86"/>
                  <a:gd name="T29" fmla="*/ 30 h 32"/>
                  <a:gd name="T30" fmla="*/ 24 w 86"/>
                  <a:gd name="T31" fmla="*/ 30 h 32"/>
                  <a:gd name="T32" fmla="*/ 35 w 86"/>
                  <a:gd name="T33" fmla="*/ 10 h 32"/>
                  <a:gd name="T34" fmla="*/ 30 w 86"/>
                  <a:gd name="T35" fmla="*/ 3 h 32"/>
                  <a:gd name="T36" fmla="*/ 24 w 86"/>
                  <a:gd name="T37" fmla="*/ 11 h 32"/>
                  <a:gd name="T38" fmla="*/ 30 w 86"/>
                  <a:gd name="T39" fmla="*/ 17 h 32"/>
                  <a:gd name="T40" fmla="*/ 35 w 86"/>
                  <a:gd name="T41" fmla="*/ 10 h 32"/>
                  <a:gd name="T42" fmla="*/ 48 w 86"/>
                  <a:gd name="T43" fmla="*/ 23 h 32"/>
                  <a:gd name="T44" fmla="*/ 53 w 86"/>
                  <a:gd name="T45" fmla="*/ 29 h 32"/>
                  <a:gd name="T46" fmla="*/ 59 w 86"/>
                  <a:gd name="T47" fmla="*/ 21 h 32"/>
                  <a:gd name="T48" fmla="*/ 53 w 86"/>
                  <a:gd name="T49" fmla="*/ 14 h 32"/>
                  <a:gd name="T50" fmla="*/ 48 w 86"/>
                  <a:gd name="T51" fmla="*/ 17 h 32"/>
                  <a:gd name="T52" fmla="*/ 48 w 86"/>
                  <a:gd name="T53" fmla="*/ 0 h 32"/>
                  <a:gd name="T54" fmla="*/ 61 w 86"/>
                  <a:gd name="T55" fmla="*/ 4 h 32"/>
                  <a:gd name="T56" fmla="*/ 49 w 86"/>
                  <a:gd name="T57" fmla="*/ 13 h 32"/>
                  <a:gd name="T58" fmla="*/ 60 w 86"/>
                  <a:gd name="T59" fmla="*/ 13 h 32"/>
                  <a:gd name="T60" fmla="*/ 60 w 86"/>
                  <a:gd name="T61" fmla="*/ 28 h 32"/>
                  <a:gd name="T62" fmla="*/ 47 w 86"/>
                  <a:gd name="T63" fmla="*/ 30 h 32"/>
                  <a:gd name="T64" fmla="*/ 86 w 86"/>
                  <a:gd name="T65" fmla="*/ 28 h 32"/>
                  <a:gd name="T66" fmla="*/ 67 w 86"/>
                  <a:gd name="T67" fmla="*/ 32 h 32"/>
                  <a:gd name="T68" fmla="*/ 70 w 86"/>
                  <a:gd name="T69" fmla="*/ 25 h 32"/>
                  <a:gd name="T70" fmla="*/ 80 w 86"/>
                  <a:gd name="T71" fmla="*/ 13 h 32"/>
                  <a:gd name="T72" fmla="*/ 81 w 86"/>
                  <a:gd name="T73" fmla="*/ 5 h 32"/>
                  <a:gd name="T74" fmla="*/ 73 w 86"/>
                  <a:gd name="T75" fmla="*/ 5 h 32"/>
                  <a:gd name="T76" fmla="*/ 68 w 86"/>
                  <a:gd name="T77" fmla="*/ 9 h 32"/>
                  <a:gd name="T78" fmla="*/ 77 w 86"/>
                  <a:gd name="T79" fmla="*/ 0 h 32"/>
                  <a:gd name="T80" fmla="*/ 85 w 86"/>
                  <a:gd name="T81" fmla="*/ 9 h 32"/>
                  <a:gd name="T82" fmla="*/ 83 w 86"/>
                  <a:gd name="T83" fmla="*/ 16 h 32"/>
                  <a:gd name="T84" fmla="*/ 73 w 86"/>
                  <a:gd name="T85" fmla="*/ 26 h 32"/>
                  <a:gd name="T86" fmla="*/ 86 w 86"/>
                  <a:gd name="T87" fmla="*/ 28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86" h="32">
                    <a:moveTo>
                      <a:pt x="10" y="32"/>
                    </a:moveTo>
                    <a:cubicBezTo>
                      <a:pt x="7" y="32"/>
                      <a:pt x="7" y="32"/>
                      <a:pt x="7" y="32"/>
                    </a:cubicBezTo>
                    <a:cubicBezTo>
                      <a:pt x="7" y="7"/>
                      <a:pt x="7" y="7"/>
                      <a:pt x="7" y="7"/>
                    </a:cubicBezTo>
                    <a:cubicBezTo>
                      <a:pt x="6" y="8"/>
                      <a:pt x="5" y="9"/>
                      <a:pt x="4" y="10"/>
                    </a:cubicBezTo>
                    <a:cubicBezTo>
                      <a:pt x="2" y="10"/>
                      <a:pt x="1" y="11"/>
                      <a:pt x="0" y="12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2" y="7"/>
                      <a:pt x="4" y="5"/>
                      <a:pt x="5" y="4"/>
                    </a:cubicBezTo>
                    <a:cubicBezTo>
                      <a:pt x="6" y="3"/>
                      <a:pt x="7" y="1"/>
                      <a:pt x="8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0" y="32"/>
                      <a:pt x="10" y="32"/>
                      <a:pt x="10" y="32"/>
                    </a:cubicBezTo>
                    <a:close/>
                    <a:moveTo>
                      <a:pt x="21" y="24"/>
                    </a:move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6"/>
                      <a:pt x="26" y="27"/>
                      <a:pt x="26" y="28"/>
                    </a:cubicBezTo>
                    <a:cubicBezTo>
                      <a:pt x="27" y="29"/>
                      <a:pt x="28" y="29"/>
                      <a:pt x="29" y="29"/>
                    </a:cubicBezTo>
                    <a:cubicBezTo>
                      <a:pt x="30" y="29"/>
                      <a:pt x="31" y="29"/>
                      <a:pt x="32" y="28"/>
                    </a:cubicBezTo>
                    <a:cubicBezTo>
                      <a:pt x="33" y="28"/>
                      <a:pt x="33" y="27"/>
                      <a:pt x="34" y="26"/>
                    </a:cubicBezTo>
                    <a:cubicBezTo>
                      <a:pt x="34" y="25"/>
                      <a:pt x="35" y="24"/>
                      <a:pt x="35" y="22"/>
                    </a:cubicBezTo>
                    <a:cubicBezTo>
                      <a:pt x="35" y="21"/>
                      <a:pt x="36" y="19"/>
                      <a:pt x="36" y="17"/>
                    </a:cubicBezTo>
                    <a:cubicBezTo>
                      <a:pt x="36" y="17"/>
                      <a:pt x="36" y="17"/>
                      <a:pt x="36" y="17"/>
                    </a:cubicBezTo>
                    <a:cubicBezTo>
                      <a:pt x="35" y="18"/>
                      <a:pt x="34" y="19"/>
                      <a:pt x="33" y="20"/>
                    </a:cubicBezTo>
                    <a:cubicBezTo>
                      <a:pt x="32" y="21"/>
                      <a:pt x="30" y="21"/>
                      <a:pt x="29" y="21"/>
                    </a:cubicBezTo>
                    <a:cubicBezTo>
                      <a:pt x="27" y="21"/>
                      <a:pt x="25" y="20"/>
                      <a:pt x="23" y="18"/>
                    </a:cubicBezTo>
                    <a:cubicBezTo>
                      <a:pt x="22" y="16"/>
                      <a:pt x="21" y="14"/>
                      <a:pt x="21" y="11"/>
                    </a:cubicBezTo>
                    <a:cubicBezTo>
                      <a:pt x="21" y="7"/>
                      <a:pt x="22" y="5"/>
                      <a:pt x="23" y="3"/>
                    </a:cubicBezTo>
                    <a:cubicBezTo>
                      <a:pt x="25" y="1"/>
                      <a:pt x="27" y="0"/>
                      <a:pt x="30" y="0"/>
                    </a:cubicBezTo>
                    <a:cubicBezTo>
                      <a:pt x="31" y="0"/>
                      <a:pt x="33" y="0"/>
                      <a:pt x="34" y="1"/>
                    </a:cubicBezTo>
                    <a:cubicBezTo>
                      <a:pt x="36" y="3"/>
                      <a:pt x="37" y="4"/>
                      <a:pt x="38" y="6"/>
                    </a:cubicBezTo>
                    <a:cubicBezTo>
                      <a:pt x="39" y="8"/>
                      <a:pt x="39" y="11"/>
                      <a:pt x="39" y="15"/>
                    </a:cubicBezTo>
                    <a:cubicBezTo>
                      <a:pt x="39" y="19"/>
                      <a:pt x="39" y="22"/>
                      <a:pt x="38" y="25"/>
                    </a:cubicBezTo>
                    <a:cubicBezTo>
                      <a:pt x="37" y="27"/>
                      <a:pt x="36" y="29"/>
                      <a:pt x="34" y="30"/>
                    </a:cubicBezTo>
                    <a:cubicBezTo>
                      <a:pt x="33" y="32"/>
                      <a:pt x="31" y="32"/>
                      <a:pt x="29" y="32"/>
                    </a:cubicBezTo>
                    <a:cubicBezTo>
                      <a:pt x="27" y="32"/>
                      <a:pt x="25" y="32"/>
                      <a:pt x="24" y="30"/>
                    </a:cubicBezTo>
                    <a:cubicBezTo>
                      <a:pt x="23" y="29"/>
                      <a:pt x="22" y="27"/>
                      <a:pt x="21" y="24"/>
                    </a:cubicBezTo>
                    <a:close/>
                    <a:moveTo>
                      <a:pt x="35" y="10"/>
                    </a:moveTo>
                    <a:cubicBezTo>
                      <a:pt x="35" y="8"/>
                      <a:pt x="35" y="6"/>
                      <a:pt x="34" y="5"/>
                    </a:cubicBezTo>
                    <a:cubicBezTo>
                      <a:pt x="33" y="4"/>
                      <a:pt x="31" y="3"/>
                      <a:pt x="30" y="3"/>
                    </a:cubicBezTo>
                    <a:cubicBezTo>
                      <a:pt x="28" y="3"/>
                      <a:pt x="27" y="4"/>
                      <a:pt x="26" y="5"/>
                    </a:cubicBezTo>
                    <a:cubicBezTo>
                      <a:pt x="25" y="7"/>
                      <a:pt x="24" y="8"/>
                      <a:pt x="24" y="11"/>
                    </a:cubicBezTo>
                    <a:cubicBezTo>
                      <a:pt x="24" y="13"/>
                      <a:pt x="25" y="14"/>
                      <a:pt x="26" y="16"/>
                    </a:cubicBezTo>
                    <a:cubicBezTo>
                      <a:pt x="27" y="17"/>
                      <a:pt x="28" y="17"/>
                      <a:pt x="30" y="17"/>
                    </a:cubicBezTo>
                    <a:cubicBezTo>
                      <a:pt x="31" y="17"/>
                      <a:pt x="33" y="17"/>
                      <a:pt x="34" y="16"/>
                    </a:cubicBezTo>
                    <a:cubicBezTo>
                      <a:pt x="35" y="14"/>
                      <a:pt x="35" y="13"/>
                      <a:pt x="35" y="10"/>
                    </a:cubicBezTo>
                    <a:close/>
                    <a:moveTo>
                      <a:pt x="44" y="23"/>
                    </a:moveTo>
                    <a:cubicBezTo>
                      <a:pt x="48" y="23"/>
                      <a:pt x="48" y="23"/>
                      <a:pt x="48" y="23"/>
                    </a:cubicBezTo>
                    <a:cubicBezTo>
                      <a:pt x="48" y="25"/>
                      <a:pt x="49" y="27"/>
                      <a:pt x="50" y="28"/>
                    </a:cubicBezTo>
                    <a:cubicBezTo>
                      <a:pt x="51" y="29"/>
                      <a:pt x="52" y="29"/>
                      <a:pt x="53" y="29"/>
                    </a:cubicBezTo>
                    <a:cubicBezTo>
                      <a:pt x="55" y="29"/>
                      <a:pt x="56" y="28"/>
                      <a:pt x="57" y="27"/>
                    </a:cubicBezTo>
                    <a:cubicBezTo>
                      <a:pt x="58" y="25"/>
                      <a:pt x="59" y="24"/>
                      <a:pt x="59" y="21"/>
                    </a:cubicBezTo>
                    <a:cubicBezTo>
                      <a:pt x="59" y="19"/>
                      <a:pt x="58" y="17"/>
                      <a:pt x="57" y="16"/>
                    </a:cubicBezTo>
                    <a:cubicBezTo>
                      <a:pt x="56" y="15"/>
                      <a:pt x="55" y="14"/>
                      <a:pt x="53" y="14"/>
                    </a:cubicBezTo>
                    <a:cubicBezTo>
                      <a:pt x="52" y="14"/>
                      <a:pt x="51" y="14"/>
                      <a:pt x="50" y="15"/>
                    </a:cubicBezTo>
                    <a:cubicBezTo>
                      <a:pt x="49" y="16"/>
                      <a:pt x="49" y="16"/>
                      <a:pt x="48" y="17"/>
                    </a:cubicBezTo>
                    <a:cubicBezTo>
                      <a:pt x="45" y="17"/>
                      <a:pt x="45" y="17"/>
                      <a:pt x="45" y="17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50" y="4"/>
                      <a:pt x="50" y="4"/>
                      <a:pt x="50" y="4"/>
                    </a:cubicBezTo>
                    <a:cubicBezTo>
                      <a:pt x="49" y="13"/>
                      <a:pt x="49" y="13"/>
                      <a:pt x="49" y="13"/>
                    </a:cubicBezTo>
                    <a:cubicBezTo>
                      <a:pt x="51" y="11"/>
                      <a:pt x="52" y="11"/>
                      <a:pt x="54" y="11"/>
                    </a:cubicBezTo>
                    <a:cubicBezTo>
                      <a:pt x="56" y="11"/>
                      <a:pt x="58" y="12"/>
                      <a:pt x="60" y="13"/>
                    </a:cubicBezTo>
                    <a:cubicBezTo>
                      <a:pt x="62" y="15"/>
                      <a:pt x="63" y="18"/>
                      <a:pt x="63" y="21"/>
                    </a:cubicBezTo>
                    <a:cubicBezTo>
                      <a:pt x="63" y="24"/>
                      <a:pt x="62" y="26"/>
                      <a:pt x="60" y="28"/>
                    </a:cubicBezTo>
                    <a:cubicBezTo>
                      <a:pt x="59" y="31"/>
                      <a:pt x="56" y="32"/>
                      <a:pt x="53" y="32"/>
                    </a:cubicBezTo>
                    <a:cubicBezTo>
                      <a:pt x="51" y="32"/>
                      <a:pt x="49" y="31"/>
                      <a:pt x="47" y="30"/>
                    </a:cubicBezTo>
                    <a:cubicBezTo>
                      <a:pt x="46" y="28"/>
                      <a:pt x="45" y="26"/>
                      <a:pt x="44" y="23"/>
                    </a:cubicBezTo>
                    <a:close/>
                    <a:moveTo>
                      <a:pt x="86" y="28"/>
                    </a:moveTo>
                    <a:cubicBezTo>
                      <a:pt x="86" y="32"/>
                      <a:pt x="86" y="32"/>
                      <a:pt x="86" y="32"/>
                    </a:cubicBezTo>
                    <a:cubicBezTo>
                      <a:pt x="67" y="32"/>
                      <a:pt x="67" y="32"/>
                      <a:pt x="67" y="32"/>
                    </a:cubicBezTo>
                    <a:cubicBezTo>
                      <a:pt x="67" y="31"/>
                      <a:pt x="67" y="30"/>
                      <a:pt x="68" y="29"/>
                    </a:cubicBezTo>
                    <a:cubicBezTo>
                      <a:pt x="68" y="28"/>
                      <a:pt x="69" y="26"/>
                      <a:pt x="70" y="25"/>
                    </a:cubicBezTo>
                    <a:cubicBezTo>
                      <a:pt x="71" y="23"/>
                      <a:pt x="72" y="22"/>
                      <a:pt x="74" y="20"/>
                    </a:cubicBezTo>
                    <a:cubicBezTo>
                      <a:pt x="77" y="17"/>
                      <a:pt x="79" y="15"/>
                      <a:pt x="80" y="13"/>
                    </a:cubicBezTo>
                    <a:cubicBezTo>
                      <a:pt x="81" y="12"/>
                      <a:pt x="82" y="10"/>
                      <a:pt x="82" y="9"/>
                    </a:cubicBezTo>
                    <a:cubicBezTo>
                      <a:pt x="82" y="7"/>
                      <a:pt x="82" y="6"/>
                      <a:pt x="81" y="5"/>
                    </a:cubicBezTo>
                    <a:cubicBezTo>
                      <a:pt x="80" y="4"/>
                      <a:pt x="78" y="3"/>
                      <a:pt x="77" y="3"/>
                    </a:cubicBezTo>
                    <a:cubicBezTo>
                      <a:pt x="75" y="3"/>
                      <a:pt x="74" y="4"/>
                      <a:pt x="73" y="5"/>
                    </a:cubicBezTo>
                    <a:cubicBezTo>
                      <a:pt x="72" y="6"/>
                      <a:pt x="71" y="7"/>
                      <a:pt x="71" y="9"/>
                    </a:cubicBezTo>
                    <a:cubicBezTo>
                      <a:pt x="68" y="9"/>
                      <a:pt x="68" y="9"/>
                      <a:pt x="68" y="9"/>
                    </a:cubicBezTo>
                    <a:cubicBezTo>
                      <a:pt x="68" y="6"/>
                      <a:pt x="69" y="4"/>
                      <a:pt x="71" y="2"/>
                    </a:cubicBezTo>
                    <a:cubicBezTo>
                      <a:pt x="72" y="1"/>
                      <a:pt x="74" y="0"/>
                      <a:pt x="77" y="0"/>
                    </a:cubicBezTo>
                    <a:cubicBezTo>
                      <a:pt x="80" y="0"/>
                      <a:pt x="82" y="1"/>
                      <a:pt x="83" y="2"/>
                    </a:cubicBezTo>
                    <a:cubicBezTo>
                      <a:pt x="85" y="4"/>
                      <a:pt x="85" y="6"/>
                      <a:pt x="85" y="9"/>
                    </a:cubicBezTo>
                    <a:cubicBezTo>
                      <a:pt x="85" y="10"/>
                      <a:pt x="85" y="11"/>
                      <a:pt x="85" y="12"/>
                    </a:cubicBezTo>
                    <a:cubicBezTo>
                      <a:pt x="84" y="14"/>
                      <a:pt x="84" y="15"/>
                      <a:pt x="83" y="16"/>
                    </a:cubicBezTo>
                    <a:cubicBezTo>
                      <a:pt x="82" y="18"/>
                      <a:pt x="80" y="19"/>
                      <a:pt x="77" y="22"/>
                    </a:cubicBezTo>
                    <a:cubicBezTo>
                      <a:pt x="75" y="24"/>
                      <a:pt x="74" y="25"/>
                      <a:pt x="73" y="26"/>
                    </a:cubicBezTo>
                    <a:cubicBezTo>
                      <a:pt x="73" y="27"/>
                      <a:pt x="72" y="27"/>
                      <a:pt x="72" y="28"/>
                    </a:cubicBezTo>
                    <a:lnTo>
                      <a:pt x="86" y="28"/>
                    </a:lnTo>
                    <a:close/>
                  </a:path>
                </a:pathLst>
              </a:custGeom>
              <a:solidFill>
                <a:srgbClr val="E1E8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" name="Freeform 10"/>
              <p:cNvSpPr>
                <a:spLocks noEditPoints="1"/>
              </p:cNvSpPr>
              <p:nvPr/>
            </p:nvSpPr>
            <p:spPr bwMode="auto">
              <a:xfrm>
                <a:off x="4545044" y="3700823"/>
                <a:ext cx="1225550" cy="1182688"/>
              </a:xfrm>
              <a:custGeom>
                <a:avLst/>
                <a:gdLst>
                  <a:gd name="T0" fmla="*/ 376 w 496"/>
                  <a:gd name="T1" fmla="*/ 242 h 479"/>
                  <a:gd name="T2" fmla="*/ 302 w 496"/>
                  <a:gd name="T3" fmla="*/ 153 h 479"/>
                  <a:gd name="T4" fmla="*/ 245 w 496"/>
                  <a:gd name="T5" fmla="*/ 122 h 479"/>
                  <a:gd name="T6" fmla="*/ 221 w 496"/>
                  <a:gd name="T7" fmla="*/ 153 h 479"/>
                  <a:gd name="T8" fmla="*/ 237 w 496"/>
                  <a:gd name="T9" fmla="*/ 218 h 479"/>
                  <a:gd name="T10" fmla="*/ 145 w 496"/>
                  <a:gd name="T11" fmla="*/ 131 h 479"/>
                  <a:gd name="T12" fmla="*/ 248 w 496"/>
                  <a:gd name="T13" fmla="*/ 93 h 479"/>
                  <a:gd name="T14" fmla="*/ 398 w 496"/>
                  <a:gd name="T15" fmla="*/ 237 h 479"/>
                  <a:gd name="T16" fmla="*/ 237 w 496"/>
                  <a:gd name="T17" fmla="*/ 242 h 479"/>
                  <a:gd name="T18" fmla="*/ 237 w 496"/>
                  <a:gd name="T19" fmla="*/ 242 h 479"/>
                  <a:gd name="T20" fmla="*/ 259 w 496"/>
                  <a:gd name="T21" fmla="*/ 386 h 479"/>
                  <a:gd name="T22" fmla="*/ 358 w 496"/>
                  <a:gd name="T23" fmla="*/ 351 h 479"/>
                  <a:gd name="T24" fmla="*/ 91 w 496"/>
                  <a:gd name="T25" fmla="*/ 248 h 479"/>
                  <a:gd name="T26" fmla="*/ 342 w 496"/>
                  <a:gd name="T27" fmla="*/ 114 h 479"/>
                  <a:gd name="T28" fmla="*/ 252 w 496"/>
                  <a:gd name="T29" fmla="*/ 85 h 479"/>
                  <a:gd name="T30" fmla="*/ 64 w 496"/>
                  <a:gd name="T31" fmla="*/ 247 h 479"/>
                  <a:gd name="T32" fmla="*/ 151 w 496"/>
                  <a:gd name="T33" fmla="*/ 373 h 479"/>
                  <a:gd name="T34" fmla="*/ 89 w 496"/>
                  <a:gd name="T35" fmla="*/ 339 h 479"/>
                  <a:gd name="T36" fmla="*/ 151 w 496"/>
                  <a:gd name="T37" fmla="*/ 373 h 479"/>
                  <a:gd name="T38" fmla="*/ 199 w 496"/>
                  <a:gd name="T39" fmla="*/ 423 h 479"/>
                  <a:gd name="T40" fmla="*/ 327 w 496"/>
                  <a:gd name="T41" fmla="*/ 384 h 479"/>
                  <a:gd name="T42" fmla="*/ 296 w 496"/>
                  <a:gd name="T43" fmla="*/ 423 h 479"/>
                  <a:gd name="T44" fmla="*/ 451 w 496"/>
                  <a:gd name="T45" fmla="*/ 362 h 479"/>
                  <a:gd name="T46" fmla="*/ 357 w 496"/>
                  <a:gd name="T47" fmla="*/ 445 h 479"/>
                  <a:gd name="T48" fmla="*/ 459 w 496"/>
                  <a:gd name="T49" fmla="*/ 130 h 479"/>
                  <a:gd name="T50" fmla="*/ 488 w 496"/>
                  <a:gd name="T51" fmla="*/ 238 h 479"/>
                  <a:gd name="T52" fmla="*/ 248 w 496"/>
                  <a:gd name="T53" fmla="*/ 427 h 479"/>
                  <a:gd name="T54" fmla="*/ 333 w 496"/>
                  <a:gd name="T55" fmla="*/ 442 h 479"/>
                  <a:gd name="T56" fmla="*/ 456 w 496"/>
                  <a:gd name="T57" fmla="*/ 355 h 479"/>
                  <a:gd name="T58" fmla="*/ 488 w 496"/>
                  <a:gd name="T59" fmla="*/ 246 h 479"/>
                  <a:gd name="T60" fmla="*/ 55 w 496"/>
                  <a:gd name="T61" fmla="*/ 247 h 479"/>
                  <a:gd name="T62" fmla="*/ 8 w 496"/>
                  <a:gd name="T63" fmla="*/ 246 h 479"/>
                  <a:gd name="T64" fmla="*/ 156 w 496"/>
                  <a:gd name="T65" fmla="*/ 437 h 479"/>
                  <a:gd name="T66" fmla="*/ 78 w 496"/>
                  <a:gd name="T67" fmla="*/ 403 h 479"/>
                  <a:gd name="T68" fmla="*/ 79 w 496"/>
                  <a:gd name="T69" fmla="*/ 144 h 479"/>
                  <a:gd name="T70" fmla="*/ 78 w 496"/>
                  <a:gd name="T71" fmla="*/ 76 h 479"/>
                  <a:gd name="T72" fmla="*/ 243 w 496"/>
                  <a:gd name="T73" fmla="*/ 59 h 479"/>
                  <a:gd name="T74" fmla="*/ 412 w 496"/>
                  <a:gd name="T75" fmla="*/ 246 h 479"/>
                  <a:gd name="T76" fmla="*/ 430 w 496"/>
                  <a:gd name="T77" fmla="*/ 246 h 479"/>
                  <a:gd name="T78" fmla="*/ 131 w 496"/>
                  <a:gd name="T79" fmla="*/ 132 h 479"/>
                  <a:gd name="T80" fmla="*/ 164 w 496"/>
                  <a:gd name="T81" fmla="*/ 45 h 479"/>
                  <a:gd name="T82" fmla="*/ 385 w 496"/>
                  <a:gd name="T83" fmla="*/ 331 h 479"/>
                  <a:gd name="T84" fmla="*/ 306 w 496"/>
                  <a:gd name="T85" fmla="*/ 425 h 479"/>
                  <a:gd name="T86" fmla="*/ 385 w 496"/>
                  <a:gd name="T87" fmla="*/ 331 h 479"/>
                  <a:gd name="T88" fmla="*/ 148 w 496"/>
                  <a:gd name="T89" fmla="*/ 29 h 479"/>
                  <a:gd name="T90" fmla="*/ 390 w 496"/>
                  <a:gd name="T91" fmla="*/ 165 h 479"/>
                  <a:gd name="T92" fmla="*/ 411 w 496"/>
                  <a:gd name="T93" fmla="*/ 156 h 479"/>
                  <a:gd name="T94" fmla="*/ 76 w 496"/>
                  <a:gd name="T95" fmla="*/ 151 h 479"/>
                  <a:gd name="T96" fmla="*/ 37 w 496"/>
                  <a:gd name="T97" fmla="*/ 129 h 479"/>
                  <a:gd name="T98" fmla="*/ 340 w 496"/>
                  <a:gd name="T99" fmla="*/ 41 h 479"/>
                  <a:gd name="T100" fmla="*/ 418 w 496"/>
                  <a:gd name="T101" fmla="*/ 76 h 479"/>
                  <a:gd name="T102" fmla="*/ 385 w 496"/>
                  <a:gd name="T103" fmla="*/ 158 h 479"/>
                  <a:gd name="T104" fmla="*/ 308 w 496"/>
                  <a:gd name="T105" fmla="*/ 52 h 479"/>
                  <a:gd name="T106" fmla="*/ 105 w 496"/>
                  <a:gd name="T107" fmla="*/ 165 h 479"/>
                  <a:gd name="T108" fmla="*/ 83 w 496"/>
                  <a:gd name="T109" fmla="*/ 239 h 479"/>
                  <a:gd name="T110" fmla="*/ 496 w 496"/>
                  <a:gd name="T111" fmla="*/ 240 h 479"/>
                  <a:gd name="T112" fmla="*/ 72 w 496"/>
                  <a:gd name="T113" fmla="*/ 409 h 479"/>
                  <a:gd name="T114" fmla="*/ 248 w 496"/>
                  <a:gd name="T115" fmla="*/ 0 h 4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496" h="479">
                    <a:moveTo>
                      <a:pt x="259" y="227"/>
                    </a:moveTo>
                    <a:cubicBezTo>
                      <a:pt x="259" y="242"/>
                      <a:pt x="259" y="242"/>
                      <a:pt x="259" y="242"/>
                    </a:cubicBezTo>
                    <a:cubicBezTo>
                      <a:pt x="376" y="242"/>
                      <a:pt x="376" y="242"/>
                      <a:pt x="376" y="242"/>
                    </a:cubicBezTo>
                    <a:cubicBezTo>
                      <a:pt x="259" y="227"/>
                      <a:pt x="259" y="227"/>
                      <a:pt x="259" y="227"/>
                    </a:cubicBezTo>
                    <a:close/>
                    <a:moveTo>
                      <a:pt x="259" y="168"/>
                    </a:moveTo>
                    <a:cubicBezTo>
                      <a:pt x="258" y="150"/>
                      <a:pt x="291" y="153"/>
                      <a:pt x="302" y="153"/>
                    </a:cubicBezTo>
                    <a:cubicBezTo>
                      <a:pt x="329" y="153"/>
                      <a:pt x="362" y="154"/>
                      <a:pt x="362" y="154"/>
                    </a:cubicBezTo>
                    <a:cubicBezTo>
                      <a:pt x="360" y="151"/>
                      <a:pt x="354" y="147"/>
                      <a:pt x="349" y="144"/>
                    </a:cubicBezTo>
                    <a:cubicBezTo>
                      <a:pt x="322" y="129"/>
                      <a:pt x="260" y="122"/>
                      <a:pt x="245" y="122"/>
                    </a:cubicBezTo>
                    <a:cubicBezTo>
                      <a:pt x="203" y="122"/>
                      <a:pt x="153" y="132"/>
                      <a:pt x="153" y="132"/>
                    </a:cubicBezTo>
                    <a:cubicBezTo>
                      <a:pt x="153" y="151"/>
                      <a:pt x="153" y="151"/>
                      <a:pt x="153" y="151"/>
                    </a:cubicBezTo>
                    <a:cubicBezTo>
                      <a:pt x="153" y="151"/>
                      <a:pt x="216" y="152"/>
                      <a:pt x="221" y="153"/>
                    </a:cubicBezTo>
                    <a:cubicBezTo>
                      <a:pt x="224" y="154"/>
                      <a:pt x="228" y="154"/>
                      <a:pt x="231" y="156"/>
                    </a:cubicBezTo>
                    <a:cubicBezTo>
                      <a:pt x="234" y="158"/>
                      <a:pt x="236" y="165"/>
                      <a:pt x="236" y="168"/>
                    </a:cubicBezTo>
                    <a:cubicBezTo>
                      <a:pt x="237" y="177"/>
                      <a:pt x="237" y="185"/>
                      <a:pt x="237" y="218"/>
                    </a:cubicBezTo>
                    <a:cubicBezTo>
                      <a:pt x="91" y="238"/>
                      <a:pt x="91" y="238"/>
                      <a:pt x="91" y="238"/>
                    </a:cubicBezTo>
                    <a:cubicBezTo>
                      <a:pt x="93" y="200"/>
                      <a:pt x="110" y="164"/>
                      <a:pt x="137" y="138"/>
                    </a:cubicBezTo>
                    <a:cubicBezTo>
                      <a:pt x="140" y="135"/>
                      <a:pt x="142" y="133"/>
                      <a:pt x="145" y="131"/>
                    </a:cubicBezTo>
                    <a:cubicBezTo>
                      <a:pt x="145" y="131"/>
                      <a:pt x="145" y="131"/>
                      <a:pt x="145" y="131"/>
                    </a:cubicBezTo>
                    <a:cubicBezTo>
                      <a:pt x="146" y="130"/>
                      <a:pt x="146" y="130"/>
                      <a:pt x="146" y="130"/>
                    </a:cubicBezTo>
                    <a:cubicBezTo>
                      <a:pt x="173" y="107"/>
                      <a:pt x="209" y="93"/>
                      <a:pt x="248" y="93"/>
                    </a:cubicBezTo>
                    <a:cubicBezTo>
                      <a:pt x="291" y="93"/>
                      <a:pt x="330" y="110"/>
                      <a:pt x="358" y="138"/>
                    </a:cubicBezTo>
                    <a:cubicBezTo>
                      <a:pt x="384" y="163"/>
                      <a:pt x="401" y="198"/>
                      <a:pt x="403" y="237"/>
                    </a:cubicBezTo>
                    <a:cubicBezTo>
                      <a:pt x="398" y="237"/>
                      <a:pt x="398" y="237"/>
                      <a:pt x="398" y="237"/>
                    </a:cubicBezTo>
                    <a:cubicBezTo>
                      <a:pt x="259" y="218"/>
                      <a:pt x="259" y="218"/>
                      <a:pt x="259" y="218"/>
                    </a:cubicBezTo>
                    <a:cubicBezTo>
                      <a:pt x="259" y="168"/>
                      <a:pt x="259" y="168"/>
                      <a:pt x="259" y="168"/>
                    </a:cubicBezTo>
                    <a:close/>
                    <a:moveTo>
                      <a:pt x="237" y="242"/>
                    </a:moveTo>
                    <a:cubicBezTo>
                      <a:pt x="114" y="242"/>
                      <a:pt x="114" y="242"/>
                      <a:pt x="114" y="242"/>
                    </a:cubicBezTo>
                    <a:cubicBezTo>
                      <a:pt x="237" y="258"/>
                      <a:pt x="237" y="258"/>
                      <a:pt x="237" y="258"/>
                    </a:cubicBezTo>
                    <a:cubicBezTo>
                      <a:pt x="237" y="251"/>
                      <a:pt x="237" y="249"/>
                      <a:pt x="237" y="242"/>
                    </a:cubicBezTo>
                    <a:close/>
                    <a:moveTo>
                      <a:pt x="237" y="266"/>
                    </a:moveTo>
                    <a:cubicBezTo>
                      <a:pt x="237" y="386"/>
                      <a:pt x="237" y="386"/>
                      <a:pt x="237" y="386"/>
                    </a:cubicBezTo>
                    <a:cubicBezTo>
                      <a:pt x="259" y="386"/>
                      <a:pt x="259" y="386"/>
                      <a:pt x="259" y="386"/>
                    </a:cubicBezTo>
                    <a:cubicBezTo>
                      <a:pt x="259" y="266"/>
                      <a:pt x="259" y="266"/>
                      <a:pt x="259" y="266"/>
                    </a:cubicBezTo>
                    <a:cubicBezTo>
                      <a:pt x="403" y="247"/>
                      <a:pt x="403" y="247"/>
                      <a:pt x="403" y="247"/>
                    </a:cubicBezTo>
                    <a:cubicBezTo>
                      <a:pt x="403" y="288"/>
                      <a:pt x="385" y="324"/>
                      <a:pt x="358" y="351"/>
                    </a:cubicBezTo>
                    <a:cubicBezTo>
                      <a:pt x="329" y="378"/>
                      <a:pt x="290" y="395"/>
                      <a:pt x="247" y="395"/>
                    </a:cubicBezTo>
                    <a:cubicBezTo>
                      <a:pt x="204" y="395"/>
                      <a:pt x="165" y="378"/>
                      <a:pt x="137" y="351"/>
                    </a:cubicBezTo>
                    <a:cubicBezTo>
                      <a:pt x="110" y="324"/>
                      <a:pt x="92" y="288"/>
                      <a:pt x="91" y="248"/>
                    </a:cubicBezTo>
                    <a:cubicBezTo>
                      <a:pt x="237" y="266"/>
                      <a:pt x="237" y="266"/>
                      <a:pt x="237" y="266"/>
                    </a:cubicBezTo>
                    <a:close/>
                    <a:moveTo>
                      <a:pt x="252" y="85"/>
                    </a:moveTo>
                    <a:cubicBezTo>
                      <a:pt x="285" y="86"/>
                      <a:pt x="316" y="97"/>
                      <a:pt x="342" y="114"/>
                    </a:cubicBezTo>
                    <a:cubicBezTo>
                      <a:pt x="325" y="81"/>
                      <a:pt x="305" y="61"/>
                      <a:pt x="298" y="54"/>
                    </a:cubicBezTo>
                    <a:cubicBezTo>
                      <a:pt x="285" y="57"/>
                      <a:pt x="270" y="59"/>
                      <a:pt x="252" y="59"/>
                    </a:cubicBezTo>
                    <a:cubicBezTo>
                      <a:pt x="252" y="85"/>
                      <a:pt x="252" y="85"/>
                      <a:pt x="252" y="85"/>
                    </a:cubicBezTo>
                    <a:close/>
                    <a:moveTo>
                      <a:pt x="105" y="324"/>
                    </a:moveTo>
                    <a:cubicBezTo>
                      <a:pt x="91" y="301"/>
                      <a:pt x="84" y="275"/>
                      <a:pt x="83" y="247"/>
                    </a:cubicBezTo>
                    <a:cubicBezTo>
                      <a:pt x="64" y="247"/>
                      <a:pt x="64" y="247"/>
                      <a:pt x="64" y="247"/>
                    </a:cubicBezTo>
                    <a:cubicBezTo>
                      <a:pt x="64" y="278"/>
                      <a:pt x="73" y="307"/>
                      <a:pt x="85" y="332"/>
                    </a:cubicBezTo>
                    <a:cubicBezTo>
                      <a:pt x="91" y="329"/>
                      <a:pt x="98" y="326"/>
                      <a:pt x="105" y="324"/>
                    </a:cubicBezTo>
                    <a:close/>
                    <a:moveTo>
                      <a:pt x="151" y="373"/>
                    </a:moveTo>
                    <a:cubicBezTo>
                      <a:pt x="144" y="368"/>
                      <a:pt x="137" y="363"/>
                      <a:pt x="131" y="357"/>
                    </a:cubicBezTo>
                    <a:cubicBezTo>
                      <a:pt x="123" y="349"/>
                      <a:pt x="116" y="340"/>
                      <a:pt x="109" y="331"/>
                    </a:cubicBezTo>
                    <a:cubicBezTo>
                      <a:pt x="102" y="334"/>
                      <a:pt x="95" y="336"/>
                      <a:pt x="89" y="339"/>
                    </a:cubicBezTo>
                    <a:cubicBezTo>
                      <a:pt x="115" y="391"/>
                      <a:pt x="155" y="425"/>
                      <a:pt x="164" y="433"/>
                    </a:cubicBezTo>
                    <a:cubicBezTo>
                      <a:pt x="171" y="430"/>
                      <a:pt x="180" y="427"/>
                      <a:pt x="189" y="425"/>
                    </a:cubicBezTo>
                    <a:cubicBezTo>
                      <a:pt x="181" y="417"/>
                      <a:pt x="166" y="400"/>
                      <a:pt x="151" y="373"/>
                    </a:cubicBezTo>
                    <a:close/>
                    <a:moveTo>
                      <a:pt x="243" y="403"/>
                    </a:moveTo>
                    <a:cubicBezTo>
                      <a:pt x="215" y="403"/>
                      <a:pt x="189" y="395"/>
                      <a:pt x="166" y="383"/>
                    </a:cubicBezTo>
                    <a:cubicBezTo>
                      <a:pt x="181" y="406"/>
                      <a:pt x="194" y="419"/>
                      <a:pt x="199" y="423"/>
                    </a:cubicBezTo>
                    <a:cubicBezTo>
                      <a:pt x="212" y="420"/>
                      <a:pt x="226" y="419"/>
                      <a:pt x="243" y="418"/>
                    </a:cubicBezTo>
                    <a:cubicBezTo>
                      <a:pt x="243" y="403"/>
                      <a:pt x="243" y="403"/>
                      <a:pt x="243" y="403"/>
                    </a:cubicBezTo>
                    <a:close/>
                    <a:moveTo>
                      <a:pt x="327" y="384"/>
                    </a:moveTo>
                    <a:cubicBezTo>
                      <a:pt x="304" y="396"/>
                      <a:pt x="279" y="403"/>
                      <a:pt x="252" y="403"/>
                    </a:cubicBezTo>
                    <a:cubicBezTo>
                      <a:pt x="252" y="418"/>
                      <a:pt x="252" y="418"/>
                      <a:pt x="252" y="418"/>
                    </a:cubicBezTo>
                    <a:cubicBezTo>
                      <a:pt x="269" y="419"/>
                      <a:pt x="284" y="421"/>
                      <a:pt x="296" y="423"/>
                    </a:cubicBezTo>
                    <a:cubicBezTo>
                      <a:pt x="301" y="419"/>
                      <a:pt x="313" y="406"/>
                      <a:pt x="327" y="384"/>
                    </a:cubicBezTo>
                    <a:close/>
                    <a:moveTo>
                      <a:pt x="418" y="403"/>
                    </a:moveTo>
                    <a:cubicBezTo>
                      <a:pt x="430" y="391"/>
                      <a:pt x="442" y="377"/>
                      <a:pt x="451" y="362"/>
                    </a:cubicBezTo>
                    <a:cubicBezTo>
                      <a:pt x="446" y="359"/>
                      <a:pt x="433" y="351"/>
                      <a:pt x="414" y="343"/>
                    </a:cubicBezTo>
                    <a:cubicBezTo>
                      <a:pt x="390" y="392"/>
                      <a:pt x="355" y="426"/>
                      <a:pt x="342" y="437"/>
                    </a:cubicBezTo>
                    <a:cubicBezTo>
                      <a:pt x="350" y="441"/>
                      <a:pt x="355" y="444"/>
                      <a:pt x="357" y="445"/>
                    </a:cubicBezTo>
                    <a:cubicBezTo>
                      <a:pt x="380" y="434"/>
                      <a:pt x="400" y="420"/>
                      <a:pt x="418" y="403"/>
                    </a:cubicBezTo>
                    <a:close/>
                    <a:moveTo>
                      <a:pt x="488" y="238"/>
                    </a:moveTo>
                    <a:cubicBezTo>
                      <a:pt x="487" y="199"/>
                      <a:pt x="477" y="162"/>
                      <a:pt x="459" y="130"/>
                    </a:cubicBezTo>
                    <a:cubicBezTo>
                      <a:pt x="453" y="134"/>
                      <a:pt x="439" y="143"/>
                      <a:pt x="419" y="152"/>
                    </a:cubicBezTo>
                    <a:cubicBezTo>
                      <a:pt x="430" y="178"/>
                      <a:pt x="437" y="207"/>
                      <a:pt x="438" y="238"/>
                    </a:cubicBezTo>
                    <a:cubicBezTo>
                      <a:pt x="488" y="238"/>
                      <a:pt x="488" y="238"/>
                      <a:pt x="488" y="238"/>
                    </a:cubicBezTo>
                    <a:close/>
                    <a:moveTo>
                      <a:pt x="248" y="471"/>
                    </a:moveTo>
                    <a:cubicBezTo>
                      <a:pt x="212" y="471"/>
                      <a:pt x="179" y="464"/>
                      <a:pt x="148" y="450"/>
                    </a:cubicBezTo>
                    <a:cubicBezTo>
                      <a:pt x="161" y="443"/>
                      <a:pt x="193" y="426"/>
                      <a:pt x="248" y="427"/>
                    </a:cubicBezTo>
                    <a:cubicBezTo>
                      <a:pt x="287" y="427"/>
                      <a:pt x="314" y="435"/>
                      <a:pt x="332" y="442"/>
                    </a:cubicBezTo>
                    <a:cubicBezTo>
                      <a:pt x="332" y="442"/>
                      <a:pt x="332" y="442"/>
                      <a:pt x="333" y="442"/>
                    </a:cubicBezTo>
                    <a:cubicBezTo>
                      <a:pt x="333" y="442"/>
                      <a:pt x="333" y="442"/>
                      <a:pt x="333" y="442"/>
                    </a:cubicBezTo>
                    <a:cubicBezTo>
                      <a:pt x="340" y="445"/>
                      <a:pt x="345" y="448"/>
                      <a:pt x="348" y="450"/>
                    </a:cubicBezTo>
                    <a:cubicBezTo>
                      <a:pt x="318" y="463"/>
                      <a:pt x="284" y="471"/>
                      <a:pt x="248" y="471"/>
                    </a:cubicBezTo>
                    <a:close/>
                    <a:moveTo>
                      <a:pt x="456" y="355"/>
                    </a:moveTo>
                    <a:cubicBezTo>
                      <a:pt x="450" y="352"/>
                      <a:pt x="437" y="344"/>
                      <a:pt x="418" y="335"/>
                    </a:cubicBezTo>
                    <a:cubicBezTo>
                      <a:pt x="429" y="309"/>
                      <a:pt x="438" y="279"/>
                      <a:pt x="438" y="246"/>
                    </a:cubicBezTo>
                    <a:cubicBezTo>
                      <a:pt x="488" y="246"/>
                      <a:pt x="488" y="246"/>
                      <a:pt x="488" y="246"/>
                    </a:cubicBezTo>
                    <a:cubicBezTo>
                      <a:pt x="486" y="286"/>
                      <a:pt x="475" y="323"/>
                      <a:pt x="456" y="355"/>
                    </a:cubicBezTo>
                    <a:close/>
                    <a:moveTo>
                      <a:pt x="8" y="246"/>
                    </a:moveTo>
                    <a:cubicBezTo>
                      <a:pt x="55" y="247"/>
                      <a:pt x="55" y="247"/>
                      <a:pt x="55" y="247"/>
                    </a:cubicBezTo>
                    <a:cubicBezTo>
                      <a:pt x="56" y="280"/>
                      <a:pt x="65" y="309"/>
                      <a:pt x="78" y="335"/>
                    </a:cubicBezTo>
                    <a:cubicBezTo>
                      <a:pt x="59" y="344"/>
                      <a:pt x="46" y="352"/>
                      <a:pt x="41" y="356"/>
                    </a:cubicBezTo>
                    <a:cubicBezTo>
                      <a:pt x="21" y="324"/>
                      <a:pt x="9" y="286"/>
                      <a:pt x="8" y="246"/>
                    </a:cubicBezTo>
                    <a:close/>
                    <a:moveTo>
                      <a:pt x="78" y="403"/>
                    </a:moveTo>
                    <a:cubicBezTo>
                      <a:pt x="96" y="421"/>
                      <a:pt x="117" y="435"/>
                      <a:pt x="140" y="446"/>
                    </a:cubicBezTo>
                    <a:cubicBezTo>
                      <a:pt x="143" y="444"/>
                      <a:pt x="148" y="441"/>
                      <a:pt x="156" y="437"/>
                    </a:cubicBezTo>
                    <a:cubicBezTo>
                      <a:pt x="142" y="425"/>
                      <a:pt x="106" y="391"/>
                      <a:pt x="81" y="343"/>
                    </a:cubicBezTo>
                    <a:cubicBezTo>
                      <a:pt x="63" y="352"/>
                      <a:pt x="50" y="360"/>
                      <a:pt x="45" y="363"/>
                    </a:cubicBezTo>
                    <a:cubicBezTo>
                      <a:pt x="54" y="378"/>
                      <a:pt x="66" y="391"/>
                      <a:pt x="78" y="403"/>
                    </a:cubicBezTo>
                    <a:close/>
                    <a:moveTo>
                      <a:pt x="78" y="76"/>
                    </a:moveTo>
                    <a:cubicBezTo>
                      <a:pt x="64" y="90"/>
                      <a:pt x="52" y="105"/>
                      <a:pt x="41" y="122"/>
                    </a:cubicBezTo>
                    <a:cubicBezTo>
                      <a:pt x="47" y="126"/>
                      <a:pt x="60" y="134"/>
                      <a:pt x="79" y="144"/>
                    </a:cubicBezTo>
                    <a:cubicBezTo>
                      <a:pt x="104" y="91"/>
                      <a:pt x="142" y="54"/>
                      <a:pt x="155" y="41"/>
                    </a:cubicBezTo>
                    <a:cubicBezTo>
                      <a:pt x="147" y="38"/>
                      <a:pt x="142" y="35"/>
                      <a:pt x="139" y="33"/>
                    </a:cubicBezTo>
                    <a:cubicBezTo>
                      <a:pt x="116" y="45"/>
                      <a:pt x="96" y="59"/>
                      <a:pt x="78" y="76"/>
                    </a:cubicBezTo>
                    <a:close/>
                    <a:moveTo>
                      <a:pt x="153" y="114"/>
                    </a:moveTo>
                    <a:cubicBezTo>
                      <a:pt x="179" y="96"/>
                      <a:pt x="210" y="86"/>
                      <a:pt x="243" y="85"/>
                    </a:cubicBezTo>
                    <a:cubicBezTo>
                      <a:pt x="243" y="59"/>
                      <a:pt x="243" y="59"/>
                      <a:pt x="243" y="59"/>
                    </a:cubicBezTo>
                    <a:cubicBezTo>
                      <a:pt x="226" y="59"/>
                      <a:pt x="210" y="57"/>
                      <a:pt x="197" y="54"/>
                    </a:cubicBezTo>
                    <a:cubicBezTo>
                      <a:pt x="190" y="61"/>
                      <a:pt x="170" y="81"/>
                      <a:pt x="153" y="114"/>
                    </a:cubicBezTo>
                    <a:close/>
                    <a:moveTo>
                      <a:pt x="412" y="246"/>
                    </a:moveTo>
                    <a:cubicBezTo>
                      <a:pt x="411" y="275"/>
                      <a:pt x="403" y="301"/>
                      <a:pt x="390" y="324"/>
                    </a:cubicBezTo>
                    <a:cubicBezTo>
                      <a:pt x="397" y="327"/>
                      <a:pt x="404" y="329"/>
                      <a:pt x="410" y="332"/>
                    </a:cubicBezTo>
                    <a:cubicBezTo>
                      <a:pt x="421" y="307"/>
                      <a:pt x="429" y="278"/>
                      <a:pt x="430" y="246"/>
                    </a:cubicBezTo>
                    <a:cubicBezTo>
                      <a:pt x="412" y="246"/>
                      <a:pt x="412" y="246"/>
                      <a:pt x="412" y="246"/>
                    </a:cubicBezTo>
                    <a:close/>
                    <a:moveTo>
                      <a:pt x="110" y="158"/>
                    </a:moveTo>
                    <a:cubicBezTo>
                      <a:pt x="116" y="148"/>
                      <a:pt x="123" y="140"/>
                      <a:pt x="131" y="132"/>
                    </a:cubicBezTo>
                    <a:cubicBezTo>
                      <a:pt x="134" y="129"/>
                      <a:pt x="136" y="127"/>
                      <a:pt x="139" y="125"/>
                    </a:cubicBezTo>
                    <a:cubicBezTo>
                      <a:pt x="155" y="88"/>
                      <a:pt x="177" y="63"/>
                      <a:pt x="187" y="52"/>
                    </a:cubicBezTo>
                    <a:cubicBezTo>
                      <a:pt x="178" y="50"/>
                      <a:pt x="171" y="47"/>
                      <a:pt x="164" y="45"/>
                    </a:cubicBezTo>
                    <a:cubicBezTo>
                      <a:pt x="155" y="53"/>
                      <a:pt x="113" y="91"/>
                      <a:pt x="86" y="148"/>
                    </a:cubicBezTo>
                    <a:cubicBezTo>
                      <a:pt x="93" y="151"/>
                      <a:pt x="101" y="154"/>
                      <a:pt x="110" y="158"/>
                    </a:cubicBezTo>
                    <a:close/>
                    <a:moveTo>
                      <a:pt x="385" y="331"/>
                    </a:moveTo>
                    <a:cubicBezTo>
                      <a:pt x="379" y="340"/>
                      <a:pt x="372" y="349"/>
                      <a:pt x="363" y="357"/>
                    </a:cubicBezTo>
                    <a:cubicBezTo>
                      <a:pt x="357" y="363"/>
                      <a:pt x="349" y="369"/>
                      <a:pt x="341" y="375"/>
                    </a:cubicBezTo>
                    <a:cubicBezTo>
                      <a:pt x="328" y="400"/>
                      <a:pt x="314" y="417"/>
                      <a:pt x="306" y="425"/>
                    </a:cubicBezTo>
                    <a:cubicBezTo>
                      <a:pt x="317" y="428"/>
                      <a:pt x="326" y="431"/>
                      <a:pt x="334" y="434"/>
                    </a:cubicBezTo>
                    <a:cubicBezTo>
                      <a:pt x="342" y="426"/>
                      <a:pt x="381" y="392"/>
                      <a:pt x="407" y="339"/>
                    </a:cubicBezTo>
                    <a:cubicBezTo>
                      <a:pt x="400" y="337"/>
                      <a:pt x="393" y="334"/>
                      <a:pt x="385" y="331"/>
                    </a:cubicBezTo>
                    <a:close/>
                    <a:moveTo>
                      <a:pt x="346" y="29"/>
                    </a:moveTo>
                    <a:cubicBezTo>
                      <a:pt x="335" y="36"/>
                      <a:pt x="305" y="50"/>
                      <a:pt x="248" y="51"/>
                    </a:cubicBezTo>
                    <a:cubicBezTo>
                      <a:pt x="199" y="52"/>
                      <a:pt x="163" y="36"/>
                      <a:pt x="148" y="29"/>
                    </a:cubicBezTo>
                    <a:cubicBezTo>
                      <a:pt x="179" y="16"/>
                      <a:pt x="212" y="8"/>
                      <a:pt x="248" y="8"/>
                    </a:cubicBezTo>
                    <a:cubicBezTo>
                      <a:pt x="283" y="8"/>
                      <a:pt x="316" y="16"/>
                      <a:pt x="346" y="29"/>
                    </a:cubicBezTo>
                    <a:close/>
                    <a:moveTo>
                      <a:pt x="390" y="165"/>
                    </a:moveTo>
                    <a:cubicBezTo>
                      <a:pt x="403" y="187"/>
                      <a:pt x="410" y="212"/>
                      <a:pt x="411" y="238"/>
                    </a:cubicBezTo>
                    <a:cubicBezTo>
                      <a:pt x="430" y="238"/>
                      <a:pt x="430" y="238"/>
                      <a:pt x="430" y="238"/>
                    </a:cubicBezTo>
                    <a:cubicBezTo>
                      <a:pt x="429" y="208"/>
                      <a:pt x="422" y="180"/>
                      <a:pt x="411" y="156"/>
                    </a:cubicBezTo>
                    <a:cubicBezTo>
                      <a:pt x="405" y="159"/>
                      <a:pt x="398" y="162"/>
                      <a:pt x="390" y="165"/>
                    </a:cubicBezTo>
                    <a:close/>
                    <a:moveTo>
                      <a:pt x="37" y="129"/>
                    </a:moveTo>
                    <a:cubicBezTo>
                      <a:pt x="43" y="133"/>
                      <a:pt x="56" y="142"/>
                      <a:pt x="76" y="151"/>
                    </a:cubicBezTo>
                    <a:cubicBezTo>
                      <a:pt x="64" y="177"/>
                      <a:pt x="56" y="207"/>
                      <a:pt x="55" y="238"/>
                    </a:cubicBezTo>
                    <a:cubicBezTo>
                      <a:pt x="8" y="238"/>
                      <a:pt x="8" y="238"/>
                      <a:pt x="8" y="238"/>
                    </a:cubicBezTo>
                    <a:cubicBezTo>
                      <a:pt x="8" y="198"/>
                      <a:pt x="19" y="161"/>
                      <a:pt x="37" y="129"/>
                    </a:cubicBezTo>
                    <a:close/>
                    <a:moveTo>
                      <a:pt x="418" y="76"/>
                    </a:moveTo>
                    <a:cubicBezTo>
                      <a:pt x="399" y="59"/>
                      <a:pt x="378" y="44"/>
                      <a:pt x="355" y="33"/>
                    </a:cubicBezTo>
                    <a:cubicBezTo>
                      <a:pt x="353" y="35"/>
                      <a:pt x="348" y="38"/>
                      <a:pt x="340" y="41"/>
                    </a:cubicBezTo>
                    <a:cubicBezTo>
                      <a:pt x="353" y="54"/>
                      <a:pt x="391" y="91"/>
                      <a:pt x="416" y="145"/>
                    </a:cubicBezTo>
                    <a:cubicBezTo>
                      <a:pt x="436" y="135"/>
                      <a:pt x="449" y="126"/>
                      <a:pt x="455" y="123"/>
                    </a:cubicBezTo>
                    <a:cubicBezTo>
                      <a:pt x="444" y="106"/>
                      <a:pt x="432" y="90"/>
                      <a:pt x="418" y="76"/>
                    </a:cubicBezTo>
                    <a:close/>
                    <a:moveTo>
                      <a:pt x="356" y="125"/>
                    </a:moveTo>
                    <a:cubicBezTo>
                      <a:pt x="359" y="127"/>
                      <a:pt x="361" y="129"/>
                      <a:pt x="364" y="132"/>
                    </a:cubicBezTo>
                    <a:cubicBezTo>
                      <a:pt x="372" y="140"/>
                      <a:pt x="379" y="148"/>
                      <a:pt x="385" y="158"/>
                    </a:cubicBezTo>
                    <a:cubicBezTo>
                      <a:pt x="394" y="155"/>
                      <a:pt x="401" y="152"/>
                      <a:pt x="408" y="148"/>
                    </a:cubicBezTo>
                    <a:cubicBezTo>
                      <a:pt x="382" y="92"/>
                      <a:pt x="341" y="53"/>
                      <a:pt x="332" y="45"/>
                    </a:cubicBezTo>
                    <a:cubicBezTo>
                      <a:pt x="325" y="48"/>
                      <a:pt x="317" y="50"/>
                      <a:pt x="308" y="52"/>
                    </a:cubicBezTo>
                    <a:cubicBezTo>
                      <a:pt x="318" y="63"/>
                      <a:pt x="340" y="88"/>
                      <a:pt x="356" y="125"/>
                    </a:cubicBezTo>
                    <a:close/>
                    <a:moveTo>
                      <a:pt x="83" y="239"/>
                    </a:moveTo>
                    <a:cubicBezTo>
                      <a:pt x="84" y="212"/>
                      <a:pt x="92" y="187"/>
                      <a:pt x="105" y="165"/>
                    </a:cubicBezTo>
                    <a:cubicBezTo>
                      <a:pt x="97" y="162"/>
                      <a:pt x="90" y="158"/>
                      <a:pt x="83" y="155"/>
                    </a:cubicBezTo>
                    <a:cubicBezTo>
                      <a:pt x="72" y="180"/>
                      <a:pt x="64" y="208"/>
                      <a:pt x="64" y="239"/>
                    </a:cubicBezTo>
                    <a:cubicBezTo>
                      <a:pt x="83" y="239"/>
                      <a:pt x="83" y="239"/>
                      <a:pt x="83" y="239"/>
                    </a:cubicBezTo>
                    <a:close/>
                    <a:moveTo>
                      <a:pt x="248" y="0"/>
                    </a:moveTo>
                    <a:cubicBezTo>
                      <a:pt x="316" y="0"/>
                      <a:pt x="378" y="27"/>
                      <a:pt x="423" y="70"/>
                    </a:cubicBezTo>
                    <a:cubicBezTo>
                      <a:pt x="468" y="114"/>
                      <a:pt x="496" y="173"/>
                      <a:pt x="496" y="240"/>
                    </a:cubicBezTo>
                    <a:cubicBezTo>
                      <a:pt x="496" y="306"/>
                      <a:pt x="468" y="366"/>
                      <a:pt x="423" y="409"/>
                    </a:cubicBezTo>
                    <a:cubicBezTo>
                      <a:pt x="378" y="452"/>
                      <a:pt x="316" y="479"/>
                      <a:pt x="248" y="479"/>
                    </a:cubicBezTo>
                    <a:cubicBezTo>
                      <a:pt x="179" y="479"/>
                      <a:pt x="117" y="452"/>
                      <a:pt x="72" y="409"/>
                    </a:cubicBezTo>
                    <a:cubicBezTo>
                      <a:pt x="27" y="366"/>
                      <a:pt x="0" y="306"/>
                      <a:pt x="0" y="240"/>
                    </a:cubicBezTo>
                    <a:cubicBezTo>
                      <a:pt x="0" y="173"/>
                      <a:pt x="27" y="114"/>
                      <a:pt x="72" y="70"/>
                    </a:cubicBezTo>
                    <a:cubicBezTo>
                      <a:pt x="117" y="27"/>
                      <a:pt x="179" y="0"/>
                      <a:pt x="248" y="0"/>
                    </a:cubicBezTo>
                    <a:close/>
                  </a:path>
                </a:pathLst>
              </a:custGeom>
              <a:solidFill>
                <a:srgbClr val="C0C0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" name="Freeform 11"/>
              <p:cNvSpPr>
                <a:spLocks noEditPoints="1"/>
              </p:cNvSpPr>
              <p:nvPr/>
            </p:nvSpPr>
            <p:spPr bwMode="auto">
              <a:xfrm>
                <a:off x="4391057" y="3538897"/>
                <a:ext cx="1530350" cy="1492250"/>
              </a:xfrm>
              <a:custGeom>
                <a:avLst/>
                <a:gdLst>
                  <a:gd name="T0" fmla="*/ 309 w 619"/>
                  <a:gd name="T1" fmla="*/ 0 h 605"/>
                  <a:gd name="T2" fmla="*/ 528 w 619"/>
                  <a:gd name="T3" fmla="*/ 89 h 605"/>
                  <a:gd name="T4" fmla="*/ 619 w 619"/>
                  <a:gd name="T5" fmla="*/ 303 h 605"/>
                  <a:gd name="T6" fmla="*/ 528 w 619"/>
                  <a:gd name="T7" fmla="*/ 517 h 605"/>
                  <a:gd name="T8" fmla="*/ 309 w 619"/>
                  <a:gd name="T9" fmla="*/ 605 h 605"/>
                  <a:gd name="T10" fmla="*/ 91 w 619"/>
                  <a:gd name="T11" fmla="*/ 517 h 605"/>
                  <a:gd name="T12" fmla="*/ 0 w 619"/>
                  <a:gd name="T13" fmla="*/ 303 h 605"/>
                  <a:gd name="T14" fmla="*/ 91 w 619"/>
                  <a:gd name="T15" fmla="*/ 89 h 605"/>
                  <a:gd name="T16" fmla="*/ 309 w 619"/>
                  <a:gd name="T17" fmla="*/ 0 h 605"/>
                  <a:gd name="T18" fmla="*/ 523 w 619"/>
                  <a:gd name="T19" fmla="*/ 95 h 605"/>
                  <a:gd name="T20" fmla="*/ 309 w 619"/>
                  <a:gd name="T21" fmla="*/ 9 h 605"/>
                  <a:gd name="T22" fmla="*/ 96 w 619"/>
                  <a:gd name="T23" fmla="*/ 95 h 605"/>
                  <a:gd name="T24" fmla="*/ 8 w 619"/>
                  <a:gd name="T25" fmla="*/ 303 h 605"/>
                  <a:gd name="T26" fmla="*/ 96 w 619"/>
                  <a:gd name="T27" fmla="*/ 511 h 605"/>
                  <a:gd name="T28" fmla="*/ 309 w 619"/>
                  <a:gd name="T29" fmla="*/ 597 h 605"/>
                  <a:gd name="T30" fmla="*/ 523 w 619"/>
                  <a:gd name="T31" fmla="*/ 511 h 605"/>
                  <a:gd name="T32" fmla="*/ 611 w 619"/>
                  <a:gd name="T33" fmla="*/ 303 h 605"/>
                  <a:gd name="T34" fmla="*/ 523 w 619"/>
                  <a:gd name="T35" fmla="*/ 95 h 6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19" h="605">
                    <a:moveTo>
                      <a:pt x="309" y="0"/>
                    </a:moveTo>
                    <a:cubicBezTo>
                      <a:pt x="395" y="0"/>
                      <a:pt x="472" y="34"/>
                      <a:pt x="528" y="89"/>
                    </a:cubicBezTo>
                    <a:cubicBezTo>
                      <a:pt x="584" y="144"/>
                      <a:pt x="619" y="219"/>
                      <a:pt x="619" y="303"/>
                    </a:cubicBezTo>
                    <a:cubicBezTo>
                      <a:pt x="619" y="386"/>
                      <a:pt x="584" y="462"/>
                      <a:pt x="528" y="517"/>
                    </a:cubicBezTo>
                    <a:cubicBezTo>
                      <a:pt x="472" y="571"/>
                      <a:pt x="395" y="605"/>
                      <a:pt x="309" y="605"/>
                    </a:cubicBezTo>
                    <a:cubicBezTo>
                      <a:pt x="224" y="605"/>
                      <a:pt x="147" y="571"/>
                      <a:pt x="91" y="517"/>
                    </a:cubicBezTo>
                    <a:cubicBezTo>
                      <a:pt x="35" y="462"/>
                      <a:pt x="0" y="386"/>
                      <a:pt x="0" y="303"/>
                    </a:cubicBezTo>
                    <a:cubicBezTo>
                      <a:pt x="0" y="219"/>
                      <a:pt x="35" y="144"/>
                      <a:pt x="91" y="89"/>
                    </a:cubicBezTo>
                    <a:cubicBezTo>
                      <a:pt x="147" y="34"/>
                      <a:pt x="224" y="0"/>
                      <a:pt x="309" y="0"/>
                    </a:cubicBezTo>
                    <a:close/>
                    <a:moveTo>
                      <a:pt x="523" y="95"/>
                    </a:moveTo>
                    <a:cubicBezTo>
                      <a:pt x="468" y="42"/>
                      <a:pt x="393" y="9"/>
                      <a:pt x="309" y="9"/>
                    </a:cubicBezTo>
                    <a:cubicBezTo>
                      <a:pt x="226" y="9"/>
                      <a:pt x="151" y="42"/>
                      <a:pt x="96" y="95"/>
                    </a:cubicBezTo>
                    <a:cubicBezTo>
                      <a:pt x="42" y="148"/>
                      <a:pt x="8" y="222"/>
                      <a:pt x="8" y="303"/>
                    </a:cubicBezTo>
                    <a:cubicBezTo>
                      <a:pt x="8" y="384"/>
                      <a:pt x="42" y="458"/>
                      <a:pt x="96" y="511"/>
                    </a:cubicBezTo>
                    <a:cubicBezTo>
                      <a:pt x="151" y="564"/>
                      <a:pt x="226" y="597"/>
                      <a:pt x="309" y="597"/>
                    </a:cubicBezTo>
                    <a:cubicBezTo>
                      <a:pt x="393" y="597"/>
                      <a:pt x="468" y="564"/>
                      <a:pt x="523" y="511"/>
                    </a:cubicBezTo>
                    <a:cubicBezTo>
                      <a:pt x="577" y="458"/>
                      <a:pt x="611" y="384"/>
                      <a:pt x="611" y="303"/>
                    </a:cubicBezTo>
                    <a:cubicBezTo>
                      <a:pt x="611" y="222"/>
                      <a:pt x="577" y="148"/>
                      <a:pt x="523" y="95"/>
                    </a:cubicBezTo>
                    <a:close/>
                  </a:path>
                </a:pathLst>
              </a:custGeom>
              <a:solidFill>
                <a:srgbClr val="C0C0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grpSp>
          <p:nvGrpSpPr>
            <p:cNvPr id="13" name="组合 12"/>
            <p:cNvGrpSpPr/>
            <p:nvPr/>
          </p:nvGrpSpPr>
          <p:grpSpPr>
            <a:xfrm>
              <a:off x="10718800" y="487596"/>
              <a:ext cx="859168" cy="212900"/>
              <a:chOff x="3732034" y="4252643"/>
              <a:chExt cx="1620838" cy="401638"/>
            </a:xfrm>
            <a:solidFill>
              <a:schemeClr val="tx1"/>
            </a:solidFill>
          </p:grpSpPr>
          <p:sp>
            <p:nvSpPr>
              <p:cNvPr id="15" name="Freeform 10"/>
              <p:cNvSpPr>
                <a:spLocks noEditPoints="1"/>
              </p:cNvSpPr>
              <p:nvPr/>
            </p:nvSpPr>
            <p:spPr bwMode="auto">
              <a:xfrm>
                <a:off x="5105222" y="4273281"/>
                <a:ext cx="247650" cy="338138"/>
              </a:xfrm>
              <a:custGeom>
                <a:avLst/>
                <a:gdLst>
                  <a:gd name="T0" fmla="*/ 58 w 217"/>
                  <a:gd name="T1" fmla="*/ 251 h 294"/>
                  <a:gd name="T2" fmla="*/ 69 w 217"/>
                  <a:gd name="T3" fmla="*/ 232 h 294"/>
                  <a:gd name="T4" fmla="*/ 60 w 217"/>
                  <a:gd name="T5" fmla="*/ 258 h 294"/>
                  <a:gd name="T6" fmla="*/ 88 w 217"/>
                  <a:gd name="T7" fmla="*/ 276 h 294"/>
                  <a:gd name="T8" fmla="*/ 124 w 217"/>
                  <a:gd name="T9" fmla="*/ 236 h 294"/>
                  <a:gd name="T10" fmla="*/ 79 w 217"/>
                  <a:gd name="T11" fmla="*/ 229 h 294"/>
                  <a:gd name="T12" fmla="*/ 142 w 217"/>
                  <a:gd name="T13" fmla="*/ 138 h 294"/>
                  <a:gd name="T14" fmla="*/ 101 w 217"/>
                  <a:gd name="T15" fmla="*/ 58 h 294"/>
                  <a:gd name="T16" fmla="*/ 107 w 217"/>
                  <a:gd name="T17" fmla="*/ 64 h 294"/>
                  <a:gd name="T18" fmla="*/ 151 w 217"/>
                  <a:gd name="T19" fmla="*/ 41 h 294"/>
                  <a:gd name="T20" fmla="*/ 152 w 217"/>
                  <a:gd name="T21" fmla="*/ 40 h 294"/>
                  <a:gd name="T22" fmla="*/ 209 w 217"/>
                  <a:gd name="T23" fmla="*/ 41 h 294"/>
                  <a:gd name="T24" fmla="*/ 194 w 217"/>
                  <a:gd name="T25" fmla="*/ 2 h 294"/>
                  <a:gd name="T26" fmla="*/ 167 w 217"/>
                  <a:gd name="T27" fmla="*/ 13 h 294"/>
                  <a:gd name="T28" fmla="*/ 137 w 217"/>
                  <a:gd name="T29" fmla="*/ 41 h 294"/>
                  <a:gd name="T30" fmla="*/ 112 w 217"/>
                  <a:gd name="T31" fmla="*/ 32 h 294"/>
                  <a:gd name="T32" fmla="*/ 69 w 217"/>
                  <a:gd name="T33" fmla="*/ 36 h 294"/>
                  <a:gd name="T34" fmla="*/ 48 w 217"/>
                  <a:gd name="T35" fmla="*/ 36 h 294"/>
                  <a:gd name="T36" fmla="*/ 36 w 217"/>
                  <a:gd name="T37" fmla="*/ 44 h 294"/>
                  <a:gd name="T38" fmla="*/ 61 w 217"/>
                  <a:gd name="T39" fmla="*/ 89 h 294"/>
                  <a:gd name="T40" fmla="*/ 52 w 217"/>
                  <a:gd name="T41" fmla="*/ 105 h 294"/>
                  <a:gd name="T42" fmla="*/ 26 w 217"/>
                  <a:gd name="T43" fmla="*/ 123 h 294"/>
                  <a:gd name="T44" fmla="*/ 0 w 217"/>
                  <a:gd name="T45" fmla="*/ 160 h 294"/>
                  <a:gd name="T46" fmla="*/ 30 w 217"/>
                  <a:gd name="T47" fmla="*/ 174 h 294"/>
                  <a:gd name="T48" fmla="*/ 65 w 217"/>
                  <a:gd name="T49" fmla="*/ 150 h 294"/>
                  <a:gd name="T50" fmla="*/ 98 w 217"/>
                  <a:gd name="T51" fmla="*/ 133 h 294"/>
                  <a:gd name="T52" fmla="*/ 120 w 217"/>
                  <a:gd name="T53" fmla="*/ 125 h 294"/>
                  <a:gd name="T54" fmla="*/ 156 w 217"/>
                  <a:gd name="T55" fmla="*/ 114 h 294"/>
                  <a:gd name="T56" fmla="*/ 141 w 217"/>
                  <a:gd name="T57" fmla="*/ 126 h 294"/>
                  <a:gd name="T58" fmla="*/ 110 w 217"/>
                  <a:gd name="T59" fmla="*/ 137 h 294"/>
                  <a:gd name="T60" fmla="*/ 100 w 217"/>
                  <a:gd name="T61" fmla="*/ 184 h 294"/>
                  <a:gd name="T62" fmla="*/ 74 w 217"/>
                  <a:gd name="T63" fmla="*/ 212 h 294"/>
                  <a:gd name="T64" fmla="*/ 49 w 217"/>
                  <a:gd name="T65" fmla="*/ 227 h 294"/>
                  <a:gd name="T66" fmla="*/ 40 w 217"/>
                  <a:gd name="T67" fmla="*/ 252 h 294"/>
                  <a:gd name="T68" fmla="*/ 64 w 217"/>
                  <a:gd name="T69" fmla="*/ 291 h 294"/>
                  <a:gd name="T70" fmla="*/ 112 w 217"/>
                  <a:gd name="T71" fmla="*/ 289 h 294"/>
                  <a:gd name="T72" fmla="*/ 143 w 217"/>
                  <a:gd name="T73" fmla="*/ 264 h 294"/>
                  <a:gd name="T74" fmla="*/ 152 w 217"/>
                  <a:gd name="T75" fmla="*/ 228 h 294"/>
                  <a:gd name="T76" fmla="*/ 179 w 217"/>
                  <a:gd name="T77" fmla="*/ 227 h 294"/>
                  <a:gd name="T78" fmla="*/ 209 w 217"/>
                  <a:gd name="T79" fmla="*/ 222 h 294"/>
                  <a:gd name="T80" fmla="*/ 184 w 217"/>
                  <a:gd name="T81" fmla="*/ 195 h 294"/>
                  <a:gd name="T82" fmla="*/ 139 w 217"/>
                  <a:gd name="T83" fmla="*/ 193 h 294"/>
                  <a:gd name="T84" fmla="*/ 129 w 217"/>
                  <a:gd name="T85" fmla="*/ 181 h 294"/>
                  <a:gd name="T86" fmla="*/ 150 w 217"/>
                  <a:gd name="T87" fmla="*/ 149 h 294"/>
                  <a:gd name="T88" fmla="*/ 170 w 217"/>
                  <a:gd name="T89" fmla="*/ 138 h 294"/>
                  <a:gd name="T90" fmla="*/ 204 w 217"/>
                  <a:gd name="T91" fmla="*/ 125 h 294"/>
                  <a:gd name="T92" fmla="*/ 176 w 217"/>
                  <a:gd name="T93" fmla="*/ 88 h 294"/>
                  <a:gd name="T94" fmla="*/ 137 w 217"/>
                  <a:gd name="T95" fmla="*/ 95 h 294"/>
                  <a:gd name="T96" fmla="*/ 119 w 217"/>
                  <a:gd name="T97" fmla="*/ 102 h 294"/>
                  <a:gd name="T98" fmla="*/ 84 w 217"/>
                  <a:gd name="T99" fmla="*/ 116 h 294"/>
                  <a:gd name="T100" fmla="*/ 64 w 217"/>
                  <a:gd name="T101" fmla="*/ 127 h 294"/>
                  <a:gd name="T102" fmla="*/ 31 w 217"/>
                  <a:gd name="T103" fmla="*/ 142 h 294"/>
                  <a:gd name="T104" fmla="*/ 46 w 217"/>
                  <a:gd name="T105" fmla="*/ 117 h 294"/>
                  <a:gd name="T106" fmla="*/ 105 w 217"/>
                  <a:gd name="T107" fmla="*/ 87 h 294"/>
                  <a:gd name="T108" fmla="*/ 132 w 217"/>
                  <a:gd name="T109" fmla="*/ 80 h 294"/>
                  <a:gd name="T110" fmla="*/ 151 w 217"/>
                  <a:gd name="T111" fmla="*/ 67 h 294"/>
                  <a:gd name="T112" fmla="*/ 170 w 217"/>
                  <a:gd name="T113" fmla="*/ 143 h 294"/>
                  <a:gd name="T114" fmla="*/ 64 w 217"/>
                  <a:gd name="T115" fmla="*/ 253 h 294"/>
                  <a:gd name="T116" fmla="*/ 173 w 217"/>
                  <a:gd name="T117" fmla="*/ 139 h 294"/>
                  <a:gd name="T118" fmla="*/ 142 w 217"/>
                  <a:gd name="T119" fmla="*/ 78 h 294"/>
                  <a:gd name="T120" fmla="*/ 156 w 217"/>
                  <a:gd name="T121" fmla="*/ 146 h 2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17" h="294">
                    <a:moveTo>
                      <a:pt x="58" y="254"/>
                    </a:moveTo>
                    <a:cubicBezTo>
                      <a:pt x="59" y="255"/>
                      <a:pt x="59" y="256"/>
                      <a:pt x="58" y="257"/>
                    </a:cubicBezTo>
                    <a:cubicBezTo>
                      <a:pt x="58" y="254"/>
                      <a:pt x="58" y="254"/>
                      <a:pt x="58" y="254"/>
                    </a:cubicBezTo>
                    <a:close/>
                    <a:moveTo>
                      <a:pt x="57" y="252"/>
                    </a:moveTo>
                    <a:cubicBezTo>
                      <a:pt x="57" y="252"/>
                      <a:pt x="57" y="252"/>
                      <a:pt x="57" y="252"/>
                    </a:cubicBezTo>
                    <a:cubicBezTo>
                      <a:pt x="58" y="254"/>
                      <a:pt x="58" y="254"/>
                      <a:pt x="58" y="254"/>
                    </a:cubicBezTo>
                    <a:cubicBezTo>
                      <a:pt x="58" y="252"/>
                      <a:pt x="58" y="253"/>
                      <a:pt x="57" y="252"/>
                    </a:cubicBezTo>
                    <a:close/>
                    <a:moveTo>
                      <a:pt x="57" y="252"/>
                    </a:moveTo>
                    <a:cubicBezTo>
                      <a:pt x="57" y="250"/>
                      <a:pt x="57" y="250"/>
                      <a:pt x="57" y="250"/>
                    </a:cubicBezTo>
                    <a:cubicBezTo>
                      <a:pt x="58" y="251"/>
                      <a:pt x="57" y="250"/>
                      <a:pt x="58" y="251"/>
                    </a:cubicBezTo>
                    <a:cubicBezTo>
                      <a:pt x="57" y="252"/>
                      <a:pt x="57" y="252"/>
                      <a:pt x="57" y="252"/>
                    </a:cubicBezTo>
                    <a:close/>
                    <a:moveTo>
                      <a:pt x="65" y="237"/>
                    </a:moveTo>
                    <a:cubicBezTo>
                      <a:pt x="66" y="234"/>
                      <a:pt x="65" y="235"/>
                      <a:pt x="68" y="233"/>
                    </a:cubicBezTo>
                    <a:cubicBezTo>
                      <a:pt x="68" y="234"/>
                      <a:pt x="68" y="234"/>
                      <a:pt x="67" y="235"/>
                    </a:cubicBezTo>
                    <a:cubicBezTo>
                      <a:pt x="67" y="236"/>
                      <a:pt x="66" y="236"/>
                      <a:pt x="65" y="237"/>
                    </a:cubicBezTo>
                    <a:close/>
                    <a:moveTo>
                      <a:pt x="71" y="230"/>
                    </a:moveTo>
                    <a:cubicBezTo>
                      <a:pt x="71" y="228"/>
                      <a:pt x="72" y="230"/>
                      <a:pt x="73" y="228"/>
                    </a:cubicBezTo>
                    <a:cubicBezTo>
                      <a:pt x="71" y="229"/>
                      <a:pt x="70" y="229"/>
                      <a:pt x="70" y="229"/>
                    </a:cubicBezTo>
                    <a:cubicBezTo>
                      <a:pt x="70" y="230"/>
                      <a:pt x="70" y="230"/>
                      <a:pt x="70" y="230"/>
                    </a:cubicBezTo>
                    <a:cubicBezTo>
                      <a:pt x="69" y="231"/>
                      <a:pt x="69" y="231"/>
                      <a:pt x="69" y="232"/>
                    </a:cubicBezTo>
                    <a:cubicBezTo>
                      <a:pt x="71" y="232"/>
                      <a:pt x="72" y="232"/>
                      <a:pt x="74" y="231"/>
                    </a:cubicBezTo>
                    <a:cubicBezTo>
                      <a:pt x="73" y="233"/>
                      <a:pt x="73" y="233"/>
                      <a:pt x="71" y="233"/>
                    </a:cubicBezTo>
                    <a:cubicBezTo>
                      <a:pt x="71" y="235"/>
                      <a:pt x="71" y="234"/>
                      <a:pt x="71" y="236"/>
                    </a:cubicBezTo>
                    <a:cubicBezTo>
                      <a:pt x="69" y="236"/>
                      <a:pt x="69" y="237"/>
                      <a:pt x="66" y="237"/>
                    </a:cubicBezTo>
                    <a:cubicBezTo>
                      <a:pt x="66" y="238"/>
                      <a:pt x="66" y="238"/>
                      <a:pt x="66" y="238"/>
                    </a:cubicBezTo>
                    <a:cubicBezTo>
                      <a:pt x="64" y="238"/>
                      <a:pt x="65" y="238"/>
                      <a:pt x="63" y="238"/>
                    </a:cubicBezTo>
                    <a:cubicBezTo>
                      <a:pt x="64" y="240"/>
                      <a:pt x="64" y="239"/>
                      <a:pt x="63" y="240"/>
                    </a:cubicBezTo>
                    <a:cubicBezTo>
                      <a:pt x="60" y="243"/>
                      <a:pt x="60" y="251"/>
                      <a:pt x="60" y="255"/>
                    </a:cubicBezTo>
                    <a:cubicBezTo>
                      <a:pt x="60" y="255"/>
                      <a:pt x="60" y="257"/>
                      <a:pt x="60" y="257"/>
                    </a:cubicBezTo>
                    <a:cubicBezTo>
                      <a:pt x="60" y="259"/>
                      <a:pt x="60" y="257"/>
                      <a:pt x="60" y="258"/>
                    </a:cubicBezTo>
                    <a:cubicBezTo>
                      <a:pt x="60" y="259"/>
                      <a:pt x="60" y="259"/>
                      <a:pt x="60" y="259"/>
                    </a:cubicBezTo>
                    <a:cubicBezTo>
                      <a:pt x="60" y="260"/>
                      <a:pt x="60" y="259"/>
                      <a:pt x="61" y="260"/>
                    </a:cubicBezTo>
                    <a:cubicBezTo>
                      <a:pt x="61" y="261"/>
                      <a:pt x="60" y="260"/>
                      <a:pt x="61" y="261"/>
                    </a:cubicBezTo>
                    <a:cubicBezTo>
                      <a:pt x="61" y="262"/>
                      <a:pt x="62" y="262"/>
                      <a:pt x="62" y="263"/>
                    </a:cubicBezTo>
                    <a:cubicBezTo>
                      <a:pt x="61" y="265"/>
                      <a:pt x="63" y="265"/>
                      <a:pt x="65" y="265"/>
                    </a:cubicBezTo>
                    <a:cubicBezTo>
                      <a:pt x="65" y="267"/>
                      <a:pt x="64" y="266"/>
                      <a:pt x="66" y="268"/>
                    </a:cubicBezTo>
                    <a:cubicBezTo>
                      <a:pt x="70" y="273"/>
                      <a:pt x="69" y="272"/>
                      <a:pt x="75" y="274"/>
                    </a:cubicBezTo>
                    <a:cubicBezTo>
                      <a:pt x="75" y="275"/>
                      <a:pt x="75" y="275"/>
                      <a:pt x="76" y="275"/>
                    </a:cubicBezTo>
                    <a:cubicBezTo>
                      <a:pt x="77" y="276"/>
                      <a:pt x="76" y="275"/>
                      <a:pt x="76" y="276"/>
                    </a:cubicBezTo>
                    <a:cubicBezTo>
                      <a:pt x="81" y="277"/>
                      <a:pt x="84" y="276"/>
                      <a:pt x="88" y="276"/>
                    </a:cubicBezTo>
                    <a:cubicBezTo>
                      <a:pt x="99" y="276"/>
                      <a:pt x="96" y="275"/>
                      <a:pt x="100" y="275"/>
                    </a:cubicBezTo>
                    <a:cubicBezTo>
                      <a:pt x="101" y="273"/>
                      <a:pt x="100" y="274"/>
                      <a:pt x="101" y="274"/>
                    </a:cubicBezTo>
                    <a:cubicBezTo>
                      <a:pt x="101" y="274"/>
                      <a:pt x="101" y="274"/>
                      <a:pt x="101" y="274"/>
                    </a:cubicBezTo>
                    <a:cubicBezTo>
                      <a:pt x="102" y="274"/>
                      <a:pt x="103" y="274"/>
                      <a:pt x="104" y="273"/>
                    </a:cubicBezTo>
                    <a:cubicBezTo>
                      <a:pt x="107" y="271"/>
                      <a:pt x="107" y="271"/>
                      <a:pt x="107" y="271"/>
                    </a:cubicBezTo>
                    <a:cubicBezTo>
                      <a:pt x="114" y="268"/>
                      <a:pt x="116" y="266"/>
                      <a:pt x="121" y="260"/>
                    </a:cubicBezTo>
                    <a:cubicBezTo>
                      <a:pt x="121" y="259"/>
                      <a:pt x="121" y="259"/>
                      <a:pt x="122" y="259"/>
                    </a:cubicBezTo>
                    <a:cubicBezTo>
                      <a:pt x="126" y="253"/>
                      <a:pt x="126" y="253"/>
                      <a:pt x="126" y="253"/>
                    </a:cubicBezTo>
                    <a:cubicBezTo>
                      <a:pt x="128" y="247"/>
                      <a:pt x="126" y="243"/>
                      <a:pt x="125" y="238"/>
                    </a:cubicBezTo>
                    <a:cubicBezTo>
                      <a:pt x="124" y="236"/>
                      <a:pt x="124" y="236"/>
                      <a:pt x="124" y="236"/>
                    </a:cubicBezTo>
                    <a:cubicBezTo>
                      <a:pt x="121" y="232"/>
                      <a:pt x="116" y="224"/>
                      <a:pt x="112" y="223"/>
                    </a:cubicBezTo>
                    <a:cubicBezTo>
                      <a:pt x="111" y="223"/>
                      <a:pt x="108" y="223"/>
                      <a:pt x="107" y="222"/>
                    </a:cubicBezTo>
                    <a:cubicBezTo>
                      <a:pt x="106" y="221"/>
                      <a:pt x="105" y="222"/>
                      <a:pt x="104" y="221"/>
                    </a:cubicBezTo>
                    <a:cubicBezTo>
                      <a:pt x="99" y="222"/>
                      <a:pt x="99" y="222"/>
                      <a:pt x="99" y="222"/>
                    </a:cubicBezTo>
                    <a:cubicBezTo>
                      <a:pt x="98" y="223"/>
                      <a:pt x="96" y="223"/>
                      <a:pt x="94" y="224"/>
                    </a:cubicBezTo>
                    <a:cubicBezTo>
                      <a:pt x="84" y="228"/>
                      <a:pt x="84" y="228"/>
                      <a:pt x="84" y="228"/>
                    </a:cubicBezTo>
                    <a:cubicBezTo>
                      <a:pt x="81" y="227"/>
                      <a:pt x="81" y="227"/>
                      <a:pt x="81" y="227"/>
                    </a:cubicBezTo>
                    <a:cubicBezTo>
                      <a:pt x="81" y="228"/>
                      <a:pt x="81" y="226"/>
                      <a:pt x="81" y="228"/>
                    </a:cubicBezTo>
                    <a:cubicBezTo>
                      <a:pt x="80" y="226"/>
                      <a:pt x="80" y="226"/>
                      <a:pt x="80" y="226"/>
                    </a:cubicBezTo>
                    <a:cubicBezTo>
                      <a:pt x="80" y="228"/>
                      <a:pt x="80" y="227"/>
                      <a:pt x="79" y="229"/>
                    </a:cubicBezTo>
                    <a:cubicBezTo>
                      <a:pt x="79" y="226"/>
                      <a:pt x="79" y="226"/>
                      <a:pt x="79" y="226"/>
                    </a:cubicBezTo>
                    <a:cubicBezTo>
                      <a:pt x="78" y="227"/>
                      <a:pt x="78" y="226"/>
                      <a:pt x="77" y="226"/>
                    </a:cubicBezTo>
                    <a:cubicBezTo>
                      <a:pt x="75" y="227"/>
                      <a:pt x="76" y="227"/>
                      <a:pt x="74" y="227"/>
                    </a:cubicBezTo>
                    <a:cubicBezTo>
                      <a:pt x="73" y="228"/>
                      <a:pt x="74" y="229"/>
                      <a:pt x="73" y="229"/>
                    </a:cubicBezTo>
                    <a:cubicBezTo>
                      <a:pt x="73" y="230"/>
                      <a:pt x="73" y="230"/>
                      <a:pt x="71" y="230"/>
                    </a:cubicBezTo>
                    <a:close/>
                    <a:moveTo>
                      <a:pt x="143" y="142"/>
                    </a:moveTo>
                    <a:cubicBezTo>
                      <a:pt x="143" y="144"/>
                      <a:pt x="143" y="144"/>
                      <a:pt x="143" y="144"/>
                    </a:cubicBezTo>
                    <a:cubicBezTo>
                      <a:pt x="142" y="144"/>
                      <a:pt x="142" y="144"/>
                      <a:pt x="141" y="144"/>
                    </a:cubicBezTo>
                    <a:cubicBezTo>
                      <a:pt x="141" y="142"/>
                      <a:pt x="141" y="142"/>
                      <a:pt x="143" y="142"/>
                    </a:cubicBezTo>
                    <a:close/>
                    <a:moveTo>
                      <a:pt x="142" y="138"/>
                    </a:moveTo>
                    <a:cubicBezTo>
                      <a:pt x="142" y="140"/>
                      <a:pt x="143" y="139"/>
                      <a:pt x="141" y="139"/>
                    </a:cubicBezTo>
                    <a:cubicBezTo>
                      <a:pt x="141" y="138"/>
                      <a:pt x="141" y="139"/>
                      <a:pt x="142" y="138"/>
                    </a:cubicBezTo>
                    <a:close/>
                    <a:moveTo>
                      <a:pt x="143" y="98"/>
                    </a:moveTo>
                    <a:cubicBezTo>
                      <a:pt x="143" y="96"/>
                      <a:pt x="144" y="97"/>
                      <a:pt x="144" y="98"/>
                    </a:cubicBezTo>
                    <a:cubicBezTo>
                      <a:pt x="144" y="99"/>
                      <a:pt x="143" y="99"/>
                      <a:pt x="143" y="98"/>
                    </a:cubicBezTo>
                    <a:close/>
                    <a:moveTo>
                      <a:pt x="96" y="70"/>
                    </a:moveTo>
                    <a:cubicBezTo>
                      <a:pt x="96" y="68"/>
                      <a:pt x="96" y="66"/>
                      <a:pt x="97" y="65"/>
                    </a:cubicBezTo>
                    <a:cubicBezTo>
                      <a:pt x="98" y="63"/>
                      <a:pt x="98" y="63"/>
                      <a:pt x="98" y="63"/>
                    </a:cubicBezTo>
                    <a:cubicBezTo>
                      <a:pt x="100" y="59"/>
                      <a:pt x="99" y="61"/>
                      <a:pt x="101" y="59"/>
                    </a:cubicBezTo>
                    <a:cubicBezTo>
                      <a:pt x="101" y="58"/>
                      <a:pt x="101" y="58"/>
                      <a:pt x="101" y="58"/>
                    </a:cubicBezTo>
                    <a:cubicBezTo>
                      <a:pt x="106" y="53"/>
                      <a:pt x="106" y="53"/>
                      <a:pt x="106" y="53"/>
                    </a:cubicBezTo>
                    <a:cubicBezTo>
                      <a:pt x="106" y="53"/>
                      <a:pt x="106" y="52"/>
                      <a:pt x="106" y="52"/>
                    </a:cubicBezTo>
                    <a:cubicBezTo>
                      <a:pt x="109" y="48"/>
                      <a:pt x="109" y="48"/>
                      <a:pt x="109" y="48"/>
                    </a:cubicBezTo>
                    <a:cubicBezTo>
                      <a:pt x="109" y="48"/>
                      <a:pt x="109" y="48"/>
                      <a:pt x="109" y="48"/>
                    </a:cubicBezTo>
                    <a:cubicBezTo>
                      <a:pt x="110" y="46"/>
                      <a:pt x="110" y="46"/>
                      <a:pt x="110" y="46"/>
                    </a:cubicBezTo>
                    <a:cubicBezTo>
                      <a:pt x="112" y="48"/>
                      <a:pt x="110" y="49"/>
                      <a:pt x="110" y="51"/>
                    </a:cubicBezTo>
                    <a:cubicBezTo>
                      <a:pt x="109" y="53"/>
                      <a:pt x="109" y="53"/>
                      <a:pt x="109" y="54"/>
                    </a:cubicBezTo>
                    <a:cubicBezTo>
                      <a:pt x="108" y="57"/>
                      <a:pt x="108" y="57"/>
                      <a:pt x="108" y="57"/>
                    </a:cubicBezTo>
                    <a:cubicBezTo>
                      <a:pt x="108" y="58"/>
                      <a:pt x="108" y="60"/>
                      <a:pt x="108" y="61"/>
                    </a:cubicBezTo>
                    <a:cubicBezTo>
                      <a:pt x="108" y="64"/>
                      <a:pt x="107" y="61"/>
                      <a:pt x="107" y="64"/>
                    </a:cubicBezTo>
                    <a:cubicBezTo>
                      <a:pt x="107" y="66"/>
                      <a:pt x="108" y="63"/>
                      <a:pt x="108" y="66"/>
                    </a:cubicBezTo>
                    <a:cubicBezTo>
                      <a:pt x="108" y="71"/>
                      <a:pt x="107" y="71"/>
                      <a:pt x="105" y="72"/>
                    </a:cubicBezTo>
                    <a:cubicBezTo>
                      <a:pt x="99" y="76"/>
                      <a:pt x="99" y="76"/>
                      <a:pt x="99" y="76"/>
                    </a:cubicBezTo>
                    <a:cubicBezTo>
                      <a:pt x="98" y="72"/>
                      <a:pt x="98" y="72"/>
                      <a:pt x="98" y="72"/>
                    </a:cubicBezTo>
                    <a:cubicBezTo>
                      <a:pt x="96" y="72"/>
                      <a:pt x="96" y="72"/>
                      <a:pt x="96" y="72"/>
                    </a:cubicBezTo>
                    <a:cubicBezTo>
                      <a:pt x="97" y="71"/>
                      <a:pt x="97" y="72"/>
                      <a:pt x="96" y="71"/>
                    </a:cubicBezTo>
                    <a:cubicBezTo>
                      <a:pt x="96" y="71"/>
                      <a:pt x="96" y="71"/>
                      <a:pt x="95" y="72"/>
                    </a:cubicBezTo>
                    <a:cubicBezTo>
                      <a:pt x="95" y="70"/>
                      <a:pt x="94" y="71"/>
                      <a:pt x="96" y="70"/>
                    </a:cubicBezTo>
                    <a:close/>
                    <a:moveTo>
                      <a:pt x="150" y="42"/>
                    </a:moveTo>
                    <a:cubicBezTo>
                      <a:pt x="150" y="41"/>
                      <a:pt x="151" y="41"/>
                      <a:pt x="151" y="41"/>
                    </a:cubicBezTo>
                    <a:cubicBezTo>
                      <a:pt x="151" y="41"/>
                      <a:pt x="152" y="41"/>
                      <a:pt x="152" y="41"/>
                    </a:cubicBezTo>
                    <a:cubicBezTo>
                      <a:pt x="151" y="42"/>
                      <a:pt x="151" y="42"/>
                      <a:pt x="150" y="42"/>
                    </a:cubicBezTo>
                    <a:close/>
                    <a:moveTo>
                      <a:pt x="152" y="40"/>
                    </a:moveTo>
                    <a:cubicBezTo>
                      <a:pt x="152" y="39"/>
                      <a:pt x="152" y="40"/>
                      <a:pt x="153" y="39"/>
                    </a:cubicBezTo>
                    <a:cubicBezTo>
                      <a:pt x="154" y="37"/>
                      <a:pt x="161" y="29"/>
                      <a:pt x="163" y="29"/>
                    </a:cubicBezTo>
                    <a:cubicBezTo>
                      <a:pt x="163" y="30"/>
                      <a:pt x="163" y="29"/>
                      <a:pt x="163" y="30"/>
                    </a:cubicBezTo>
                    <a:cubicBezTo>
                      <a:pt x="163" y="30"/>
                      <a:pt x="161" y="34"/>
                      <a:pt x="158" y="34"/>
                    </a:cubicBezTo>
                    <a:cubicBezTo>
                      <a:pt x="159" y="35"/>
                      <a:pt x="159" y="35"/>
                      <a:pt x="159" y="35"/>
                    </a:cubicBezTo>
                    <a:cubicBezTo>
                      <a:pt x="157" y="35"/>
                      <a:pt x="158" y="35"/>
                      <a:pt x="157" y="36"/>
                    </a:cubicBezTo>
                    <a:cubicBezTo>
                      <a:pt x="156" y="38"/>
                      <a:pt x="154" y="40"/>
                      <a:pt x="152" y="40"/>
                    </a:cubicBezTo>
                    <a:close/>
                    <a:moveTo>
                      <a:pt x="177" y="61"/>
                    </a:moveTo>
                    <a:cubicBezTo>
                      <a:pt x="180" y="61"/>
                      <a:pt x="179" y="60"/>
                      <a:pt x="181" y="60"/>
                    </a:cubicBezTo>
                    <a:cubicBezTo>
                      <a:pt x="192" y="60"/>
                      <a:pt x="187" y="61"/>
                      <a:pt x="195" y="57"/>
                    </a:cubicBezTo>
                    <a:cubicBezTo>
                      <a:pt x="199" y="55"/>
                      <a:pt x="206" y="51"/>
                      <a:pt x="206" y="47"/>
                    </a:cubicBezTo>
                    <a:cubicBezTo>
                      <a:pt x="207" y="48"/>
                      <a:pt x="207" y="48"/>
                      <a:pt x="207" y="48"/>
                    </a:cubicBezTo>
                    <a:cubicBezTo>
                      <a:pt x="207" y="46"/>
                      <a:pt x="208" y="46"/>
                      <a:pt x="208" y="44"/>
                    </a:cubicBezTo>
                    <a:cubicBezTo>
                      <a:pt x="209" y="44"/>
                      <a:pt x="209" y="44"/>
                      <a:pt x="209" y="44"/>
                    </a:cubicBezTo>
                    <a:cubicBezTo>
                      <a:pt x="209" y="43"/>
                      <a:pt x="209" y="43"/>
                      <a:pt x="209" y="43"/>
                    </a:cubicBezTo>
                    <a:cubicBezTo>
                      <a:pt x="209" y="43"/>
                      <a:pt x="209" y="43"/>
                      <a:pt x="209" y="43"/>
                    </a:cubicBezTo>
                    <a:cubicBezTo>
                      <a:pt x="209" y="41"/>
                      <a:pt x="209" y="41"/>
                      <a:pt x="209" y="41"/>
                    </a:cubicBezTo>
                    <a:cubicBezTo>
                      <a:pt x="210" y="41"/>
                      <a:pt x="210" y="41"/>
                      <a:pt x="210" y="41"/>
                    </a:cubicBezTo>
                    <a:cubicBezTo>
                      <a:pt x="210" y="39"/>
                      <a:pt x="210" y="39"/>
                      <a:pt x="210" y="39"/>
                    </a:cubicBezTo>
                    <a:cubicBezTo>
                      <a:pt x="210" y="39"/>
                      <a:pt x="210" y="39"/>
                      <a:pt x="210" y="39"/>
                    </a:cubicBezTo>
                    <a:cubicBezTo>
                      <a:pt x="211" y="36"/>
                      <a:pt x="211" y="36"/>
                      <a:pt x="211" y="36"/>
                    </a:cubicBezTo>
                    <a:cubicBezTo>
                      <a:pt x="212" y="35"/>
                      <a:pt x="211" y="33"/>
                      <a:pt x="212" y="31"/>
                    </a:cubicBezTo>
                    <a:cubicBezTo>
                      <a:pt x="212" y="31"/>
                      <a:pt x="212" y="31"/>
                      <a:pt x="212" y="31"/>
                    </a:cubicBezTo>
                    <a:cubicBezTo>
                      <a:pt x="213" y="29"/>
                      <a:pt x="212" y="27"/>
                      <a:pt x="212" y="26"/>
                    </a:cubicBezTo>
                    <a:cubicBezTo>
                      <a:pt x="209" y="13"/>
                      <a:pt x="208" y="15"/>
                      <a:pt x="206" y="12"/>
                    </a:cubicBezTo>
                    <a:cubicBezTo>
                      <a:pt x="205" y="8"/>
                      <a:pt x="202" y="6"/>
                      <a:pt x="200" y="4"/>
                    </a:cubicBezTo>
                    <a:cubicBezTo>
                      <a:pt x="198" y="3"/>
                      <a:pt x="196" y="2"/>
                      <a:pt x="194" y="2"/>
                    </a:cubicBezTo>
                    <a:cubicBezTo>
                      <a:pt x="191" y="0"/>
                      <a:pt x="189" y="0"/>
                      <a:pt x="186" y="0"/>
                    </a:cubicBezTo>
                    <a:cubicBezTo>
                      <a:pt x="184" y="0"/>
                      <a:pt x="183" y="1"/>
                      <a:pt x="182" y="2"/>
                    </a:cubicBezTo>
                    <a:cubicBezTo>
                      <a:pt x="177" y="4"/>
                      <a:pt x="177" y="4"/>
                      <a:pt x="177" y="4"/>
                    </a:cubicBezTo>
                    <a:cubicBezTo>
                      <a:pt x="177" y="4"/>
                      <a:pt x="177" y="4"/>
                      <a:pt x="177" y="4"/>
                    </a:cubicBezTo>
                    <a:cubicBezTo>
                      <a:pt x="176" y="5"/>
                      <a:pt x="176" y="5"/>
                      <a:pt x="176" y="5"/>
                    </a:cubicBezTo>
                    <a:cubicBezTo>
                      <a:pt x="172" y="8"/>
                      <a:pt x="172" y="8"/>
                      <a:pt x="172" y="8"/>
                    </a:cubicBezTo>
                    <a:cubicBezTo>
                      <a:pt x="172" y="8"/>
                      <a:pt x="172" y="8"/>
                      <a:pt x="172" y="8"/>
                    </a:cubicBezTo>
                    <a:cubicBezTo>
                      <a:pt x="172" y="8"/>
                      <a:pt x="172" y="8"/>
                      <a:pt x="172" y="8"/>
                    </a:cubicBezTo>
                    <a:cubicBezTo>
                      <a:pt x="172" y="8"/>
                      <a:pt x="172" y="9"/>
                      <a:pt x="171" y="9"/>
                    </a:cubicBezTo>
                    <a:cubicBezTo>
                      <a:pt x="167" y="13"/>
                      <a:pt x="167" y="13"/>
                      <a:pt x="167" y="13"/>
                    </a:cubicBezTo>
                    <a:cubicBezTo>
                      <a:pt x="164" y="17"/>
                      <a:pt x="164" y="16"/>
                      <a:pt x="164" y="18"/>
                    </a:cubicBezTo>
                    <a:cubicBezTo>
                      <a:pt x="163" y="17"/>
                      <a:pt x="163" y="17"/>
                      <a:pt x="163" y="17"/>
                    </a:cubicBezTo>
                    <a:cubicBezTo>
                      <a:pt x="163" y="19"/>
                      <a:pt x="163" y="18"/>
                      <a:pt x="162" y="20"/>
                    </a:cubicBezTo>
                    <a:cubicBezTo>
                      <a:pt x="161" y="20"/>
                      <a:pt x="161" y="21"/>
                      <a:pt x="160" y="21"/>
                    </a:cubicBezTo>
                    <a:cubicBezTo>
                      <a:pt x="158" y="23"/>
                      <a:pt x="157" y="25"/>
                      <a:pt x="155" y="27"/>
                    </a:cubicBezTo>
                    <a:cubicBezTo>
                      <a:pt x="150" y="32"/>
                      <a:pt x="150" y="32"/>
                      <a:pt x="150" y="32"/>
                    </a:cubicBezTo>
                    <a:cubicBezTo>
                      <a:pt x="150" y="32"/>
                      <a:pt x="150" y="32"/>
                      <a:pt x="150" y="32"/>
                    </a:cubicBezTo>
                    <a:cubicBezTo>
                      <a:pt x="149" y="33"/>
                      <a:pt x="149" y="33"/>
                      <a:pt x="149" y="33"/>
                    </a:cubicBezTo>
                    <a:cubicBezTo>
                      <a:pt x="143" y="38"/>
                      <a:pt x="143" y="38"/>
                      <a:pt x="143" y="38"/>
                    </a:cubicBezTo>
                    <a:cubicBezTo>
                      <a:pt x="141" y="40"/>
                      <a:pt x="140" y="41"/>
                      <a:pt x="137" y="41"/>
                    </a:cubicBezTo>
                    <a:cubicBezTo>
                      <a:pt x="138" y="38"/>
                      <a:pt x="138" y="39"/>
                      <a:pt x="137" y="36"/>
                    </a:cubicBezTo>
                    <a:cubicBezTo>
                      <a:pt x="136" y="34"/>
                      <a:pt x="137" y="36"/>
                      <a:pt x="136" y="34"/>
                    </a:cubicBezTo>
                    <a:cubicBezTo>
                      <a:pt x="136" y="33"/>
                      <a:pt x="135" y="32"/>
                      <a:pt x="134" y="31"/>
                    </a:cubicBezTo>
                    <a:cubicBezTo>
                      <a:pt x="124" y="27"/>
                      <a:pt x="124" y="27"/>
                      <a:pt x="124" y="27"/>
                    </a:cubicBezTo>
                    <a:cubicBezTo>
                      <a:pt x="124" y="27"/>
                      <a:pt x="123" y="27"/>
                      <a:pt x="123" y="27"/>
                    </a:cubicBezTo>
                    <a:cubicBezTo>
                      <a:pt x="122" y="26"/>
                      <a:pt x="122" y="26"/>
                      <a:pt x="122" y="26"/>
                    </a:cubicBezTo>
                    <a:cubicBezTo>
                      <a:pt x="122" y="26"/>
                      <a:pt x="116" y="28"/>
                      <a:pt x="114" y="30"/>
                    </a:cubicBezTo>
                    <a:cubicBezTo>
                      <a:pt x="114" y="30"/>
                      <a:pt x="113" y="30"/>
                      <a:pt x="113" y="30"/>
                    </a:cubicBezTo>
                    <a:cubicBezTo>
                      <a:pt x="113" y="30"/>
                      <a:pt x="113" y="30"/>
                      <a:pt x="113" y="30"/>
                    </a:cubicBezTo>
                    <a:cubicBezTo>
                      <a:pt x="110" y="33"/>
                      <a:pt x="116" y="29"/>
                      <a:pt x="112" y="32"/>
                    </a:cubicBezTo>
                    <a:cubicBezTo>
                      <a:pt x="93" y="41"/>
                      <a:pt x="93" y="41"/>
                      <a:pt x="93" y="41"/>
                    </a:cubicBezTo>
                    <a:cubicBezTo>
                      <a:pt x="90" y="42"/>
                      <a:pt x="89" y="43"/>
                      <a:pt x="87" y="44"/>
                    </a:cubicBezTo>
                    <a:cubicBezTo>
                      <a:pt x="81" y="48"/>
                      <a:pt x="81" y="48"/>
                      <a:pt x="81" y="48"/>
                    </a:cubicBezTo>
                    <a:cubicBezTo>
                      <a:pt x="81" y="48"/>
                      <a:pt x="81" y="49"/>
                      <a:pt x="81" y="49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76" y="49"/>
                      <a:pt x="74" y="51"/>
                      <a:pt x="73" y="48"/>
                    </a:cubicBezTo>
                    <a:cubicBezTo>
                      <a:pt x="72" y="47"/>
                      <a:pt x="72" y="47"/>
                      <a:pt x="72" y="47"/>
                    </a:cubicBezTo>
                    <a:cubicBezTo>
                      <a:pt x="72" y="45"/>
                      <a:pt x="72" y="43"/>
                      <a:pt x="72" y="41"/>
                    </a:cubicBezTo>
                    <a:cubicBezTo>
                      <a:pt x="71" y="39"/>
                      <a:pt x="70" y="38"/>
                      <a:pt x="69" y="35"/>
                    </a:cubicBezTo>
                    <a:cubicBezTo>
                      <a:pt x="69" y="36"/>
                      <a:pt x="69" y="36"/>
                      <a:pt x="69" y="36"/>
                    </a:cubicBezTo>
                    <a:cubicBezTo>
                      <a:pt x="68" y="34"/>
                      <a:pt x="66" y="33"/>
                      <a:pt x="64" y="33"/>
                    </a:cubicBezTo>
                    <a:cubicBezTo>
                      <a:pt x="63" y="34"/>
                      <a:pt x="64" y="32"/>
                      <a:pt x="63" y="34"/>
                    </a:cubicBezTo>
                    <a:cubicBezTo>
                      <a:pt x="62" y="34"/>
                      <a:pt x="62" y="34"/>
                      <a:pt x="60" y="34"/>
                    </a:cubicBezTo>
                    <a:cubicBezTo>
                      <a:pt x="58" y="35"/>
                      <a:pt x="59" y="35"/>
                      <a:pt x="58" y="36"/>
                    </a:cubicBezTo>
                    <a:cubicBezTo>
                      <a:pt x="58" y="35"/>
                      <a:pt x="58" y="35"/>
                      <a:pt x="57" y="36"/>
                    </a:cubicBezTo>
                    <a:cubicBezTo>
                      <a:pt x="55" y="36"/>
                      <a:pt x="50" y="36"/>
                      <a:pt x="49" y="35"/>
                    </a:cubicBezTo>
                    <a:cubicBezTo>
                      <a:pt x="49" y="35"/>
                      <a:pt x="49" y="35"/>
                      <a:pt x="49" y="35"/>
                    </a:cubicBezTo>
                    <a:cubicBezTo>
                      <a:pt x="49" y="35"/>
                      <a:pt x="49" y="36"/>
                      <a:pt x="49" y="36"/>
                    </a:cubicBezTo>
                    <a:cubicBezTo>
                      <a:pt x="48" y="36"/>
                      <a:pt x="48" y="36"/>
                      <a:pt x="48" y="36"/>
                    </a:cubicBezTo>
                    <a:cubicBezTo>
                      <a:pt x="48" y="36"/>
                      <a:pt x="48" y="36"/>
                      <a:pt x="48" y="36"/>
                    </a:cubicBezTo>
                    <a:cubicBezTo>
                      <a:pt x="48" y="36"/>
                      <a:pt x="48" y="36"/>
                      <a:pt x="48" y="36"/>
                    </a:cubicBezTo>
                    <a:cubicBezTo>
                      <a:pt x="48" y="36"/>
                      <a:pt x="48" y="36"/>
                      <a:pt x="48" y="36"/>
                    </a:cubicBezTo>
                    <a:cubicBezTo>
                      <a:pt x="48" y="36"/>
                      <a:pt x="48" y="36"/>
                      <a:pt x="48" y="36"/>
                    </a:cubicBezTo>
                    <a:cubicBezTo>
                      <a:pt x="47" y="36"/>
                      <a:pt x="47" y="36"/>
                      <a:pt x="47" y="36"/>
                    </a:cubicBezTo>
                    <a:cubicBezTo>
                      <a:pt x="45" y="36"/>
                      <a:pt x="42" y="36"/>
                      <a:pt x="40" y="38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37" y="41"/>
                      <a:pt x="36" y="41"/>
                      <a:pt x="36" y="41"/>
                    </a:cubicBezTo>
                    <a:cubicBezTo>
                      <a:pt x="36" y="43"/>
                      <a:pt x="36" y="43"/>
                      <a:pt x="36" y="44"/>
                    </a:cubicBezTo>
                    <a:cubicBezTo>
                      <a:pt x="36" y="46"/>
                      <a:pt x="36" y="46"/>
                      <a:pt x="36" y="46"/>
                    </a:cubicBezTo>
                    <a:cubicBezTo>
                      <a:pt x="33" y="49"/>
                      <a:pt x="33" y="49"/>
                      <a:pt x="33" y="49"/>
                    </a:cubicBezTo>
                    <a:cubicBezTo>
                      <a:pt x="33" y="55"/>
                      <a:pt x="34" y="56"/>
                      <a:pt x="37" y="60"/>
                    </a:cubicBezTo>
                    <a:cubicBezTo>
                      <a:pt x="37" y="61"/>
                      <a:pt x="37" y="61"/>
                      <a:pt x="38" y="62"/>
                    </a:cubicBezTo>
                    <a:cubicBezTo>
                      <a:pt x="49" y="77"/>
                      <a:pt x="49" y="77"/>
                      <a:pt x="49" y="77"/>
                    </a:cubicBezTo>
                    <a:cubicBezTo>
                      <a:pt x="50" y="78"/>
                      <a:pt x="49" y="77"/>
                      <a:pt x="50" y="78"/>
                    </a:cubicBezTo>
                    <a:cubicBezTo>
                      <a:pt x="55" y="83"/>
                      <a:pt x="55" y="83"/>
                      <a:pt x="55" y="83"/>
                    </a:cubicBezTo>
                    <a:cubicBezTo>
                      <a:pt x="55" y="83"/>
                      <a:pt x="55" y="83"/>
                      <a:pt x="55" y="84"/>
                    </a:cubicBezTo>
                    <a:cubicBezTo>
                      <a:pt x="61" y="89"/>
                      <a:pt x="61" y="89"/>
                      <a:pt x="61" y="89"/>
                    </a:cubicBezTo>
                    <a:cubicBezTo>
                      <a:pt x="61" y="89"/>
                      <a:pt x="61" y="89"/>
                      <a:pt x="61" y="89"/>
                    </a:cubicBezTo>
                    <a:cubicBezTo>
                      <a:pt x="63" y="90"/>
                      <a:pt x="63" y="90"/>
                      <a:pt x="63" y="90"/>
                    </a:cubicBezTo>
                    <a:cubicBezTo>
                      <a:pt x="64" y="91"/>
                      <a:pt x="63" y="91"/>
                      <a:pt x="64" y="91"/>
                    </a:cubicBezTo>
                    <a:cubicBezTo>
                      <a:pt x="65" y="92"/>
                      <a:pt x="66" y="92"/>
                      <a:pt x="67" y="93"/>
                    </a:cubicBezTo>
                    <a:cubicBezTo>
                      <a:pt x="67" y="95"/>
                      <a:pt x="67" y="95"/>
                      <a:pt x="65" y="96"/>
                    </a:cubicBezTo>
                    <a:cubicBezTo>
                      <a:pt x="65" y="96"/>
                      <a:pt x="65" y="96"/>
                      <a:pt x="64" y="97"/>
                    </a:cubicBezTo>
                    <a:cubicBezTo>
                      <a:pt x="64" y="97"/>
                      <a:pt x="64" y="97"/>
                      <a:pt x="64" y="97"/>
                    </a:cubicBezTo>
                    <a:cubicBezTo>
                      <a:pt x="61" y="98"/>
                      <a:pt x="62" y="98"/>
                      <a:pt x="61" y="99"/>
                    </a:cubicBezTo>
                    <a:cubicBezTo>
                      <a:pt x="58" y="101"/>
                      <a:pt x="58" y="101"/>
                      <a:pt x="58" y="101"/>
                    </a:cubicBezTo>
                    <a:cubicBezTo>
                      <a:pt x="57" y="102"/>
                      <a:pt x="55" y="102"/>
                      <a:pt x="54" y="103"/>
                    </a:cubicBezTo>
                    <a:cubicBezTo>
                      <a:pt x="53" y="104"/>
                      <a:pt x="52" y="105"/>
                      <a:pt x="52" y="105"/>
                    </a:cubicBezTo>
                    <a:cubicBezTo>
                      <a:pt x="51" y="106"/>
                      <a:pt x="50" y="106"/>
                      <a:pt x="50" y="106"/>
                    </a:cubicBezTo>
                    <a:cubicBezTo>
                      <a:pt x="43" y="112"/>
                      <a:pt x="43" y="112"/>
                      <a:pt x="43" y="112"/>
                    </a:cubicBezTo>
                    <a:cubicBezTo>
                      <a:pt x="42" y="112"/>
                      <a:pt x="42" y="112"/>
                      <a:pt x="42" y="112"/>
                    </a:cubicBezTo>
                    <a:cubicBezTo>
                      <a:pt x="40" y="114"/>
                      <a:pt x="40" y="114"/>
                      <a:pt x="40" y="114"/>
                    </a:cubicBezTo>
                    <a:cubicBezTo>
                      <a:pt x="40" y="114"/>
                      <a:pt x="40" y="114"/>
                      <a:pt x="40" y="114"/>
                    </a:cubicBezTo>
                    <a:cubicBezTo>
                      <a:pt x="40" y="114"/>
                      <a:pt x="39" y="114"/>
                      <a:pt x="39" y="114"/>
                    </a:cubicBezTo>
                    <a:cubicBezTo>
                      <a:pt x="29" y="121"/>
                      <a:pt x="29" y="121"/>
                      <a:pt x="29" y="121"/>
                    </a:cubicBezTo>
                    <a:cubicBezTo>
                      <a:pt x="29" y="121"/>
                      <a:pt x="29" y="121"/>
                      <a:pt x="28" y="122"/>
                    </a:cubicBezTo>
                    <a:cubicBezTo>
                      <a:pt x="27" y="123"/>
                      <a:pt x="27" y="123"/>
                      <a:pt x="27" y="123"/>
                    </a:cubicBezTo>
                    <a:cubicBezTo>
                      <a:pt x="26" y="123"/>
                      <a:pt x="27" y="123"/>
                      <a:pt x="26" y="123"/>
                    </a:cubicBezTo>
                    <a:cubicBezTo>
                      <a:pt x="25" y="124"/>
                      <a:pt x="25" y="124"/>
                      <a:pt x="24" y="125"/>
                    </a:cubicBezTo>
                    <a:cubicBezTo>
                      <a:pt x="23" y="126"/>
                      <a:pt x="21" y="128"/>
                      <a:pt x="19" y="129"/>
                    </a:cubicBezTo>
                    <a:cubicBezTo>
                      <a:pt x="18" y="130"/>
                      <a:pt x="18" y="130"/>
                      <a:pt x="17" y="131"/>
                    </a:cubicBezTo>
                    <a:cubicBezTo>
                      <a:pt x="15" y="133"/>
                      <a:pt x="12" y="136"/>
                      <a:pt x="11" y="139"/>
                    </a:cubicBezTo>
                    <a:cubicBezTo>
                      <a:pt x="10" y="140"/>
                      <a:pt x="10" y="140"/>
                      <a:pt x="10" y="140"/>
                    </a:cubicBezTo>
                    <a:cubicBezTo>
                      <a:pt x="10" y="140"/>
                      <a:pt x="10" y="140"/>
                      <a:pt x="10" y="140"/>
                    </a:cubicBezTo>
                    <a:cubicBezTo>
                      <a:pt x="2" y="153"/>
                      <a:pt x="2" y="153"/>
                      <a:pt x="2" y="153"/>
                    </a:cubicBezTo>
                    <a:cubicBezTo>
                      <a:pt x="2" y="153"/>
                      <a:pt x="2" y="153"/>
                      <a:pt x="2" y="153"/>
                    </a:cubicBezTo>
                    <a:cubicBezTo>
                      <a:pt x="2" y="154"/>
                      <a:pt x="2" y="154"/>
                      <a:pt x="2" y="154"/>
                    </a:cubicBezTo>
                    <a:cubicBezTo>
                      <a:pt x="1" y="156"/>
                      <a:pt x="0" y="158"/>
                      <a:pt x="0" y="160"/>
                    </a:cubicBezTo>
                    <a:cubicBezTo>
                      <a:pt x="0" y="167"/>
                      <a:pt x="0" y="164"/>
                      <a:pt x="1" y="169"/>
                    </a:cubicBezTo>
                    <a:cubicBezTo>
                      <a:pt x="1" y="170"/>
                      <a:pt x="2" y="171"/>
                      <a:pt x="2" y="172"/>
                    </a:cubicBezTo>
                    <a:cubicBezTo>
                      <a:pt x="2" y="174"/>
                      <a:pt x="1" y="172"/>
                      <a:pt x="3" y="175"/>
                    </a:cubicBezTo>
                    <a:cubicBezTo>
                      <a:pt x="3" y="175"/>
                      <a:pt x="3" y="175"/>
                      <a:pt x="4" y="176"/>
                    </a:cubicBezTo>
                    <a:cubicBezTo>
                      <a:pt x="7" y="178"/>
                      <a:pt x="7" y="178"/>
                      <a:pt x="7" y="178"/>
                    </a:cubicBezTo>
                    <a:cubicBezTo>
                      <a:pt x="8" y="179"/>
                      <a:pt x="9" y="180"/>
                      <a:pt x="11" y="181"/>
                    </a:cubicBezTo>
                    <a:cubicBezTo>
                      <a:pt x="12" y="181"/>
                      <a:pt x="16" y="180"/>
                      <a:pt x="18" y="179"/>
                    </a:cubicBezTo>
                    <a:cubicBezTo>
                      <a:pt x="19" y="179"/>
                      <a:pt x="19" y="177"/>
                      <a:pt x="21" y="176"/>
                    </a:cubicBezTo>
                    <a:cubicBezTo>
                      <a:pt x="26" y="173"/>
                      <a:pt x="28" y="176"/>
                      <a:pt x="28" y="174"/>
                    </a:cubicBezTo>
                    <a:cubicBezTo>
                      <a:pt x="29" y="174"/>
                      <a:pt x="29" y="174"/>
                      <a:pt x="30" y="174"/>
                    </a:cubicBezTo>
                    <a:cubicBezTo>
                      <a:pt x="31" y="173"/>
                      <a:pt x="31" y="173"/>
                      <a:pt x="31" y="173"/>
                    </a:cubicBezTo>
                    <a:cubicBezTo>
                      <a:pt x="33" y="172"/>
                      <a:pt x="36" y="172"/>
                      <a:pt x="39" y="171"/>
                    </a:cubicBezTo>
                    <a:cubicBezTo>
                      <a:pt x="41" y="170"/>
                      <a:pt x="39" y="171"/>
                      <a:pt x="41" y="170"/>
                    </a:cubicBezTo>
                    <a:cubicBezTo>
                      <a:pt x="43" y="169"/>
                      <a:pt x="44" y="168"/>
                      <a:pt x="46" y="166"/>
                    </a:cubicBezTo>
                    <a:cubicBezTo>
                      <a:pt x="48" y="166"/>
                      <a:pt x="47" y="166"/>
                      <a:pt x="49" y="166"/>
                    </a:cubicBezTo>
                    <a:cubicBezTo>
                      <a:pt x="52" y="164"/>
                      <a:pt x="53" y="163"/>
                      <a:pt x="56" y="160"/>
                    </a:cubicBezTo>
                    <a:cubicBezTo>
                      <a:pt x="56" y="160"/>
                      <a:pt x="56" y="160"/>
                      <a:pt x="56" y="160"/>
                    </a:cubicBezTo>
                    <a:cubicBezTo>
                      <a:pt x="62" y="153"/>
                      <a:pt x="62" y="153"/>
                      <a:pt x="62" y="153"/>
                    </a:cubicBezTo>
                    <a:cubicBezTo>
                      <a:pt x="62" y="153"/>
                      <a:pt x="62" y="152"/>
                      <a:pt x="62" y="152"/>
                    </a:cubicBezTo>
                    <a:cubicBezTo>
                      <a:pt x="65" y="150"/>
                      <a:pt x="65" y="150"/>
                      <a:pt x="65" y="150"/>
                    </a:cubicBezTo>
                    <a:cubicBezTo>
                      <a:pt x="67" y="148"/>
                      <a:pt x="69" y="148"/>
                      <a:pt x="71" y="146"/>
                    </a:cubicBezTo>
                    <a:cubicBezTo>
                      <a:pt x="73" y="144"/>
                      <a:pt x="76" y="143"/>
                      <a:pt x="78" y="142"/>
                    </a:cubicBezTo>
                    <a:cubicBezTo>
                      <a:pt x="81" y="141"/>
                      <a:pt x="77" y="143"/>
                      <a:pt x="79" y="142"/>
                    </a:cubicBezTo>
                    <a:cubicBezTo>
                      <a:pt x="81" y="141"/>
                      <a:pt x="80" y="139"/>
                      <a:pt x="83" y="139"/>
                    </a:cubicBezTo>
                    <a:cubicBezTo>
                      <a:pt x="85" y="139"/>
                      <a:pt x="85" y="139"/>
                      <a:pt x="86" y="139"/>
                    </a:cubicBezTo>
                    <a:cubicBezTo>
                      <a:pt x="86" y="139"/>
                      <a:pt x="86" y="138"/>
                      <a:pt x="86" y="138"/>
                    </a:cubicBezTo>
                    <a:cubicBezTo>
                      <a:pt x="90" y="136"/>
                      <a:pt x="90" y="136"/>
                      <a:pt x="90" y="136"/>
                    </a:cubicBezTo>
                    <a:cubicBezTo>
                      <a:pt x="92" y="135"/>
                      <a:pt x="94" y="136"/>
                      <a:pt x="96" y="135"/>
                    </a:cubicBezTo>
                    <a:cubicBezTo>
                      <a:pt x="97" y="134"/>
                      <a:pt x="97" y="134"/>
                      <a:pt x="97" y="134"/>
                    </a:cubicBezTo>
                    <a:cubicBezTo>
                      <a:pt x="97" y="134"/>
                      <a:pt x="97" y="134"/>
                      <a:pt x="98" y="133"/>
                    </a:cubicBezTo>
                    <a:cubicBezTo>
                      <a:pt x="98" y="133"/>
                      <a:pt x="98" y="133"/>
                      <a:pt x="99" y="133"/>
                    </a:cubicBezTo>
                    <a:cubicBezTo>
                      <a:pt x="99" y="132"/>
                      <a:pt x="99" y="133"/>
                      <a:pt x="99" y="133"/>
                    </a:cubicBezTo>
                    <a:cubicBezTo>
                      <a:pt x="99" y="133"/>
                      <a:pt x="99" y="133"/>
                      <a:pt x="99" y="133"/>
                    </a:cubicBezTo>
                    <a:cubicBezTo>
                      <a:pt x="101" y="133"/>
                      <a:pt x="105" y="132"/>
                      <a:pt x="107" y="130"/>
                    </a:cubicBezTo>
                    <a:cubicBezTo>
                      <a:pt x="109" y="130"/>
                      <a:pt x="109" y="130"/>
                      <a:pt x="111" y="129"/>
                    </a:cubicBezTo>
                    <a:cubicBezTo>
                      <a:pt x="111" y="129"/>
                      <a:pt x="111" y="128"/>
                      <a:pt x="111" y="128"/>
                    </a:cubicBezTo>
                    <a:cubicBezTo>
                      <a:pt x="115" y="127"/>
                      <a:pt x="116" y="128"/>
                      <a:pt x="119" y="125"/>
                    </a:cubicBezTo>
                    <a:cubicBezTo>
                      <a:pt x="119" y="125"/>
                      <a:pt x="120" y="125"/>
                      <a:pt x="120" y="125"/>
                    </a:cubicBezTo>
                    <a:cubicBezTo>
                      <a:pt x="120" y="125"/>
                      <a:pt x="120" y="125"/>
                      <a:pt x="120" y="125"/>
                    </a:cubicBezTo>
                    <a:cubicBezTo>
                      <a:pt x="120" y="125"/>
                      <a:pt x="120" y="125"/>
                      <a:pt x="120" y="125"/>
                    </a:cubicBezTo>
                    <a:cubicBezTo>
                      <a:pt x="122" y="124"/>
                      <a:pt x="123" y="124"/>
                      <a:pt x="125" y="123"/>
                    </a:cubicBezTo>
                    <a:cubicBezTo>
                      <a:pt x="130" y="121"/>
                      <a:pt x="130" y="121"/>
                      <a:pt x="130" y="121"/>
                    </a:cubicBezTo>
                    <a:cubicBezTo>
                      <a:pt x="132" y="121"/>
                      <a:pt x="134" y="119"/>
                      <a:pt x="136" y="117"/>
                    </a:cubicBezTo>
                    <a:cubicBezTo>
                      <a:pt x="136" y="117"/>
                      <a:pt x="137" y="117"/>
                      <a:pt x="137" y="117"/>
                    </a:cubicBezTo>
                    <a:cubicBezTo>
                      <a:pt x="144" y="112"/>
                      <a:pt x="144" y="112"/>
                      <a:pt x="144" y="112"/>
                    </a:cubicBezTo>
                    <a:cubicBezTo>
                      <a:pt x="144" y="115"/>
                      <a:pt x="144" y="113"/>
                      <a:pt x="145" y="115"/>
                    </a:cubicBezTo>
                    <a:cubicBezTo>
                      <a:pt x="146" y="115"/>
                      <a:pt x="147" y="116"/>
                      <a:pt x="148" y="115"/>
                    </a:cubicBezTo>
                    <a:cubicBezTo>
                      <a:pt x="151" y="114"/>
                      <a:pt x="151" y="114"/>
                      <a:pt x="151" y="114"/>
                    </a:cubicBezTo>
                    <a:cubicBezTo>
                      <a:pt x="153" y="113"/>
                      <a:pt x="153" y="113"/>
                      <a:pt x="156" y="114"/>
                    </a:cubicBezTo>
                    <a:cubicBezTo>
                      <a:pt x="156" y="114"/>
                      <a:pt x="156" y="114"/>
                      <a:pt x="156" y="114"/>
                    </a:cubicBezTo>
                    <a:cubicBezTo>
                      <a:pt x="156" y="114"/>
                      <a:pt x="156" y="114"/>
                      <a:pt x="156" y="115"/>
                    </a:cubicBezTo>
                    <a:cubicBezTo>
                      <a:pt x="156" y="115"/>
                      <a:pt x="156" y="115"/>
                      <a:pt x="155" y="115"/>
                    </a:cubicBezTo>
                    <a:cubicBezTo>
                      <a:pt x="155" y="115"/>
                      <a:pt x="155" y="115"/>
                      <a:pt x="155" y="114"/>
                    </a:cubicBezTo>
                    <a:cubicBezTo>
                      <a:pt x="154" y="118"/>
                      <a:pt x="149" y="119"/>
                      <a:pt x="148" y="121"/>
                    </a:cubicBezTo>
                    <a:cubicBezTo>
                      <a:pt x="145" y="121"/>
                      <a:pt x="144" y="123"/>
                      <a:pt x="142" y="124"/>
                    </a:cubicBezTo>
                    <a:cubicBezTo>
                      <a:pt x="142" y="126"/>
                      <a:pt x="142" y="126"/>
                      <a:pt x="142" y="128"/>
                    </a:cubicBezTo>
                    <a:cubicBezTo>
                      <a:pt x="141" y="129"/>
                      <a:pt x="141" y="129"/>
                      <a:pt x="141" y="129"/>
                    </a:cubicBezTo>
                    <a:cubicBezTo>
                      <a:pt x="140" y="128"/>
                      <a:pt x="141" y="130"/>
                      <a:pt x="140" y="128"/>
                    </a:cubicBezTo>
                    <a:cubicBezTo>
                      <a:pt x="140" y="127"/>
                      <a:pt x="140" y="128"/>
                      <a:pt x="140" y="127"/>
                    </a:cubicBezTo>
                    <a:cubicBezTo>
                      <a:pt x="141" y="126"/>
                      <a:pt x="140" y="127"/>
                      <a:pt x="141" y="126"/>
                    </a:cubicBezTo>
                    <a:cubicBezTo>
                      <a:pt x="142" y="123"/>
                      <a:pt x="140" y="128"/>
                      <a:pt x="141" y="125"/>
                    </a:cubicBezTo>
                    <a:cubicBezTo>
                      <a:pt x="138" y="125"/>
                      <a:pt x="136" y="127"/>
                      <a:pt x="133" y="127"/>
                    </a:cubicBezTo>
                    <a:cubicBezTo>
                      <a:pt x="131" y="127"/>
                      <a:pt x="132" y="128"/>
                      <a:pt x="130" y="128"/>
                    </a:cubicBezTo>
                    <a:cubicBezTo>
                      <a:pt x="128" y="130"/>
                      <a:pt x="128" y="130"/>
                      <a:pt x="128" y="130"/>
                    </a:cubicBezTo>
                    <a:cubicBezTo>
                      <a:pt x="125" y="132"/>
                      <a:pt x="123" y="132"/>
                      <a:pt x="120" y="133"/>
                    </a:cubicBezTo>
                    <a:cubicBezTo>
                      <a:pt x="118" y="134"/>
                      <a:pt x="119" y="134"/>
                      <a:pt x="118" y="134"/>
                    </a:cubicBezTo>
                    <a:cubicBezTo>
                      <a:pt x="116" y="134"/>
                      <a:pt x="113" y="134"/>
                      <a:pt x="112" y="136"/>
                    </a:cubicBezTo>
                    <a:cubicBezTo>
                      <a:pt x="111" y="135"/>
                      <a:pt x="111" y="135"/>
                      <a:pt x="111" y="135"/>
                    </a:cubicBezTo>
                    <a:cubicBezTo>
                      <a:pt x="111" y="136"/>
                      <a:pt x="111" y="136"/>
                      <a:pt x="111" y="136"/>
                    </a:cubicBezTo>
                    <a:cubicBezTo>
                      <a:pt x="110" y="137"/>
                      <a:pt x="110" y="137"/>
                      <a:pt x="110" y="137"/>
                    </a:cubicBezTo>
                    <a:cubicBezTo>
                      <a:pt x="108" y="138"/>
                      <a:pt x="105" y="140"/>
                      <a:pt x="103" y="141"/>
                    </a:cubicBezTo>
                    <a:cubicBezTo>
                      <a:pt x="101" y="141"/>
                      <a:pt x="97" y="143"/>
                      <a:pt x="96" y="145"/>
                    </a:cubicBezTo>
                    <a:cubicBezTo>
                      <a:pt x="94" y="143"/>
                      <a:pt x="95" y="145"/>
                      <a:pt x="93" y="144"/>
                    </a:cubicBezTo>
                    <a:cubicBezTo>
                      <a:pt x="92" y="145"/>
                      <a:pt x="93" y="145"/>
                      <a:pt x="92" y="145"/>
                    </a:cubicBezTo>
                    <a:cubicBezTo>
                      <a:pt x="92" y="145"/>
                      <a:pt x="92" y="145"/>
                      <a:pt x="92" y="145"/>
                    </a:cubicBezTo>
                    <a:cubicBezTo>
                      <a:pt x="88" y="148"/>
                      <a:pt x="88" y="149"/>
                      <a:pt x="86" y="153"/>
                    </a:cubicBezTo>
                    <a:cubicBezTo>
                      <a:pt x="82" y="161"/>
                      <a:pt x="82" y="161"/>
                      <a:pt x="82" y="161"/>
                    </a:cubicBezTo>
                    <a:cubicBezTo>
                      <a:pt x="80" y="164"/>
                      <a:pt x="79" y="167"/>
                      <a:pt x="81" y="171"/>
                    </a:cubicBezTo>
                    <a:cubicBezTo>
                      <a:pt x="83" y="175"/>
                      <a:pt x="84" y="176"/>
                      <a:pt x="87" y="178"/>
                    </a:cubicBezTo>
                    <a:cubicBezTo>
                      <a:pt x="100" y="184"/>
                      <a:pt x="100" y="184"/>
                      <a:pt x="100" y="184"/>
                    </a:cubicBezTo>
                    <a:cubicBezTo>
                      <a:pt x="100" y="184"/>
                      <a:pt x="100" y="184"/>
                      <a:pt x="100" y="184"/>
                    </a:cubicBezTo>
                    <a:cubicBezTo>
                      <a:pt x="100" y="184"/>
                      <a:pt x="100" y="184"/>
                      <a:pt x="100" y="184"/>
                    </a:cubicBezTo>
                    <a:cubicBezTo>
                      <a:pt x="101" y="185"/>
                      <a:pt x="99" y="187"/>
                      <a:pt x="98" y="188"/>
                    </a:cubicBezTo>
                    <a:cubicBezTo>
                      <a:pt x="98" y="189"/>
                      <a:pt x="98" y="190"/>
                      <a:pt x="97" y="191"/>
                    </a:cubicBezTo>
                    <a:cubicBezTo>
                      <a:pt x="95" y="196"/>
                      <a:pt x="95" y="196"/>
                      <a:pt x="95" y="196"/>
                    </a:cubicBezTo>
                    <a:cubicBezTo>
                      <a:pt x="94" y="197"/>
                      <a:pt x="94" y="202"/>
                      <a:pt x="95" y="203"/>
                    </a:cubicBezTo>
                    <a:cubicBezTo>
                      <a:pt x="92" y="204"/>
                      <a:pt x="93" y="204"/>
                      <a:pt x="91" y="205"/>
                    </a:cubicBezTo>
                    <a:cubicBezTo>
                      <a:pt x="91" y="206"/>
                      <a:pt x="91" y="205"/>
                      <a:pt x="90" y="205"/>
                    </a:cubicBezTo>
                    <a:cubicBezTo>
                      <a:pt x="75" y="212"/>
                      <a:pt x="75" y="212"/>
                      <a:pt x="75" y="212"/>
                    </a:cubicBezTo>
                    <a:cubicBezTo>
                      <a:pt x="75" y="212"/>
                      <a:pt x="74" y="212"/>
                      <a:pt x="74" y="212"/>
                    </a:cubicBezTo>
                    <a:cubicBezTo>
                      <a:pt x="67" y="215"/>
                      <a:pt x="67" y="215"/>
                      <a:pt x="67" y="215"/>
                    </a:cubicBezTo>
                    <a:cubicBezTo>
                      <a:pt x="66" y="215"/>
                      <a:pt x="67" y="215"/>
                      <a:pt x="66" y="215"/>
                    </a:cubicBezTo>
                    <a:cubicBezTo>
                      <a:pt x="65" y="216"/>
                      <a:pt x="65" y="216"/>
                      <a:pt x="65" y="216"/>
                    </a:cubicBezTo>
                    <a:cubicBezTo>
                      <a:pt x="65" y="216"/>
                      <a:pt x="65" y="216"/>
                      <a:pt x="65" y="216"/>
                    </a:cubicBezTo>
                    <a:cubicBezTo>
                      <a:pt x="49" y="226"/>
                      <a:pt x="49" y="226"/>
                      <a:pt x="49" y="226"/>
                    </a:cubicBezTo>
                    <a:cubicBezTo>
                      <a:pt x="49" y="224"/>
                      <a:pt x="49" y="224"/>
                      <a:pt x="49" y="224"/>
                    </a:cubicBezTo>
                    <a:cubicBezTo>
                      <a:pt x="48" y="225"/>
                      <a:pt x="46" y="225"/>
                      <a:pt x="46" y="227"/>
                    </a:cubicBezTo>
                    <a:cubicBezTo>
                      <a:pt x="49" y="226"/>
                      <a:pt x="43" y="228"/>
                      <a:pt x="47" y="227"/>
                    </a:cubicBezTo>
                    <a:cubicBezTo>
                      <a:pt x="48" y="226"/>
                      <a:pt x="45" y="227"/>
                      <a:pt x="47" y="226"/>
                    </a:cubicBezTo>
                    <a:cubicBezTo>
                      <a:pt x="50" y="226"/>
                      <a:pt x="49" y="227"/>
                      <a:pt x="49" y="227"/>
                    </a:cubicBezTo>
                    <a:cubicBezTo>
                      <a:pt x="49" y="227"/>
                      <a:pt x="49" y="227"/>
                      <a:pt x="49" y="227"/>
                    </a:cubicBezTo>
                    <a:cubicBezTo>
                      <a:pt x="49" y="228"/>
                      <a:pt x="49" y="228"/>
                      <a:pt x="49" y="228"/>
                    </a:cubicBezTo>
                    <a:cubicBezTo>
                      <a:pt x="47" y="229"/>
                      <a:pt x="49" y="228"/>
                      <a:pt x="48" y="229"/>
                    </a:cubicBezTo>
                    <a:cubicBezTo>
                      <a:pt x="44" y="233"/>
                      <a:pt x="44" y="233"/>
                      <a:pt x="44" y="233"/>
                    </a:cubicBezTo>
                    <a:cubicBezTo>
                      <a:pt x="44" y="233"/>
                      <a:pt x="44" y="233"/>
                      <a:pt x="43" y="234"/>
                    </a:cubicBezTo>
                    <a:cubicBezTo>
                      <a:pt x="41" y="237"/>
                      <a:pt x="41" y="241"/>
                      <a:pt x="39" y="244"/>
                    </a:cubicBezTo>
                    <a:cubicBezTo>
                      <a:pt x="39" y="244"/>
                      <a:pt x="39" y="244"/>
                      <a:pt x="39" y="245"/>
                    </a:cubicBezTo>
                    <a:cubicBezTo>
                      <a:pt x="39" y="245"/>
                      <a:pt x="39" y="245"/>
                      <a:pt x="39" y="245"/>
                    </a:cubicBezTo>
                    <a:cubicBezTo>
                      <a:pt x="38" y="247"/>
                      <a:pt x="38" y="249"/>
                      <a:pt x="39" y="251"/>
                    </a:cubicBezTo>
                    <a:cubicBezTo>
                      <a:pt x="39" y="251"/>
                      <a:pt x="40" y="252"/>
                      <a:pt x="40" y="252"/>
                    </a:cubicBezTo>
                    <a:cubicBezTo>
                      <a:pt x="39" y="253"/>
                      <a:pt x="40" y="255"/>
                      <a:pt x="39" y="258"/>
                    </a:cubicBezTo>
                    <a:cubicBezTo>
                      <a:pt x="39" y="261"/>
                      <a:pt x="38" y="260"/>
                      <a:pt x="39" y="263"/>
                    </a:cubicBezTo>
                    <a:cubicBezTo>
                      <a:pt x="43" y="272"/>
                      <a:pt x="43" y="272"/>
                      <a:pt x="43" y="272"/>
                    </a:cubicBezTo>
                    <a:cubicBezTo>
                      <a:pt x="43" y="275"/>
                      <a:pt x="43" y="274"/>
                      <a:pt x="45" y="275"/>
                    </a:cubicBezTo>
                    <a:cubicBezTo>
                      <a:pt x="46" y="276"/>
                      <a:pt x="46" y="278"/>
                      <a:pt x="47" y="279"/>
                    </a:cubicBezTo>
                    <a:cubicBezTo>
                      <a:pt x="48" y="278"/>
                      <a:pt x="47" y="278"/>
                      <a:pt x="48" y="278"/>
                    </a:cubicBezTo>
                    <a:cubicBezTo>
                      <a:pt x="53" y="284"/>
                      <a:pt x="53" y="284"/>
                      <a:pt x="53" y="284"/>
                    </a:cubicBezTo>
                    <a:cubicBezTo>
                      <a:pt x="55" y="286"/>
                      <a:pt x="57" y="286"/>
                      <a:pt x="59" y="287"/>
                    </a:cubicBezTo>
                    <a:cubicBezTo>
                      <a:pt x="64" y="290"/>
                      <a:pt x="64" y="290"/>
                      <a:pt x="64" y="290"/>
                    </a:cubicBezTo>
                    <a:cubicBezTo>
                      <a:pt x="64" y="290"/>
                      <a:pt x="64" y="290"/>
                      <a:pt x="64" y="291"/>
                    </a:cubicBezTo>
                    <a:cubicBezTo>
                      <a:pt x="70" y="292"/>
                      <a:pt x="74" y="293"/>
                      <a:pt x="79" y="293"/>
                    </a:cubicBezTo>
                    <a:cubicBezTo>
                      <a:pt x="83" y="293"/>
                      <a:pt x="83" y="292"/>
                      <a:pt x="85" y="294"/>
                    </a:cubicBezTo>
                    <a:cubicBezTo>
                      <a:pt x="87" y="292"/>
                      <a:pt x="86" y="294"/>
                      <a:pt x="89" y="293"/>
                    </a:cubicBezTo>
                    <a:cubicBezTo>
                      <a:pt x="90" y="293"/>
                      <a:pt x="89" y="294"/>
                      <a:pt x="90" y="293"/>
                    </a:cubicBezTo>
                    <a:cubicBezTo>
                      <a:pt x="90" y="294"/>
                      <a:pt x="91" y="294"/>
                      <a:pt x="92" y="293"/>
                    </a:cubicBezTo>
                    <a:cubicBezTo>
                      <a:pt x="93" y="293"/>
                      <a:pt x="93" y="293"/>
                      <a:pt x="93" y="293"/>
                    </a:cubicBezTo>
                    <a:cubicBezTo>
                      <a:pt x="96" y="292"/>
                      <a:pt x="96" y="293"/>
                      <a:pt x="100" y="292"/>
                    </a:cubicBezTo>
                    <a:cubicBezTo>
                      <a:pt x="107" y="291"/>
                      <a:pt x="107" y="291"/>
                      <a:pt x="107" y="291"/>
                    </a:cubicBezTo>
                    <a:cubicBezTo>
                      <a:pt x="108" y="290"/>
                      <a:pt x="110" y="290"/>
                      <a:pt x="112" y="289"/>
                    </a:cubicBezTo>
                    <a:cubicBezTo>
                      <a:pt x="112" y="289"/>
                      <a:pt x="112" y="289"/>
                      <a:pt x="112" y="289"/>
                    </a:cubicBezTo>
                    <a:cubicBezTo>
                      <a:pt x="115" y="288"/>
                      <a:pt x="115" y="288"/>
                      <a:pt x="115" y="288"/>
                    </a:cubicBezTo>
                    <a:cubicBezTo>
                      <a:pt x="116" y="287"/>
                      <a:pt x="115" y="288"/>
                      <a:pt x="116" y="287"/>
                    </a:cubicBezTo>
                    <a:cubicBezTo>
                      <a:pt x="117" y="286"/>
                      <a:pt x="116" y="287"/>
                      <a:pt x="117" y="286"/>
                    </a:cubicBezTo>
                    <a:cubicBezTo>
                      <a:pt x="119" y="287"/>
                      <a:pt x="122" y="283"/>
                      <a:pt x="125" y="283"/>
                    </a:cubicBezTo>
                    <a:cubicBezTo>
                      <a:pt x="124" y="280"/>
                      <a:pt x="127" y="284"/>
                      <a:pt x="125" y="280"/>
                    </a:cubicBezTo>
                    <a:cubicBezTo>
                      <a:pt x="129" y="278"/>
                      <a:pt x="129" y="278"/>
                      <a:pt x="129" y="278"/>
                    </a:cubicBezTo>
                    <a:cubicBezTo>
                      <a:pt x="129" y="278"/>
                      <a:pt x="130" y="277"/>
                      <a:pt x="130" y="277"/>
                    </a:cubicBezTo>
                    <a:cubicBezTo>
                      <a:pt x="135" y="274"/>
                      <a:pt x="132" y="276"/>
                      <a:pt x="136" y="272"/>
                    </a:cubicBezTo>
                    <a:cubicBezTo>
                      <a:pt x="138" y="270"/>
                      <a:pt x="143" y="267"/>
                      <a:pt x="141" y="264"/>
                    </a:cubicBezTo>
                    <a:cubicBezTo>
                      <a:pt x="142" y="264"/>
                      <a:pt x="143" y="264"/>
                      <a:pt x="143" y="264"/>
                    </a:cubicBezTo>
                    <a:cubicBezTo>
                      <a:pt x="147" y="262"/>
                      <a:pt x="147" y="262"/>
                      <a:pt x="147" y="262"/>
                    </a:cubicBezTo>
                    <a:cubicBezTo>
                      <a:pt x="151" y="254"/>
                      <a:pt x="151" y="254"/>
                      <a:pt x="151" y="254"/>
                    </a:cubicBezTo>
                    <a:cubicBezTo>
                      <a:pt x="152" y="254"/>
                      <a:pt x="152" y="254"/>
                      <a:pt x="152" y="254"/>
                    </a:cubicBezTo>
                    <a:cubicBezTo>
                      <a:pt x="152" y="253"/>
                      <a:pt x="152" y="253"/>
                      <a:pt x="152" y="253"/>
                    </a:cubicBezTo>
                    <a:cubicBezTo>
                      <a:pt x="154" y="251"/>
                      <a:pt x="152" y="251"/>
                      <a:pt x="154" y="246"/>
                    </a:cubicBezTo>
                    <a:cubicBezTo>
                      <a:pt x="154" y="245"/>
                      <a:pt x="154" y="246"/>
                      <a:pt x="154" y="246"/>
                    </a:cubicBezTo>
                    <a:cubicBezTo>
                      <a:pt x="155" y="244"/>
                      <a:pt x="155" y="244"/>
                      <a:pt x="155" y="244"/>
                    </a:cubicBezTo>
                    <a:cubicBezTo>
                      <a:pt x="155" y="243"/>
                      <a:pt x="154" y="241"/>
                      <a:pt x="154" y="240"/>
                    </a:cubicBezTo>
                    <a:cubicBezTo>
                      <a:pt x="153" y="237"/>
                      <a:pt x="153" y="231"/>
                      <a:pt x="152" y="229"/>
                    </a:cubicBezTo>
                    <a:cubicBezTo>
                      <a:pt x="152" y="229"/>
                      <a:pt x="152" y="229"/>
                      <a:pt x="152" y="228"/>
                    </a:cubicBezTo>
                    <a:cubicBezTo>
                      <a:pt x="151" y="228"/>
                      <a:pt x="151" y="228"/>
                      <a:pt x="151" y="228"/>
                    </a:cubicBezTo>
                    <a:cubicBezTo>
                      <a:pt x="152" y="227"/>
                      <a:pt x="152" y="227"/>
                      <a:pt x="152" y="227"/>
                    </a:cubicBezTo>
                    <a:cubicBezTo>
                      <a:pt x="151" y="227"/>
                      <a:pt x="151" y="227"/>
                      <a:pt x="151" y="226"/>
                    </a:cubicBezTo>
                    <a:cubicBezTo>
                      <a:pt x="150" y="224"/>
                      <a:pt x="149" y="222"/>
                      <a:pt x="149" y="220"/>
                    </a:cubicBezTo>
                    <a:cubicBezTo>
                      <a:pt x="152" y="220"/>
                      <a:pt x="159" y="219"/>
                      <a:pt x="160" y="220"/>
                    </a:cubicBezTo>
                    <a:cubicBezTo>
                      <a:pt x="164" y="221"/>
                      <a:pt x="164" y="221"/>
                      <a:pt x="164" y="221"/>
                    </a:cubicBezTo>
                    <a:cubicBezTo>
                      <a:pt x="165" y="221"/>
                      <a:pt x="165" y="221"/>
                      <a:pt x="166" y="221"/>
                    </a:cubicBezTo>
                    <a:cubicBezTo>
                      <a:pt x="167" y="222"/>
                      <a:pt x="169" y="223"/>
                      <a:pt x="170" y="224"/>
                    </a:cubicBezTo>
                    <a:cubicBezTo>
                      <a:pt x="170" y="223"/>
                      <a:pt x="170" y="223"/>
                      <a:pt x="170" y="223"/>
                    </a:cubicBezTo>
                    <a:cubicBezTo>
                      <a:pt x="171" y="226"/>
                      <a:pt x="177" y="227"/>
                      <a:pt x="179" y="227"/>
                    </a:cubicBezTo>
                    <a:cubicBezTo>
                      <a:pt x="179" y="229"/>
                      <a:pt x="179" y="229"/>
                      <a:pt x="180" y="227"/>
                    </a:cubicBezTo>
                    <a:cubicBezTo>
                      <a:pt x="181" y="229"/>
                      <a:pt x="181" y="229"/>
                      <a:pt x="181" y="229"/>
                    </a:cubicBezTo>
                    <a:cubicBezTo>
                      <a:pt x="184" y="229"/>
                      <a:pt x="184" y="229"/>
                      <a:pt x="186" y="230"/>
                    </a:cubicBezTo>
                    <a:cubicBezTo>
                      <a:pt x="189" y="232"/>
                      <a:pt x="188" y="231"/>
                      <a:pt x="192" y="232"/>
                    </a:cubicBezTo>
                    <a:cubicBezTo>
                      <a:pt x="193" y="232"/>
                      <a:pt x="193" y="231"/>
                      <a:pt x="195" y="230"/>
                    </a:cubicBezTo>
                    <a:cubicBezTo>
                      <a:pt x="197" y="229"/>
                      <a:pt x="197" y="229"/>
                      <a:pt x="197" y="229"/>
                    </a:cubicBezTo>
                    <a:cubicBezTo>
                      <a:pt x="198" y="229"/>
                      <a:pt x="199" y="228"/>
                      <a:pt x="200" y="228"/>
                    </a:cubicBezTo>
                    <a:cubicBezTo>
                      <a:pt x="200" y="227"/>
                      <a:pt x="200" y="228"/>
                      <a:pt x="201" y="228"/>
                    </a:cubicBezTo>
                    <a:cubicBezTo>
                      <a:pt x="202" y="227"/>
                      <a:pt x="203" y="227"/>
                      <a:pt x="205" y="226"/>
                    </a:cubicBezTo>
                    <a:cubicBezTo>
                      <a:pt x="207" y="224"/>
                      <a:pt x="208" y="224"/>
                      <a:pt x="209" y="222"/>
                    </a:cubicBezTo>
                    <a:cubicBezTo>
                      <a:pt x="210" y="220"/>
                      <a:pt x="210" y="217"/>
                      <a:pt x="210" y="215"/>
                    </a:cubicBezTo>
                    <a:cubicBezTo>
                      <a:pt x="211" y="214"/>
                      <a:pt x="213" y="213"/>
                      <a:pt x="213" y="211"/>
                    </a:cubicBezTo>
                    <a:cubicBezTo>
                      <a:pt x="209" y="209"/>
                      <a:pt x="209" y="209"/>
                      <a:pt x="209" y="209"/>
                    </a:cubicBezTo>
                    <a:cubicBezTo>
                      <a:pt x="209" y="209"/>
                      <a:pt x="209" y="209"/>
                      <a:pt x="209" y="208"/>
                    </a:cubicBezTo>
                    <a:cubicBezTo>
                      <a:pt x="203" y="205"/>
                      <a:pt x="203" y="205"/>
                      <a:pt x="203" y="205"/>
                    </a:cubicBezTo>
                    <a:cubicBezTo>
                      <a:pt x="202" y="204"/>
                      <a:pt x="200" y="203"/>
                      <a:pt x="199" y="201"/>
                    </a:cubicBezTo>
                    <a:cubicBezTo>
                      <a:pt x="195" y="196"/>
                      <a:pt x="193" y="199"/>
                      <a:pt x="192" y="197"/>
                    </a:cubicBezTo>
                    <a:cubicBezTo>
                      <a:pt x="190" y="196"/>
                      <a:pt x="189" y="196"/>
                      <a:pt x="187" y="196"/>
                    </a:cubicBezTo>
                    <a:cubicBezTo>
                      <a:pt x="187" y="195"/>
                      <a:pt x="187" y="195"/>
                      <a:pt x="187" y="195"/>
                    </a:cubicBezTo>
                    <a:cubicBezTo>
                      <a:pt x="186" y="196"/>
                      <a:pt x="185" y="196"/>
                      <a:pt x="184" y="195"/>
                    </a:cubicBezTo>
                    <a:cubicBezTo>
                      <a:pt x="181" y="194"/>
                      <a:pt x="179" y="194"/>
                      <a:pt x="176" y="194"/>
                    </a:cubicBezTo>
                    <a:cubicBezTo>
                      <a:pt x="175" y="193"/>
                      <a:pt x="175" y="193"/>
                      <a:pt x="172" y="193"/>
                    </a:cubicBezTo>
                    <a:cubicBezTo>
                      <a:pt x="170" y="193"/>
                      <a:pt x="166" y="192"/>
                      <a:pt x="164" y="194"/>
                    </a:cubicBezTo>
                    <a:cubicBezTo>
                      <a:pt x="162" y="191"/>
                      <a:pt x="157" y="193"/>
                      <a:pt x="152" y="192"/>
                    </a:cubicBezTo>
                    <a:cubicBezTo>
                      <a:pt x="150" y="192"/>
                      <a:pt x="151" y="191"/>
                      <a:pt x="149" y="192"/>
                    </a:cubicBezTo>
                    <a:cubicBezTo>
                      <a:pt x="148" y="191"/>
                      <a:pt x="148" y="191"/>
                      <a:pt x="148" y="191"/>
                    </a:cubicBezTo>
                    <a:cubicBezTo>
                      <a:pt x="145" y="191"/>
                      <a:pt x="146" y="191"/>
                      <a:pt x="144" y="190"/>
                    </a:cubicBezTo>
                    <a:cubicBezTo>
                      <a:pt x="144" y="192"/>
                      <a:pt x="144" y="192"/>
                      <a:pt x="144" y="192"/>
                    </a:cubicBezTo>
                    <a:cubicBezTo>
                      <a:pt x="142" y="192"/>
                      <a:pt x="142" y="191"/>
                      <a:pt x="141" y="190"/>
                    </a:cubicBezTo>
                    <a:cubicBezTo>
                      <a:pt x="139" y="193"/>
                      <a:pt x="139" y="193"/>
                      <a:pt x="139" y="193"/>
                    </a:cubicBezTo>
                    <a:cubicBezTo>
                      <a:pt x="139" y="193"/>
                      <a:pt x="139" y="193"/>
                      <a:pt x="139" y="193"/>
                    </a:cubicBezTo>
                    <a:cubicBezTo>
                      <a:pt x="139" y="194"/>
                      <a:pt x="139" y="194"/>
                      <a:pt x="138" y="195"/>
                    </a:cubicBezTo>
                    <a:cubicBezTo>
                      <a:pt x="132" y="195"/>
                      <a:pt x="132" y="195"/>
                      <a:pt x="132" y="195"/>
                    </a:cubicBezTo>
                    <a:cubicBezTo>
                      <a:pt x="132" y="196"/>
                      <a:pt x="132" y="195"/>
                      <a:pt x="132" y="195"/>
                    </a:cubicBezTo>
                    <a:cubicBezTo>
                      <a:pt x="126" y="195"/>
                      <a:pt x="126" y="195"/>
                      <a:pt x="126" y="195"/>
                    </a:cubicBezTo>
                    <a:cubicBezTo>
                      <a:pt x="122" y="194"/>
                      <a:pt x="121" y="192"/>
                      <a:pt x="124" y="188"/>
                    </a:cubicBezTo>
                    <a:cubicBezTo>
                      <a:pt x="126" y="186"/>
                      <a:pt x="126" y="187"/>
                      <a:pt x="126" y="184"/>
                    </a:cubicBezTo>
                    <a:cubicBezTo>
                      <a:pt x="127" y="185"/>
                      <a:pt x="126" y="185"/>
                      <a:pt x="127" y="184"/>
                    </a:cubicBezTo>
                    <a:cubicBezTo>
                      <a:pt x="129" y="182"/>
                      <a:pt x="129" y="182"/>
                      <a:pt x="129" y="182"/>
                    </a:cubicBezTo>
                    <a:cubicBezTo>
                      <a:pt x="129" y="182"/>
                      <a:pt x="129" y="182"/>
                      <a:pt x="129" y="181"/>
                    </a:cubicBezTo>
                    <a:cubicBezTo>
                      <a:pt x="129" y="181"/>
                      <a:pt x="130" y="181"/>
                      <a:pt x="130" y="181"/>
                    </a:cubicBezTo>
                    <a:cubicBezTo>
                      <a:pt x="138" y="173"/>
                      <a:pt x="138" y="173"/>
                      <a:pt x="138" y="173"/>
                    </a:cubicBezTo>
                    <a:cubicBezTo>
                      <a:pt x="139" y="172"/>
                      <a:pt x="140" y="171"/>
                      <a:pt x="141" y="170"/>
                    </a:cubicBezTo>
                    <a:cubicBezTo>
                      <a:pt x="142" y="168"/>
                      <a:pt x="142" y="168"/>
                      <a:pt x="144" y="167"/>
                    </a:cubicBezTo>
                    <a:cubicBezTo>
                      <a:pt x="146" y="167"/>
                      <a:pt x="147" y="166"/>
                      <a:pt x="147" y="162"/>
                    </a:cubicBezTo>
                    <a:cubicBezTo>
                      <a:pt x="148" y="162"/>
                      <a:pt x="148" y="162"/>
                      <a:pt x="148" y="162"/>
                    </a:cubicBezTo>
                    <a:cubicBezTo>
                      <a:pt x="148" y="161"/>
                      <a:pt x="147" y="161"/>
                      <a:pt x="148" y="160"/>
                    </a:cubicBezTo>
                    <a:cubicBezTo>
                      <a:pt x="149" y="159"/>
                      <a:pt x="149" y="158"/>
                      <a:pt x="150" y="157"/>
                    </a:cubicBezTo>
                    <a:cubicBezTo>
                      <a:pt x="149" y="156"/>
                      <a:pt x="149" y="153"/>
                      <a:pt x="149" y="151"/>
                    </a:cubicBezTo>
                    <a:cubicBezTo>
                      <a:pt x="149" y="149"/>
                      <a:pt x="149" y="150"/>
                      <a:pt x="150" y="149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5" y="146"/>
                      <a:pt x="145" y="146"/>
                      <a:pt x="145" y="146"/>
                    </a:cubicBezTo>
                    <a:cubicBezTo>
                      <a:pt x="147" y="144"/>
                      <a:pt x="155" y="142"/>
                      <a:pt x="158" y="141"/>
                    </a:cubicBezTo>
                    <a:cubicBezTo>
                      <a:pt x="164" y="138"/>
                      <a:pt x="164" y="138"/>
                      <a:pt x="164" y="138"/>
                    </a:cubicBezTo>
                    <a:cubicBezTo>
                      <a:pt x="166" y="137"/>
                      <a:pt x="166" y="137"/>
                      <a:pt x="168" y="137"/>
                    </a:cubicBezTo>
                    <a:cubicBezTo>
                      <a:pt x="169" y="140"/>
                      <a:pt x="168" y="136"/>
                      <a:pt x="170" y="138"/>
                    </a:cubicBezTo>
                    <a:cubicBezTo>
                      <a:pt x="170" y="136"/>
                      <a:pt x="172" y="136"/>
                      <a:pt x="174" y="135"/>
                    </a:cubicBezTo>
                    <a:cubicBezTo>
                      <a:pt x="174" y="137"/>
                      <a:pt x="174" y="137"/>
                      <a:pt x="174" y="137"/>
                    </a:cubicBezTo>
                    <a:cubicBezTo>
                      <a:pt x="174" y="137"/>
                      <a:pt x="175" y="137"/>
                      <a:pt x="175" y="137"/>
                    </a:cubicBezTo>
                    <a:cubicBezTo>
                      <a:pt x="176" y="136"/>
                      <a:pt x="176" y="136"/>
                      <a:pt x="176" y="136"/>
                    </a:cubicBezTo>
                    <a:cubicBezTo>
                      <a:pt x="176" y="139"/>
                      <a:pt x="177" y="136"/>
                      <a:pt x="176" y="138"/>
                    </a:cubicBezTo>
                    <a:cubicBezTo>
                      <a:pt x="175" y="139"/>
                      <a:pt x="175" y="138"/>
                      <a:pt x="175" y="139"/>
                    </a:cubicBezTo>
                    <a:cubicBezTo>
                      <a:pt x="181" y="139"/>
                      <a:pt x="178" y="139"/>
                      <a:pt x="183" y="137"/>
                    </a:cubicBezTo>
                    <a:cubicBezTo>
                      <a:pt x="185" y="136"/>
                      <a:pt x="186" y="135"/>
                      <a:pt x="189" y="135"/>
                    </a:cubicBezTo>
                    <a:cubicBezTo>
                      <a:pt x="190" y="133"/>
                      <a:pt x="193" y="132"/>
                      <a:pt x="195" y="131"/>
                    </a:cubicBezTo>
                    <a:cubicBezTo>
                      <a:pt x="204" y="125"/>
                      <a:pt x="204" y="125"/>
                      <a:pt x="204" y="125"/>
                    </a:cubicBezTo>
                    <a:cubicBezTo>
                      <a:pt x="204" y="125"/>
                      <a:pt x="204" y="125"/>
                      <a:pt x="204" y="125"/>
                    </a:cubicBezTo>
                    <a:cubicBezTo>
                      <a:pt x="207" y="124"/>
                      <a:pt x="207" y="124"/>
                      <a:pt x="207" y="124"/>
                    </a:cubicBezTo>
                    <a:cubicBezTo>
                      <a:pt x="209" y="122"/>
                      <a:pt x="212" y="120"/>
                      <a:pt x="213" y="117"/>
                    </a:cubicBezTo>
                    <a:cubicBezTo>
                      <a:pt x="216" y="109"/>
                      <a:pt x="216" y="109"/>
                      <a:pt x="216" y="109"/>
                    </a:cubicBezTo>
                    <a:cubicBezTo>
                      <a:pt x="217" y="103"/>
                      <a:pt x="217" y="103"/>
                      <a:pt x="217" y="103"/>
                    </a:cubicBezTo>
                    <a:cubicBezTo>
                      <a:pt x="213" y="100"/>
                      <a:pt x="211" y="95"/>
                      <a:pt x="207" y="93"/>
                    </a:cubicBezTo>
                    <a:cubicBezTo>
                      <a:pt x="206" y="93"/>
                      <a:pt x="206" y="93"/>
                      <a:pt x="206" y="92"/>
                    </a:cubicBezTo>
                    <a:cubicBezTo>
                      <a:pt x="195" y="89"/>
                      <a:pt x="195" y="89"/>
                      <a:pt x="195" y="89"/>
                    </a:cubicBezTo>
                    <a:cubicBezTo>
                      <a:pt x="193" y="88"/>
                      <a:pt x="189" y="89"/>
                      <a:pt x="186" y="88"/>
                    </a:cubicBezTo>
                    <a:cubicBezTo>
                      <a:pt x="183" y="87"/>
                      <a:pt x="179" y="87"/>
                      <a:pt x="176" y="88"/>
                    </a:cubicBezTo>
                    <a:cubicBezTo>
                      <a:pt x="172" y="88"/>
                      <a:pt x="172" y="88"/>
                      <a:pt x="172" y="88"/>
                    </a:cubicBezTo>
                    <a:cubicBezTo>
                      <a:pt x="169" y="88"/>
                      <a:pt x="166" y="88"/>
                      <a:pt x="163" y="89"/>
                    </a:cubicBezTo>
                    <a:cubicBezTo>
                      <a:pt x="162" y="89"/>
                      <a:pt x="163" y="88"/>
                      <a:pt x="162" y="90"/>
                    </a:cubicBezTo>
                    <a:cubicBezTo>
                      <a:pt x="161" y="90"/>
                      <a:pt x="159" y="89"/>
                      <a:pt x="158" y="90"/>
                    </a:cubicBezTo>
                    <a:cubicBezTo>
                      <a:pt x="151" y="91"/>
                      <a:pt x="151" y="91"/>
                      <a:pt x="151" y="91"/>
                    </a:cubicBezTo>
                    <a:cubicBezTo>
                      <a:pt x="149" y="91"/>
                      <a:pt x="151" y="91"/>
                      <a:pt x="150" y="91"/>
                    </a:cubicBezTo>
                    <a:cubicBezTo>
                      <a:pt x="149" y="92"/>
                      <a:pt x="149" y="92"/>
                      <a:pt x="148" y="92"/>
                    </a:cubicBezTo>
                    <a:cubicBezTo>
                      <a:pt x="138" y="94"/>
                      <a:pt x="138" y="94"/>
                      <a:pt x="138" y="94"/>
                    </a:cubicBezTo>
                    <a:cubicBezTo>
                      <a:pt x="137" y="95"/>
                      <a:pt x="139" y="93"/>
                      <a:pt x="138" y="94"/>
                    </a:cubicBezTo>
                    <a:cubicBezTo>
                      <a:pt x="137" y="95"/>
                      <a:pt x="138" y="95"/>
                      <a:pt x="137" y="95"/>
                    </a:cubicBezTo>
                    <a:cubicBezTo>
                      <a:pt x="136" y="96"/>
                      <a:pt x="136" y="96"/>
                      <a:pt x="136" y="96"/>
                    </a:cubicBezTo>
                    <a:cubicBezTo>
                      <a:pt x="135" y="95"/>
                      <a:pt x="136" y="96"/>
                      <a:pt x="134" y="96"/>
                    </a:cubicBezTo>
                    <a:cubicBezTo>
                      <a:pt x="131" y="97"/>
                      <a:pt x="131" y="97"/>
                      <a:pt x="131" y="97"/>
                    </a:cubicBezTo>
                    <a:cubicBezTo>
                      <a:pt x="132" y="98"/>
                      <a:pt x="131" y="96"/>
                      <a:pt x="131" y="98"/>
                    </a:cubicBezTo>
                    <a:cubicBezTo>
                      <a:pt x="130" y="99"/>
                      <a:pt x="131" y="99"/>
                      <a:pt x="129" y="99"/>
                    </a:cubicBezTo>
                    <a:cubicBezTo>
                      <a:pt x="129" y="99"/>
                      <a:pt x="128" y="99"/>
                      <a:pt x="127" y="100"/>
                    </a:cubicBezTo>
                    <a:cubicBezTo>
                      <a:pt x="126" y="100"/>
                      <a:pt x="127" y="100"/>
                      <a:pt x="126" y="100"/>
                    </a:cubicBezTo>
                    <a:cubicBezTo>
                      <a:pt x="125" y="101"/>
                      <a:pt x="125" y="101"/>
                      <a:pt x="125" y="101"/>
                    </a:cubicBezTo>
                    <a:cubicBezTo>
                      <a:pt x="123" y="102"/>
                      <a:pt x="121" y="101"/>
                      <a:pt x="119" y="102"/>
                    </a:cubicBezTo>
                    <a:cubicBezTo>
                      <a:pt x="119" y="102"/>
                      <a:pt x="119" y="102"/>
                      <a:pt x="119" y="102"/>
                    </a:cubicBezTo>
                    <a:cubicBezTo>
                      <a:pt x="119" y="102"/>
                      <a:pt x="119" y="102"/>
                      <a:pt x="119" y="102"/>
                    </a:cubicBezTo>
                    <a:cubicBezTo>
                      <a:pt x="107" y="107"/>
                      <a:pt x="107" y="107"/>
                      <a:pt x="107" y="107"/>
                    </a:cubicBezTo>
                    <a:cubicBezTo>
                      <a:pt x="106" y="107"/>
                      <a:pt x="106" y="107"/>
                      <a:pt x="106" y="107"/>
                    </a:cubicBezTo>
                    <a:cubicBezTo>
                      <a:pt x="105" y="107"/>
                      <a:pt x="105" y="107"/>
                      <a:pt x="104" y="107"/>
                    </a:cubicBezTo>
                    <a:cubicBezTo>
                      <a:pt x="104" y="110"/>
                      <a:pt x="101" y="107"/>
                      <a:pt x="100" y="109"/>
                    </a:cubicBezTo>
                    <a:cubicBezTo>
                      <a:pt x="96" y="109"/>
                      <a:pt x="99" y="112"/>
                      <a:pt x="90" y="112"/>
                    </a:cubicBezTo>
                    <a:cubicBezTo>
                      <a:pt x="89" y="114"/>
                      <a:pt x="89" y="114"/>
                      <a:pt x="87" y="115"/>
                    </a:cubicBezTo>
                    <a:cubicBezTo>
                      <a:pt x="86" y="115"/>
                      <a:pt x="87" y="115"/>
                      <a:pt x="86" y="115"/>
                    </a:cubicBezTo>
                    <a:cubicBezTo>
                      <a:pt x="83" y="116"/>
                      <a:pt x="87" y="115"/>
                      <a:pt x="84" y="116"/>
                    </a:cubicBezTo>
                    <a:cubicBezTo>
                      <a:pt x="84" y="116"/>
                      <a:pt x="84" y="116"/>
                      <a:pt x="84" y="116"/>
                    </a:cubicBezTo>
                    <a:cubicBezTo>
                      <a:pt x="84" y="116"/>
                      <a:pt x="84" y="116"/>
                      <a:pt x="84" y="116"/>
                    </a:cubicBezTo>
                    <a:cubicBezTo>
                      <a:pt x="84" y="116"/>
                      <a:pt x="84" y="116"/>
                      <a:pt x="84" y="116"/>
                    </a:cubicBezTo>
                    <a:cubicBezTo>
                      <a:pt x="80" y="117"/>
                      <a:pt x="80" y="117"/>
                      <a:pt x="80" y="117"/>
                    </a:cubicBezTo>
                    <a:cubicBezTo>
                      <a:pt x="79" y="118"/>
                      <a:pt x="78" y="119"/>
                      <a:pt x="77" y="120"/>
                    </a:cubicBezTo>
                    <a:cubicBezTo>
                      <a:pt x="75" y="121"/>
                      <a:pt x="75" y="121"/>
                      <a:pt x="75" y="121"/>
                    </a:cubicBezTo>
                    <a:cubicBezTo>
                      <a:pt x="74" y="121"/>
                      <a:pt x="73" y="121"/>
                      <a:pt x="71" y="122"/>
                    </a:cubicBezTo>
                    <a:cubicBezTo>
                      <a:pt x="71" y="122"/>
                      <a:pt x="71" y="122"/>
                      <a:pt x="71" y="122"/>
                    </a:cubicBezTo>
                    <a:cubicBezTo>
                      <a:pt x="69" y="123"/>
                      <a:pt x="69" y="123"/>
                      <a:pt x="69" y="123"/>
                    </a:cubicBezTo>
                    <a:cubicBezTo>
                      <a:pt x="68" y="124"/>
                      <a:pt x="70" y="124"/>
                      <a:pt x="67" y="124"/>
                    </a:cubicBezTo>
                    <a:cubicBezTo>
                      <a:pt x="64" y="127"/>
                      <a:pt x="64" y="127"/>
                      <a:pt x="64" y="127"/>
                    </a:cubicBezTo>
                    <a:cubicBezTo>
                      <a:pt x="61" y="130"/>
                      <a:pt x="62" y="132"/>
                      <a:pt x="57" y="132"/>
                    </a:cubicBezTo>
                    <a:cubicBezTo>
                      <a:pt x="57" y="133"/>
                      <a:pt x="57" y="133"/>
                      <a:pt x="58" y="133"/>
                    </a:cubicBezTo>
                    <a:cubicBezTo>
                      <a:pt x="54" y="133"/>
                      <a:pt x="58" y="134"/>
                      <a:pt x="55" y="134"/>
                    </a:cubicBezTo>
                    <a:cubicBezTo>
                      <a:pt x="54" y="134"/>
                      <a:pt x="54" y="134"/>
                      <a:pt x="53" y="134"/>
                    </a:cubicBezTo>
                    <a:cubicBezTo>
                      <a:pt x="50" y="136"/>
                      <a:pt x="47" y="138"/>
                      <a:pt x="44" y="138"/>
                    </a:cubicBezTo>
                    <a:cubicBezTo>
                      <a:pt x="44" y="139"/>
                      <a:pt x="45" y="139"/>
                      <a:pt x="44" y="139"/>
                    </a:cubicBezTo>
                    <a:cubicBezTo>
                      <a:pt x="39" y="140"/>
                      <a:pt x="39" y="140"/>
                      <a:pt x="39" y="140"/>
                    </a:cubicBezTo>
                    <a:cubicBezTo>
                      <a:pt x="39" y="140"/>
                      <a:pt x="39" y="140"/>
                      <a:pt x="38" y="140"/>
                    </a:cubicBezTo>
                    <a:cubicBezTo>
                      <a:pt x="35" y="141"/>
                      <a:pt x="35" y="141"/>
                      <a:pt x="35" y="141"/>
                    </a:cubicBezTo>
                    <a:cubicBezTo>
                      <a:pt x="34" y="142"/>
                      <a:pt x="33" y="143"/>
                      <a:pt x="31" y="142"/>
                    </a:cubicBezTo>
                    <a:cubicBezTo>
                      <a:pt x="31" y="142"/>
                      <a:pt x="31" y="142"/>
                      <a:pt x="31" y="142"/>
                    </a:cubicBezTo>
                    <a:cubicBezTo>
                      <a:pt x="24" y="140"/>
                      <a:pt x="24" y="140"/>
                      <a:pt x="24" y="140"/>
                    </a:cubicBezTo>
                    <a:cubicBezTo>
                      <a:pt x="25" y="135"/>
                      <a:pt x="25" y="135"/>
                      <a:pt x="25" y="135"/>
                    </a:cubicBezTo>
                    <a:cubicBezTo>
                      <a:pt x="25" y="134"/>
                      <a:pt x="25" y="134"/>
                      <a:pt x="25" y="134"/>
                    </a:cubicBezTo>
                    <a:cubicBezTo>
                      <a:pt x="26" y="133"/>
                      <a:pt x="26" y="133"/>
                      <a:pt x="26" y="133"/>
                    </a:cubicBezTo>
                    <a:cubicBezTo>
                      <a:pt x="26" y="133"/>
                      <a:pt x="27" y="132"/>
                      <a:pt x="27" y="132"/>
                    </a:cubicBezTo>
                    <a:cubicBezTo>
                      <a:pt x="29" y="130"/>
                      <a:pt x="30" y="128"/>
                      <a:pt x="32" y="129"/>
                    </a:cubicBezTo>
                    <a:cubicBezTo>
                      <a:pt x="32" y="126"/>
                      <a:pt x="38" y="123"/>
                      <a:pt x="40" y="121"/>
                    </a:cubicBezTo>
                    <a:cubicBezTo>
                      <a:pt x="41" y="121"/>
                      <a:pt x="40" y="121"/>
                      <a:pt x="41" y="120"/>
                    </a:cubicBezTo>
                    <a:cubicBezTo>
                      <a:pt x="43" y="119"/>
                      <a:pt x="45" y="118"/>
                      <a:pt x="46" y="117"/>
                    </a:cubicBezTo>
                    <a:cubicBezTo>
                      <a:pt x="47" y="115"/>
                      <a:pt x="47" y="115"/>
                      <a:pt x="47" y="115"/>
                    </a:cubicBezTo>
                    <a:cubicBezTo>
                      <a:pt x="48" y="115"/>
                      <a:pt x="48" y="115"/>
                      <a:pt x="49" y="114"/>
                    </a:cubicBezTo>
                    <a:cubicBezTo>
                      <a:pt x="59" y="106"/>
                      <a:pt x="59" y="106"/>
                      <a:pt x="59" y="106"/>
                    </a:cubicBezTo>
                    <a:cubicBezTo>
                      <a:pt x="61" y="104"/>
                      <a:pt x="66" y="102"/>
                      <a:pt x="67" y="100"/>
                    </a:cubicBezTo>
                    <a:cubicBezTo>
                      <a:pt x="70" y="99"/>
                      <a:pt x="70" y="98"/>
                      <a:pt x="72" y="98"/>
                    </a:cubicBezTo>
                    <a:cubicBezTo>
                      <a:pt x="76" y="97"/>
                      <a:pt x="75" y="97"/>
                      <a:pt x="77" y="98"/>
                    </a:cubicBezTo>
                    <a:cubicBezTo>
                      <a:pt x="90" y="99"/>
                      <a:pt x="90" y="99"/>
                      <a:pt x="90" y="99"/>
                    </a:cubicBezTo>
                    <a:cubicBezTo>
                      <a:pt x="93" y="98"/>
                      <a:pt x="93" y="98"/>
                      <a:pt x="93" y="98"/>
                    </a:cubicBezTo>
                    <a:cubicBezTo>
                      <a:pt x="95" y="96"/>
                      <a:pt x="97" y="94"/>
                      <a:pt x="98" y="91"/>
                    </a:cubicBezTo>
                    <a:cubicBezTo>
                      <a:pt x="101" y="85"/>
                      <a:pt x="99" y="89"/>
                      <a:pt x="105" y="87"/>
                    </a:cubicBezTo>
                    <a:cubicBezTo>
                      <a:pt x="111" y="84"/>
                      <a:pt x="109" y="87"/>
                      <a:pt x="116" y="86"/>
                    </a:cubicBezTo>
                    <a:cubicBezTo>
                      <a:pt x="117" y="87"/>
                      <a:pt x="117" y="86"/>
                      <a:pt x="119" y="87"/>
                    </a:cubicBezTo>
                    <a:cubicBezTo>
                      <a:pt x="120" y="87"/>
                      <a:pt x="119" y="87"/>
                      <a:pt x="120" y="87"/>
                    </a:cubicBezTo>
                    <a:cubicBezTo>
                      <a:pt x="120" y="88"/>
                      <a:pt x="120" y="88"/>
                      <a:pt x="120" y="88"/>
                    </a:cubicBezTo>
                    <a:cubicBezTo>
                      <a:pt x="122" y="88"/>
                      <a:pt x="122" y="88"/>
                      <a:pt x="123" y="88"/>
                    </a:cubicBezTo>
                    <a:cubicBezTo>
                      <a:pt x="125" y="87"/>
                      <a:pt x="124" y="88"/>
                      <a:pt x="125" y="87"/>
                    </a:cubicBezTo>
                    <a:cubicBezTo>
                      <a:pt x="127" y="85"/>
                      <a:pt x="127" y="85"/>
                      <a:pt x="127" y="85"/>
                    </a:cubicBezTo>
                    <a:cubicBezTo>
                      <a:pt x="127" y="86"/>
                      <a:pt x="127" y="86"/>
                      <a:pt x="127" y="86"/>
                    </a:cubicBezTo>
                    <a:cubicBezTo>
                      <a:pt x="128" y="84"/>
                      <a:pt x="128" y="84"/>
                      <a:pt x="129" y="84"/>
                    </a:cubicBezTo>
                    <a:cubicBezTo>
                      <a:pt x="131" y="83"/>
                      <a:pt x="131" y="81"/>
                      <a:pt x="132" y="80"/>
                    </a:cubicBezTo>
                    <a:cubicBezTo>
                      <a:pt x="132" y="80"/>
                      <a:pt x="132" y="80"/>
                      <a:pt x="132" y="80"/>
                    </a:cubicBezTo>
                    <a:cubicBezTo>
                      <a:pt x="132" y="80"/>
                      <a:pt x="132" y="80"/>
                      <a:pt x="133" y="80"/>
                    </a:cubicBezTo>
                    <a:cubicBezTo>
                      <a:pt x="136" y="78"/>
                      <a:pt x="133" y="77"/>
                      <a:pt x="136" y="79"/>
                    </a:cubicBezTo>
                    <a:cubicBezTo>
                      <a:pt x="136" y="77"/>
                      <a:pt x="136" y="77"/>
                      <a:pt x="135" y="77"/>
                    </a:cubicBezTo>
                    <a:cubicBezTo>
                      <a:pt x="136" y="77"/>
                      <a:pt x="137" y="76"/>
                      <a:pt x="137" y="76"/>
                    </a:cubicBezTo>
                    <a:cubicBezTo>
                      <a:pt x="138" y="76"/>
                      <a:pt x="137" y="76"/>
                      <a:pt x="138" y="77"/>
                    </a:cubicBezTo>
                    <a:cubicBezTo>
                      <a:pt x="138" y="74"/>
                      <a:pt x="139" y="74"/>
                      <a:pt x="140" y="73"/>
                    </a:cubicBezTo>
                    <a:cubicBezTo>
                      <a:pt x="142" y="70"/>
                      <a:pt x="142" y="70"/>
                      <a:pt x="142" y="70"/>
                    </a:cubicBezTo>
                    <a:cubicBezTo>
                      <a:pt x="144" y="69"/>
                      <a:pt x="143" y="69"/>
                      <a:pt x="143" y="70"/>
                    </a:cubicBezTo>
                    <a:cubicBezTo>
                      <a:pt x="146" y="70"/>
                      <a:pt x="148" y="69"/>
                      <a:pt x="151" y="67"/>
                    </a:cubicBezTo>
                    <a:cubicBezTo>
                      <a:pt x="161" y="62"/>
                      <a:pt x="161" y="62"/>
                      <a:pt x="161" y="62"/>
                    </a:cubicBezTo>
                    <a:cubicBezTo>
                      <a:pt x="161" y="62"/>
                      <a:pt x="162" y="61"/>
                      <a:pt x="162" y="61"/>
                    </a:cubicBezTo>
                    <a:cubicBezTo>
                      <a:pt x="166" y="62"/>
                      <a:pt x="166" y="62"/>
                      <a:pt x="166" y="62"/>
                    </a:cubicBezTo>
                    <a:cubicBezTo>
                      <a:pt x="166" y="61"/>
                      <a:pt x="166" y="61"/>
                      <a:pt x="166" y="61"/>
                    </a:cubicBezTo>
                    <a:cubicBezTo>
                      <a:pt x="167" y="61"/>
                      <a:pt x="167" y="61"/>
                      <a:pt x="168" y="61"/>
                    </a:cubicBezTo>
                    <a:cubicBezTo>
                      <a:pt x="169" y="60"/>
                      <a:pt x="170" y="59"/>
                      <a:pt x="173" y="59"/>
                    </a:cubicBezTo>
                    <a:cubicBezTo>
                      <a:pt x="181" y="59"/>
                      <a:pt x="172" y="61"/>
                      <a:pt x="177" y="61"/>
                    </a:cubicBezTo>
                    <a:close/>
                    <a:moveTo>
                      <a:pt x="170" y="144"/>
                    </a:moveTo>
                    <a:cubicBezTo>
                      <a:pt x="170" y="144"/>
                      <a:pt x="170" y="144"/>
                      <a:pt x="170" y="144"/>
                    </a:cubicBezTo>
                    <a:cubicBezTo>
                      <a:pt x="170" y="143"/>
                      <a:pt x="170" y="143"/>
                      <a:pt x="170" y="143"/>
                    </a:cubicBezTo>
                    <a:cubicBezTo>
                      <a:pt x="166" y="145"/>
                      <a:pt x="169" y="143"/>
                      <a:pt x="165" y="144"/>
                    </a:cubicBezTo>
                    <a:cubicBezTo>
                      <a:pt x="168" y="143"/>
                      <a:pt x="166" y="144"/>
                      <a:pt x="167" y="143"/>
                    </a:cubicBezTo>
                    <a:cubicBezTo>
                      <a:pt x="166" y="142"/>
                      <a:pt x="166" y="142"/>
                      <a:pt x="165" y="141"/>
                    </a:cubicBezTo>
                    <a:cubicBezTo>
                      <a:pt x="167" y="141"/>
                      <a:pt x="166" y="142"/>
                      <a:pt x="167" y="140"/>
                    </a:cubicBezTo>
                    <a:cubicBezTo>
                      <a:pt x="172" y="142"/>
                      <a:pt x="172" y="142"/>
                      <a:pt x="172" y="142"/>
                    </a:cubicBezTo>
                    <a:cubicBezTo>
                      <a:pt x="170" y="142"/>
                      <a:pt x="172" y="142"/>
                      <a:pt x="170" y="144"/>
                    </a:cubicBezTo>
                    <a:close/>
                    <a:moveTo>
                      <a:pt x="64" y="253"/>
                    </a:moveTo>
                    <a:cubicBezTo>
                      <a:pt x="63" y="252"/>
                      <a:pt x="63" y="250"/>
                      <a:pt x="64" y="248"/>
                    </a:cubicBezTo>
                    <a:cubicBezTo>
                      <a:pt x="65" y="247"/>
                      <a:pt x="65" y="247"/>
                      <a:pt x="67" y="247"/>
                    </a:cubicBezTo>
                    <a:cubicBezTo>
                      <a:pt x="65" y="252"/>
                      <a:pt x="65" y="254"/>
                      <a:pt x="64" y="253"/>
                    </a:cubicBezTo>
                    <a:close/>
                    <a:moveTo>
                      <a:pt x="161" y="147"/>
                    </a:moveTo>
                    <a:cubicBezTo>
                      <a:pt x="159" y="148"/>
                      <a:pt x="160" y="147"/>
                      <a:pt x="158" y="146"/>
                    </a:cubicBezTo>
                    <a:cubicBezTo>
                      <a:pt x="157" y="146"/>
                      <a:pt x="157" y="146"/>
                      <a:pt x="157" y="146"/>
                    </a:cubicBezTo>
                    <a:cubicBezTo>
                      <a:pt x="157" y="146"/>
                      <a:pt x="157" y="145"/>
                      <a:pt x="157" y="145"/>
                    </a:cubicBezTo>
                    <a:cubicBezTo>
                      <a:pt x="158" y="145"/>
                      <a:pt x="158" y="145"/>
                      <a:pt x="158" y="145"/>
                    </a:cubicBezTo>
                    <a:cubicBezTo>
                      <a:pt x="159" y="146"/>
                      <a:pt x="159" y="145"/>
                      <a:pt x="160" y="146"/>
                    </a:cubicBezTo>
                    <a:cubicBezTo>
                      <a:pt x="161" y="147"/>
                      <a:pt x="161" y="147"/>
                      <a:pt x="161" y="147"/>
                    </a:cubicBezTo>
                    <a:close/>
                    <a:moveTo>
                      <a:pt x="174" y="140"/>
                    </a:moveTo>
                    <a:cubicBezTo>
                      <a:pt x="173" y="143"/>
                      <a:pt x="173" y="143"/>
                      <a:pt x="173" y="143"/>
                    </a:cubicBezTo>
                    <a:cubicBezTo>
                      <a:pt x="173" y="139"/>
                      <a:pt x="173" y="139"/>
                      <a:pt x="173" y="139"/>
                    </a:cubicBezTo>
                    <a:cubicBezTo>
                      <a:pt x="175" y="139"/>
                      <a:pt x="174" y="139"/>
                      <a:pt x="175" y="140"/>
                    </a:cubicBezTo>
                    <a:cubicBezTo>
                      <a:pt x="175" y="140"/>
                      <a:pt x="175" y="140"/>
                      <a:pt x="174" y="140"/>
                    </a:cubicBezTo>
                    <a:close/>
                    <a:moveTo>
                      <a:pt x="68" y="242"/>
                    </a:moveTo>
                    <a:cubicBezTo>
                      <a:pt x="72" y="242"/>
                      <a:pt x="69" y="242"/>
                      <a:pt x="70" y="243"/>
                    </a:cubicBezTo>
                    <a:cubicBezTo>
                      <a:pt x="69" y="244"/>
                      <a:pt x="69" y="244"/>
                      <a:pt x="69" y="244"/>
                    </a:cubicBezTo>
                    <a:cubicBezTo>
                      <a:pt x="68" y="243"/>
                      <a:pt x="68" y="243"/>
                      <a:pt x="68" y="242"/>
                    </a:cubicBezTo>
                    <a:close/>
                    <a:moveTo>
                      <a:pt x="139" y="79"/>
                    </a:moveTo>
                    <a:cubicBezTo>
                      <a:pt x="140" y="77"/>
                      <a:pt x="140" y="77"/>
                      <a:pt x="140" y="77"/>
                    </a:cubicBezTo>
                    <a:cubicBezTo>
                      <a:pt x="140" y="77"/>
                      <a:pt x="140" y="77"/>
                      <a:pt x="140" y="77"/>
                    </a:cubicBezTo>
                    <a:cubicBezTo>
                      <a:pt x="142" y="78"/>
                      <a:pt x="142" y="78"/>
                      <a:pt x="142" y="78"/>
                    </a:cubicBezTo>
                    <a:cubicBezTo>
                      <a:pt x="140" y="79"/>
                      <a:pt x="139" y="78"/>
                      <a:pt x="140" y="80"/>
                    </a:cubicBezTo>
                    <a:cubicBezTo>
                      <a:pt x="139" y="79"/>
                      <a:pt x="139" y="79"/>
                      <a:pt x="139" y="79"/>
                    </a:cubicBezTo>
                    <a:close/>
                    <a:moveTo>
                      <a:pt x="71" y="241"/>
                    </a:moveTo>
                    <a:cubicBezTo>
                      <a:pt x="70" y="241"/>
                      <a:pt x="71" y="241"/>
                      <a:pt x="70" y="240"/>
                    </a:cubicBezTo>
                    <a:cubicBezTo>
                      <a:pt x="73" y="240"/>
                      <a:pt x="73" y="240"/>
                      <a:pt x="73" y="240"/>
                    </a:cubicBezTo>
                    <a:cubicBezTo>
                      <a:pt x="71" y="242"/>
                      <a:pt x="72" y="241"/>
                      <a:pt x="71" y="241"/>
                    </a:cubicBezTo>
                    <a:close/>
                    <a:moveTo>
                      <a:pt x="71" y="241"/>
                    </a:moveTo>
                    <a:cubicBezTo>
                      <a:pt x="71" y="243"/>
                      <a:pt x="72" y="242"/>
                      <a:pt x="70" y="242"/>
                    </a:cubicBezTo>
                    <a:cubicBezTo>
                      <a:pt x="71" y="241"/>
                      <a:pt x="70" y="242"/>
                      <a:pt x="71" y="241"/>
                    </a:cubicBezTo>
                    <a:close/>
                    <a:moveTo>
                      <a:pt x="156" y="146"/>
                    </a:moveTo>
                    <a:cubicBezTo>
                      <a:pt x="156" y="146"/>
                      <a:pt x="157" y="146"/>
                      <a:pt x="156" y="147"/>
                    </a:cubicBezTo>
                    <a:cubicBezTo>
                      <a:pt x="156" y="147"/>
                      <a:pt x="155" y="147"/>
                      <a:pt x="156" y="14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" name="Freeform 11"/>
              <p:cNvSpPr/>
              <p:nvPr/>
            </p:nvSpPr>
            <p:spPr bwMode="auto">
              <a:xfrm>
                <a:off x="4854397" y="4333606"/>
                <a:ext cx="200025" cy="247650"/>
              </a:xfrm>
              <a:custGeom>
                <a:avLst/>
                <a:gdLst>
                  <a:gd name="T0" fmla="*/ 118 w 175"/>
                  <a:gd name="T1" fmla="*/ 8 h 216"/>
                  <a:gd name="T2" fmla="*/ 102 w 175"/>
                  <a:gd name="T3" fmla="*/ 0 h 216"/>
                  <a:gd name="T4" fmla="*/ 90 w 175"/>
                  <a:gd name="T5" fmla="*/ 10 h 216"/>
                  <a:gd name="T6" fmla="*/ 88 w 175"/>
                  <a:gd name="T7" fmla="*/ 35 h 216"/>
                  <a:gd name="T8" fmla="*/ 85 w 175"/>
                  <a:gd name="T9" fmla="*/ 57 h 216"/>
                  <a:gd name="T10" fmla="*/ 80 w 175"/>
                  <a:gd name="T11" fmla="*/ 72 h 216"/>
                  <a:gd name="T12" fmla="*/ 75 w 175"/>
                  <a:gd name="T13" fmla="*/ 80 h 216"/>
                  <a:gd name="T14" fmla="*/ 58 w 175"/>
                  <a:gd name="T15" fmla="*/ 88 h 216"/>
                  <a:gd name="T16" fmla="*/ 47 w 175"/>
                  <a:gd name="T17" fmla="*/ 94 h 216"/>
                  <a:gd name="T18" fmla="*/ 41 w 175"/>
                  <a:gd name="T19" fmla="*/ 98 h 216"/>
                  <a:gd name="T20" fmla="*/ 11 w 175"/>
                  <a:gd name="T21" fmla="*/ 105 h 216"/>
                  <a:gd name="T22" fmla="*/ 11 w 175"/>
                  <a:gd name="T23" fmla="*/ 122 h 216"/>
                  <a:gd name="T24" fmla="*/ 28 w 175"/>
                  <a:gd name="T25" fmla="*/ 131 h 216"/>
                  <a:gd name="T26" fmla="*/ 41 w 175"/>
                  <a:gd name="T27" fmla="*/ 133 h 216"/>
                  <a:gd name="T28" fmla="*/ 53 w 175"/>
                  <a:gd name="T29" fmla="*/ 130 h 216"/>
                  <a:gd name="T30" fmla="*/ 62 w 175"/>
                  <a:gd name="T31" fmla="*/ 127 h 216"/>
                  <a:gd name="T32" fmla="*/ 63 w 175"/>
                  <a:gd name="T33" fmla="*/ 139 h 216"/>
                  <a:gd name="T34" fmla="*/ 57 w 175"/>
                  <a:gd name="T35" fmla="*/ 151 h 216"/>
                  <a:gd name="T36" fmla="*/ 43 w 175"/>
                  <a:gd name="T37" fmla="*/ 173 h 216"/>
                  <a:gd name="T38" fmla="*/ 38 w 175"/>
                  <a:gd name="T39" fmla="*/ 179 h 216"/>
                  <a:gd name="T40" fmla="*/ 17 w 175"/>
                  <a:gd name="T41" fmla="*/ 198 h 216"/>
                  <a:gd name="T42" fmla="*/ 7 w 175"/>
                  <a:gd name="T43" fmla="*/ 205 h 216"/>
                  <a:gd name="T44" fmla="*/ 18 w 175"/>
                  <a:gd name="T45" fmla="*/ 215 h 216"/>
                  <a:gd name="T46" fmla="*/ 39 w 175"/>
                  <a:gd name="T47" fmla="*/ 213 h 216"/>
                  <a:gd name="T48" fmla="*/ 58 w 175"/>
                  <a:gd name="T49" fmla="*/ 201 h 216"/>
                  <a:gd name="T50" fmla="*/ 72 w 175"/>
                  <a:gd name="T51" fmla="*/ 184 h 216"/>
                  <a:gd name="T52" fmla="*/ 82 w 175"/>
                  <a:gd name="T53" fmla="*/ 170 h 216"/>
                  <a:gd name="T54" fmla="*/ 111 w 175"/>
                  <a:gd name="T55" fmla="*/ 165 h 216"/>
                  <a:gd name="T56" fmla="*/ 142 w 175"/>
                  <a:gd name="T57" fmla="*/ 200 h 216"/>
                  <a:gd name="T58" fmla="*/ 154 w 175"/>
                  <a:gd name="T59" fmla="*/ 205 h 216"/>
                  <a:gd name="T60" fmla="*/ 162 w 175"/>
                  <a:gd name="T61" fmla="*/ 207 h 216"/>
                  <a:gd name="T62" fmla="*/ 174 w 175"/>
                  <a:gd name="T63" fmla="*/ 195 h 216"/>
                  <a:gd name="T64" fmla="*/ 170 w 175"/>
                  <a:gd name="T65" fmla="*/ 175 h 216"/>
                  <a:gd name="T66" fmla="*/ 162 w 175"/>
                  <a:gd name="T67" fmla="*/ 165 h 216"/>
                  <a:gd name="T68" fmla="*/ 148 w 175"/>
                  <a:gd name="T69" fmla="*/ 153 h 216"/>
                  <a:gd name="T70" fmla="*/ 126 w 175"/>
                  <a:gd name="T71" fmla="*/ 139 h 216"/>
                  <a:gd name="T72" fmla="*/ 112 w 175"/>
                  <a:gd name="T73" fmla="*/ 134 h 216"/>
                  <a:gd name="T74" fmla="*/ 111 w 175"/>
                  <a:gd name="T75" fmla="*/ 135 h 216"/>
                  <a:gd name="T76" fmla="*/ 102 w 175"/>
                  <a:gd name="T77" fmla="*/ 132 h 216"/>
                  <a:gd name="T78" fmla="*/ 108 w 175"/>
                  <a:gd name="T79" fmla="*/ 109 h 216"/>
                  <a:gd name="T80" fmla="*/ 119 w 175"/>
                  <a:gd name="T81" fmla="*/ 103 h 216"/>
                  <a:gd name="T82" fmla="*/ 123 w 175"/>
                  <a:gd name="T83" fmla="*/ 101 h 216"/>
                  <a:gd name="T84" fmla="*/ 141 w 175"/>
                  <a:gd name="T85" fmla="*/ 92 h 216"/>
                  <a:gd name="T86" fmla="*/ 151 w 175"/>
                  <a:gd name="T87" fmla="*/ 89 h 216"/>
                  <a:gd name="T88" fmla="*/ 162 w 175"/>
                  <a:gd name="T89" fmla="*/ 84 h 216"/>
                  <a:gd name="T90" fmla="*/ 173 w 175"/>
                  <a:gd name="T91" fmla="*/ 69 h 216"/>
                  <a:gd name="T92" fmla="*/ 152 w 175"/>
                  <a:gd name="T93" fmla="*/ 59 h 216"/>
                  <a:gd name="T94" fmla="*/ 141 w 175"/>
                  <a:gd name="T95" fmla="*/ 54 h 216"/>
                  <a:gd name="T96" fmla="*/ 119 w 175"/>
                  <a:gd name="T97" fmla="*/ 58 h 216"/>
                  <a:gd name="T98" fmla="*/ 120 w 175"/>
                  <a:gd name="T99" fmla="*/ 37 h 216"/>
                  <a:gd name="T100" fmla="*/ 122 w 175"/>
                  <a:gd name="T101" fmla="*/ 25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175" h="216">
                    <a:moveTo>
                      <a:pt x="121" y="13"/>
                    </a:moveTo>
                    <a:cubicBezTo>
                      <a:pt x="120" y="11"/>
                      <a:pt x="119" y="11"/>
                      <a:pt x="119" y="9"/>
                    </a:cubicBezTo>
                    <a:cubicBezTo>
                      <a:pt x="118" y="10"/>
                      <a:pt x="118" y="10"/>
                      <a:pt x="118" y="10"/>
                    </a:cubicBezTo>
                    <a:cubicBezTo>
                      <a:pt x="118" y="9"/>
                      <a:pt x="118" y="8"/>
                      <a:pt x="118" y="8"/>
                    </a:cubicBezTo>
                    <a:cubicBezTo>
                      <a:pt x="117" y="7"/>
                      <a:pt x="117" y="7"/>
                      <a:pt x="117" y="7"/>
                    </a:cubicBezTo>
                    <a:cubicBezTo>
                      <a:pt x="116" y="6"/>
                      <a:pt x="115" y="5"/>
                      <a:pt x="114" y="4"/>
                    </a:cubicBezTo>
                    <a:cubicBezTo>
                      <a:pt x="112" y="2"/>
                      <a:pt x="109" y="1"/>
                      <a:pt x="107" y="1"/>
                    </a:cubicBezTo>
                    <a:cubicBezTo>
                      <a:pt x="105" y="0"/>
                      <a:pt x="104" y="0"/>
                      <a:pt x="102" y="0"/>
                    </a:cubicBezTo>
                    <a:cubicBezTo>
                      <a:pt x="99" y="1"/>
                      <a:pt x="99" y="1"/>
                      <a:pt x="99" y="1"/>
                    </a:cubicBezTo>
                    <a:cubicBezTo>
                      <a:pt x="99" y="1"/>
                      <a:pt x="99" y="1"/>
                      <a:pt x="98" y="1"/>
                    </a:cubicBezTo>
                    <a:cubicBezTo>
                      <a:pt x="96" y="3"/>
                      <a:pt x="96" y="6"/>
                      <a:pt x="92" y="6"/>
                    </a:cubicBezTo>
                    <a:cubicBezTo>
                      <a:pt x="90" y="10"/>
                      <a:pt x="90" y="10"/>
                      <a:pt x="90" y="10"/>
                    </a:cubicBezTo>
                    <a:cubicBezTo>
                      <a:pt x="88" y="19"/>
                      <a:pt x="91" y="18"/>
                      <a:pt x="90" y="20"/>
                    </a:cubicBezTo>
                    <a:cubicBezTo>
                      <a:pt x="90" y="20"/>
                      <a:pt x="90" y="20"/>
                      <a:pt x="90" y="20"/>
                    </a:cubicBezTo>
                    <a:cubicBezTo>
                      <a:pt x="90" y="21"/>
                      <a:pt x="90" y="21"/>
                      <a:pt x="90" y="21"/>
                    </a:cubicBezTo>
                    <a:cubicBezTo>
                      <a:pt x="90" y="25"/>
                      <a:pt x="88" y="31"/>
                      <a:pt x="88" y="35"/>
                    </a:cubicBezTo>
                    <a:cubicBezTo>
                      <a:pt x="88" y="36"/>
                      <a:pt x="88" y="36"/>
                      <a:pt x="88" y="36"/>
                    </a:cubicBezTo>
                    <a:cubicBezTo>
                      <a:pt x="88" y="38"/>
                      <a:pt x="87" y="38"/>
                      <a:pt x="87" y="41"/>
                    </a:cubicBezTo>
                    <a:cubicBezTo>
                      <a:pt x="85" y="52"/>
                      <a:pt x="85" y="52"/>
                      <a:pt x="85" y="52"/>
                    </a:cubicBezTo>
                    <a:cubicBezTo>
                      <a:pt x="85" y="54"/>
                      <a:pt x="85" y="54"/>
                      <a:pt x="85" y="57"/>
                    </a:cubicBezTo>
                    <a:cubicBezTo>
                      <a:pt x="82" y="63"/>
                      <a:pt x="82" y="63"/>
                      <a:pt x="82" y="63"/>
                    </a:cubicBezTo>
                    <a:cubicBezTo>
                      <a:pt x="82" y="63"/>
                      <a:pt x="82" y="65"/>
                      <a:pt x="82" y="66"/>
                    </a:cubicBezTo>
                    <a:cubicBezTo>
                      <a:pt x="81" y="65"/>
                      <a:pt x="82" y="66"/>
                      <a:pt x="81" y="68"/>
                    </a:cubicBezTo>
                    <a:cubicBezTo>
                      <a:pt x="80" y="72"/>
                      <a:pt x="80" y="72"/>
                      <a:pt x="80" y="72"/>
                    </a:cubicBezTo>
                    <a:cubicBezTo>
                      <a:pt x="79" y="72"/>
                      <a:pt x="80" y="72"/>
                      <a:pt x="80" y="72"/>
                    </a:cubicBezTo>
                    <a:cubicBezTo>
                      <a:pt x="80" y="73"/>
                      <a:pt x="80" y="75"/>
                      <a:pt x="79" y="76"/>
                    </a:cubicBezTo>
                    <a:cubicBezTo>
                      <a:pt x="78" y="78"/>
                      <a:pt x="76" y="79"/>
                      <a:pt x="74" y="79"/>
                    </a:cubicBezTo>
                    <a:cubicBezTo>
                      <a:pt x="75" y="80"/>
                      <a:pt x="75" y="80"/>
                      <a:pt x="75" y="80"/>
                    </a:cubicBezTo>
                    <a:cubicBezTo>
                      <a:pt x="72" y="80"/>
                      <a:pt x="69" y="82"/>
                      <a:pt x="66" y="84"/>
                    </a:cubicBezTo>
                    <a:cubicBezTo>
                      <a:pt x="64" y="85"/>
                      <a:pt x="65" y="84"/>
                      <a:pt x="64" y="85"/>
                    </a:cubicBezTo>
                    <a:cubicBezTo>
                      <a:pt x="63" y="86"/>
                      <a:pt x="61" y="86"/>
                      <a:pt x="61" y="86"/>
                    </a:cubicBezTo>
                    <a:cubicBezTo>
                      <a:pt x="60" y="87"/>
                      <a:pt x="60" y="88"/>
                      <a:pt x="58" y="88"/>
                    </a:cubicBezTo>
                    <a:cubicBezTo>
                      <a:pt x="51" y="92"/>
                      <a:pt x="51" y="92"/>
                      <a:pt x="51" y="92"/>
                    </a:cubicBezTo>
                    <a:cubicBezTo>
                      <a:pt x="51" y="92"/>
                      <a:pt x="51" y="92"/>
                      <a:pt x="51" y="92"/>
                    </a:cubicBezTo>
                    <a:cubicBezTo>
                      <a:pt x="49" y="93"/>
                      <a:pt x="49" y="93"/>
                      <a:pt x="49" y="93"/>
                    </a:cubicBezTo>
                    <a:cubicBezTo>
                      <a:pt x="48" y="93"/>
                      <a:pt x="48" y="94"/>
                      <a:pt x="47" y="94"/>
                    </a:cubicBezTo>
                    <a:cubicBezTo>
                      <a:pt x="44" y="96"/>
                      <a:pt x="44" y="96"/>
                      <a:pt x="44" y="96"/>
                    </a:cubicBezTo>
                    <a:cubicBezTo>
                      <a:pt x="42" y="97"/>
                      <a:pt x="44" y="97"/>
                      <a:pt x="41" y="97"/>
                    </a:cubicBezTo>
                    <a:cubicBezTo>
                      <a:pt x="42" y="97"/>
                      <a:pt x="42" y="97"/>
                      <a:pt x="42" y="97"/>
                    </a:cubicBezTo>
                    <a:cubicBezTo>
                      <a:pt x="42" y="97"/>
                      <a:pt x="42" y="98"/>
                      <a:pt x="41" y="98"/>
                    </a:cubicBezTo>
                    <a:cubicBezTo>
                      <a:pt x="26" y="102"/>
                      <a:pt x="26" y="102"/>
                      <a:pt x="26" y="102"/>
                    </a:cubicBezTo>
                    <a:cubicBezTo>
                      <a:pt x="24" y="102"/>
                      <a:pt x="21" y="102"/>
                      <a:pt x="19" y="102"/>
                    </a:cubicBezTo>
                    <a:cubicBezTo>
                      <a:pt x="18" y="103"/>
                      <a:pt x="19" y="103"/>
                      <a:pt x="18" y="103"/>
                    </a:cubicBezTo>
                    <a:cubicBezTo>
                      <a:pt x="11" y="105"/>
                      <a:pt x="11" y="105"/>
                      <a:pt x="11" y="105"/>
                    </a:cubicBezTo>
                    <a:cubicBezTo>
                      <a:pt x="12" y="106"/>
                      <a:pt x="12" y="105"/>
                      <a:pt x="12" y="106"/>
                    </a:cubicBezTo>
                    <a:cubicBezTo>
                      <a:pt x="12" y="106"/>
                      <a:pt x="11" y="107"/>
                      <a:pt x="11" y="107"/>
                    </a:cubicBezTo>
                    <a:cubicBezTo>
                      <a:pt x="7" y="113"/>
                      <a:pt x="11" y="111"/>
                      <a:pt x="9" y="116"/>
                    </a:cubicBezTo>
                    <a:cubicBezTo>
                      <a:pt x="8" y="118"/>
                      <a:pt x="10" y="120"/>
                      <a:pt x="11" y="122"/>
                    </a:cubicBezTo>
                    <a:cubicBezTo>
                      <a:pt x="13" y="125"/>
                      <a:pt x="13" y="123"/>
                      <a:pt x="15" y="125"/>
                    </a:cubicBezTo>
                    <a:cubicBezTo>
                      <a:pt x="18" y="127"/>
                      <a:pt x="18" y="127"/>
                      <a:pt x="18" y="127"/>
                    </a:cubicBezTo>
                    <a:cubicBezTo>
                      <a:pt x="19" y="128"/>
                      <a:pt x="19" y="127"/>
                      <a:pt x="21" y="128"/>
                    </a:cubicBezTo>
                    <a:cubicBezTo>
                      <a:pt x="24" y="129"/>
                      <a:pt x="26" y="131"/>
                      <a:pt x="28" y="131"/>
                    </a:cubicBezTo>
                    <a:cubicBezTo>
                      <a:pt x="35" y="132"/>
                      <a:pt x="35" y="132"/>
                      <a:pt x="35" y="132"/>
                    </a:cubicBezTo>
                    <a:cubicBezTo>
                      <a:pt x="35" y="132"/>
                      <a:pt x="36" y="132"/>
                      <a:pt x="36" y="132"/>
                    </a:cubicBezTo>
                    <a:cubicBezTo>
                      <a:pt x="40" y="133"/>
                      <a:pt x="40" y="133"/>
                      <a:pt x="40" y="133"/>
                    </a:cubicBezTo>
                    <a:cubicBezTo>
                      <a:pt x="40" y="133"/>
                      <a:pt x="41" y="133"/>
                      <a:pt x="41" y="133"/>
                    </a:cubicBezTo>
                    <a:cubicBezTo>
                      <a:pt x="44" y="133"/>
                      <a:pt x="44" y="133"/>
                      <a:pt x="44" y="133"/>
                    </a:cubicBezTo>
                    <a:cubicBezTo>
                      <a:pt x="44" y="133"/>
                      <a:pt x="44" y="133"/>
                      <a:pt x="44" y="133"/>
                    </a:cubicBezTo>
                    <a:cubicBezTo>
                      <a:pt x="53" y="130"/>
                      <a:pt x="53" y="130"/>
                      <a:pt x="53" y="130"/>
                    </a:cubicBezTo>
                    <a:cubicBezTo>
                      <a:pt x="53" y="130"/>
                      <a:pt x="53" y="130"/>
                      <a:pt x="53" y="130"/>
                    </a:cubicBezTo>
                    <a:cubicBezTo>
                      <a:pt x="55" y="129"/>
                      <a:pt x="55" y="129"/>
                      <a:pt x="55" y="129"/>
                    </a:cubicBezTo>
                    <a:cubicBezTo>
                      <a:pt x="55" y="129"/>
                      <a:pt x="55" y="129"/>
                      <a:pt x="55" y="129"/>
                    </a:cubicBezTo>
                    <a:cubicBezTo>
                      <a:pt x="57" y="128"/>
                      <a:pt x="57" y="129"/>
                      <a:pt x="59" y="128"/>
                    </a:cubicBezTo>
                    <a:cubicBezTo>
                      <a:pt x="61" y="126"/>
                      <a:pt x="59" y="127"/>
                      <a:pt x="62" y="127"/>
                    </a:cubicBezTo>
                    <a:cubicBezTo>
                      <a:pt x="69" y="124"/>
                      <a:pt x="69" y="124"/>
                      <a:pt x="69" y="124"/>
                    </a:cubicBezTo>
                    <a:cubicBezTo>
                      <a:pt x="68" y="126"/>
                      <a:pt x="69" y="124"/>
                      <a:pt x="68" y="126"/>
                    </a:cubicBezTo>
                    <a:cubicBezTo>
                      <a:pt x="67" y="132"/>
                      <a:pt x="67" y="130"/>
                      <a:pt x="65" y="135"/>
                    </a:cubicBezTo>
                    <a:cubicBezTo>
                      <a:pt x="63" y="139"/>
                      <a:pt x="63" y="139"/>
                      <a:pt x="63" y="139"/>
                    </a:cubicBezTo>
                    <a:cubicBezTo>
                      <a:pt x="63" y="139"/>
                      <a:pt x="63" y="139"/>
                      <a:pt x="63" y="140"/>
                    </a:cubicBezTo>
                    <a:cubicBezTo>
                      <a:pt x="63" y="140"/>
                      <a:pt x="63" y="140"/>
                      <a:pt x="63" y="140"/>
                    </a:cubicBezTo>
                    <a:cubicBezTo>
                      <a:pt x="61" y="144"/>
                      <a:pt x="62" y="141"/>
                      <a:pt x="60" y="145"/>
                    </a:cubicBezTo>
                    <a:cubicBezTo>
                      <a:pt x="57" y="151"/>
                      <a:pt x="57" y="151"/>
                      <a:pt x="57" y="151"/>
                    </a:cubicBezTo>
                    <a:cubicBezTo>
                      <a:pt x="57" y="151"/>
                      <a:pt x="56" y="152"/>
                      <a:pt x="56" y="152"/>
                    </a:cubicBezTo>
                    <a:cubicBezTo>
                      <a:pt x="49" y="165"/>
                      <a:pt x="49" y="165"/>
                      <a:pt x="49" y="165"/>
                    </a:cubicBezTo>
                    <a:cubicBezTo>
                      <a:pt x="49" y="165"/>
                      <a:pt x="48" y="165"/>
                      <a:pt x="48" y="165"/>
                    </a:cubicBezTo>
                    <a:cubicBezTo>
                      <a:pt x="43" y="173"/>
                      <a:pt x="43" y="173"/>
                      <a:pt x="43" y="173"/>
                    </a:cubicBezTo>
                    <a:cubicBezTo>
                      <a:pt x="42" y="174"/>
                      <a:pt x="42" y="174"/>
                      <a:pt x="41" y="175"/>
                    </a:cubicBezTo>
                    <a:cubicBezTo>
                      <a:pt x="40" y="176"/>
                      <a:pt x="40" y="176"/>
                      <a:pt x="40" y="177"/>
                    </a:cubicBezTo>
                    <a:cubicBezTo>
                      <a:pt x="39" y="176"/>
                      <a:pt x="39" y="176"/>
                      <a:pt x="39" y="176"/>
                    </a:cubicBezTo>
                    <a:cubicBezTo>
                      <a:pt x="39" y="178"/>
                      <a:pt x="39" y="178"/>
                      <a:pt x="38" y="179"/>
                    </a:cubicBezTo>
                    <a:cubicBezTo>
                      <a:pt x="28" y="190"/>
                      <a:pt x="28" y="190"/>
                      <a:pt x="28" y="190"/>
                    </a:cubicBezTo>
                    <a:cubicBezTo>
                      <a:pt x="27" y="190"/>
                      <a:pt x="27" y="190"/>
                      <a:pt x="27" y="189"/>
                    </a:cubicBezTo>
                    <a:cubicBezTo>
                      <a:pt x="26" y="191"/>
                      <a:pt x="23" y="193"/>
                      <a:pt x="22" y="194"/>
                    </a:cubicBezTo>
                    <a:cubicBezTo>
                      <a:pt x="17" y="198"/>
                      <a:pt x="17" y="198"/>
                      <a:pt x="17" y="198"/>
                    </a:cubicBezTo>
                    <a:cubicBezTo>
                      <a:pt x="17" y="198"/>
                      <a:pt x="16" y="199"/>
                      <a:pt x="16" y="199"/>
                    </a:cubicBezTo>
                    <a:cubicBezTo>
                      <a:pt x="15" y="199"/>
                      <a:pt x="15" y="199"/>
                      <a:pt x="15" y="199"/>
                    </a:cubicBezTo>
                    <a:cubicBezTo>
                      <a:pt x="7" y="205"/>
                      <a:pt x="7" y="205"/>
                      <a:pt x="7" y="205"/>
                    </a:cubicBezTo>
                    <a:cubicBezTo>
                      <a:pt x="7" y="205"/>
                      <a:pt x="7" y="205"/>
                      <a:pt x="7" y="205"/>
                    </a:cubicBezTo>
                    <a:cubicBezTo>
                      <a:pt x="0" y="209"/>
                      <a:pt x="0" y="209"/>
                      <a:pt x="0" y="209"/>
                    </a:cubicBezTo>
                    <a:cubicBezTo>
                      <a:pt x="0" y="211"/>
                      <a:pt x="0" y="211"/>
                      <a:pt x="0" y="211"/>
                    </a:cubicBezTo>
                    <a:cubicBezTo>
                      <a:pt x="2" y="211"/>
                      <a:pt x="4" y="211"/>
                      <a:pt x="5" y="213"/>
                    </a:cubicBezTo>
                    <a:cubicBezTo>
                      <a:pt x="9" y="211"/>
                      <a:pt x="14" y="215"/>
                      <a:pt x="18" y="215"/>
                    </a:cubicBezTo>
                    <a:cubicBezTo>
                      <a:pt x="22" y="215"/>
                      <a:pt x="24" y="214"/>
                      <a:pt x="28" y="214"/>
                    </a:cubicBezTo>
                    <a:cubicBezTo>
                      <a:pt x="28" y="216"/>
                      <a:pt x="28" y="216"/>
                      <a:pt x="28" y="216"/>
                    </a:cubicBezTo>
                    <a:cubicBezTo>
                      <a:pt x="34" y="215"/>
                      <a:pt x="35" y="214"/>
                      <a:pt x="35" y="214"/>
                    </a:cubicBezTo>
                    <a:cubicBezTo>
                      <a:pt x="37" y="213"/>
                      <a:pt x="38" y="213"/>
                      <a:pt x="39" y="213"/>
                    </a:cubicBezTo>
                    <a:cubicBezTo>
                      <a:pt x="42" y="211"/>
                      <a:pt x="42" y="211"/>
                      <a:pt x="42" y="211"/>
                    </a:cubicBezTo>
                    <a:cubicBezTo>
                      <a:pt x="47" y="209"/>
                      <a:pt x="48" y="206"/>
                      <a:pt x="54" y="205"/>
                    </a:cubicBezTo>
                    <a:cubicBezTo>
                      <a:pt x="56" y="204"/>
                      <a:pt x="56" y="203"/>
                      <a:pt x="57" y="204"/>
                    </a:cubicBezTo>
                    <a:cubicBezTo>
                      <a:pt x="58" y="201"/>
                      <a:pt x="58" y="201"/>
                      <a:pt x="58" y="201"/>
                    </a:cubicBezTo>
                    <a:cubicBezTo>
                      <a:pt x="60" y="200"/>
                      <a:pt x="59" y="200"/>
                      <a:pt x="61" y="198"/>
                    </a:cubicBezTo>
                    <a:cubicBezTo>
                      <a:pt x="67" y="192"/>
                      <a:pt x="67" y="192"/>
                      <a:pt x="67" y="192"/>
                    </a:cubicBezTo>
                    <a:cubicBezTo>
                      <a:pt x="68" y="191"/>
                      <a:pt x="69" y="189"/>
                      <a:pt x="70" y="188"/>
                    </a:cubicBezTo>
                    <a:cubicBezTo>
                      <a:pt x="72" y="186"/>
                      <a:pt x="71" y="187"/>
                      <a:pt x="72" y="184"/>
                    </a:cubicBezTo>
                    <a:cubicBezTo>
                      <a:pt x="76" y="179"/>
                      <a:pt x="76" y="179"/>
                      <a:pt x="76" y="179"/>
                    </a:cubicBezTo>
                    <a:cubicBezTo>
                      <a:pt x="76" y="178"/>
                      <a:pt x="77" y="178"/>
                      <a:pt x="77" y="177"/>
                    </a:cubicBezTo>
                    <a:cubicBezTo>
                      <a:pt x="79" y="175"/>
                      <a:pt x="80" y="173"/>
                      <a:pt x="81" y="171"/>
                    </a:cubicBezTo>
                    <a:cubicBezTo>
                      <a:pt x="82" y="170"/>
                      <a:pt x="82" y="171"/>
                      <a:pt x="82" y="170"/>
                    </a:cubicBezTo>
                    <a:cubicBezTo>
                      <a:pt x="95" y="146"/>
                      <a:pt x="95" y="146"/>
                      <a:pt x="95" y="146"/>
                    </a:cubicBezTo>
                    <a:cubicBezTo>
                      <a:pt x="95" y="146"/>
                      <a:pt x="96" y="145"/>
                      <a:pt x="96" y="145"/>
                    </a:cubicBezTo>
                    <a:cubicBezTo>
                      <a:pt x="100" y="148"/>
                      <a:pt x="102" y="154"/>
                      <a:pt x="106" y="157"/>
                    </a:cubicBezTo>
                    <a:cubicBezTo>
                      <a:pt x="109" y="161"/>
                      <a:pt x="109" y="161"/>
                      <a:pt x="111" y="165"/>
                    </a:cubicBezTo>
                    <a:cubicBezTo>
                      <a:pt x="119" y="176"/>
                      <a:pt x="119" y="176"/>
                      <a:pt x="119" y="176"/>
                    </a:cubicBezTo>
                    <a:cubicBezTo>
                      <a:pt x="120" y="178"/>
                      <a:pt x="119" y="177"/>
                      <a:pt x="120" y="178"/>
                    </a:cubicBezTo>
                    <a:cubicBezTo>
                      <a:pt x="124" y="183"/>
                      <a:pt x="123" y="184"/>
                      <a:pt x="129" y="189"/>
                    </a:cubicBezTo>
                    <a:cubicBezTo>
                      <a:pt x="142" y="200"/>
                      <a:pt x="142" y="200"/>
                      <a:pt x="142" y="200"/>
                    </a:cubicBezTo>
                    <a:cubicBezTo>
                      <a:pt x="142" y="200"/>
                      <a:pt x="143" y="200"/>
                      <a:pt x="143" y="200"/>
                    </a:cubicBezTo>
                    <a:cubicBezTo>
                      <a:pt x="145" y="202"/>
                      <a:pt x="145" y="202"/>
                      <a:pt x="145" y="202"/>
                    </a:cubicBezTo>
                    <a:cubicBezTo>
                      <a:pt x="146" y="202"/>
                      <a:pt x="146" y="202"/>
                      <a:pt x="146" y="202"/>
                    </a:cubicBezTo>
                    <a:cubicBezTo>
                      <a:pt x="154" y="205"/>
                      <a:pt x="154" y="205"/>
                      <a:pt x="154" y="205"/>
                    </a:cubicBezTo>
                    <a:cubicBezTo>
                      <a:pt x="158" y="207"/>
                      <a:pt x="159" y="206"/>
                      <a:pt x="160" y="206"/>
                    </a:cubicBezTo>
                    <a:cubicBezTo>
                      <a:pt x="161" y="207"/>
                      <a:pt x="160" y="206"/>
                      <a:pt x="161" y="206"/>
                    </a:cubicBezTo>
                    <a:cubicBezTo>
                      <a:pt x="162" y="207"/>
                      <a:pt x="162" y="207"/>
                      <a:pt x="162" y="207"/>
                    </a:cubicBezTo>
                    <a:cubicBezTo>
                      <a:pt x="162" y="207"/>
                      <a:pt x="162" y="207"/>
                      <a:pt x="162" y="207"/>
                    </a:cubicBezTo>
                    <a:cubicBezTo>
                      <a:pt x="162" y="206"/>
                      <a:pt x="162" y="207"/>
                      <a:pt x="162" y="206"/>
                    </a:cubicBezTo>
                    <a:cubicBezTo>
                      <a:pt x="167" y="206"/>
                      <a:pt x="170" y="203"/>
                      <a:pt x="173" y="200"/>
                    </a:cubicBezTo>
                    <a:cubicBezTo>
                      <a:pt x="173" y="199"/>
                      <a:pt x="174" y="199"/>
                      <a:pt x="174" y="198"/>
                    </a:cubicBezTo>
                    <a:cubicBezTo>
                      <a:pt x="174" y="197"/>
                      <a:pt x="174" y="195"/>
                      <a:pt x="174" y="195"/>
                    </a:cubicBezTo>
                    <a:cubicBezTo>
                      <a:pt x="175" y="193"/>
                      <a:pt x="175" y="193"/>
                      <a:pt x="175" y="193"/>
                    </a:cubicBezTo>
                    <a:cubicBezTo>
                      <a:pt x="175" y="190"/>
                      <a:pt x="175" y="188"/>
                      <a:pt x="174" y="185"/>
                    </a:cubicBezTo>
                    <a:cubicBezTo>
                      <a:pt x="174" y="184"/>
                      <a:pt x="174" y="184"/>
                      <a:pt x="174" y="184"/>
                    </a:cubicBezTo>
                    <a:cubicBezTo>
                      <a:pt x="170" y="175"/>
                      <a:pt x="170" y="175"/>
                      <a:pt x="170" y="175"/>
                    </a:cubicBezTo>
                    <a:cubicBezTo>
                      <a:pt x="169" y="174"/>
                      <a:pt x="170" y="174"/>
                      <a:pt x="168" y="171"/>
                    </a:cubicBezTo>
                    <a:cubicBezTo>
                      <a:pt x="164" y="167"/>
                      <a:pt x="164" y="167"/>
                      <a:pt x="164" y="167"/>
                    </a:cubicBezTo>
                    <a:cubicBezTo>
                      <a:pt x="163" y="166"/>
                      <a:pt x="163" y="166"/>
                      <a:pt x="163" y="166"/>
                    </a:cubicBezTo>
                    <a:cubicBezTo>
                      <a:pt x="162" y="165"/>
                      <a:pt x="162" y="165"/>
                      <a:pt x="162" y="165"/>
                    </a:cubicBezTo>
                    <a:cubicBezTo>
                      <a:pt x="161" y="164"/>
                      <a:pt x="161" y="164"/>
                      <a:pt x="159" y="163"/>
                    </a:cubicBezTo>
                    <a:cubicBezTo>
                      <a:pt x="160" y="162"/>
                      <a:pt x="160" y="162"/>
                      <a:pt x="160" y="162"/>
                    </a:cubicBezTo>
                    <a:cubicBezTo>
                      <a:pt x="158" y="162"/>
                      <a:pt x="159" y="161"/>
                      <a:pt x="157" y="160"/>
                    </a:cubicBezTo>
                    <a:cubicBezTo>
                      <a:pt x="148" y="153"/>
                      <a:pt x="148" y="153"/>
                      <a:pt x="148" y="153"/>
                    </a:cubicBezTo>
                    <a:cubicBezTo>
                      <a:pt x="146" y="151"/>
                      <a:pt x="142" y="146"/>
                      <a:pt x="138" y="145"/>
                    </a:cubicBezTo>
                    <a:cubicBezTo>
                      <a:pt x="139" y="145"/>
                      <a:pt x="139" y="145"/>
                      <a:pt x="139" y="145"/>
                    </a:cubicBezTo>
                    <a:cubicBezTo>
                      <a:pt x="137" y="144"/>
                      <a:pt x="136" y="144"/>
                      <a:pt x="135" y="143"/>
                    </a:cubicBezTo>
                    <a:cubicBezTo>
                      <a:pt x="126" y="139"/>
                      <a:pt x="126" y="139"/>
                      <a:pt x="126" y="139"/>
                    </a:cubicBezTo>
                    <a:cubicBezTo>
                      <a:pt x="123" y="138"/>
                      <a:pt x="122" y="137"/>
                      <a:pt x="119" y="137"/>
                    </a:cubicBezTo>
                    <a:cubicBezTo>
                      <a:pt x="119" y="136"/>
                      <a:pt x="117" y="136"/>
                      <a:pt x="116" y="135"/>
                    </a:cubicBezTo>
                    <a:cubicBezTo>
                      <a:pt x="113" y="135"/>
                      <a:pt x="113" y="135"/>
                      <a:pt x="113" y="135"/>
                    </a:cubicBezTo>
                    <a:cubicBezTo>
                      <a:pt x="112" y="133"/>
                      <a:pt x="113" y="134"/>
                      <a:pt x="112" y="134"/>
                    </a:cubicBezTo>
                    <a:cubicBezTo>
                      <a:pt x="111" y="134"/>
                      <a:pt x="111" y="134"/>
                      <a:pt x="111" y="134"/>
                    </a:cubicBezTo>
                    <a:cubicBezTo>
                      <a:pt x="111" y="134"/>
                      <a:pt x="111" y="134"/>
                      <a:pt x="111" y="134"/>
                    </a:cubicBezTo>
                    <a:cubicBezTo>
                      <a:pt x="111" y="134"/>
                      <a:pt x="111" y="135"/>
                      <a:pt x="111" y="135"/>
                    </a:cubicBezTo>
                    <a:cubicBezTo>
                      <a:pt x="111" y="134"/>
                      <a:pt x="111" y="135"/>
                      <a:pt x="111" y="135"/>
                    </a:cubicBezTo>
                    <a:cubicBezTo>
                      <a:pt x="110" y="134"/>
                      <a:pt x="110" y="134"/>
                      <a:pt x="110" y="134"/>
                    </a:cubicBezTo>
                    <a:cubicBezTo>
                      <a:pt x="110" y="134"/>
                      <a:pt x="109" y="134"/>
                      <a:pt x="109" y="134"/>
                    </a:cubicBezTo>
                    <a:cubicBezTo>
                      <a:pt x="108" y="133"/>
                      <a:pt x="106" y="134"/>
                      <a:pt x="106" y="133"/>
                    </a:cubicBezTo>
                    <a:cubicBezTo>
                      <a:pt x="103" y="133"/>
                      <a:pt x="104" y="132"/>
                      <a:pt x="102" y="132"/>
                    </a:cubicBezTo>
                    <a:cubicBezTo>
                      <a:pt x="105" y="121"/>
                      <a:pt x="105" y="121"/>
                      <a:pt x="105" y="121"/>
                    </a:cubicBezTo>
                    <a:cubicBezTo>
                      <a:pt x="105" y="119"/>
                      <a:pt x="105" y="120"/>
                      <a:pt x="105" y="119"/>
                    </a:cubicBezTo>
                    <a:cubicBezTo>
                      <a:pt x="107" y="114"/>
                      <a:pt x="107" y="114"/>
                      <a:pt x="107" y="114"/>
                    </a:cubicBezTo>
                    <a:cubicBezTo>
                      <a:pt x="107" y="110"/>
                      <a:pt x="107" y="112"/>
                      <a:pt x="108" y="109"/>
                    </a:cubicBezTo>
                    <a:cubicBezTo>
                      <a:pt x="109" y="108"/>
                      <a:pt x="109" y="108"/>
                      <a:pt x="109" y="108"/>
                    </a:cubicBezTo>
                    <a:cubicBezTo>
                      <a:pt x="109" y="106"/>
                      <a:pt x="109" y="107"/>
                      <a:pt x="109" y="105"/>
                    </a:cubicBezTo>
                    <a:cubicBezTo>
                      <a:pt x="113" y="105"/>
                      <a:pt x="114" y="104"/>
                      <a:pt x="117" y="103"/>
                    </a:cubicBezTo>
                    <a:cubicBezTo>
                      <a:pt x="118" y="103"/>
                      <a:pt x="119" y="103"/>
                      <a:pt x="119" y="103"/>
                    </a:cubicBezTo>
                    <a:cubicBezTo>
                      <a:pt x="120" y="102"/>
                      <a:pt x="120" y="102"/>
                      <a:pt x="120" y="102"/>
                    </a:cubicBezTo>
                    <a:cubicBezTo>
                      <a:pt x="120" y="102"/>
                      <a:pt x="121" y="102"/>
                      <a:pt x="121" y="102"/>
                    </a:cubicBezTo>
                    <a:cubicBezTo>
                      <a:pt x="122" y="102"/>
                      <a:pt x="122" y="102"/>
                      <a:pt x="122" y="102"/>
                    </a:cubicBezTo>
                    <a:cubicBezTo>
                      <a:pt x="124" y="101"/>
                      <a:pt x="122" y="102"/>
                      <a:pt x="123" y="101"/>
                    </a:cubicBezTo>
                    <a:cubicBezTo>
                      <a:pt x="135" y="96"/>
                      <a:pt x="135" y="96"/>
                      <a:pt x="135" y="96"/>
                    </a:cubicBezTo>
                    <a:cubicBezTo>
                      <a:pt x="136" y="95"/>
                      <a:pt x="136" y="95"/>
                      <a:pt x="137" y="95"/>
                    </a:cubicBezTo>
                    <a:cubicBezTo>
                      <a:pt x="139" y="93"/>
                      <a:pt x="139" y="93"/>
                      <a:pt x="141" y="93"/>
                    </a:cubicBezTo>
                    <a:cubicBezTo>
                      <a:pt x="141" y="92"/>
                      <a:pt x="141" y="92"/>
                      <a:pt x="141" y="92"/>
                    </a:cubicBezTo>
                    <a:cubicBezTo>
                      <a:pt x="143" y="92"/>
                      <a:pt x="142" y="92"/>
                      <a:pt x="143" y="91"/>
                    </a:cubicBezTo>
                    <a:cubicBezTo>
                      <a:pt x="144" y="91"/>
                      <a:pt x="144" y="91"/>
                      <a:pt x="144" y="91"/>
                    </a:cubicBezTo>
                    <a:cubicBezTo>
                      <a:pt x="151" y="90"/>
                      <a:pt x="151" y="90"/>
                      <a:pt x="151" y="90"/>
                    </a:cubicBezTo>
                    <a:cubicBezTo>
                      <a:pt x="151" y="90"/>
                      <a:pt x="151" y="89"/>
                      <a:pt x="151" y="89"/>
                    </a:cubicBezTo>
                    <a:cubicBezTo>
                      <a:pt x="152" y="89"/>
                      <a:pt x="152" y="89"/>
                      <a:pt x="152" y="89"/>
                    </a:cubicBezTo>
                    <a:cubicBezTo>
                      <a:pt x="159" y="88"/>
                      <a:pt x="159" y="88"/>
                      <a:pt x="159" y="88"/>
                    </a:cubicBezTo>
                    <a:cubicBezTo>
                      <a:pt x="160" y="85"/>
                      <a:pt x="159" y="89"/>
                      <a:pt x="160" y="86"/>
                    </a:cubicBezTo>
                    <a:cubicBezTo>
                      <a:pt x="161" y="84"/>
                      <a:pt x="161" y="85"/>
                      <a:pt x="162" y="84"/>
                    </a:cubicBezTo>
                    <a:cubicBezTo>
                      <a:pt x="163" y="82"/>
                      <a:pt x="162" y="83"/>
                      <a:pt x="163" y="82"/>
                    </a:cubicBezTo>
                    <a:cubicBezTo>
                      <a:pt x="164" y="80"/>
                      <a:pt x="168" y="77"/>
                      <a:pt x="170" y="76"/>
                    </a:cubicBezTo>
                    <a:cubicBezTo>
                      <a:pt x="172" y="76"/>
                      <a:pt x="172" y="75"/>
                      <a:pt x="173" y="74"/>
                    </a:cubicBezTo>
                    <a:cubicBezTo>
                      <a:pt x="173" y="69"/>
                      <a:pt x="173" y="69"/>
                      <a:pt x="173" y="69"/>
                    </a:cubicBezTo>
                    <a:cubicBezTo>
                      <a:pt x="169" y="65"/>
                      <a:pt x="169" y="65"/>
                      <a:pt x="169" y="65"/>
                    </a:cubicBezTo>
                    <a:cubicBezTo>
                      <a:pt x="167" y="63"/>
                      <a:pt x="167" y="64"/>
                      <a:pt x="164" y="63"/>
                    </a:cubicBezTo>
                    <a:cubicBezTo>
                      <a:pt x="156" y="60"/>
                      <a:pt x="156" y="60"/>
                      <a:pt x="156" y="60"/>
                    </a:cubicBezTo>
                    <a:cubicBezTo>
                      <a:pt x="155" y="59"/>
                      <a:pt x="153" y="59"/>
                      <a:pt x="152" y="59"/>
                    </a:cubicBezTo>
                    <a:cubicBezTo>
                      <a:pt x="152" y="59"/>
                      <a:pt x="153" y="59"/>
                      <a:pt x="152" y="59"/>
                    </a:cubicBezTo>
                    <a:cubicBezTo>
                      <a:pt x="151" y="58"/>
                      <a:pt x="151" y="58"/>
                      <a:pt x="151" y="58"/>
                    </a:cubicBezTo>
                    <a:cubicBezTo>
                      <a:pt x="150" y="57"/>
                      <a:pt x="151" y="58"/>
                      <a:pt x="149" y="57"/>
                    </a:cubicBezTo>
                    <a:cubicBezTo>
                      <a:pt x="141" y="54"/>
                      <a:pt x="141" y="54"/>
                      <a:pt x="141" y="54"/>
                    </a:cubicBezTo>
                    <a:cubicBezTo>
                      <a:pt x="137" y="53"/>
                      <a:pt x="133" y="53"/>
                      <a:pt x="129" y="54"/>
                    </a:cubicBezTo>
                    <a:cubicBezTo>
                      <a:pt x="128" y="54"/>
                      <a:pt x="128" y="54"/>
                      <a:pt x="128" y="54"/>
                    </a:cubicBezTo>
                    <a:cubicBezTo>
                      <a:pt x="127" y="54"/>
                      <a:pt x="125" y="55"/>
                      <a:pt x="124" y="55"/>
                    </a:cubicBezTo>
                    <a:cubicBezTo>
                      <a:pt x="119" y="58"/>
                      <a:pt x="119" y="58"/>
                      <a:pt x="119" y="58"/>
                    </a:cubicBezTo>
                    <a:cubicBezTo>
                      <a:pt x="118" y="58"/>
                      <a:pt x="118" y="58"/>
                      <a:pt x="118" y="58"/>
                    </a:cubicBezTo>
                    <a:cubicBezTo>
                      <a:pt x="119" y="51"/>
                      <a:pt x="119" y="51"/>
                      <a:pt x="119" y="51"/>
                    </a:cubicBezTo>
                    <a:cubicBezTo>
                      <a:pt x="119" y="50"/>
                      <a:pt x="119" y="45"/>
                      <a:pt x="120" y="42"/>
                    </a:cubicBezTo>
                    <a:cubicBezTo>
                      <a:pt x="120" y="41"/>
                      <a:pt x="120" y="39"/>
                      <a:pt x="120" y="37"/>
                    </a:cubicBezTo>
                    <a:cubicBezTo>
                      <a:pt x="121" y="35"/>
                      <a:pt x="121" y="35"/>
                      <a:pt x="121" y="35"/>
                    </a:cubicBezTo>
                    <a:cubicBezTo>
                      <a:pt x="121" y="33"/>
                      <a:pt x="121" y="32"/>
                      <a:pt x="121" y="30"/>
                    </a:cubicBezTo>
                    <a:cubicBezTo>
                      <a:pt x="121" y="26"/>
                      <a:pt x="121" y="26"/>
                      <a:pt x="121" y="26"/>
                    </a:cubicBezTo>
                    <a:cubicBezTo>
                      <a:pt x="121" y="25"/>
                      <a:pt x="120" y="25"/>
                      <a:pt x="122" y="25"/>
                    </a:cubicBezTo>
                    <a:cubicBezTo>
                      <a:pt x="122" y="21"/>
                      <a:pt x="122" y="21"/>
                      <a:pt x="122" y="21"/>
                    </a:cubicBezTo>
                    <a:cubicBezTo>
                      <a:pt x="122" y="15"/>
                      <a:pt x="122" y="15"/>
                      <a:pt x="121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" name="Freeform 12"/>
              <p:cNvSpPr>
                <a:spLocks noEditPoints="1"/>
              </p:cNvSpPr>
              <p:nvPr/>
            </p:nvSpPr>
            <p:spPr bwMode="auto">
              <a:xfrm>
                <a:off x="4557534" y="4252643"/>
                <a:ext cx="242888" cy="369888"/>
              </a:xfrm>
              <a:custGeom>
                <a:avLst/>
                <a:gdLst>
                  <a:gd name="T0" fmla="*/ 148 w 212"/>
                  <a:gd name="T1" fmla="*/ 261 h 322"/>
                  <a:gd name="T2" fmla="*/ 107 w 212"/>
                  <a:gd name="T3" fmla="*/ 211 h 322"/>
                  <a:gd name="T4" fmla="*/ 121 w 212"/>
                  <a:gd name="T5" fmla="*/ 193 h 322"/>
                  <a:gd name="T6" fmla="*/ 111 w 212"/>
                  <a:gd name="T7" fmla="*/ 211 h 322"/>
                  <a:gd name="T8" fmla="*/ 113 w 212"/>
                  <a:gd name="T9" fmla="*/ 149 h 322"/>
                  <a:gd name="T10" fmla="*/ 147 w 212"/>
                  <a:gd name="T11" fmla="*/ 148 h 322"/>
                  <a:gd name="T12" fmla="*/ 136 w 212"/>
                  <a:gd name="T13" fmla="*/ 166 h 322"/>
                  <a:gd name="T14" fmla="*/ 135 w 212"/>
                  <a:gd name="T15" fmla="*/ 176 h 322"/>
                  <a:gd name="T16" fmla="*/ 140 w 212"/>
                  <a:gd name="T17" fmla="*/ 186 h 322"/>
                  <a:gd name="T18" fmla="*/ 153 w 212"/>
                  <a:gd name="T19" fmla="*/ 229 h 322"/>
                  <a:gd name="T20" fmla="*/ 153 w 212"/>
                  <a:gd name="T21" fmla="*/ 186 h 322"/>
                  <a:gd name="T22" fmla="*/ 116 w 212"/>
                  <a:gd name="T23" fmla="*/ 147 h 322"/>
                  <a:gd name="T24" fmla="*/ 133 w 212"/>
                  <a:gd name="T25" fmla="*/ 128 h 322"/>
                  <a:gd name="T26" fmla="*/ 123 w 212"/>
                  <a:gd name="T27" fmla="*/ 117 h 322"/>
                  <a:gd name="T28" fmla="*/ 160 w 212"/>
                  <a:gd name="T29" fmla="*/ 97 h 322"/>
                  <a:gd name="T30" fmla="*/ 161 w 212"/>
                  <a:gd name="T31" fmla="*/ 96 h 322"/>
                  <a:gd name="T32" fmla="*/ 95 w 212"/>
                  <a:gd name="T33" fmla="*/ 83 h 322"/>
                  <a:gd name="T34" fmla="*/ 130 w 212"/>
                  <a:gd name="T35" fmla="*/ 96 h 322"/>
                  <a:gd name="T36" fmla="*/ 140 w 212"/>
                  <a:gd name="T37" fmla="*/ 89 h 322"/>
                  <a:gd name="T38" fmla="*/ 130 w 212"/>
                  <a:gd name="T39" fmla="*/ 95 h 322"/>
                  <a:gd name="T40" fmla="*/ 124 w 212"/>
                  <a:gd name="T41" fmla="*/ 141 h 322"/>
                  <a:gd name="T42" fmla="*/ 140 w 212"/>
                  <a:gd name="T43" fmla="*/ 122 h 322"/>
                  <a:gd name="T44" fmla="*/ 148 w 212"/>
                  <a:gd name="T45" fmla="*/ 110 h 322"/>
                  <a:gd name="T46" fmla="*/ 167 w 212"/>
                  <a:gd name="T47" fmla="*/ 94 h 322"/>
                  <a:gd name="T48" fmla="*/ 173 w 212"/>
                  <a:gd name="T49" fmla="*/ 61 h 322"/>
                  <a:gd name="T50" fmla="*/ 137 w 212"/>
                  <a:gd name="T51" fmla="*/ 73 h 322"/>
                  <a:gd name="T52" fmla="*/ 105 w 212"/>
                  <a:gd name="T53" fmla="*/ 109 h 322"/>
                  <a:gd name="T54" fmla="*/ 80 w 212"/>
                  <a:gd name="T55" fmla="*/ 153 h 322"/>
                  <a:gd name="T56" fmla="*/ 63 w 212"/>
                  <a:gd name="T57" fmla="*/ 101 h 322"/>
                  <a:gd name="T58" fmla="*/ 113 w 212"/>
                  <a:gd name="T59" fmla="*/ 75 h 322"/>
                  <a:gd name="T60" fmla="*/ 123 w 212"/>
                  <a:gd name="T61" fmla="*/ 71 h 322"/>
                  <a:gd name="T62" fmla="*/ 149 w 212"/>
                  <a:gd name="T63" fmla="*/ 52 h 322"/>
                  <a:gd name="T64" fmla="*/ 150 w 212"/>
                  <a:gd name="T65" fmla="*/ 0 h 322"/>
                  <a:gd name="T66" fmla="*/ 103 w 212"/>
                  <a:gd name="T67" fmla="*/ 56 h 322"/>
                  <a:gd name="T68" fmla="*/ 41 w 212"/>
                  <a:gd name="T69" fmla="*/ 95 h 322"/>
                  <a:gd name="T70" fmla="*/ 4 w 212"/>
                  <a:gd name="T71" fmla="*/ 109 h 322"/>
                  <a:gd name="T72" fmla="*/ 40 w 212"/>
                  <a:gd name="T73" fmla="*/ 133 h 322"/>
                  <a:gd name="T74" fmla="*/ 33 w 212"/>
                  <a:gd name="T75" fmla="*/ 198 h 322"/>
                  <a:gd name="T76" fmla="*/ 17 w 212"/>
                  <a:gd name="T77" fmla="*/ 258 h 322"/>
                  <a:gd name="T78" fmla="*/ 55 w 212"/>
                  <a:gd name="T79" fmla="*/ 255 h 322"/>
                  <a:gd name="T80" fmla="*/ 65 w 212"/>
                  <a:gd name="T81" fmla="*/ 227 h 322"/>
                  <a:gd name="T82" fmla="*/ 83 w 212"/>
                  <a:gd name="T83" fmla="*/ 238 h 322"/>
                  <a:gd name="T84" fmla="*/ 103 w 212"/>
                  <a:gd name="T85" fmla="*/ 231 h 322"/>
                  <a:gd name="T86" fmla="*/ 122 w 212"/>
                  <a:gd name="T87" fmla="*/ 197 h 322"/>
                  <a:gd name="T88" fmla="*/ 105 w 212"/>
                  <a:gd name="T89" fmla="*/ 260 h 322"/>
                  <a:gd name="T90" fmla="*/ 63 w 212"/>
                  <a:gd name="T91" fmla="*/ 287 h 322"/>
                  <a:gd name="T92" fmla="*/ 44 w 212"/>
                  <a:gd name="T93" fmla="*/ 301 h 322"/>
                  <a:gd name="T94" fmla="*/ 87 w 212"/>
                  <a:gd name="T95" fmla="*/ 304 h 322"/>
                  <a:gd name="T96" fmla="*/ 115 w 212"/>
                  <a:gd name="T97" fmla="*/ 294 h 322"/>
                  <a:gd name="T98" fmla="*/ 153 w 212"/>
                  <a:gd name="T99" fmla="*/ 279 h 322"/>
                  <a:gd name="T100" fmla="*/ 193 w 212"/>
                  <a:gd name="T101" fmla="*/ 321 h 322"/>
                  <a:gd name="T102" fmla="*/ 195 w 212"/>
                  <a:gd name="T103" fmla="*/ 282 h 322"/>
                  <a:gd name="T104" fmla="*/ 187 w 212"/>
                  <a:gd name="T105" fmla="*/ 199 h 322"/>
                  <a:gd name="T106" fmla="*/ 198 w 212"/>
                  <a:gd name="T107" fmla="*/ 169 h 322"/>
                  <a:gd name="T108" fmla="*/ 177 w 212"/>
                  <a:gd name="T109" fmla="*/ 121 h 322"/>
                  <a:gd name="T110" fmla="*/ 150 w 212"/>
                  <a:gd name="T111" fmla="*/ 133 h 322"/>
                  <a:gd name="T112" fmla="*/ 123 w 212"/>
                  <a:gd name="T113" fmla="*/ 162 h 322"/>
                  <a:gd name="T114" fmla="*/ 142 w 212"/>
                  <a:gd name="T115" fmla="*/ 157 h 322"/>
                  <a:gd name="T116" fmla="*/ 147 w 212"/>
                  <a:gd name="T117" fmla="*/ 156 h 322"/>
                  <a:gd name="T118" fmla="*/ 142 w 212"/>
                  <a:gd name="T119" fmla="*/ 163 h 322"/>
                  <a:gd name="T120" fmla="*/ 123 w 212"/>
                  <a:gd name="T121" fmla="*/ 145 h 322"/>
                  <a:gd name="T122" fmla="*/ 32 w 212"/>
                  <a:gd name="T123" fmla="*/ 115 h 322"/>
                  <a:gd name="T124" fmla="*/ 33 w 212"/>
                  <a:gd name="T125" fmla="*/ 299 h 3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12" h="322">
                    <a:moveTo>
                      <a:pt x="160" y="287"/>
                    </a:moveTo>
                    <a:cubicBezTo>
                      <a:pt x="160" y="287"/>
                      <a:pt x="161" y="286"/>
                      <a:pt x="160" y="287"/>
                    </a:cubicBezTo>
                    <a:cubicBezTo>
                      <a:pt x="160" y="288"/>
                      <a:pt x="162" y="288"/>
                      <a:pt x="160" y="288"/>
                    </a:cubicBezTo>
                    <a:cubicBezTo>
                      <a:pt x="159" y="288"/>
                      <a:pt x="160" y="288"/>
                      <a:pt x="160" y="287"/>
                    </a:cubicBezTo>
                    <a:close/>
                    <a:moveTo>
                      <a:pt x="142" y="244"/>
                    </a:moveTo>
                    <a:cubicBezTo>
                      <a:pt x="143" y="242"/>
                      <a:pt x="145" y="240"/>
                      <a:pt x="147" y="241"/>
                    </a:cubicBezTo>
                    <a:cubicBezTo>
                      <a:pt x="149" y="243"/>
                      <a:pt x="149" y="243"/>
                      <a:pt x="149" y="243"/>
                    </a:cubicBezTo>
                    <a:cubicBezTo>
                      <a:pt x="149" y="244"/>
                      <a:pt x="149" y="243"/>
                      <a:pt x="150" y="244"/>
                    </a:cubicBezTo>
                    <a:cubicBezTo>
                      <a:pt x="152" y="248"/>
                      <a:pt x="152" y="248"/>
                      <a:pt x="152" y="248"/>
                    </a:cubicBezTo>
                    <a:cubicBezTo>
                      <a:pt x="155" y="254"/>
                      <a:pt x="154" y="260"/>
                      <a:pt x="151" y="262"/>
                    </a:cubicBezTo>
                    <a:cubicBezTo>
                      <a:pt x="151" y="262"/>
                      <a:pt x="151" y="262"/>
                      <a:pt x="151" y="262"/>
                    </a:cubicBezTo>
                    <a:cubicBezTo>
                      <a:pt x="149" y="261"/>
                      <a:pt x="149" y="261"/>
                      <a:pt x="149" y="261"/>
                    </a:cubicBezTo>
                    <a:cubicBezTo>
                      <a:pt x="148" y="261"/>
                      <a:pt x="148" y="261"/>
                      <a:pt x="148" y="261"/>
                    </a:cubicBezTo>
                    <a:cubicBezTo>
                      <a:pt x="146" y="260"/>
                      <a:pt x="147" y="261"/>
                      <a:pt x="142" y="260"/>
                    </a:cubicBezTo>
                    <a:cubicBezTo>
                      <a:pt x="141" y="260"/>
                      <a:pt x="141" y="260"/>
                      <a:pt x="141" y="260"/>
                    </a:cubicBezTo>
                    <a:cubicBezTo>
                      <a:pt x="140" y="260"/>
                      <a:pt x="141" y="259"/>
                      <a:pt x="140" y="260"/>
                    </a:cubicBezTo>
                    <a:cubicBezTo>
                      <a:pt x="140" y="260"/>
                      <a:pt x="139" y="259"/>
                      <a:pt x="139" y="259"/>
                    </a:cubicBezTo>
                    <a:cubicBezTo>
                      <a:pt x="139" y="257"/>
                      <a:pt x="139" y="257"/>
                      <a:pt x="139" y="257"/>
                    </a:cubicBezTo>
                    <a:cubicBezTo>
                      <a:pt x="141" y="258"/>
                      <a:pt x="138" y="256"/>
                      <a:pt x="140" y="257"/>
                    </a:cubicBezTo>
                    <a:cubicBezTo>
                      <a:pt x="142" y="253"/>
                      <a:pt x="142" y="253"/>
                      <a:pt x="142" y="253"/>
                    </a:cubicBezTo>
                    <a:cubicBezTo>
                      <a:pt x="144" y="248"/>
                      <a:pt x="146" y="249"/>
                      <a:pt x="142" y="244"/>
                    </a:cubicBezTo>
                    <a:close/>
                    <a:moveTo>
                      <a:pt x="108" y="216"/>
                    </a:moveTo>
                    <a:cubicBezTo>
                      <a:pt x="108" y="218"/>
                      <a:pt x="108" y="218"/>
                      <a:pt x="108" y="218"/>
                    </a:cubicBezTo>
                    <a:cubicBezTo>
                      <a:pt x="107" y="216"/>
                      <a:pt x="107" y="217"/>
                      <a:pt x="108" y="216"/>
                    </a:cubicBezTo>
                    <a:close/>
                    <a:moveTo>
                      <a:pt x="106" y="214"/>
                    </a:moveTo>
                    <a:cubicBezTo>
                      <a:pt x="106" y="212"/>
                      <a:pt x="107" y="212"/>
                      <a:pt x="107" y="211"/>
                    </a:cubicBezTo>
                    <a:cubicBezTo>
                      <a:pt x="107" y="211"/>
                      <a:pt x="109" y="212"/>
                      <a:pt x="106" y="214"/>
                    </a:cubicBezTo>
                    <a:close/>
                    <a:moveTo>
                      <a:pt x="123" y="195"/>
                    </a:moveTo>
                    <a:cubicBezTo>
                      <a:pt x="123" y="196"/>
                      <a:pt x="123" y="196"/>
                      <a:pt x="124" y="197"/>
                    </a:cubicBezTo>
                    <a:cubicBezTo>
                      <a:pt x="122" y="197"/>
                      <a:pt x="122" y="197"/>
                      <a:pt x="122" y="197"/>
                    </a:cubicBezTo>
                    <a:cubicBezTo>
                      <a:pt x="123" y="195"/>
                      <a:pt x="123" y="195"/>
                      <a:pt x="123" y="195"/>
                    </a:cubicBezTo>
                    <a:close/>
                    <a:moveTo>
                      <a:pt x="108" y="216"/>
                    </a:moveTo>
                    <a:cubicBezTo>
                      <a:pt x="109" y="216"/>
                      <a:pt x="109" y="216"/>
                      <a:pt x="109" y="216"/>
                    </a:cubicBezTo>
                    <a:cubicBezTo>
                      <a:pt x="109" y="215"/>
                      <a:pt x="109" y="215"/>
                      <a:pt x="110" y="213"/>
                    </a:cubicBezTo>
                    <a:cubicBezTo>
                      <a:pt x="111" y="212"/>
                      <a:pt x="110" y="213"/>
                      <a:pt x="111" y="212"/>
                    </a:cubicBezTo>
                    <a:cubicBezTo>
                      <a:pt x="111" y="211"/>
                      <a:pt x="111" y="212"/>
                      <a:pt x="111" y="211"/>
                    </a:cubicBezTo>
                    <a:cubicBezTo>
                      <a:pt x="116" y="202"/>
                      <a:pt x="116" y="202"/>
                      <a:pt x="116" y="202"/>
                    </a:cubicBezTo>
                    <a:cubicBezTo>
                      <a:pt x="118" y="199"/>
                      <a:pt x="120" y="198"/>
                      <a:pt x="120" y="197"/>
                    </a:cubicBezTo>
                    <a:cubicBezTo>
                      <a:pt x="120" y="195"/>
                      <a:pt x="120" y="194"/>
                      <a:pt x="121" y="193"/>
                    </a:cubicBezTo>
                    <a:cubicBezTo>
                      <a:pt x="123" y="191"/>
                      <a:pt x="123" y="193"/>
                      <a:pt x="123" y="190"/>
                    </a:cubicBezTo>
                    <a:cubicBezTo>
                      <a:pt x="118" y="193"/>
                      <a:pt x="120" y="195"/>
                      <a:pt x="117" y="196"/>
                    </a:cubicBezTo>
                    <a:cubicBezTo>
                      <a:pt x="115" y="196"/>
                      <a:pt x="116" y="196"/>
                      <a:pt x="113" y="198"/>
                    </a:cubicBezTo>
                    <a:cubicBezTo>
                      <a:pt x="112" y="202"/>
                      <a:pt x="112" y="202"/>
                      <a:pt x="112" y="202"/>
                    </a:cubicBezTo>
                    <a:cubicBezTo>
                      <a:pt x="110" y="203"/>
                      <a:pt x="113" y="201"/>
                      <a:pt x="111" y="202"/>
                    </a:cubicBezTo>
                    <a:cubicBezTo>
                      <a:pt x="111" y="202"/>
                      <a:pt x="111" y="203"/>
                      <a:pt x="111" y="203"/>
                    </a:cubicBezTo>
                    <a:cubicBezTo>
                      <a:pt x="110" y="204"/>
                      <a:pt x="110" y="204"/>
                      <a:pt x="110" y="204"/>
                    </a:cubicBezTo>
                    <a:cubicBezTo>
                      <a:pt x="109" y="206"/>
                      <a:pt x="110" y="206"/>
                      <a:pt x="109" y="207"/>
                    </a:cubicBezTo>
                    <a:cubicBezTo>
                      <a:pt x="109" y="208"/>
                      <a:pt x="109" y="208"/>
                      <a:pt x="109" y="208"/>
                    </a:cubicBezTo>
                    <a:cubicBezTo>
                      <a:pt x="109" y="209"/>
                      <a:pt x="109" y="207"/>
                      <a:pt x="109" y="209"/>
                    </a:cubicBezTo>
                    <a:cubicBezTo>
                      <a:pt x="108" y="208"/>
                      <a:pt x="108" y="208"/>
                      <a:pt x="108" y="208"/>
                    </a:cubicBezTo>
                    <a:cubicBezTo>
                      <a:pt x="108" y="210"/>
                      <a:pt x="108" y="210"/>
                      <a:pt x="111" y="209"/>
                    </a:cubicBezTo>
                    <a:cubicBezTo>
                      <a:pt x="111" y="211"/>
                      <a:pt x="111" y="211"/>
                      <a:pt x="111" y="211"/>
                    </a:cubicBezTo>
                    <a:cubicBezTo>
                      <a:pt x="109" y="213"/>
                      <a:pt x="108" y="214"/>
                      <a:pt x="108" y="216"/>
                    </a:cubicBezTo>
                    <a:close/>
                    <a:moveTo>
                      <a:pt x="112" y="150"/>
                    </a:moveTo>
                    <a:cubicBezTo>
                      <a:pt x="112" y="151"/>
                      <a:pt x="112" y="151"/>
                      <a:pt x="112" y="151"/>
                    </a:cubicBezTo>
                    <a:cubicBezTo>
                      <a:pt x="112" y="151"/>
                      <a:pt x="112" y="151"/>
                      <a:pt x="112" y="151"/>
                    </a:cubicBezTo>
                    <a:cubicBezTo>
                      <a:pt x="112" y="150"/>
                      <a:pt x="112" y="150"/>
                      <a:pt x="112" y="150"/>
                    </a:cubicBezTo>
                    <a:close/>
                    <a:moveTo>
                      <a:pt x="150" y="150"/>
                    </a:moveTo>
                    <a:cubicBezTo>
                      <a:pt x="150" y="149"/>
                      <a:pt x="150" y="150"/>
                      <a:pt x="151" y="149"/>
                    </a:cubicBezTo>
                    <a:cubicBezTo>
                      <a:pt x="150" y="150"/>
                      <a:pt x="150" y="150"/>
                      <a:pt x="150" y="150"/>
                    </a:cubicBezTo>
                    <a:close/>
                    <a:moveTo>
                      <a:pt x="113" y="149"/>
                    </a:moveTo>
                    <a:cubicBezTo>
                      <a:pt x="112" y="150"/>
                      <a:pt x="113" y="149"/>
                      <a:pt x="111" y="149"/>
                    </a:cubicBezTo>
                    <a:cubicBezTo>
                      <a:pt x="112" y="150"/>
                      <a:pt x="111" y="149"/>
                      <a:pt x="112" y="150"/>
                    </a:cubicBezTo>
                    <a:cubicBezTo>
                      <a:pt x="113" y="150"/>
                      <a:pt x="113" y="150"/>
                      <a:pt x="113" y="150"/>
                    </a:cubicBezTo>
                    <a:lnTo>
                      <a:pt x="113" y="149"/>
                    </a:lnTo>
                    <a:close/>
                    <a:moveTo>
                      <a:pt x="113" y="149"/>
                    </a:moveTo>
                    <a:cubicBezTo>
                      <a:pt x="113" y="147"/>
                      <a:pt x="113" y="147"/>
                      <a:pt x="113" y="147"/>
                    </a:cubicBezTo>
                    <a:cubicBezTo>
                      <a:pt x="114" y="148"/>
                      <a:pt x="114" y="148"/>
                      <a:pt x="114" y="149"/>
                    </a:cubicBezTo>
                    <a:cubicBezTo>
                      <a:pt x="113" y="149"/>
                      <a:pt x="113" y="149"/>
                      <a:pt x="113" y="149"/>
                    </a:cubicBezTo>
                    <a:close/>
                    <a:moveTo>
                      <a:pt x="150" y="150"/>
                    </a:moveTo>
                    <a:cubicBezTo>
                      <a:pt x="149" y="149"/>
                      <a:pt x="149" y="149"/>
                      <a:pt x="149" y="149"/>
                    </a:cubicBezTo>
                    <a:cubicBezTo>
                      <a:pt x="148" y="151"/>
                      <a:pt x="150" y="150"/>
                      <a:pt x="147" y="150"/>
                    </a:cubicBezTo>
                    <a:cubicBezTo>
                      <a:pt x="147" y="152"/>
                      <a:pt x="147" y="152"/>
                      <a:pt x="147" y="152"/>
                    </a:cubicBezTo>
                    <a:cubicBezTo>
                      <a:pt x="145" y="152"/>
                      <a:pt x="145" y="152"/>
                      <a:pt x="145" y="152"/>
                    </a:cubicBezTo>
                    <a:cubicBezTo>
                      <a:pt x="145" y="151"/>
                      <a:pt x="145" y="151"/>
                      <a:pt x="145" y="150"/>
                    </a:cubicBezTo>
                    <a:cubicBezTo>
                      <a:pt x="146" y="152"/>
                      <a:pt x="146" y="151"/>
                      <a:pt x="146" y="151"/>
                    </a:cubicBezTo>
                    <a:cubicBezTo>
                      <a:pt x="146" y="150"/>
                      <a:pt x="145" y="151"/>
                      <a:pt x="146" y="149"/>
                    </a:cubicBezTo>
                    <a:cubicBezTo>
                      <a:pt x="147" y="148"/>
                      <a:pt x="147" y="148"/>
                      <a:pt x="147" y="148"/>
                    </a:cubicBezTo>
                    <a:cubicBezTo>
                      <a:pt x="149" y="146"/>
                      <a:pt x="149" y="148"/>
                      <a:pt x="149" y="145"/>
                    </a:cubicBezTo>
                    <a:cubicBezTo>
                      <a:pt x="145" y="145"/>
                      <a:pt x="148" y="148"/>
                      <a:pt x="143" y="149"/>
                    </a:cubicBezTo>
                    <a:cubicBezTo>
                      <a:pt x="142" y="151"/>
                      <a:pt x="142" y="151"/>
                      <a:pt x="142" y="151"/>
                    </a:cubicBezTo>
                    <a:cubicBezTo>
                      <a:pt x="142" y="152"/>
                      <a:pt x="142" y="152"/>
                      <a:pt x="142" y="152"/>
                    </a:cubicBezTo>
                    <a:cubicBezTo>
                      <a:pt x="140" y="155"/>
                      <a:pt x="140" y="155"/>
                      <a:pt x="140" y="155"/>
                    </a:cubicBezTo>
                    <a:cubicBezTo>
                      <a:pt x="140" y="155"/>
                      <a:pt x="140" y="155"/>
                      <a:pt x="140" y="155"/>
                    </a:cubicBezTo>
                    <a:cubicBezTo>
                      <a:pt x="139" y="157"/>
                      <a:pt x="139" y="157"/>
                      <a:pt x="139" y="157"/>
                    </a:cubicBezTo>
                    <a:cubicBezTo>
                      <a:pt x="136" y="160"/>
                      <a:pt x="138" y="159"/>
                      <a:pt x="136" y="162"/>
                    </a:cubicBezTo>
                    <a:cubicBezTo>
                      <a:pt x="136" y="162"/>
                      <a:pt x="136" y="162"/>
                      <a:pt x="136" y="162"/>
                    </a:cubicBezTo>
                    <a:cubicBezTo>
                      <a:pt x="136" y="162"/>
                      <a:pt x="137" y="162"/>
                      <a:pt x="137" y="162"/>
                    </a:cubicBezTo>
                    <a:cubicBezTo>
                      <a:pt x="138" y="164"/>
                      <a:pt x="138" y="164"/>
                      <a:pt x="138" y="164"/>
                    </a:cubicBezTo>
                    <a:cubicBezTo>
                      <a:pt x="137" y="165"/>
                      <a:pt x="137" y="166"/>
                      <a:pt x="135" y="165"/>
                    </a:cubicBezTo>
                    <a:cubicBezTo>
                      <a:pt x="135" y="167"/>
                      <a:pt x="135" y="166"/>
                      <a:pt x="136" y="166"/>
                    </a:cubicBezTo>
                    <a:cubicBezTo>
                      <a:pt x="136" y="168"/>
                      <a:pt x="136" y="167"/>
                      <a:pt x="136" y="168"/>
                    </a:cubicBezTo>
                    <a:cubicBezTo>
                      <a:pt x="134" y="171"/>
                      <a:pt x="134" y="171"/>
                      <a:pt x="134" y="171"/>
                    </a:cubicBezTo>
                    <a:cubicBezTo>
                      <a:pt x="132" y="171"/>
                      <a:pt x="134" y="171"/>
                      <a:pt x="132" y="171"/>
                    </a:cubicBezTo>
                    <a:cubicBezTo>
                      <a:pt x="132" y="172"/>
                      <a:pt x="132" y="173"/>
                      <a:pt x="131" y="174"/>
                    </a:cubicBezTo>
                    <a:cubicBezTo>
                      <a:pt x="131" y="177"/>
                      <a:pt x="131" y="177"/>
                      <a:pt x="131" y="177"/>
                    </a:cubicBezTo>
                    <a:cubicBezTo>
                      <a:pt x="129" y="178"/>
                      <a:pt x="129" y="178"/>
                      <a:pt x="129" y="180"/>
                    </a:cubicBezTo>
                    <a:cubicBezTo>
                      <a:pt x="130" y="180"/>
                      <a:pt x="129" y="180"/>
                      <a:pt x="131" y="180"/>
                    </a:cubicBezTo>
                    <a:cubicBezTo>
                      <a:pt x="132" y="179"/>
                      <a:pt x="130" y="179"/>
                      <a:pt x="132" y="179"/>
                    </a:cubicBezTo>
                    <a:cubicBezTo>
                      <a:pt x="131" y="181"/>
                      <a:pt x="132" y="181"/>
                      <a:pt x="133" y="181"/>
                    </a:cubicBezTo>
                    <a:cubicBezTo>
                      <a:pt x="132" y="175"/>
                      <a:pt x="133" y="179"/>
                      <a:pt x="133" y="175"/>
                    </a:cubicBezTo>
                    <a:cubicBezTo>
                      <a:pt x="135" y="174"/>
                      <a:pt x="135" y="174"/>
                      <a:pt x="135" y="174"/>
                    </a:cubicBezTo>
                    <a:cubicBezTo>
                      <a:pt x="135" y="175"/>
                      <a:pt x="135" y="174"/>
                      <a:pt x="135" y="175"/>
                    </a:cubicBezTo>
                    <a:cubicBezTo>
                      <a:pt x="135" y="175"/>
                      <a:pt x="135" y="176"/>
                      <a:pt x="135" y="176"/>
                    </a:cubicBezTo>
                    <a:cubicBezTo>
                      <a:pt x="137" y="174"/>
                      <a:pt x="137" y="174"/>
                      <a:pt x="137" y="174"/>
                    </a:cubicBezTo>
                    <a:cubicBezTo>
                      <a:pt x="138" y="173"/>
                      <a:pt x="136" y="174"/>
                      <a:pt x="138" y="174"/>
                    </a:cubicBezTo>
                    <a:cubicBezTo>
                      <a:pt x="138" y="173"/>
                      <a:pt x="138" y="173"/>
                      <a:pt x="138" y="173"/>
                    </a:cubicBezTo>
                    <a:cubicBezTo>
                      <a:pt x="137" y="172"/>
                      <a:pt x="136" y="172"/>
                      <a:pt x="138" y="168"/>
                    </a:cubicBezTo>
                    <a:cubicBezTo>
                      <a:pt x="139" y="167"/>
                      <a:pt x="139" y="167"/>
                      <a:pt x="139" y="167"/>
                    </a:cubicBezTo>
                    <a:cubicBezTo>
                      <a:pt x="139" y="167"/>
                      <a:pt x="139" y="167"/>
                      <a:pt x="139" y="167"/>
                    </a:cubicBezTo>
                    <a:cubicBezTo>
                      <a:pt x="140" y="167"/>
                      <a:pt x="140" y="167"/>
                      <a:pt x="140" y="167"/>
                    </a:cubicBezTo>
                    <a:cubicBezTo>
                      <a:pt x="140" y="168"/>
                      <a:pt x="140" y="168"/>
                      <a:pt x="140" y="169"/>
                    </a:cubicBezTo>
                    <a:cubicBezTo>
                      <a:pt x="138" y="171"/>
                      <a:pt x="138" y="171"/>
                      <a:pt x="138" y="171"/>
                    </a:cubicBezTo>
                    <a:cubicBezTo>
                      <a:pt x="138" y="172"/>
                      <a:pt x="138" y="172"/>
                      <a:pt x="139" y="173"/>
                    </a:cubicBezTo>
                    <a:cubicBezTo>
                      <a:pt x="136" y="177"/>
                      <a:pt x="137" y="178"/>
                      <a:pt x="135" y="179"/>
                    </a:cubicBezTo>
                    <a:cubicBezTo>
                      <a:pt x="135" y="182"/>
                      <a:pt x="135" y="182"/>
                      <a:pt x="135" y="182"/>
                    </a:cubicBezTo>
                    <a:cubicBezTo>
                      <a:pt x="137" y="184"/>
                      <a:pt x="137" y="182"/>
                      <a:pt x="140" y="186"/>
                    </a:cubicBezTo>
                    <a:cubicBezTo>
                      <a:pt x="142" y="188"/>
                      <a:pt x="144" y="191"/>
                      <a:pt x="145" y="190"/>
                    </a:cubicBezTo>
                    <a:cubicBezTo>
                      <a:pt x="145" y="192"/>
                      <a:pt x="146" y="196"/>
                      <a:pt x="147" y="197"/>
                    </a:cubicBezTo>
                    <a:cubicBezTo>
                      <a:pt x="146" y="200"/>
                      <a:pt x="147" y="198"/>
                      <a:pt x="147" y="204"/>
                    </a:cubicBezTo>
                    <a:cubicBezTo>
                      <a:pt x="147" y="210"/>
                      <a:pt x="147" y="206"/>
                      <a:pt x="147" y="209"/>
                    </a:cubicBezTo>
                    <a:cubicBezTo>
                      <a:pt x="148" y="213"/>
                      <a:pt x="148" y="218"/>
                      <a:pt x="148" y="219"/>
                    </a:cubicBezTo>
                    <a:cubicBezTo>
                      <a:pt x="149" y="224"/>
                      <a:pt x="149" y="224"/>
                      <a:pt x="149" y="224"/>
                    </a:cubicBezTo>
                    <a:cubicBezTo>
                      <a:pt x="150" y="225"/>
                      <a:pt x="150" y="225"/>
                      <a:pt x="150" y="227"/>
                    </a:cubicBezTo>
                    <a:cubicBezTo>
                      <a:pt x="150" y="228"/>
                      <a:pt x="148" y="239"/>
                      <a:pt x="148" y="238"/>
                    </a:cubicBezTo>
                    <a:cubicBezTo>
                      <a:pt x="148" y="238"/>
                      <a:pt x="147" y="238"/>
                      <a:pt x="147" y="238"/>
                    </a:cubicBezTo>
                    <a:cubicBezTo>
                      <a:pt x="150" y="240"/>
                      <a:pt x="151" y="243"/>
                      <a:pt x="153" y="243"/>
                    </a:cubicBezTo>
                    <a:cubicBezTo>
                      <a:pt x="154" y="241"/>
                      <a:pt x="153" y="243"/>
                      <a:pt x="153" y="240"/>
                    </a:cubicBezTo>
                    <a:cubicBezTo>
                      <a:pt x="153" y="239"/>
                      <a:pt x="153" y="237"/>
                      <a:pt x="153" y="236"/>
                    </a:cubicBezTo>
                    <a:cubicBezTo>
                      <a:pt x="152" y="234"/>
                      <a:pt x="151" y="232"/>
                      <a:pt x="153" y="229"/>
                    </a:cubicBezTo>
                    <a:cubicBezTo>
                      <a:pt x="152" y="229"/>
                      <a:pt x="151" y="227"/>
                      <a:pt x="151" y="226"/>
                    </a:cubicBezTo>
                    <a:cubicBezTo>
                      <a:pt x="151" y="223"/>
                      <a:pt x="152" y="223"/>
                      <a:pt x="151" y="221"/>
                    </a:cubicBezTo>
                    <a:cubicBezTo>
                      <a:pt x="152" y="222"/>
                      <a:pt x="152" y="221"/>
                      <a:pt x="152" y="222"/>
                    </a:cubicBezTo>
                    <a:cubicBezTo>
                      <a:pt x="152" y="217"/>
                      <a:pt x="152" y="217"/>
                      <a:pt x="152" y="217"/>
                    </a:cubicBezTo>
                    <a:cubicBezTo>
                      <a:pt x="151" y="218"/>
                      <a:pt x="152" y="217"/>
                      <a:pt x="151" y="218"/>
                    </a:cubicBezTo>
                    <a:cubicBezTo>
                      <a:pt x="151" y="215"/>
                      <a:pt x="151" y="216"/>
                      <a:pt x="151" y="214"/>
                    </a:cubicBezTo>
                    <a:cubicBezTo>
                      <a:pt x="152" y="216"/>
                      <a:pt x="152" y="216"/>
                      <a:pt x="152" y="216"/>
                    </a:cubicBezTo>
                    <a:cubicBezTo>
                      <a:pt x="153" y="212"/>
                      <a:pt x="153" y="212"/>
                      <a:pt x="153" y="212"/>
                    </a:cubicBezTo>
                    <a:cubicBezTo>
                      <a:pt x="153" y="211"/>
                      <a:pt x="153" y="212"/>
                      <a:pt x="153" y="211"/>
                    </a:cubicBezTo>
                    <a:cubicBezTo>
                      <a:pt x="154" y="202"/>
                      <a:pt x="153" y="193"/>
                      <a:pt x="153" y="193"/>
                    </a:cubicBezTo>
                    <a:cubicBezTo>
                      <a:pt x="153" y="191"/>
                      <a:pt x="154" y="193"/>
                      <a:pt x="153" y="187"/>
                    </a:cubicBezTo>
                    <a:cubicBezTo>
                      <a:pt x="153" y="187"/>
                      <a:pt x="153" y="187"/>
                      <a:pt x="153" y="187"/>
                    </a:cubicBezTo>
                    <a:cubicBezTo>
                      <a:pt x="153" y="187"/>
                      <a:pt x="153" y="186"/>
                      <a:pt x="153" y="186"/>
                    </a:cubicBezTo>
                    <a:cubicBezTo>
                      <a:pt x="153" y="186"/>
                      <a:pt x="153" y="186"/>
                      <a:pt x="153" y="186"/>
                    </a:cubicBezTo>
                    <a:cubicBezTo>
                      <a:pt x="153" y="184"/>
                      <a:pt x="153" y="184"/>
                      <a:pt x="153" y="184"/>
                    </a:cubicBezTo>
                    <a:cubicBezTo>
                      <a:pt x="152" y="182"/>
                      <a:pt x="152" y="183"/>
                      <a:pt x="152" y="183"/>
                    </a:cubicBezTo>
                    <a:cubicBezTo>
                      <a:pt x="152" y="183"/>
                      <a:pt x="152" y="183"/>
                      <a:pt x="152" y="183"/>
                    </a:cubicBezTo>
                    <a:cubicBezTo>
                      <a:pt x="151" y="181"/>
                      <a:pt x="151" y="181"/>
                      <a:pt x="151" y="181"/>
                    </a:cubicBezTo>
                    <a:cubicBezTo>
                      <a:pt x="153" y="181"/>
                      <a:pt x="153" y="181"/>
                      <a:pt x="153" y="181"/>
                    </a:cubicBezTo>
                    <a:cubicBezTo>
                      <a:pt x="152" y="178"/>
                      <a:pt x="152" y="169"/>
                      <a:pt x="153" y="165"/>
                    </a:cubicBezTo>
                    <a:cubicBezTo>
                      <a:pt x="153" y="160"/>
                      <a:pt x="152" y="161"/>
                      <a:pt x="151" y="158"/>
                    </a:cubicBezTo>
                    <a:cubicBezTo>
                      <a:pt x="151" y="157"/>
                      <a:pt x="151" y="154"/>
                      <a:pt x="151" y="152"/>
                    </a:cubicBezTo>
                    <a:cubicBezTo>
                      <a:pt x="150" y="150"/>
                      <a:pt x="150" y="150"/>
                      <a:pt x="150" y="150"/>
                    </a:cubicBezTo>
                    <a:close/>
                    <a:moveTo>
                      <a:pt x="116" y="147"/>
                    </a:moveTo>
                    <a:cubicBezTo>
                      <a:pt x="118" y="144"/>
                      <a:pt x="118" y="143"/>
                      <a:pt x="120" y="144"/>
                    </a:cubicBezTo>
                    <a:cubicBezTo>
                      <a:pt x="116" y="147"/>
                      <a:pt x="116" y="147"/>
                      <a:pt x="116" y="147"/>
                    </a:cubicBezTo>
                    <a:close/>
                    <a:moveTo>
                      <a:pt x="120" y="143"/>
                    </a:moveTo>
                    <a:cubicBezTo>
                      <a:pt x="120" y="143"/>
                      <a:pt x="121" y="143"/>
                      <a:pt x="121" y="142"/>
                    </a:cubicBezTo>
                    <a:cubicBezTo>
                      <a:pt x="121" y="142"/>
                      <a:pt x="120" y="142"/>
                      <a:pt x="120" y="143"/>
                    </a:cubicBezTo>
                    <a:close/>
                    <a:moveTo>
                      <a:pt x="124" y="138"/>
                    </a:moveTo>
                    <a:cubicBezTo>
                      <a:pt x="124" y="140"/>
                      <a:pt x="124" y="140"/>
                      <a:pt x="124" y="140"/>
                    </a:cubicBezTo>
                    <a:cubicBezTo>
                      <a:pt x="123" y="140"/>
                      <a:pt x="122" y="141"/>
                      <a:pt x="122" y="141"/>
                    </a:cubicBezTo>
                    <a:cubicBezTo>
                      <a:pt x="122" y="141"/>
                      <a:pt x="121" y="142"/>
                      <a:pt x="122" y="140"/>
                    </a:cubicBezTo>
                    <a:cubicBezTo>
                      <a:pt x="123" y="139"/>
                      <a:pt x="123" y="139"/>
                      <a:pt x="124" y="138"/>
                    </a:cubicBezTo>
                    <a:close/>
                    <a:moveTo>
                      <a:pt x="124" y="138"/>
                    </a:moveTo>
                    <a:cubicBezTo>
                      <a:pt x="125" y="138"/>
                      <a:pt x="125" y="139"/>
                      <a:pt x="124" y="137"/>
                    </a:cubicBezTo>
                    <a:cubicBezTo>
                      <a:pt x="124" y="138"/>
                      <a:pt x="124" y="137"/>
                      <a:pt x="124" y="138"/>
                    </a:cubicBezTo>
                    <a:close/>
                    <a:moveTo>
                      <a:pt x="134" y="127"/>
                    </a:moveTo>
                    <a:cubicBezTo>
                      <a:pt x="134" y="129"/>
                      <a:pt x="135" y="128"/>
                      <a:pt x="133" y="128"/>
                    </a:cubicBezTo>
                    <a:cubicBezTo>
                      <a:pt x="134" y="127"/>
                      <a:pt x="133" y="127"/>
                      <a:pt x="134" y="127"/>
                    </a:cubicBezTo>
                    <a:close/>
                    <a:moveTo>
                      <a:pt x="135" y="127"/>
                    </a:moveTo>
                    <a:cubicBezTo>
                      <a:pt x="136" y="126"/>
                      <a:pt x="136" y="126"/>
                      <a:pt x="136" y="126"/>
                    </a:cubicBezTo>
                    <a:cubicBezTo>
                      <a:pt x="136" y="126"/>
                      <a:pt x="136" y="125"/>
                      <a:pt x="136" y="125"/>
                    </a:cubicBezTo>
                    <a:cubicBezTo>
                      <a:pt x="136" y="125"/>
                      <a:pt x="137" y="125"/>
                      <a:pt x="137" y="125"/>
                    </a:cubicBezTo>
                    <a:cubicBezTo>
                      <a:pt x="139" y="122"/>
                      <a:pt x="139" y="122"/>
                      <a:pt x="139" y="122"/>
                    </a:cubicBezTo>
                    <a:cubicBezTo>
                      <a:pt x="139" y="122"/>
                      <a:pt x="139" y="122"/>
                      <a:pt x="139" y="121"/>
                    </a:cubicBezTo>
                    <a:cubicBezTo>
                      <a:pt x="136" y="122"/>
                      <a:pt x="137" y="123"/>
                      <a:pt x="136" y="124"/>
                    </a:cubicBezTo>
                    <a:cubicBezTo>
                      <a:pt x="134" y="125"/>
                      <a:pt x="134" y="125"/>
                      <a:pt x="134" y="125"/>
                    </a:cubicBezTo>
                    <a:cubicBezTo>
                      <a:pt x="134" y="126"/>
                      <a:pt x="134" y="125"/>
                      <a:pt x="134" y="127"/>
                    </a:cubicBezTo>
                    <a:cubicBezTo>
                      <a:pt x="135" y="127"/>
                      <a:pt x="135" y="127"/>
                      <a:pt x="135" y="127"/>
                    </a:cubicBezTo>
                    <a:close/>
                    <a:moveTo>
                      <a:pt x="123" y="115"/>
                    </a:moveTo>
                    <a:cubicBezTo>
                      <a:pt x="123" y="117"/>
                      <a:pt x="123" y="117"/>
                      <a:pt x="123" y="117"/>
                    </a:cubicBezTo>
                    <a:cubicBezTo>
                      <a:pt x="121" y="117"/>
                      <a:pt x="121" y="117"/>
                      <a:pt x="121" y="117"/>
                    </a:cubicBezTo>
                    <a:cubicBezTo>
                      <a:pt x="122" y="116"/>
                      <a:pt x="122" y="116"/>
                      <a:pt x="122" y="115"/>
                    </a:cubicBezTo>
                    <a:lnTo>
                      <a:pt x="123" y="115"/>
                    </a:lnTo>
                    <a:close/>
                    <a:moveTo>
                      <a:pt x="123" y="115"/>
                    </a:moveTo>
                    <a:cubicBezTo>
                      <a:pt x="124" y="115"/>
                      <a:pt x="124" y="115"/>
                      <a:pt x="124" y="115"/>
                    </a:cubicBezTo>
                    <a:cubicBezTo>
                      <a:pt x="124" y="113"/>
                      <a:pt x="124" y="114"/>
                      <a:pt x="123" y="114"/>
                    </a:cubicBezTo>
                    <a:cubicBezTo>
                      <a:pt x="123" y="115"/>
                      <a:pt x="123" y="115"/>
                      <a:pt x="123" y="115"/>
                    </a:cubicBezTo>
                    <a:close/>
                    <a:moveTo>
                      <a:pt x="155" y="101"/>
                    </a:moveTo>
                    <a:cubicBezTo>
                      <a:pt x="155" y="100"/>
                      <a:pt x="155" y="100"/>
                      <a:pt x="155" y="100"/>
                    </a:cubicBezTo>
                    <a:cubicBezTo>
                      <a:pt x="158" y="99"/>
                      <a:pt x="155" y="99"/>
                      <a:pt x="156" y="100"/>
                    </a:cubicBezTo>
                    <a:cubicBezTo>
                      <a:pt x="156" y="101"/>
                      <a:pt x="157" y="101"/>
                      <a:pt x="155" y="101"/>
                    </a:cubicBezTo>
                    <a:close/>
                    <a:moveTo>
                      <a:pt x="161" y="96"/>
                    </a:moveTo>
                    <a:cubicBezTo>
                      <a:pt x="160" y="97"/>
                      <a:pt x="160" y="97"/>
                      <a:pt x="160" y="97"/>
                    </a:cubicBezTo>
                    <a:cubicBezTo>
                      <a:pt x="160" y="95"/>
                      <a:pt x="160" y="95"/>
                      <a:pt x="160" y="95"/>
                    </a:cubicBezTo>
                    <a:cubicBezTo>
                      <a:pt x="161" y="96"/>
                      <a:pt x="161" y="96"/>
                      <a:pt x="161" y="96"/>
                    </a:cubicBezTo>
                    <a:close/>
                    <a:moveTo>
                      <a:pt x="65" y="97"/>
                    </a:moveTo>
                    <a:cubicBezTo>
                      <a:pt x="65" y="97"/>
                      <a:pt x="65" y="97"/>
                      <a:pt x="66" y="97"/>
                    </a:cubicBezTo>
                    <a:cubicBezTo>
                      <a:pt x="67" y="96"/>
                      <a:pt x="67" y="96"/>
                      <a:pt x="67" y="96"/>
                    </a:cubicBezTo>
                    <a:cubicBezTo>
                      <a:pt x="68" y="96"/>
                      <a:pt x="66" y="96"/>
                      <a:pt x="68" y="96"/>
                    </a:cubicBezTo>
                    <a:cubicBezTo>
                      <a:pt x="66" y="98"/>
                      <a:pt x="66" y="98"/>
                      <a:pt x="65" y="97"/>
                    </a:cubicBezTo>
                    <a:close/>
                    <a:moveTo>
                      <a:pt x="72" y="95"/>
                    </a:moveTo>
                    <a:cubicBezTo>
                      <a:pt x="72" y="94"/>
                      <a:pt x="73" y="96"/>
                      <a:pt x="72" y="95"/>
                    </a:cubicBezTo>
                    <a:close/>
                    <a:moveTo>
                      <a:pt x="161" y="96"/>
                    </a:moveTo>
                    <a:cubicBezTo>
                      <a:pt x="161" y="95"/>
                      <a:pt x="161" y="97"/>
                      <a:pt x="162" y="95"/>
                    </a:cubicBezTo>
                    <a:cubicBezTo>
                      <a:pt x="163" y="93"/>
                      <a:pt x="162" y="94"/>
                      <a:pt x="162" y="94"/>
                    </a:cubicBezTo>
                    <a:cubicBezTo>
                      <a:pt x="160" y="95"/>
                      <a:pt x="161" y="92"/>
                      <a:pt x="161" y="96"/>
                    </a:cubicBezTo>
                    <a:close/>
                    <a:moveTo>
                      <a:pt x="88" y="89"/>
                    </a:moveTo>
                    <a:cubicBezTo>
                      <a:pt x="86" y="88"/>
                      <a:pt x="87" y="89"/>
                      <a:pt x="87" y="88"/>
                    </a:cubicBezTo>
                    <a:cubicBezTo>
                      <a:pt x="86" y="88"/>
                      <a:pt x="87" y="89"/>
                      <a:pt x="86" y="88"/>
                    </a:cubicBezTo>
                    <a:cubicBezTo>
                      <a:pt x="88" y="88"/>
                      <a:pt x="88" y="88"/>
                      <a:pt x="88" y="88"/>
                    </a:cubicBezTo>
                    <a:cubicBezTo>
                      <a:pt x="88" y="89"/>
                      <a:pt x="88" y="89"/>
                      <a:pt x="88" y="89"/>
                    </a:cubicBezTo>
                    <a:close/>
                    <a:moveTo>
                      <a:pt x="176" y="84"/>
                    </a:moveTo>
                    <a:cubicBezTo>
                      <a:pt x="176" y="83"/>
                      <a:pt x="176" y="84"/>
                      <a:pt x="176" y="84"/>
                    </a:cubicBezTo>
                    <a:cubicBezTo>
                      <a:pt x="177" y="83"/>
                      <a:pt x="177" y="83"/>
                      <a:pt x="177" y="83"/>
                    </a:cubicBezTo>
                    <a:cubicBezTo>
                      <a:pt x="177" y="85"/>
                      <a:pt x="177" y="84"/>
                      <a:pt x="176" y="86"/>
                    </a:cubicBezTo>
                    <a:cubicBezTo>
                      <a:pt x="176" y="85"/>
                      <a:pt x="176" y="86"/>
                      <a:pt x="176" y="84"/>
                    </a:cubicBezTo>
                    <a:close/>
                    <a:moveTo>
                      <a:pt x="95" y="83"/>
                    </a:moveTo>
                    <a:cubicBezTo>
                      <a:pt x="96" y="82"/>
                      <a:pt x="96" y="83"/>
                      <a:pt x="96" y="83"/>
                    </a:cubicBezTo>
                    <a:cubicBezTo>
                      <a:pt x="95" y="83"/>
                      <a:pt x="95" y="83"/>
                      <a:pt x="95" y="83"/>
                    </a:cubicBezTo>
                    <a:close/>
                    <a:moveTo>
                      <a:pt x="132" y="83"/>
                    </a:moveTo>
                    <a:cubicBezTo>
                      <a:pt x="134" y="82"/>
                      <a:pt x="133" y="83"/>
                      <a:pt x="134" y="82"/>
                    </a:cubicBezTo>
                    <a:cubicBezTo>
                      <a:pt x="136" y="82"/>
                      <a:pt x="136" y="82"/>
                      <a:pt x="136" y="82"/>
                    </a:cubicBezTo>
                    <a:cubicBezTo>
                      <a:pt x="134" y="84"/>
                      <a:pt x="134" y="84"/>
                      <a:pt x="134" y="84"/>
                    </a:cubicBezTo>
                    <a:cubicBezTo>
                      <a:pt x="134" y="85"/>
                      <a:pt x="134" y="84"/>
                      <a:pt x="132" y="87"/>
                    </a:cubicBezTo>
                    <a:cubicBezTo>
                      <a:pt x="131" y="86"/>
                      <a:pt x="131" y="86"/>
                      <a:pt x="131" y="86"/>
                    </a:cubicBezTo>
                    <a:cubicBezTo>
                      <a:pt x="131" y="86"/>
                      <a:pt x="132" y="87"/>
                      <a:pt x="131" y="85"/>
                    </a:cubicBezTo>
                    <a:cubicBezTo>
                      <a:pt x="131" y="83"/>
                      <a:pt x="131" y="84"/>
                      <a:pt x="131" y="84"/>
                    </a:cubicBezTo>
                    <a:cubicBezTo>
                      <a:pt x="132" y="83"/>
                      <a:pt x="132" y="83"/>
                      <a:pt x="132" y="83"/>
                    </a:cubicBezTo>
                    <a:close/>
                    <a:moveTo>
                      <a:pt x="142" y="77"/>
                    </a:moveTo>
                    <a:cubicBezTo>
                      <a:pt x="141" y="76"/>
                      <a:pt x="142" y="77"/>
                      <a:pt x="142" y="77"/>
                    </a:cubicBezTo>
                    <a:cubicBezTo>
                      <a:pt x="142" y="78"/>
                      <a:pt x="142" y="77"/>
                      <a:pt x="142" y="77"/>
                    </a:cubicBezTo>
                    <a:close/>
                    <a:moveTo>
                      <a:pt x="130" y="96"/>
                    </a:moveTo>
                    <a:cubicBezTo>
                      <a:pt x="127" y="95"/>
                      <a:pt x="130" y="97"/>
                      <a:pt x="126" y="98"/>
                    </a:cubicBezTo>
                    <a:cubicBezTo>
                      <a:pt x="126" y="100"/>
                      <a:pt x="126" y="100"/>
                      <a:pt x="126" y="100"/>
                    </a:cubicBezTo>
                    <a:cubicBezTo>
                      <a:pt x="125" y="101"/>
                      <a:pt x="125" y="101"/>
                      <a:pt x="125" y="103"/>
                    </a:cubicBezTo>
                    <a:cubicBezTo>
                      <a:pt x="122" y="102"/>
                      <a:pt x="122" y="107"/>
                      <a:pt x="119" y="110"/>
                    </a:cubicBezTo>
                    <a:cubicBezTo>
                      <a:pt x="119" y="112"/>
                      <a:pt x="119" y="112"/>
                      <a:pt x="119" y="112"/>
                    </a:cubicBezTo>
                    <a:cubicBezTo>
                      <a:pt x="121" y="111"/>
                      <a:pt x="119" y="113"/>
                      <a:pt x="121" y="111"/>
                    </a:cubicBezTo>
                    <a:cubicBezTo>
                      <a:pt x="123" y="109"/>
                      <a:pt x="122" y="109"/>
                      <a:pt x="124" y="109"/>
                    </a:cubicBezTo>
                    <a:cubicBezTo>
                      <a:pt x="124" y="106"/>
                      <a:pt x="125" y="105"/>
                      <a:pt x="125" y="102"/>
                    </a:cubicBezTo>
                    <a:cubicBezTo>
                      <a:pt x="128" y="101"/>
                      <a:pt x="127" y="102"/>
                      <a:pt x="127" y="100"/>
                    </a:cubicBezTo>
                    <a:cubicBezTo>
                      <a:pt x="131" y="99"/>
                      <a:pt x="130" y="96"/>
                      <a:pt x="134" y="94"/>
                    </a:cubicBezTo>
                    <a:cubicBezTo>
                      <a:pt x="135" y="93"/>
                      <a:pt x="135" y="93"/>
                      <a:pt x="135" y="93"/>
                    </a:cubicBezTo>
                    <a:cubicBezTo>
                      <a:pt x="137" y="92"/>
                      <a:pt x="136" y="94"/>
                      <a:pt x="137" y="93"/>
                    </a:cubicBezTo>
                    <a:cubicBezTo>
                      <a:pt x="140" y="91"/>
                      <a:pt x="137" y="90"/>
                      <a:pt x="140" y="89"/>
                    </a:cubicBezTo>
                    <a:cubicBezTo>
                      <a:pt x="140" y="88"/>
                      <a:pt x="140" y="88"/>
                      <a:pt x="140" y="88"/>
                    </a:cubicBezTo>
                    <a:cubicBezTo>
                      <a:pt x="141" y="88"/>
                      <a:pt x="141" y="88"/>
                      <a:pt x="141" y="89"/>
                    </a:cubicBezTo>
                    <a:cubicBezTo>
                      <a:pt x="141" y="88"/>
                      <a:pt x="141" y="88"/>
                      <a:pt x="142" y="87"/>
                    </a:cubicBezTo>
                    <a:cubicBezTo>
                      <a:pt x="143" y="84"/>
                      <a:pt x="145" y="85"/>
                      <a:pt x="146" y="81"/>
                    </a:cubicBezTo>
                    <a:cubicBezTo>
                      <a:pt x="150" y="81"/>
                      <a:pt x="150" y="77"/>
                      <a:pt x="153" y="76"/>
                    </a:cubicBezTo>
                    <a:cubicBezTo>
                      <a:pt x="152" y="75"/>
                      <a:pt x="152" y="75"/>
                      <a:pt x="152" y="75"/>
                    </a:cubicBezTo>
                    <a:cubicBezTo>
                      <a:pt x="151" y="77"/>
                      <a:pt x="151" y="76"/>
                      <a:pt x="148" y="78"/>
                    </a:cubicBezTo>
                    <a:cubicBezTo>
                      <a:pt x="146" y="80"/>
                      <a:pt x="147" y="79"/>
                      <a:pt x="145" y="80"/>
                    </a:cubicBezTo>
                    <a:cubicBezTo>
                      <a:pt x="140" y="85"/>
                      <a:pt x="140" y="85"/>
                      <a:pt x="140" y="85"/>
                    </a:cubicBezTo>
                    <a:cubicBezTo>
                      <a:pt x="138" y="86"/>
                      <a:pt x="139" y="85"/>
                      <a:pt x="137" y="88"/>
                    </a:cubicBezTo>
                    <a:cubicBezTo>
                      <a:pt x="133" y="92"/>
                      <a:pt x="134" y="89"/>
                      <a:pt x="133" y="91"/>
                    </a:cubicBezTo>
                    <a:cubicBezTo>
                      <a:pt x="131" y="94"/>
                      <a:pt x="131" y="94"/>
                      <a:pt x="131" y="94"/>
                    </a:cubicBezTo>
                    <a:cubicBezTo>
                      <a:pt x="130" y="94"/>
                      <a:pt x="130" y="94"/>
                      <a:pt x="130" y="95"/>
                    </a:cubicBezTo>
                    <a:cubicBezTo>
                      <a:pt x="130" y="95"/>
                      <a:pt x="130" y="94"/>
                      <a:pt x="130" y="96"/>
                    </a:cubicBezTo>
                    <a:close/>
                    <a:moveTo>
                      <a:pt x="118" y="72"/>
                    </a:moveTo>
                    <a:cubicBezTo>
                      <a:pt x="118" y="71"/>
                      <a:pt x="119" y="69"/>
                      <a:pt x="121" y="71"/>
                    </a:cubicBezTo>
                    <a:cubicBezTo>
                      <a:pt x="120" y="71"/>
                      <a:pt x="119" y="71"/>
                      <a:pt x="119" y="71"/>
                    </a:cubicBezTo>
                    <a:cubicBezTo>
                      <a:pt x="119" y="72"/>
                      <a:pt x="119" y="72"/>
                      <a:pt x="118" y="72"/>
                    </a:cubicBezTo>
                    <a:close/>
                    <a:moveTo>
                      <a:pt x="112" y="151"/>
                    </a:moveTo>
                    <a:cubicBezTo>
                      <a:pt x="114" y="151"/>
                      <a:pt x="114" y="151"/>
                      <a:pt x="114" y="151"/>
                    </a:cubicBezTo>
                    <a:cubicBezTo>
                      <a:pt x="115" y="150"/>
                      <a:pt x="114" y="151"/>
                      <a:pt x="115" y="149"/>
                    </a:cubicBezTo>
                    <a:cubicBezTo>
                      <a:pt x="120" y="146"/>
                      <a:pt x="120" y="146"/>
                      <a:pt x="120" y="146"/>
                    </a:cubicBezTo>
                    <a:cubicBezTo>
                      <a:pt x="120" y="146"/>
                      <a:pt x="119" y="146"/>
                      <a:pt x="121" y="145"/>
                    </a:cubicBezTo>
                    <a:cubicBezTo>
                      <a:pt x="121" y="145"/>
                      <a:pt x="121" y="145"/>
                      <a:pt x="121" y="145"/>
                    </a:cubicBezTo>
                    <a:cubicBezTo>
                      <a:pt x="124" y="141"/>
                      <a:pt x="124" y="141"/>
                      <a:pt x="124" y="141"/>
                    </a:cubicBezTo>
                    <a:cubicBezTo>
                      <a:pt x="124" y="141"/>
                      <a:pt x="124" y="141"/>
                      <a:pt x="124" y="141"/>
                    </a:cubicBezTo>
                    <a:cubicBezTo>
                      <a:pt x="125" y="141"/>
                      <a:pt x="125" y="141"/>
                      <a:pt x="125" y="141"/>
                    </a:cubicBezTo>
                    <a:cubicBezTo>
                      <a:pt x="125" y="141"/>
                      <a:pt x="125" y="141"/>
                      <a:pt x="125" y="140"/>
                    </a:cubicBezTo>
                    <a:cubicBezTo>
                      <a:pt x="128" y="138"/>
                      <a:pt x="128" y="138"/>
                      <a:pt x="128" y="138"/>
                    </a:cubicBezTo>
                    <a:cubicBezTo>
                      <a:pt x="129" y="136"/>
                      <a:pt x="129" y="137"/>
                      <a:pt x="129" y="135"/>
                    </a:cubicBezTo>
                    <a:cubicBezTo>
                      <a:pt x="129" y="134"/>
                      <a:pt x="130" y="134"/>
                      <a:pt x="131" y="133"/>
                    </a:cubicBezTo>
                    <a:cubicBezTo>
                      <a:pt x="133" y="131"/>
                      <a:pt x="133" y="131"/>
                      <a:pt x="133" y="131"/>
                    </a:cubicBezTo>
                    <a:cubicBezTo>
                      <a:pt x="132" y="130"/>
                      <a:pt x="132" y="131"/>
                      <a:pt x="132" y="128"/>
                    </a:cubicBezTo>
                    <a:cubicBezTo>
                      <a:pt x="133" y="129"/>
                      <a:pt x="133" y="129"/>
                      <a:pt x="134" y="130"/>
                    </a:cubicBezTo>
                    <a:cubicBezTo>
                      <a:pt x="136" y="128"/>
                      <a:pt x="134" y="129"/>
                      <a:pt x="136" y="128"/>
                    </a:cubicBezTo>
                    <a:cubicBezTo>
                      <a:pt x="135" y="127"/>
                      <a:pt x="135" y="127"/>
                      <a:pt x="135" y="127"/>
                    </a:cubicBezTo>
                    <a:cubicBezTo>
                      <a:pt x="137" y="127"/>
                      <a:pt x="136" y="128"/>
                      <a:pt x="138" y="127"/>
                    </a:cubicBezTo>
                    <a:cubicBezTo>
                      <a:pt x="142" y="123"/>
                      <a:pt x="138" y="125"/>
                      <a:pt x="140" y="122"/>
                    </a:cubicBezTo>
                    <a:cubicBezTo>
                      <a:pt x="140" y="122"/>
                      <a:pt x="140" y="122"/>
                      <a:pt x="140" y="122"/>
                    </a:cubicBezTo>
                    <a:cubicBezTo>
                      <a:pt x="139" y="121"/>
                      <a:pt x="139" y="121"/>
                      <a:pt x="139" y="121"/>
                    </a:cubicBezTo>
                    <a:cubicBezTo>
                      <a:pt x="139" y="121"/>
                      <a:pt x="139" y="121"/>
                      <a:pt x="139" y="121"/>
                    </a:cubicBezTo>
                    <a:cubicBezTo>
                      <a:pt x="139" y="118"/>
                      <a:pt x="139" y="122"/>
                      <a:pt x="140" y="118"/>
                    </a:cubicBezTo>
                    <a:cubicBezTo>
                      <a:pt x="140" y="119"/>
                      <a:pt x="140" y="119"/>
                      <a:pt x="140" y="119"/>
                    </a:cubicBezTo>
                    <a:cubicBezTo>
                      <a:pt x="141" y="117"/>
                      <a:pt x="141" y="118"/>
                      <a:pt x="143" y="116"/>
                    </a:cubicBezTo>
                    <a:cubicBezTo>
                      <a:pt x="145" y="113"/>
                      <a:pt x="143" y="114"/>
                      <a:pt x="143" y="114"/>
                    </a:cubicBezTo>
                    <a:cubicBezTo>
                      <a:pt x="142" y="116"/>
                      <a:pt x="142" y="116"/>
                      <a:pt x="142" y="116"/>
                    </a:cubicBezTo>
                    <a:cubicBezTo>
                      <a:pt x="142" y="116"/>
                      <a:pt x="141" y="115"/>
                      <a:pt x="141" y="114"/>
                    </a:cubicBezTo>
                    <a:cubicBezTo>
                      <a:pt x="142" y="113"/>
                      <a:pt x="141" y="113"/>
                      <a:pt x="143" y="113"/>
                    </a:cubicBezTo>
                    <a:cubicBezTo>
                      <a:pt x="142" y="113"/>
                      <a:pt x="141" y="111"/>
                      <a:pt x="145" y="110"/>
                    </a:cubicBezTo>
                    <a:cubicBezTo>
                      <a:pt x="146" y="111"/>
                      <a:pt x="146" y="111"/>
                      <a:pt x="145" y="112"/>
                    </a:cubicBezTo>
                    <a:cubicBezTo>
                      <a:pt x="146" y="113"/>
                      <a:pt x="146" y="113"/>
                      <a:pt x="146" y="113"/>
                    </a:cubicBezTo>
                    <a:cubicBezTo>
                      <a:pt x="146" y="111"/>
                      <a:pt x="147" y="112"/>
                      <a:pt x="148" y="110"/>
                    </a:cubicBezTo>
                    <a:cubicBezTo>
                      <a:pt x="146" y="110"/>
                      <a:pt x="147" y="111"/>
                      <a:pt x="145" y="110"/>
                    </a:cubicBezTo>
                    <a:cubicBezTo>
                      <a:pt x="145" y="107"/>
                      <a:pt x="150" y="106"/>
                      <a:pt x="152" y="102"/>
                    </a:cubicBezTo>
                    <a:cubicBezTo>
                      <a:pt x="152" y="101"/>
                      <a:pt x="152" y="102"/>
                      <a:pt x="152" y="101"/>
                    </a:cubicBezTo>
                    <a:cubicBezTo>
                      <a:pt x="155" y="101"/>
                      <a:pt x="155" y="101"/>
                      <a:pt x="155" y="101"/>
                    </a:cubicBezTo>
                    <a:cubicBezTo>
                      <a:pt x="155" y="102"/>
                      <a:pt x="155" y="102"/>
                      <a:pt x="155" y="102"/>
                    </a:cubicBezTo>
                    <a:cubicBezTo>
                      <a:pt x="154" y="102"/>
                      <a:pt x="154" y="102"/>
                      <a:pt x="154" y="102"/>
                    </a:cubicBezTo>
                    <a:cubicBezTo>
                      <a:pt x="154" y="103"/>
                      <a:pt x="154" y="103"/>
                      <a:pt x="154" y="103"/>
                    </a:cubicBezTo>
                    <a:cubicBezTo>
                      <a:pt x="156" y="103"/>
                      <a:pt x="156" y="103"/>
                      <a:pt x="156" y="103"/>
                    </a:cubicBezTo>
                    <a:cubicBezTo>
                      <a:pt x="157" y="100"/>
                      <a:pt x="157" y="101"/>
                      <a:pt x="159" y="99"/>
                    </a:cubicBezTo>
                    <a:cubicBezTo>
                      <a:pt x="163" y="96"/>
                      <a:pt x="163" y="96"/>
                      <a:pt x="163" y="96"/>
                    </a:cubicBezTo>
                    <a:cubicBezTo>
                      <a:pt x="164" y="95"/>
                      <a:pt x="163" y="96"/>
                      <a:pt x="165" y="94"/>
                    </a:cubicBezTo>
                    <a:cubicBezTo>
                      <a:pt x="166" y="93"/>
                      <a:pt x="168" y="91"/>
                      <a:pt x="170" y="90"/>
                    </a:cubicBezTo>
                    <a:cubicBezTo>
                      <a:pt x="170" y="91"/>
                      <a:pt x="168" y="93"/>
                      <a:pt x="167" y="94"/>
                    </a:cubicBezTo>
                    <a:cubicBezTo>
                      <a:pt x="166" y="95"/>
                      <a:pt x="166" y="95"/>
                      <a:pt x="166" y="95"/>
                    </a:cubicBezTo>
                    <a:cubicBezTo>
                      <a:pt x="168" y="96"/>
                      <a:pt x="168" y="96"/>
                      <a:pt x="168" y="96"/>
                    </a:cubicBezTo>
                    <a:cubicBezTo>
                      <a:pt x="168" y="95"/>
                      <a:pt x="168" y="95"/>
                      <a:pt x="169" y="94"/>
                    </a:cubicBezTo>
                    <a:cubicBezTo>
                      <a:pt x="178" y="87"/>
                      <a:pt x="178" y="87"/>
                      <a:pt x="178" y="87"/>
                    </a:cubicBezTo>
                    <a:cubicBezTo>
                      <a:pt x="179" y="85"/>
                      <a:pt x="180" y="85"/>
                      <a:pt x="180" y="82"/>
                    </a:cubicBezTo>
                    <a:cubicBezTo>
                      <a:pt x="182" y="80"/>
                      <a:pt x="182" y="80"/>
                      <a:pt x="182" y="80"/>
                    </a:cubicBezTo>
                    <a:cubicBezTo>
                      <a:pt x="181" y="79"/>
                      <a:pt x="181" y="79"/>
                      <a:pt x="180" y="79"/>
                    </a:cubicBezTo>
                    <a:cubicBezTo>
                      <a:pt x="180" y="81"/>
                      <a:pt x="180" y="81"/>
                      <a:pt x="180" y="81"/>
                    </a:cubicBezTo>
                    <a:cubicBezTo>
                      <a:pt x="178" y="81"/>
                      <a:pt x="178" y="81"/>
                      <a:pt x="178" y="81"/>
                    </a:cubicBezTo>
                    <a:cubicBezTo>
                      <a:pt x="179" y="79"/>
                      <a:pt x="180" y="76"/>
                      <a:pt x="179" y="73"/>
                    </a:cubicBezTo>
                    <a:cubicBezTo>
                      <a:pt x="178" y="71"/>
                      <a:pt x="178" y="71"/>
                      <a:pt x="178" y="71"/>
                    </a:cubicBezTo>
                    <a:cubicBezTo>
                      <a:pt x="176" y="68"/>
                      <a:pt x="173" y="69"/>
                      <a:pt x="173" y="64"/>
                    </a:cubicBezTo>
                    <a:cubicBezTo>
                      <a:pt x="173" y="64"/>
                      <a:pt x="173" y="62"/>
                      <a:pt x="173" y="61"/>
                    </a:cubicBezTo>
                    <a:cubicBezTo>
                      <a:pt x="171" y="61"/>
                      <a:pt x="172" y="61"/>
                      <a:pt x="170" y="60"/>
                    </a:cubicBezTo>
                    <a:cubicBezTo>
                      <a:pt x="169" y="60"/>
                      <a:pt x="171" y="60"/>
                      <a:pt x="169" y="60"/>
                    </a:cubicBezTo>
                    <a:cubicBezTo>
                      <a:pt x="168" y="60"/>
                      <a:pt x="165" y="63"/>
                      <a:pt x="163" y="64"/>
                    </a:cubicBezTo>
                    <a:cubicBezTo>
                      <a:pt x="157" y="63"/>
                      <a:pt x="157" y="63"/>
                      <a:pt x="157" y="63"/>
                    </a:cubicBezTo>
                    <a:cubicBezTo>
                      <a:pt x="157" y="61"/>
                      <a:pt x="155" y="63"/>
                      <a:pt x="154" y="63"/>
                    </a:cubicBezTo>
                    <a:cubicBezTo>
                      <a:pt x="146" y="67"/>
                      <a:pt x="146" y="67"/>
                      <a:pt x="146" y="67"/>
                    </a:cubicBezTo>
                    <a:cubicBezTo>
                      <a:pt x="145" y="68"/>
                      <a:pt x="146" y="67"/>
                      <a:pt x="145" y="68"/>
                    </a:cubicBezTo>
                    <a:cubicBezTo>
                      <a:pt x="142" y="69"/>
                      <a:pt x="142" y="69"/>
                      <a:pt x="142" y="69"/>
                    </a:cubicBezTo>
                    <a:cubicBezTo>
                      <a:pt x="141" y="70"/>
                      <a:pt x="140" y="70"/>
                      <a:pt x="139" y="72"/>
                    </a:cubicBezTo>
                    <a:cubicBezTo>
                      <a:pt x="138" y="72"/>
                      <a:pt x="138" y="72"/>
                      <a:pt x="138" y="72"/>
                    </a:cubicBezTo>
                    <a:cubicBezTo>
                      <a:pt x="138" y="72"/>
                      <a:pt x="138" y="73"/>
                      <a:pt x="138" y="73"/>
                    </a:cubicBezTo>
                    <a:cubicBezTo>
                      <a:pt x="138" y="73"/>
                      <a:pt x="138" y="73"/>
                      <a:pt x="138" y="74"/>
                    </a:cubicBezTo>
                    <a:cubicBezTo>
                      <a:pt x="138" y="72"/>
                      <a:pt x="139" y="72"/>
                      <a:pt x="137" y="73"/>
                    </a:cubicBezTo>
                    <a:cubicBezTo>
                      <a:pt x="135" y="74"/>
                      <a:pt x="137" y="73"/>
                      <a:pt x="135" y="74"/>
                    </a:cubicBezTo>
                    <a:cubicBezTo>
                      <a:pt x="136" y="75"/>
                      <a:pt x="136" y="74"/>
                      <a:pt x="136" y="76"/>
                    </a:cubicBezTo>
                    <a:cubicBezTo>
                      <a:pt x="135" y="75"/>
                      <a:pt x="136" y="76"/>
                      <a:pt x="135" y="75"/>
                    </a:cubicBezTo>
                    <a:cubicBezTo>
                      <a:pt x="134" y="75"/>
                      <a:pt x="134" y="75"/>
                      <a:pt x="134" y="75"/>
                    </a:cubicBezTo>
                    <a:cubicBezTo>
                      <a:pt x="133" y="78"/>
                      <a:pt x="134" y="74"/>
                      <a:pt x="132" y="77"/>
                    </a:cubicBezTo>
                    <a:cubicBezTo>
                      <a:pt x="128" y="82"/>
                      <a:pt x="128" y="82"/>
                      <a:pt x="128" y="82"/>
                    </a:cubicBezTo>
                    <a:cubicBezTo>
                      <a:pt x="128" y="80"/>
                      <a:pt x="128" y="80"/>
                      <a:pt x="128" y="80"/>
                    </a:cubicBezTo>
                    <a:cubicBezTo>
                      <a:pt x="126" y="82"/>
                      <a:pt x="125" y="82"/>
                      <a:pt x="125" y="85"/>
                    </a:cubicBezTo>
                    <a:cubicBezTo>
                      <a:pt x="124" y="84"/>
                      <a:pt x="124" y="84"/>
                      <a:pt x="124" y="84"/>
                    </a:cubicBezTo>
                    <a:cubicBezTo>
                      <a:pt x="111" y="100"/>
                      <a:pt x="111" y="100"/>
                      <a:pt x="111" y="100"/>
                    </a:cubicBezTo>
                    <a:cubicBezTo>
                      <a:pt x="109" y="102"/>
                      <a:pt x="109" y="103"/>
                      <a:pt x="107" y="105"/>
                    </a:cubicBezTo>
                    <a:cubicBezTo>
                      <a:pt x="107" y="106"/>
                      <a:pt x="107" y="106"/>
                      <a:pt x="108" y="106"/>
                    </a:cubicBezTo>
                    <a:cubicBezTo>
                      <a:pt x="106" y="107"/>
                      <a:pt x="106" y="108"/>
                      <a:pt x="105" y="109"/>
                    </a:cubicBezTo>
                    <a:cubicBezTo>
                      <a:pt x="105" y="110"/>
                      <a:pt x="105" y="108"/>
                      <a:pt x="105" y="111"/>
                    </a:cubicBezTo>
                    <a:cubicBezTo>
                      <a:pt x="104" y="111"/>
                      <a:pt x="104" y="111"/>
                      <a:pt x="104" y="111"/>
                    </a:cubicBezTo>
                    <a:cubicBezTo>
                      <a:pt x="103" y="112"/>
                      <a:pt x="104" y="113"/>
                      <a:pt x="103" y="115"/>
                    </a:cubicBezTo>
                    <a:cubicBezTo>
                      <a:pt x="102" y="116"/>
                      <a:pt x="102" y="116"/>
                      <a:pt x="102" y="117"/>
                    </a:cubicBezTo>
                    <a:cubicBezTo>
                      <a:pt x="102" y="118"/>
                      <a:pt x="101" y="119"/>
                      <a:pt x="101" y="119"/>
                    </a:cubicBezTo>
                    <a:cubicBezTo>
                      <a:pt x="100" y="120"/>
                      <a:pt x="101" y="120"/>
                      <a:pt x="99" y="120"/>
                    </a:cubicBezTo>
                    <a:cubicBezTo>
                      <a:pt x="99" y="122"/>
                      <a:pt x="99" y="122"/>
                      <a:pt x="99" y="122"/>
                    </a:cubicBezTo>
                    <a:cubicBezTo>
                      <a:pt x="99" y="122"/>
                      <a:pt x="98" y="124"/>
                      <a:pt x="98" y="124"/>
                    </a:cubicBezTo>
                    <a:cubicBezTo>
                      <a:pt x="95" y="134"/>
                      <a:pt x="95" y="134"/>
                      <a:pt x="95" y="134"/>
                    </a:cubicBezTo>
                    <a:cubicBezTo>
                      <a:pt x="94" y="135"/>
                      <a:pt x="95" y="134"/>
                      <a:pt x="94" y="136"/>
                    </a:cubicBezTo>
                    <a:cubicBezTo>
                      <a:pt x="88" y="142"/>
                      <a:pt x="88" y="142"/>
                      <a:pt x="88" y="142"/>
                    </a:cubicBezTo>
                    <a:cubicBezTo>
                      <a:pt x="86" y="145"/>
                      <a:pt x="82" y="148"/>
                      <a:pt x="81" y="151"/>
                    </a:cubicBezTo>
                    <a:cubicBezTo>
                      <a:pt x="80" y="153"/>
                      <a:pt x="80" y="153"/>
                      <a:pt x="80" y="153"/>
                    </a:cubicBezTo>
                    <a:cubicBezTo>
                      <a:pt x="79" y="154"/>
                      <a:pt x="78" y="155"/>
                      <a:pt x="76" y="155"/>
                    </a:cubicBezTo>
                    <a:cubicBezTo>
                      <a:pt x="77" y="156"/>
                      <a:pt x="77" y="155"/>
                      <a:pt x="77" y="156"/>
                    </a:cubicBezTo>
                    <a:cubicBezTo>
                      <a:pt x="75" y="156"/>
                      <a:pt x="75" y="156"/>
                      <a:pt x="75" y="156"/>
                    </a:cubicBezTo>
                    <a:cubicBezTo>
                      <a:pt x="75" y="154"/>
                      <a:pt x="75" y="153"/>
                      <a:pt x="75" y="151"/>
                    </a:cubicBezTo>
                    <a:cubicBezTo>
                      <a:pt x="75" y="148"/>
                      <a:pt x="75" y="148"/>
                      <a:pt x="75" y="148"/>
                    </a:cubicBezTo>
                    <a:cubicBezTo>
                      <a:pt x="75" y="146"/>
                      <a:pt x="76" y="142"/>
                      <a:pt x="75" y="138"/>
                    </a:cubicBezTo>
                    <a:cubicBezTo>
                      <a:pt x="75" y="137"/>
                      <a:pt x="75" y="137"/>
                      <a:pt x="75" y="137"/>
                    </a:cubicBezTo>
                    <a:cubicBezTo>
                      <a:pt x="75" y="134"/>
                      <a:pt x="75" y="135"/>
                      <a:pt x="75" y="133"/>
                    </a:cubicBezTo>
                    <a:cubicBezTo>
                      <a:pt x="73" y="126"/>
                      <a:pt x="73" y="127"/>
                      <a:pt x="71" y="122"/>
                    </a:cubicBezTo>
                    <a:cubicBezTo>
                      <a:pt x="69" y="119"/>
                      <a:pt x="68" y="116"/>
                      <a:pt x="66" y="113"/>
                    </a:cubicBezTo>
                    <a:cubicBezTo>
                      <a:pt x="58" y="103"/>
                      <a:pt x="58" y="103"/>
                      <a:pt x="58" y="103"/>
                    </a:cubicBezTo>
                    <a:cubicBezTo>
                      <a:pt x="59" y="102"/>
                      <a:pt x="59" y="103"/>
                      <a:pt x="59" y="101"/>
                    </a:cubicBezTo>
                    <a:cubicBezTo>
                      <a:pt x="60" y="103"/>
                      <a:pt x="62" y="101"/>
                      <a:pt x="63" y="101"/>
                    </a:cubicBezTo>
                    <a:cubicBezTo>
                      <a:pt x="66" y="100"/>
                      <a:pt x="66" y="100"/>
                      <a:pt x="66" y="100"/>
                    </a:cubicBezTo>
                    <a:cubicBezTo>
                      <a:pt x="69" y="99"/>
                      <a:pt x="71" y="97"/>
                      <a:pt x="74" y="96"/>
                    </a:cubicBezTo>
                    <a:cubicBezTo>
                      <a:pt x="78" y="95"/>
                      <a:pt x="78" y="95"/>
                      <a:pt x="78" y="95"/>
                    </a:cubicBezTo>
                    <a:cubicBezTo>
                      <a:pt x="80" y="94"/>
                      <a:pt x="78" y="95"/>
                      <a:pt x="80" y="94"/>
                    </a:cubicBezTo>
                    <a:cubicBezTo>
                      <a:pt x="82" y="93"/>
                      <a:pt x="82" y="93"/>
                      <a:pt x="82" y="93"/>
                    </a:cubicBezTo>
                    <a:cubicBezTo>
                      <a:pt x="84" y="91"/>
                      <a:pt x="88" y="91"/>
                      <a:pt x="88" y="89"/>
                    </a:cubicBezTo>
                    <a:cubicBezTo>
                      <a:pt x="90" y="89"/>
                      <a:pt x="90" y="89"/>
                      <a:pt x="93" y="87"/>
                    </a:cubicBezTo>
                    <a:cubicBezTo>
                      <a:pt x="94" y="86"/>
                      <a:pt x="95" y="86"/>
                      <a:pt x="96" y="86"/>
                    </a:cubicBezTo>
                    <a:cubicBezTo>
                      <a:pt x="96" y="85"/>
                      <a:pt x="97" y="84"/>
                      <a:pt x="98" y="83"/>
                    </a:cubicBezTo>
                    <a:cubicBezTo>
                      <a:pt x="105" y="81"/>
                      <a:pt x="101" y="81"/>
                      <a:pt x="104" y="80"/>
                    </a:cubicBezTo>
                    <a:cubicBezTo>
                      <a:pt x="105" y="79"/>
                      <a:pt x="106" y="79"/>
                      <a:pt x="108" y="79"/>
                    </a:cubicBezTo>
                    <a:cubicBezTo>
                      <a:pt x="108" y="78"/>
                      <a:pt x="108" y="78"/>
                      <a:pt x="108" y="78"/>
                    </a:cubicBezTo>
                    <a:cubicBezTo>
                      <a:pt x="110" y="77"/>
                      <a:pt x="111" y="75"/>
                      <a:pt x="113" y="75"/>
                    </a:cubicBezTo>
                    <a:cubicBezTo>
                      <a:pt x="113" y="75"/>
                      <a:pt x="115" y="75"/>
                      <a:pt x="112" y="77"/>
                    </a:cubicBezTo>
                    <a:cubicBezTo>
                      <a:pt x="111" y="78"/>
                      <a:pt x="111" y="78"/>
                      <a:pt x="110" y="78"/>
                    </a:cubicBezTo>
                    <a:cubicBezTo>
                      <a:pt x="110" y="79"/>
                      <a:pt x="112" y="80"/>
                      <a:pt x="111" y="78"/>
                    </a:cubicBezTo>
                    <a:cubicBezTo>
                      <a:pt x="113" y="78"/>
                      <a:pt x="113" y="77"/>
                      <a:pt x="114" y="77"/>
                    </a:cubicBezTo>
                    <a:cubicBezTo>
                      <a:pt x="113" y="76"/>
                      <a:pt x="113" y="75"/>
                      <a:pt x="113" y="74"/>
                    </a:cubicBezTo>
                    <a:cubicBezTo>
                      <a:pt x="114" y="74"/>
                      <a:pt x="115" y="73"/>
                      <a:pt x="116" y="72"/>
                    </a:cubicBezTo>
                    <a:cubicBezTo>
                      <a:pt x="118" y="72"/>
                      <a:pt x="118" y="72"/>
                      <a:pt x="118" y="72"/>
                    </a:cubicBezTo>
                    <a:cubicBezTo>
                      <a:pt x="117" y="74"/>
                      <a:pt x="115" y="73"/>
                      <a:pt x="114" y="76"/>
                    </a:cubicBezTo>
                    <a:cubicBezTo>
                      <a:pt x="118" y="74"/>
                      <a:pt x="118" y="74"/>
                      <a:pt x="118" y="74"/>
                    </a:cubicBezTo>
                    <a:cubicBezTo>
                      <a:pt x="121" y="74"/>
                      <a:pt x="115" y="74"/>
                      <a:pt x="118" y="74"/>
                    </a:cubicBezTo>
                    <a:cubicBezTo>
                      <a:pt x="118" y="74"/>
                      <a:pt x="119" y="75"/>
                      <a:pt x="119" y="75"/>
                    </a:cubicBezTo>
                    <a:cubicBezTo>
                      <a:pt x="120" y="73"/>
                      <a:pt x="119" y="73"/>
                      <a:pt x="122" y="71"/>
                    </a:cubicBezTo>
                    <a:cubicBezTo>
                      <a:pt x="123" y="71"/>
                      <a:pt x="123" y="71"/>
                      <a:pt x="123" y="71"/>
                    </a:cubicBezTo>
                    <a:cubicBezTo>
                      <a:pt x="123" y="71"/>
                      <a:pt x="123" y="70"/>
                      <a:pt x="123" y="70"/>
                    </a:cubicBezTo>
                    <a:cubicBezTo>
                      <a:pt x="124" y="70"/>
                      <a:pt x="122" y="70"/>
                      <a:pt x="124" y="70"/>
                    </a:cubicBezTo>
                    <a:cubicBezTo>
                      <a:pt x="124" y="69"/>
                      <a:pt x="124" y="70"/>
                      <a:pt x="126" y="70"/>
                    </a:cubicBezTo>
                    <a:cubicBezTo>
                      <a:pt x="127" y="69"/>
                      <a:pt x="127" y="69"/>
                      <a:pt x="127" y="68"/>
                    </a:cubicBezTo>
                    <a:cubicBezTo>
                      <a:pt x="129" y="67"/>
                      <a:pt x="128" y="69"/>
                      <a:pt x="130" y="67"/>
                    </a:cubicBezTo>
                    <a:cubicBezTo>
                      <a:pt x="132" y="64"/>
                      <a:pt x="132" y="64"/>
                      <a:pt x="132" y="64"/>
                    </a:cubicBezTo>
                    <a:cubicBezTo>
                      <a:pt x="136" y="62"/>
                      <a:pt x="134" y="62"/>
                      <a:pt x="137" y="60"/>
                    </a:cubicBezTo>
                    <a:cubicBezTo>
                      <a:pt x="140" y="58"/>
                      <a:pt x="136" y="62"/>
                      <a:pt x="141" y="58"/>
                    </a:cubicBezTo>
                    <a:cubicBezTo>
                      <a:pt x="144" y="55"/>
                      <a:pt x="144" y="55"/>
                      <a:pt x="144" y="55"/>
                    </a:cubicBezTo>
                    <a:cubicBezTo>
                      <a:pt x="144" y="55"/>
                      <a:pt x="144" y="55"/>
                      <a:pt x="144" y="55"/>
                    </a:cubicBezTo>
                    <a:cubicBezTo>
                      <a:pt x="145" y="55"/>
                      <a:pt x="146" y="54"/>
                      <a:pt x="147" y="54"/>
                    </a:cubicBezTo>
                    <a:cubicBezTo>
                      <a:pt x="148" y="52"/>
                      <a:pt x="148" y="52"/>
                      <a:pt x="148" y="52"/>
                    </a:cubicBezTo>
                    <a:cubicBezTo>
                      <a:pt x="149" y="52"/>
                      <a:pt x="148" y="52"/>
                      <a:pt x="149" y="52"/>
                    </a:cubicBezTo>
                    <a:cubicBezTo>
                      <a:pt x="151" y="51"/>
                      <a:pt x="162" y="44"/>
                      <a:pt x="166" y="43"/>
                    </a:cubicBezTo>
                    <a:cubicBezTo>
                      <a:pt x="165" y="42"/>
                      <a:pt x="165" y="42"/>
                      <a:pt x="165" y="42"/>
                    </a:cubicBezTo>
                    <a:cubicBezTo>
                      <a:pt x="167" y="42"/>
                      <a:pt x="169" y="39"/>
                      <a:pt x="170" y="38"/>
                    </a:cubicBezTo>
                    <a:cubicBezTo>
                      <a:pt x="171" y="37"/>
                      <a:pt x="172" y="35"/>
                      <a:pt x="173" y="35"/>
                    </a:cubicBezTo>
                    <a:cubicBezTo>
                      <a:pt x="175" y="31"/>
                      <a:pt x="173" y="31"/>
                      <a:pt x="173" y="29"/>
                    </a:cubicBezTo>
                    <a:cubicBezTo>
                      <a:pt x="172" y="25"/>
                      <a:pt x="172" y="26"/>
                      <a:pt x="172" y="23"/>
                    </a:cubicBezTo>
                    <a:cubicBezTo>
                      <a:pt x="171" y="22"/>
                      <a:pt x="172" y="23"/>
                      <a:pt x="171" y="22"/>
                    </a:cubicBezTo>
                    <a:cubicBezTo>
                      <a:pt x="171" y="19"/>
                      <a:pt x="171" y="22"/>
                      <a:pt x="170" y="20"/>
                    </a:cubicBezTo>
                    <a:cubicBezTo>
                      <a:pt x="165" y="11"/>
                      <a:pt x="165" y="11"/>
                      <a:pt x="165" y="11"/>
                    </a:cubicBezTo>
                    <a:cubicBezTo>
                      <a:pt x="165" y="11"/>
                      <a:pt x="164" y="9"/>
                      <a:pt x="163" y="8"/>
                    </a:cubicBezTo>
                    <a:cubicBezTo>
                      <a:pt x="158" y="5"/>
                      <a:pt x="158" y="5"/>
                      <a:pt x="158" y="5"/>
                    </a:cubicBezTo>
                    <a:cubicBezTo>
                      <a:pt x="156" y="3"/>
                      <a:pt x="153" y="1"/>
                      <a:pt x="150" y="1"/>
                    </a:cubicBezTo>
                    <a:cubicBezTo>
                      <a:pt x="150" y="0"/>
                      <a:pt x="150" y="0"/>
                      <a:pt x="150" y="0"/>
                    </a:cubicBezTo>
                    <a:cubicBezTo>
                      <a:pt x="136" y="0"/>
                      <a:pt x="136" y="0"/>
                      <a:pt x="136" y="0"/>
                    </a:cubicBezTo>
                    <a:cubicBezTo>
                      <a:pt x="135" y="1"/>
                      <a:pt x="134" y="2"/>
                      <a:pt x="133" y="3"/>
                    </a:cubicBezTo>
                    <a:cubicBezTo>
                      <a:pt x="132" y="5"/>
                      <a:pt x="130" y="12"/>
                      <a:pt x="132" y="16"/>
                    </a:cubicBezTo>
                    <a:cubicBezTo>
                      <a:pt x="134" y="19"/>
                      <a:pt x="134" y="19"/>
                      <a:pt x="134" y="19"/>
                    </a:cubicBezTo>
                    <a:cubicBezTo>
                      <a:pt x="134" y="21"/>
                      <a:pt x="134" y="21"/>
                      <a:pt x="134" y="21"/>
                    </a:cubicBezTo>
                    <a:cubicBezTo>
                      <a:pt x="134" y="21"/>
                      <a:pt x="134" y="21"/>
                      <a:pt x="133" y="21"/>
                    </a:cubicBezTo>
                    <a:cubicBezTo>
                      <a:pt x="121" y="39"/>
                      <a:pt x="121" y="39"/>
                      <a:pt x="121" y="39"/>
                    </a:cubicBezTo>
                    <a:cubicBezTo>
                      <a:pt x="120" y="39"/>
                      <a:pt x="120" y="39"/>
                      <a:pt x="120" y="40"/>
                    </a:cubicBezTo>
                    <a:cubicBezTo>
                      <a:pt x="119" y="40"/>
                      <a:pt x="119" y="40"/>
                      <a:pt x="119" y="40"/>
                    </a:cubicBezTo>
                    <a:cubicBezTo>
                      <a:pt x="118" y="41"/>
                      <a:pt x="119" y="41"/>
                      <a:pt x="118" y="42"/>
                    </a:cubicBezTo>
                    <a:cubicBezTo>
                      <a:pt x="115" y="42"/>
                      <a:pt x="115" y="47"/>
                      <a:pt x="111" y="47"/>
                    </a:cubicBezTo>
                    <a:cubicBezTo>
                      <a:pt x="112" y="49"/>
                      <a:pt x="112" y="47"/>
                      <a:pt x="111" y="49"/>
                    </a:cubicBezTo>
                    <a:cubicBezTo>
                      <a:pt x="103" y="56"/>
                      <a:pt x="103" y="56"/>
                      <a:pt x="103" y="56"/>
                    </a:cubicBezTo>
                    <a:cubicBezTo>
                      <a:pt x="102" y="56"/>
                      <a:pt x="102" y="56"/>
                      <a:pt x="102" y="56"/>
                    </a:cubicBezTo>
                    <a:cubicBezTo>
                      <a:pt x="102" y="56"/>
                      <a:pt x="102" y="56"/>
                      <a:pt x="102" y="56"/>
                    </a:cubicBezTo>
                    <a:cubicBezTo>
                      <a:pt x="98" y="59"/>
                      <a:pt x="98" y="59"/>
                      <a:pt x="98" y="59"/>
                    </a:cubicBezTo>
                    <a:cubicBezTo>
                      <a:pt x="97" y="60"/>
                      <a:pt x="98" y="60"/>
                      <a:pt x="97" y="61"/>
                    </a:cubicBezTo>
                    <a:cubicBezTo>
                      <a:pt x="92" y="64"/>
                      <a:pt x="92" y="64"/>
                      <a:pt x="92" y="64"/>
                    </a:cubicBezTo>
                    <a:cubicBezTo>
                      <a:pt x="91" y="65"/>
                      <a:pt x="90" y="67"/>
                      <a:pt x="88" y="67"/>
                    </a:cubicBezTo>
                    <a:cubicBezTo>
                      <a:pt x="88" y="68"/>
                      <a:pt x="88" y="68"/>
                      <a:pt x="88" y="68"/>
                    </a:cubicBezTo>
                    <a:cubicBezTo>
                      <a:pt x="85" y="69"/>
                      <a:pt x="87" y="68"/>
                      <a:pt x="86" y="69"/>
                    </a:cubicBezTo>
                    <a:cubicBezTo>
                      <a:pt x="74" y="78"/>
                      <a:pt x="74" y="78"/>
                      <a:pt x="74" y="78"/>
                    </a:cubicBezTo>
                    <a:cubicBezTo>
                      <a:pt x="73" y="79"/>
                      <a:pt x="73" y="78"/>
                      <a:pt x="73" y="80"/>
                    </a:cubicBezTo>
                    <a:cubicBezTo>
                      <a:pt x="72" y="78"/>
                      <a:pt x="73" y="79"/>
                      <a:pt x="71" y="80"/>
                    </a:cubicBezTo>
                    <a:cubicBezTo>
                      <a:pt x="49" y="94"/>
                      <a:pt x="49" y="94"/>
                      <a:pt x="49" y="94"/>
                    </a:cubicBezTo>
                    <a:cubicBezTo>
                      <a:pt x="45" y="95"/>
                      <a:pt x="45" y="96"/>
                      <a:pt x="41" y="95"/>
                    </a:cubicBezTo>
                    <a:cubicBezTo>
                      <a:pt x="36" y="93"/>
                      <a:pt x="36" y="93"/>
                      <a:pt x="36" y="93"/>
                    </a:cubicBezTo>
                    <a:cubicBezTo>
                      <a:pt x="35" y="93"/>
                      <a:pt x="34" y="93"/>
                      <a:pt x="33" y="93"/>
                    </a:cubicBezTo>
                    <a:cubicBezTo>
                      <a:pt x="27" y="92"/>
                      <a:pt x="27" y="91"/>
                      <a:pt x="21" y="93"/>
                    </a:cubicBezTo>
                    <a:cubicBezTo>
                      <a:pt x="18" y="93"/>
                      <a:pt x="21" y="93"/>
                      <a:pt x="19" y="94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3" y="96"/>
                      <a:pt x="13" y="96"/>
                      <a:pt x="13" y="97"/>
                    </a:cubicBezTo>
                    <a:cubicBezTo>
                      <a:pt x="9" y="99"/>
                      <a:pt x="9" y="99"/>
                      <a:pt x="9" y="99"/>
                    </a:cubicBezTo>
                    <a:cubicBezTo>
                      <a:pt x="8" y="99"/>
                      <a:pt x="8" y="100"/>
                      <a:pt x="7" y="100"/>
                    </a:cubicBezTo>
                    <a:cubicBezTo>
                      <a:pt x="3" y="100"/>
                      <a:pt x="3" y="100"/>
                      <a:pt x="3" y="100"/>
                    </a:cubicBezTo>
                    <a:cubicBezTo>
                      <a:pt x="4" y="101"/>
                      <a:pt x="4" y="101"/>
                      <a:pt x="5" y="101"/>
                    </a:cubicBezTo>
                    <a:cubicBezTo>
                      <a:pt x="5" y="102"/>
                      <a:pt x="5" y="101"/>
                      <a:pt x="5" y="102"/>
                    </a:cubicBezTo>
                    <a:cubicBezTo>
                      <a:pt x="0" y="106"/>
                      <a:pt x="0" y="106"/>
                      <a:pt x="0" y="106"/>
                    </a:cubicBezTo>
                    <a:cubicBezTo>
                      <a:pt x="0" y="109"/>
                      <a:pt x="1" y="109"/>
                      <a:pt x="4" y="109"/>
                    </a:cubicBezTo>
                    <a:cubicBezTo>
                      <a:pt x="4" y="108"/>
                      <a:pt x="4" y="108"/>
                      <a:pt x="4" y="108"/>
                    </a:cubicBezTo>
                    <a:cubicBezTo>
                      <a:pt x="6" y="108"/>
                      <a:pt x="9" y="108"/>
                      <a:pt x="10" y="107"/>
                    </a:cubicBezTo>
                    <a:cubicBezTo>
                      <a:pt x="11" y="107"/>
                      <a:pt x="11" y="107"/>
                      <a:pt x="11" y="107"/>
                    </a:cubicBezTo>
                    <a:cubicBezTo>
                      <a:pt x="11" y="107"/>
                      <a:pt x="11" y="107"/>
                      <a:pt x="11" y="107"/>
                    </a:cubicBezTo>
                    <a:cubicBezTo>
                      <a:pt x="11" y="107"/>
                      <a:pt x="11" y="107"/>
                      <a:pt x="12" y="107"/>
                    </a:cubicBezTo>
                    <a:cubicBezTo>
                      <a:pt x="14" y="106"/>
                      <a:pt x="13" y="107"/>
                      <a:pt x="16" y="108"/>
                    </a:cubicBezTo>
                    <a:cubicBezTo>
                      <a:pt x="16" y="108"/>
                      <a:pt x="17" y="107"/>
                      <a:pt x="17" y="107"/>
                    </a:cubicBezTo>
                    <a:cubicBezTo>
                      <a:pt x="18" y="107"/>
                      <a:pt x="17" y="107"/>
                      <a:pt x="18" y="107"/>
                    </a:cubicBezTo>
                    <a:cubicBezTo>
                      <a:pt x="23" y="107"/>
                      <a:pt x="24" y="106"/>
                      <a:pt x="28" y="108"/>
                    </a:cubicBezTo>
                    <a:cubicBezTo>
                      <a:pt x="32" y="110"/>
                      <a:pt x="33" y="108"/>
                      <a:pt x="37" y="115"/>
                    </a:cubicBezTo>
                    <a:cubicBezTo>
                      <a:pt x="39" y="117"/>
                      <a:pt x="37" y="121"/>
                      <a:pt x="39" y="124"/>
                    </a:cubicBezTo>
                    <a:cubicBezTo>
                      <a:pt x="40" y="126"/>
                      <a:pt x="40" y="124"/>
                      <a:pt x="40" y="125"/>
                    </a:cubicBezTo>
                    <a:cubicBezTo>
                      <a:pt x="41" y="128"/>
                      <a:pt x="40" y="132"/>
                      <a:pt x="40" y="133"/>
                    </a:cubicBezTo>
                    <a:cubicBezTo>
                      <a:pt x="40" y="135"/>
                      <a:pt x="40" y="134"/>
                      <a:pt x="40" y="137"/>
                    </a:cubicBezTo>
                    <a:cubicBezTo>
                      <a:pt x="40" y="138"/>
                      <a:pt x="40" y="137"/>
                      <a:pt x="40" y="139"/>
                    </a:cubicBezTo>
                    <a:cubicBezTo>
                      <a:pt x="39" y="142"/>
                      <a:pt x="40" y="146"/>
                      <a:pt x="39" y="148"/>
                    </a:cubicBezTo>
                    <a:cubicBezTo>
                      <a:pt x="39" y="150"/>
                      <a:pt x="39" y="149"/>
                      <a:pt x="39" y="151"/>
                    </a:cubicBezTo>
                    <a:cubicBezTo>
                      <a:pt x="39" y="153"/>
                      <a:pt x="39" y="154"/>
                      <a:pt x="39" y="156"/>
                    </a:cubicBezTo>
                    <a:cubicBezTo>
                      <a:pt x="38" y="157"/>
                      <a:pt x="38" y="157"/>
                      <a:pt x="38" y="159"/>
                    </a:cubicBezTo>
                    <a:cubicBezTo>
                      <a:pt x="38" y="165"/>
                      <a:pt x="38" y="162"/>
                      <a:pt x="37" y="165"/>
                    </a:cubicBezTo>
                    <a:cubicBezTo>
                      <a:pt x="34" y="186"/>
                      <a:pt x="34" y="186"/>
                      <a:pt x="34" y="186"/>
                    </a:cubicBezTo>
                    <a:cubicBezTo>
                      <a:pt x="34" y="187"/>
                      <a:pt x="35" y="187"/>
                      <a:pt x="35" y="188"/>
                    </a:cubicBezTo>
                    <a:cubicBezTo>
                      <a:pt x="35" y="188"/>
                      <a:pt x="34" y="188"/>
                      <a:pt x="34" y="188"/>
                    </a:cubicBezTo>
                    <a:cubicBezTo>
                      <a:pt x="34" y="188"/>
                      <a:pt x="34" y="188"/>
                      <a:pt x="34" y="189"/>
                    </a:cubicBezTo>
                    <a:cubicBezTo>
                      <a:pt x="34" y="190"/>
                      <a:pt x="35" y="192"/>
                      <a:pt x="33" y="193"/>
                    </a:cubicBezTo>
                    <a:cubicBezTo>
                      <a:pt x="33" y="198"/>
                      <a:pt x="33" y="198"/>
                      <a:pt x="33" y="198"/>
                    </a:cubicBezTo>
                    <a:cubicBezTo>
                      <a:pt x="33" y="199"/>
                      <a:pt x="32" y="201"/>
                      <a:pt x="32" y="203"/>
                    </a:cubicBezTo>
                    <a:cubicBezTo>
                      <a:pt x="31" y="203"/>
                      <a:pt x="32" y="202"/>
                      <a:pt x="32" y="204"/>
                    </a:cubicBezTo>
                    <a:cubicBezTo>
                      <a:pt x="31" y="208"/>
                      <a:pt x="32" y="209"/>
                      <a:pt x="31" y="213"/>
                    </a:cubicBezTo>
                    <a:cubicBezTo>
                      <a:pt x="29" y="217"/>
                      <a:pt x="29" y="217"/>
                      <a:pt x="29" y="217"/>
                    </a:cubicBezTo>
                    <a:cubicBezTo>
                      <a:pt x="29" y="218"/>
                      <a:pt x="28" y="221"/>
                      <a:pt x="28" y="222"/>
                    </a:cubicBezTo>
                    <a:cubicBezTo>
                      <a:pt x="27" y="224"/>
                      <a:pt x="28" y="222"/>
                      <a:pt x="27" y="223"/>
                    </a:cubicBezTo>
                    <a:cubicBezTo>
                      <a:pt x="27" y="224"/>
                      <a:pt x="26" y="227"/>
                      <a:pt x="26" y="227"/>
                    </a:cubicBezTo>
                    <a:cubicBezTo>
                      <a:pt x="22" y="233"/>
                      <a:pt x="22" y="233"/>
                      <a:pt x="22" y="233"/>
                    </a:cubicBezTo>
                    <a:cubicBezTo>
                      <a:pt x="22" y="235"/>
                      <a:pt x="20" y="235"/>
                      <a:pt x="19" y="236"/>
                    </a:cubicBezTo>
                    <a:cubicBezTo>
                      <a:pt x="16" y="238"/>
                      <a:pt x="16" y="242"/>
                      <a:pt x="16" y="246"/>
                    </a:cubicBezTo>
                    <a:cubicBezTo>
                      <a:pt x="14" y="246"/>
                      <a:pt x="15" y="246"/>
                      <a:pt x="15" y="247"/>
                    </a:cubicBezTo>
                    <a:cubicBezTo>
                      <a:pt x="16" y="252"/>
                      <a:pt x="16" y="252"/>
                      <a:pt x="16" y="252"/>
                    </a:cubicBezTo>
                    <a:cubicBezTo>
                      <a:pt x="17" y="255"/>
                      <a:pt x="17" y="255"/>
                      <a:pt x="17" y="258"/>
                    </a:cubicBezTo>
                    <a:cubicBezTo>
                      <a:pt x="17" y="260"/>
                      <a:pt x="17" y="260"/>
                      <a:pt x="18" y="260"/>
                    </a:cubicBezTo>
                    <a:cubicBezTo>
                      <a:pt x="18" y="263"/>
                      <a:pt x="18" y="262"/>
                      <a:pt x="18" y="264"/>
                    </a:cubicBezTo>
                    <a:cubicBezTo>
                      <a:pt x="20" y="269"/>
                      <a:pt x="21" y="268"/>
                      <a:pt x="22" y="271"/>
                    </a:cubicBezTo>
                    <a:cubicBezTo>
                      <a:pt x="26" y="272"/>
                      <a:pt x="28" y="274"/>
                      <a:pt x="34" y="274"/>
                    </a:cubicBezTo>
                    <a:cubicBezTo>
                      <a:pt x="38" y="274"/>
                      <a:pt x="39" y="277"/>
                      <a:pt x="46" y="276"/>
                    </a:cubicBezTo>
                    <a:cubicBezTo>
                      <a:pt x="46" y="276"/>
                      <a:pt x="46" y="275"/>
                      <a:pt x="46" y="275"/>
                    </a:cubicBezTo>
                    <a:cubicBezTo>
                      <a:pt x="46" y="275"/>
                      <a:pt x="48" y="274"/>
                      <a:pt x="49" y="274"/>
                    </a:cubicBezTo>
                    <a:cubicBezTo>
                      <a:pt x="51" y="272"/>
                      <a:pt x="51" y="272"/>
                      <a:pt x="51" y="272"/>
                    </a:cubicBezTo>
                    <a:cubicBezTo>
                      <a:pt x="53" y="270"/>
                      <a:pt x="56" y="266"/>
                      <a:pt x="56" y="263"/>
                    </a:cubicBezTo>
                    <a:cubicBezTo>
                      <a:pt x="55" y="262"/>
                      <a:pt x="55" y="262"/>
                      <a:pt x="55" y="262"/>
                    </a:cubicBezTo>
                    <a:cubicBezTo>
                      <a:pt x="56" y="261"/>
                      <a:pt x="56" y="261"/>
                      <a:pt x="56" y="260"/>
                    </a:cubicBezTo>
                    <a:cubicBezTo>
                      <a:pt x="56" y="259"/>
                      <a:pt x="55" y="258"/>
                      <a:pt x="56" y="257"/>
                    </a:cubicBezTo>
                    <a:cubicBezTo>
                      <a:pt x="55" y="255"/>
                      <a:pt x="55" y="255"/>
                      <a:pt x="55" y="255"/>
                    </a:cubicBezTo>
                    <a:cubicBezTo>
                      <a:pt x="57" y="252"/>
                      <a:pt x="57" y="252"/>
                      <a:pt x="57" y="252"/>
                    </a:cubicBezTo>
                    <a:cubicBezTo>
                      <a:pt x="57" y="251"/>
                      <a:pt x="57" y="251"/>
                      <a:pt x="57" y="251"/>
                    </a:cubicBezTo>
                    <a:cubicBezTo>
                      <a:pt x="58" y="249"/>
                      <a:pt x="59" y="248"/>
                      <a:pt x="60" y="246"/>
                    </a:cubicBezTo>
                    <a:cubicBezTo>
                      <a:pt x="59" y="245"/>
                      <a:pt x="61" y="246"/>
                      <a:pt x="58" y="245"/>
                    </a:cubicBezTo>
                    <a:cubicBezTo>
                      <a:pt x="60" y="244"/>
                      <a:pt x="60" y="244"/>
                      <a:pt x="60" y="244"/>
                    </a:cubicBezTo>
                    <a:cubicBezTo>
                      <a:pt x="58" y="243"/>
                      <a:pt x="59" y="245"/>
                      <a:pt x="59" y="243"/>
                    </a:cubicBezTo>
                    <a:cubicBezTo>
                      <a:pt x="59" y="239"/>
                      <a:pt x="60" y="236"/>
                      <a:pt x="62" y="233"/>
                    </a:cubicBezTo>
                    <a:cubicBezTo>
                      <a:pt x="62" y="233"/>
                      <a:pt x="63" y="232"/>
                      <a:pt x="63" y="232"/>
                    </a:cubicBezTo>
                    <a:cubicBezTo>
                      <a:pt x="63" y="232"/>
                      <a:pt x="63" y="232"/>
                      <a:pt x="63" y="232"/>
                    </a:cubicBezTo>
                    <a:cubicBezTo>
                      <a:pt x="63" y="232"/>
                      <a:pt x="63" y="232"/>
                      <a:pt x="63" y="231"/>
                    </a:cubicBezTo>
                    <a:cubicBezTo>
                      <a:pt x="63" y="231"/>
                      <a:pt x="63" y="230"/>
                      <a:pt x="63" y="230"/>
                    </a:cubicBezTo>
                    <a:cubicBezTo>
                      <a:pt x="64" y="230"/>
                      <a:pt x="64" y="230"/>
                      <a:pt x="64" y="230"/>
                    </a:cubicBezTo>
                    <a:cubicBezTo>
                      <a:pt x="65" y="229"/>
                      <a:pt x="64" y="227"/>
                      <a:pt x="65" y="227"/>
                    </a:cubicBezTo>
                    <a:cubicBezTo>
                      <a:pt x="67" y="225"/>
                      <a:pt x="68" y="223"/>
                      <a:pt x="69" y="221"/>
                    </a:cubicBezTo>
                    <a:cubicBezTo>
                      <a:pt x="69" y="221"/>
                      <a:pt x="70" y="221"/>
                      <a:pt x="70" y="221"/>
                    </a:cubicBezTo>
                    <a:cubicBezTo>
                      <a:pt x="71" y="219"/>
                      <a:pt x="72" y="218"/>
                      <a:pt x="72" y="216"/>
                    </a:cubicBezTo>
                    <a:cubicBezTo>
                      <a:pt x="74" y="211"/>
                      <a:pt x="74" y="214"/>
                      <a:pt x="74" y="209"/>
                    </a:cubicBezTo>
                    <a:cubicBezTo>
                      <a:pt x="75" y="208"/>
                      <a:pt x="73" y="208"/>
                      <a:pt x="75" y="208"/>
                    </a:cubicBezTo>
                    <a:cubicBezTo>
                      <a:pt x="74" y="207"/>
                      <a:pt x="74" y="206"/>
                      <a:pt x="76" y="205"/>
                    </a:cubicBezTo>
                    <a:cubicBezTo>
                      <a:pt x="77" y="204"/>
                      <a:pt x="77" y="203"/>
                      <a:pt x="77" y="201"/>
                    </a:cubicBezTo>
                    <a:cubicBezTo>
                      <a:pt x="78" y="199"/>
                      <a:pt x="79" y="197"/>
                      <a:pt x="80" y="195"/>
                    </a:cubicBezTo>
                    <a:cubicBezTo>
                      <a:pt x="81" y="195"/>
                      <a:pt x="82" y="196"/>
                      <a:pt x="83" y="195"/>
                    </a:cubicBezTo>
                    <a:cubicBezTo>
                      <a:pt x="78" y="208"/>
                      <a:pt x="78" y="208"/>
                      <a:pt x="78" y="208"/>
                    </a:cubicBezTo>
                    <a:cubicBezTo>
                      <a:pt x="77" y="214"/>
                      <a:pt x="79" y="217"/>
                      <a:pt x="77" y="223"/>
                    </a:cubicBezTo>
                    <a:cubicBezTo>
                      <a:pt x="76" y="228"/>
                      <a:pt x="77" y="240"/>
                      <a:pt x="81" y="239"/>
                    </a:cubicBezTo>
                    <a:cubicBezTo>
                      <a:pt x="83" y="239"/>
                      <a:pt x="81" y="238"/>
                      <a:pt x="83" y="238"/>
                    </a:cubicBezTo>
                    <a:cubicBezTo>
                      <a:pt x="85" y="242"/>
                      <a:pt x="84" y="243"/>
                      <a:pt x="86" y="246"/>
                    </a:cubicBezTo>
                    <a:cubicBezTo>
                      <a:pt x="88" y="245"/>
                      <a:pt x="87" y="246"/>
                      <a:pt x="89" y="245"/>
                    </a:cubicBezTo>
                    <a:cubicBezTo>
                      <a:pt x="88" y="253"/>
                      <a:pt x="88" y="253"/>
                      <a:pt x="88" y="253"/>
                    </a:cubicBezTo>
                    <a:cubicBezTo>
                      <a:pt x="89" y="255"/>
                      <a:pt x="89" y="255"/>
                      <a:pt x="89" y="255"/>
                    </a:cubicBezTo>
                    <a:cubicBezTo>
                      <a:pt x="92" y="255"/>
                      <a:pt x="91" y="253"/>
                      <a:pt x="93" y="251"/>
                    </a:cubicBezTo>
                    <a:cubicBezTo>
                      <a:pt x="96" y="251"/>
                      <a:pt x="96" y="251"/>
                      <a:pt x="96" y="252"/>
                    </a:cubicBezTo>
                    <a:cubicBezTo>
                      <a:pt x="98" y="250"/>
                      <a:pt x="98" y="250"/>
                      <a:pt x="98" y="250"/>
                    </a:cubicBezTo>
                    <a:cubicBezTo>
                      <a:pt x="99" y="252"/>
                      <a:pt x="100" y="253"/>
                      <a:pt x="102" y="254"/>
                    </a:cubicBezTo>
                    <a:cubicBezTo>
                      <a:pt x="104" y="253"/>
                      <a:pt x="104" y="251"/>
                      <a:pt x="104" y="249"/>
                    </a:cubicBezTo>
                    <a:cubicBezTo>
                      <a:pt x="101" y="241"/>
                      <a:pt x="101" y="241"/>
                      <a:pt x="101" y="241"/>
                    </a:cubicBezTo>
                    <a:cubicBezTo>
                      <a:pt x="102" y="238"/>
                      <a:pt x="102" y="238"/>
                      <a:pt x="102" y="238"/>
                    </a:cubicBezTo>
                    <a:cubicBezTo>
                      <a:pt x="102" y="238"/>
                      <a:pt x="103" y="238"/>
                      <a:pt x="103" y="238"/>
                    </a:cubicBezTo>
                    <a:cubicBezTo>
                      <a:pt x="103" y="234"/>
                      <a:pt x="102" y="233"/>
                      <a:pt x="103" y="231"/>
                    </a:cubicBezTo>
                    <a:cubicBezTo>
                      <a:pt x="103" y="231"/>
                      <a:pt x="103" y="231"/>
                      <a:pt x="103" y="230"/>
                    </a:cubicBezTo>
                    <a:cubicBezTo>
                      <a:pt x="106" y="225"/>
                      <a:pt x="106" y="225"/>
                      <a:pt x="106" y="225"/>
                    </a:cubicBezTo>
                    <a:cubicBezTo>
                      <a:pt x="106" y="223"/>
                      <a:pt x="106" y="222"/>
                      <a:pt x="108" y="221"/>
                    </a:cubicBezTo>
                    <a:cubicBezTo>
                      <a:pt x="107" y="220"/>
                      <a:pt x="108" y="220"/>
                      <a:pt x="108" y="219"/>
                    </a:cubicBezTo>
                    <a:cubicBezTo>
                      <a:pt x="108" y="219"/>
                      <a:pt x="109" y="219"/>
                      <a:pt x="109" y="219"/>
                    </a:cubicBezTo>
                    <a:cubicBezTo>
                      <a:pt x="111" y="214"/>
                      <a:pt x="111" y="214"/>
                      <a:pt x="111" y="214"/>
                    </a:cubicBezTo>
                    <a:cubicBezTo>
                      <a:pt x="112" y="214"/>
                      <a:pt x="112" y="214"/>
                      <a:pt x="112" y="214"/>
                    </a:cubicBezTo>
                    <a:cubicBezTo>
                      <a:pt x="114" y="209"/>
                      <a:pt x="114" y="209"/>
                      <a:pt x="114" y="209"/>
                    </a:cubicBezTo>
                    <a:cubicBezTo>
                      <a:pt x="115" y="207"/>
                      <a:pt x="116" y="206"/>
                      <a:pt x="117" y="205"/>
                    </a:cubicBezTo>
                    <a:cubicBezTo>
                      <a:pt x="118" y="205"/>
                      <a:pt x="116" y="207"/>
                      <a:pt x="118" y="204"/>
                    </a:cubicBezTo>
                    <a:cubicBezTo>
                      <a:pt x="120" y="202"/>
                      <a:pt x="120" y="201"/>
                      <a:pt x="121" y="199"/>
                    </a:cubicBezTo>
                    <a:cubicBezTo>
                      <a:pt x="121" y="199"/>
                      <a:pt x="121" y="198"/>
                      <a:pt x="121" y="198"/>
                    </a:cubicBezTo>
                    <a:cubicBezTo>
                      <a:pt x="122" y="197"/>
                      <a:pt x="122" y="197"/>
                      <a:pt x="122" y="197"/>
                    </a:cubicBezTo>
                    <a:cubicBezTo>
                      <a:pt x="123" y="199"/>
                      <a:pt x="123" y="198"/>
                      <a:pt x="123" y="199"/>
                    </a:cubicBezTo>
                    <a:cubicBezTo>
                      <a:pt x="123" y="207"/>
                      <a:pt x="123" y="207"/>
                      <a:pt x="123" y="207"/>
                    </a:cubicBezTo>
                    <a:cubicBezTo>
                      <a:pt x="123" y="207"/>
                      <a:pt x="123" y="207"/>
                      <a:pt x="123" y="207"/>
                    </a:cubicBezTo>
                    <a:cubicBezTo>
                      <a:pt x="124" y="216"/>
                      <a:pt x="124" y="216"/>
                      <a:pt x="124" y="216"/>
                    </a:cubicBezTo>
                    <a:cubicBezTo>
                      <a:pt x="123" y="216"/>
                      <a:pt x="123" y="216"/>
                      <a:pt x="123" y="216"/>
                    </a:cubicBezTo>
                    <a:cubicBezTo>
                      <a:pt x="123" y="216"/>
                      <a:pt x="123" y="221"/>
                      <a:pt x="122" y="222"/>
                    </a:cubicBezTo>
                    <a:cubicBezTo>
                      <a:pt x="122" y="224"/>
                      <a:pt x="122" y="224"/>
                      <a:pt x="121" y="226"/>
                    </a:cubicBezTo>
                    <a:cubicBezTo>
                      <a:pt x="121" y="226"/>
                      <a:pt x="121" y="228"/>
                      <a:pt x="121" y="228"/>
                    </a:cubicBezTo>
                    <a:cubicBezTo>
                      <a:pt x="120" y="231"/>
                      <a:pt x="120" y="231"/>
                      <a:pt x="120" y="231"/>
                    </a:cubicBezTo>
                    <a:cubicBezTo>
                      <a:pt x="119" y="233"/>
                      <a:pt x="117" y="238"/>
                      <a:pt x="116" y="240"/>
                    </a:cubicBezTo>
                    <a:cubicBezTo>
                      <a:pt x="115" y="241"/>
                      <a:pt x="115" y="241"/>
                      <a:pt x="115" y="242"/>
                    </a:cubicBezTo>
                    <a:cubicBezTo>
                      <a:pt x="114" y="245"/>
                      <a:pt x="113" y="246"/>
                      <a:pt x="112" y="249"/>
                    </a:cubicBezTo>
                    <a:cubicBezTo>
                      <a:pt x="105" y="260"/>
                      <a:pt x="105" y="260"/>
                      <a:pt x="105" y="260"/>
                    </a:cubicBezTo>
                    <a:cubicBezTo>
                      <a:pt x="104" y="261"/>
                      <a:pt x="104" y="261"/>
                      <a:pt x="104" y="261"/>
                    </a:cubicBezTo>
                    <a:cubicBezTo>
                      <a:pt x="103" y="262"/>
                      <a:pt x="103" y="262"/>
                      <a:pt x="102" y="262"/>
                    </a:cubicBezTo>
                    <a:cubicBezTo>
                      <a:pt x="103" y="263"/>
                      <a:pt x="103" y="263"/>
                      <a:pt x="103" y="263"/>
                    </a:cubicBezTo>
                    <a:cubicBezTo>
                      <a:pt x="101" y="264"/>
                      <a:pt x="99" y="265"/>
                      <a:pt x="98" y="267"/>
                    </a:cubicBezTo>
                    <a:cubicBezTo>
                      <a:pt x="89" y="275"/>
                      <a:pt x="89" y="275"/>
                      <a:pt x="89" y="275"/>
                    </a:cubicBezTo>
                    <a:cubicBezTo>
                      <a:pt x="88" y="276"/>
                      <a:pt x="88" y="276"/>
                      <a:pt x="87" y="276"/>
                    </a:cubicBezTo>
                    <a:cubicBezTo>
                      <a:pt x="86" y="278"/>
                      <a:pt x="86" y="278"/>
                      <a:pt x="86" y="278"/>
                    </a:cubicBezTo>
                    <a:cubicBezTo>
                      <a:pt x="84" y="278"/>
                      <a:pt x="82" y="279"/>
                      <a:pt x="81" y="280"/>
                    </a:cubicBezTo>
                    <a:cubicBezTo>
                      <a:pt x="77" y="283"/>
                      <a:pt x="73" y="283"/>
                      <a:pt x="70" y="285"/>
                    </a:cubicBezTo>
                    <a:cubicBezTo>
                      <a:pt x="70" y="285"/>
                      <a:pt x="70" y="285"/>
                      <a:pt x="70" y="285"/>
                    </a:cubicBezTo>
                    <a:cubicBezTo>
                      <a:pt x="70" y="285"/>
                      <a:pt x="70" y="285"/>
                      <a:pt x="69" y="285"/>
                    </a:cubicBezTo>
                    <a:cubicBezTo>
                      <a:pt x="63" y="287"/>
                      <a:pt x="63" y="287"/>
                      <a:pt x="63" y="287"/>
                    </a:cubicBezTo>
                    <a:cubicBezTo>
                      <a:pt x="63" y="287"/>
                      <a:pt x="63" y="287"/>
                      <a:pt x="63" y="287"/>
                    </a:cubicBezTo>
                    <a:cubicBezTo>
                      <a:pt x="63" y="287"/>
                      <a:pt x="63" y="288"/>
                      <a:pt x="63" y="288"/>
                    </a:cubicBezTo>
                    <a:cubicBezTo>
                      <a:pt x="62" y="289"/>
                      <a:pt x="63" y="287"/>
                      <a:pt x="60" y="289"/>
                    </a:cubicBezTo>
                    <a:cubicBezTo>
                      <a:pt x="60" y="289"/>
                      <a:pt x="60" y="290"/>
                      <a:pt x="60" y="290"/>
                    </a:cubicBezTo>
                    <a:cubicBezTo>
                      <a:pt x="57" y="290"/>
                      <a:pt x="56" y="290"/>
                      <a:pt x="53" y="291"/>
                    </a:cubicBezTo>
                    <a:cubicBezTo>
                      <a:pt x="42" y="294"/>
                      <a:pt x="42" y="294"/>
                      <a:pt x="42" y="294"/>
                    </a:cubicBezTo>
                    <a:cubicBezTo>
                      <a:pt x="43" y="295"/>
                      <a:pt x="42" y="295"/>
                      <a:pt x="43" y="296"/>
                    </a:cubicBezTo>
                    <a:cubicBezTo>
                      <a:pt x="42" y="294"/>
                      <a:pt x="43" y="295"/>
                      <a:pt x="41" y="295"/>
                    </a:cubicBezTo>
                    <a:cubicBezTo>
                      <a:pt x="41" y="296"/>
                      <a:pt x="41" y="295"/>
                      <a:pt x="41" y="297"/>
                    </a:cubicBezTo>
                    <a:cubicBezTo>
                      <a:pt x="40" y="297"/>
                      <a:pt x="40" y="296"/>
                      <a:pt x="40" y="296"/>
                    </a:cubicBezTo>
                    <a:cubicBezTo>
                      <a:pt x="39" y="297"/>
                      <a:pt x="39" y="297"/>
                      <a:pt x="39" y="297"/>
                    </a:cubicBezTo>
                    <a:cubicBezTo>
                      <a:pt x="39" y="300"/>
                      <a:pt x="39" y="300"/>
                      <a:pt x="39" y="300"/>
                    </a:cubicBezTo>
                    <a:cubicBezTo>
                      <a:pt x="35" y="301"/>
                      <a:pt x="35" y="301"/>
                      <a:pt x="35" y="301"/>
                    </a:cubicBezTo>
                    <a:cubicBezTo>
                      <a:pt x="43" y="302"/>
                      <a:pt x="37" y="300"/>
                      <a:pt x="44" y="301"/>
                    </a:cubicBezTo>
                    <a:cubicBezTo>
                      <a:pt x="45" y="302"/>
                      <a:pt x="44" y="302"/>
                      <a:pt x="45" y="301"/>
                    </a:cubicBezTo>
                    <a:cubicBezTo>
                      <a:pt x="47" y="302"/>
                      <a:pt x="48" y="303"/>
                      <a:pt x="50" y="302"/>
                    </a:cubicBezTo>
                    <a:cubicBezTo>
                      <a:pt x="51" y="302"/>
                      <a:pt x="51" y="302"/>
                      <a:pt x="51" y="302"/>
                    </a:cubicBezTo>
                    <a:cubicBezTo>
                      <a:pt x="53" y="302"/>
                      <a:pt x="57" y="302"/>
                      <a:pt x="59" y="301"/>
                    </a:cubicBezTo>
                    <a:cubicBezTo>
                      <a:pt x="60" y="301"/>
                      <a:pt x="62" y="301"/>
                      <a:pt x="63" y="301"/>
                    </a:cubicBezTo>
                    <a:cubicBezTo>
                      <a:pt x="65" y="300"/>
                      <a:pt x="63" y="300"/>
                      <a:pt x="65" y="300"/>
                    </a:cubicBezTo>
                    <a:cubicBezTo>
                      <a:pt x="69" y="299"/>
                      <a:pt x="74" y="300"/>
                      <a:pt x="78" y="301"/>
                    </a:cubicBezTo>
                    <a:cubicBezTo>
                      <a:pt x="79" y="301"/>
                      <a:pt x="79" y="301"/>
                      <a:pt x="81" y="301"/>
                    </a:cubicBezTo>
                    <a:cubicBezTo>
                      <a:pt x="81" y="301"/>
                      <a:pt x="81" y="301"/>
                      <a:pt x="81" y="301"/>
                    </a:cubicBezTo>
                    <a:cubicBezTo>
                      <a:pt x="82" y="301"/>
                      <a:pt x="83" y="301"/>
                      <a:pt x="84" y="302"/>
                    </a:cubicBezTo>
                    <a:cubicBezTo>
                      <a:pt x="90" y="302"/>
                      <a:pt x="90" y="302"/>
                      <a:pt x="90" y="302"/>
                    </a:cubicBezTo>
                    <a:cubicBezTo>
                      <a:pt x="89" y="302"/>
                      <a:pt x="89" y="303"/>
                      <a:pt x="87" y="302"/>
                    </a:cubicBezTo>
                    <a:cubicBezTo>
                      <a:pt x="87" y="303"/>
                      <a:pt x="87" y="303"/>
                      <a:pt x="87" y="304"/>
                    </a:cubicBezTo>
                    <a:cubicBezTo>
                      <a:pt x="86" y="304"/>
                      <a:pt x="86" y="304"/>
                      <a:pt x="85" y="304"/>
                    </a:cubicBezTo>
                    <a:cubicBezTo>
                      <a:pt x="85" y="305"/>
                      <a:pt x="85" y="306"/>
                      <a:pt x="86" y="307"/>
                    </a:cubicBezTo>
                    <a:cubicBezTo>
                      <a:pt x="92" y="307"/>
                      <a:pt x="92" y="307"/>
                      <a:pt x="92" y="307"/>
                    </a:cubicBezTo>
                    <a:cubicBezTo>
                      <a:pt x="92" y="307"/>
                      <a:pt x="92" y="307"/>
                      <a:pt x="92" y="307"/>
                    </a:cubicBezTo>
                    <a:cubicBezTo>
                      <a:pt x="93" y="309"/>
                      <a:pt x="94" y="309"/>
                      <a:pt x="95" y="308"/>
                    </a:cubicBezTo>
                    <a:cubicBezTo>
                      <a:pt x="100" y="306"/>
                      <a:pt x="100" y="306"/>
                      <a:pt x="100" y="306"/>
                    </a:cubicBezTo>
                    <a:cubicBezTo>
                      <a:pt x="101" y="306"/>
                      <a:pt x="100" y="306"/>
                      <a:pt x="101" y="305"/>
                    </a:cubicBezTo>
                    <a:cubicBezTo>
                      <a:pt x="102" y="303"/>
                      <a:pt x="105" y="302"/>
                      <a:pt x="107" y="301"/>
                    </a:cubicBezTo>
                    <a:cubicBezTo>
                      <a:pt x="108" y="300"/>
                      <a:pt x="108" y="299"/>
                      <a:pt x="109" y="300"/>
                    </a:cubicBezTo>
                    <a:cubicBezTo>
                      <a:pt x="109" y="297"/>
                      <a:pt x="111" y="299"/>
                      <a:pt x="115" y="295"/>
                    </a:cubicBezTo>
                    <a:cubicBezTo>
                      <a:pt x="115" y="295"/>
                      <a:pt x="115" y="295"/>
                      <a:pt x="115" y="295"/>
                    </a:cubicBezTo>
                    <a:cubicBezTo>
                      <a:pt x="115" y="295"/>
                      <a:pt x="115" y="295"/>
                      <a:pt x="115" y="295"/>
                    </a:cubicBezTo>
                    <a:cubicBezTo>
                      <a:pt x="115" y="294"/>
                      <a:pt x="115" y="294"/>
                      <a:pt x="115" y="294"/>
                    </a:cubicBezTo>
                    <a:cubicBezTo>
                      <a:pt x="117" y="292"/>
                      <a:pt x="118" y="289"/>
                      <a:pt x="119" y="288"/>
                    </a:cubicBezTo>
                    <a:cubicBezTo>
                      <a:pt x="121" y="286"/>
                      <a:pt x="124" y="285"/>
                      <a:pt x="125" y="283"/>
                    </a:cubicBezTo>
                    <a:cubicBezTo>
                      <a:pt x="129" y="280"/>
                      <a:pt x="129" y="280"/>
                      <a:pt x="129" y="280"/>
                    </a:cubicBezTo>
                    <a:cubicBezTo>
                      <a:pt x="132" y="277"/>
                      <a:pt x="132" y="274"/>
                      <a:pt x="135" y="270"/>
                    </a:cubicBezTo>
                    <a:cubicBezTo>
                      <a:pt x="135" y="270"/>
                      <a:pt x="135" y="270"/>
                      <a:pt x="135" y="270"/>
                    </a:cubicBezTo>
                    <a:cubicBezTo>
                      <a:pt x="136" y="269"/>
                      <a:pt x="136" y="269"/>
                      <a:pt x="136" y="267"/>
                    </a:cubicBezTo>
                    <a:cubicBezTo>
                      <a:pt x="145" y="272"/>
                      <a:pt x="145" y="272"/>
                      <a:pt x="145" y="272"/>
                    </a:cubicBezTo>
                    <a:cubicBezTo>
                      <a:pt x="146" y="273"/>
                      <a:pt x="145" y="272"/>
                      <a:pt x="146" y="274"/>
                    </a:cubicBezTo>
                    <a:cubicBezTo>
                      <a:pt x="147" y="275"/>
                      <a:pt x="146" y="274"/>
                      <a:pt x="147" y="275"/>
                    </a:cubicBezTo>
                    <a:cubicBezTo>
                      <a:pt x="150" y="275"/>
                      <a:pt x="150" y="275"/>
                      <a:pt x="150" y="275"/>
                    </a:cubicBezTo>
                    <a:cubicBezTo>
                      <a:pt x="153" y="277"/>
                      <a:pt x="153" y="277"/>
                      <a:pt x="153" y="277"/>
                    </a:cubicBezTo>
                    <a:cubicBezTo>
                      <a:pt x="152" y="279"/>
                      <a:pt x="152" y="278"/>
                      <a:pt x="152" y="280"/>
                    </a:cubicBezTo>
                    <a:cubicBezTo>
                      <a:pt x="152" y="280"/>
                      <a:pt x="152" y="279"/>
                      <a:pt x="153" y="279"/>
                    </a:cubicBezTo>
                    <a:cubicBezTo>
                      <a:pt x="153" y="279"/>
                      <a:pt x="153" y="279"/>
                      <a:pt x="153" y="279"/>
                    </a:cubicBezTo>
                    <a:cubicBezTo>
                      <a:pt x="153" y="279"/>
                      <a:pt x="154" y="279"/>
                      <a:pt x="154" y="279"/>
                    </a:cubicBezTo>
                    <a:cubicBezTo>
                      <a:pt x="155" y="281"/>
                      <a:pt x="154" y="280"/>
                      <a:pt x="155" y="281"/>
                    </a:cubicBezTo>
                    <a:cubicBezTo>
                      <a:pt x="155" y="285"/>
                      <a:pt x="155" y="285"/>
                      <a:pt x="155" y="285"/>
                    </a:cubicBezTo>
                    <a:cubicBezTo>
                      <a:pt x="157" y="286"/>
                      <a:pt x="158" y="288"/>
                      <a:pt x="159" y="290"/>
                    </a:cubicBezTo>
                    <a:cubicBezTo>
                      <a:pt x="162" y="295"/>
                      <a:pt x="162" y="292"/>
                      <a:pt x="167" y="299"/>
                    </a:cubicBezTo>
                    <a:cubicBezTo>
                      <a:pt x="173" y="309"/>
                      <a:pt x="173" y="309"/>
                      <a:pt x="173" y="309"/>
                    </a:cubicBezTo>
                    <a:cubicBezTo>
                      <a:pt x="177" y="313"/>
                      <a:pt x="177" y="314"/>
                      <a:pt x="182" y="316"/>
                    </a:cubicBezTo>
                    <a:cubicBezTo>
                      <a:pt x="182" y="316"/>
                      <a:pt x="182" y="316"/>
                      <a:pt x="182" y="316"/>
                    </a:cubicBezTo>
                    <a:cubicBezTo>
                      <a:pt x="182" y="316"/>
                      <a:pt x="182" y="316"/>
                      <a:pt x="182" y="316"/>
                    </a:cubicBezTo>
                    <a:cubicBezTo>
                      <a:pt x="188" y="319"/>
                      <a:pt x="188" y="319"/>
                      <a:pt x="188" y="319"/>
                    </a:cubicBezTo>
                    <a:cubicBezTo>
                      <a:pt x="189" y="320"/>
                      <a:pt x="190" y="320"/>
                      <a:pt x="192" y="320"/>
                    </a:cubicBezTo>
                    <a:cubicBezTo>
                      <a:pt x="192" y="321"/>
                      <a:pt x="191" y="320"/>
                      <a:pt x="193" y="321"/>
                    </a:cubicBezTo>
                    <a:cubicBezTo>
                      <a:pt x="199" y="321"/>
                      <a:pt x="199" y="321"/>
                      <a:pt x="199" y="321"/>
                    </a:cubicBezTo>
                    <a:cubicBezTo>
                      <a:pt x="203" y="321"/>
                      <a:pt x="203" y="322"/>
                      <a:pt x="203" y="321"/>
                    </a:cubicBezTo>
                    <a:cubicBezTo>
                      <a:pt x="205" y="321"/>
                      <a:pt x="205" y="321"/>
                      <a:pt x="207" y="320"/>
                    </a:cubicBezTo>
                    <a:cubicBezTo>
                      <a:pt x="207" y="320"/>
                      <a:pt x="207" y="320"/>
                      <a:pt x="207" y="320"/>
                    </a:cubicBezTo>
                    <a:cubicBezTo>
                      <a:pt x="209" y="318"/>
                      <a:pt x="210" y="316"/>
                      <a:pt x="211" y="314"/>
                    </a:cubicBezTo>
                    <a:cubicBezTo>
                      <a:pt x="212" y="310"/>
                      <a:pt x="212" y="310"/>
                      <a:pt x="212" y="310"/>
                    </a:cubicBezTo>
                    <a:cubicBezTo>
                      <a:pt x="212" y="309"/>
                      <a:pt x="212" y="308"/>
                      <a:pt x="212" y="307"/>
                    </a:cubicBezTo>
                    <a:cubicBezTo>
                      <a:pt x="212" y="306"/>
                      <a:pt x="212" y="307"/>
                      <a:pt x="211" y="302"/>
                    </a:cubicBezTo>
                    <a:cubicBezTo>
                      <a:pt x="210" y="300"/>
                      <a:pt x="211" y="300"/>
                      <a:pt x="209" y="298"/>
                    </a:cubicBezTo>
                    <a:cubicBezTo>
                      <a:pt x="205" y="293"/>
                      <a:pt x="205" y="293"/>
                      <a:pt x="205" y="293"/>
                    </a:cubicBezTo>
                    <a:cubicBezTo>
                      <a:pt x="205" y="293"/>
                      <a:pt x="205" y="293"/>
                      <a:pt x="205" y="292"/>
                    </a:cubicBezTo>
                    <a:cubicBezTo>
                      <a:pt x="196" y="283"/>
                      <a:pt x="196" y="283"/>
                      <a:pt x="196" y="283"/>
                    </a:cubicBezTo>
                    <a:cubicBezTo>
                      <a:pt x="196" y="283"/>
                      <a:pt x="195" y="283"/>
                      <a:pt x="195" y="282"/>
                    </a:cubicBezTo>
                    <a:cubicBezTo>
                      <a:pt x="181" y="274"/>
                      <a:pt x="181" y="274"/>
                      <a:pt x="181" y="274"/>
                    </a:cubicBezTo>
                    <a:cubicBezTo>
                      <a:pt x="181" y="270"/>
                      <a:pt x="181" y="270"/>
                      <a:pt x="181" y="270"/>
                    </a:cubicBezTo>
                    <a:cubicBezTo>
                      <a:pt x="182" y="270"/>
                      <a:pt x="182" y="269"/>
                      <a:pt x="183" y="266"/>
                    </a:cubicBezTo>
                    <a:cubicBezTo>
                      <a:pt x="183" y="266"/>
                      <a:pt x="183" y="266"/>
                      <a:pt x="183" y="266"/>
                    </a:cubicBezTo>
                    <a:cubicBezTo>
                      <a:pt x="184" y="265"/>
                      <a:pt x="184" y="262"/>
                      <a:pt x="184" y="261"/>
                    </a:cubicBezTo>
                    <a:cubicBezTo>
                      <a:pt x="184" y="253"/>
                      <a:pt x="184" y="253"/>
                      <a:pt x="184" y="253"/>
                    </a:cubicBezTo>
                    <a:cubicBezTo>
                      <a:pt x="184" y="250"/>
                      <a:pt x="185" y="250"/>
                      <a:pt x="184" y="247"/>
                    </a:cubicBezTo>
                    <a:cubicBezTo>
                      <a:pt x="184" y="245"/>
                      <a:pt x="185" y="244"/>
                      <a:pt x="185" y="243"/>
                    </a:cubicBezTo>
                    <a:cubicBezTo>
                      <a:pt x="185" y="236"/>
                      <a:pt x="182" y="225"/>
                      <a:pt x="184" y="218"/>
                    </a:cubicBezTo>
                    <a:cubicBezTo>
                      <a:pt x="185" y="213"/>
                      <a:pt x="185" y="210"/>
                      <a:pt x="185" y="205"/>
                    </a:cubicBezTo>
                    <a:cubicBezTo>
                      <a:pt x="185" y="205"/>
                      <a:pt x="185" y="204"/>
                      <a:pt x="185" y="204"/>
                    </a:cubicBezTo>
                    <a:cubicBezTo>
                      <a:pt x="186" y="202"/>
                      <a:pt x="186" y="204"/>
                      <a:pt x="186" y="200"/>
                    </a:cubicBezTo>
                    <a:cubicBezTo>
                      <a:pt x="188" y="198"/>
                      <a:pt x="184" y="200"/>
                      <a:pt x="187" y="199"/>
                    </a:cubicBezTo>
                    <a:cubicBezTo>
                      <a:pt x="187" y="195"/>
                      <a:pt x="187" y="195"/>
                      <a:pt x="187" y="195"/>
                    </a:cubicBezTo>
                    <a:cubicBezTo>
                      <a:pt x="188" y="194"/>
                      <a:pt x="187" y="196"/>
                      <a:pt x="188" y="194"/>
                    </a:cubicBezTo>
                    <a:cubicBezTo>
                      <a:pt x="188" y="194"/>
                      <a:pt x="188" y="193"/>
                      <a:pt x="188" y="193"/>
                    </a:cubicBezTo>
                    <a:cubicBezTo>
                      <a:pt x="188" y="186"/>
                      <a:pt x="189" y="186"/>
                      <a:pt x="189" y="186"/>
                    </a:cubicBezTo>
                    <a:cubicBezTo>
                      <a:pt x="189" y="183"/>
                      <a:pt x="188" y="184"/>
                      <a:pt x="190" y="182"/>
                    </a:cubicBezTo>
                    <a:cubicBezTo>
                      <a:pt x="190" y="181"/>
                      <a:pt x="190" y="181"/>
                      <a:pt x="190" y="181"/>
                    </a:cubicBezTo>
                    <a:cubicBezTo>
                      <a:pt x="190" y="181"/>
                      <a:pt x="190" y="181"/>
                      <a:pt x="190" y="181"/>
                    </a:cubicBezTo>
                    <a:cubicBezTo>
                      <a:pt x="191" y="179"/>
                      <a:pt x="191" y="179"/>
                      <a:pt x="191" y="179"/>
                    </a:cubicBezTo>
                    <a:cubicBezTo>
                      <a:pt x="193" y="178"/>
                      <a:pt x="193" y="177"/>
                      <a:pt x="194" y="175"/>
                    </a:cubicBezTo>
                    <a:cubicBezTo>
                      <a:pt x="197" y="170"/>
                      <a:pt x="197" y="170"/>
                      <a:pt x="197" y="170"/>
                    </a:cubicBezTo>
                    <a:cubicBezTo>
                      <a:pt x="197" y="170"/>
                      <a:pt x="197" y="170"/>
                      <a:pt x="197" y="170"/>
                    </a:cubicBezTo>
                    <a:cubicBezTo>
                      <a:pt x="198" y="169"/>
                      <a:pt x="198" y="169"/>
                      <a:pt x="198" y="169"/>
                    </a:cubicBezTo>
                    <a:cubicBezTo>
                      <a:pt x="198" y="169"/>
                      <a:pt x="198" y="169"/>
                      <a:pt x="198" y="169"/>
                    </a:cubicBezTo>
                    <a:cubicBezTo>
                      <a:pt x="198" y="167"/>
                      <a:pt x="198" y="166"/>
                      <a:pt x="199" y="165"/>
                    </a:cubicBezTo>
                    <a:cubicBezTo>
                      <a:pt x="199" y="164"/>
                      <a:pt x="199" y="164"/>
                      <a:pt x="199" y="163"/>
                    </a:cubicBezTo>
                    <a:cubicBezTo>
                      <a:pt x="200" y="161"/>
                      <a:pt x="199" y="163"/>
                      <a:pt x="200" y="161"/>
                    </a:cubicBezTo>
                    <a:cubicBezTo>
                      <a:pt x="200" y="160"/>
                      <a:pt x="200" y="153"/>
                      <a:pt x="199" y="150"/>
                    </a:cubicBezTo>
                    <a:cubicBezTo>
                      <a:pt x="198" y="149"/>
                      <a:pt x="198" y="149"/>
                      <a:pt x="198" y="149"/>
                    </a:cubicBezTo>
                    <a:cubicBezTo>
                      <a:pt x="198" y="147"/>
                      <a:pt x="198" y="144"/>
                      <a:pt x="198" y="143"/>
                    </a:cubicBezTo>
                    <a:cubicBezTo>
                      <a:pt x="198" y="143"/>
                      <a:pt x="198" y="143"/>
                      <a:pt x="197" y="143"/>
                    </a:cubicBezTo>
                    <a:cubicBezTo>
                      <a:pt x="199" y="141"/>
                      <a:pt x="198" y="142"/>
                      <a:pt x="198" y="140"/>
                    </a:cubicBezTo>
                    <a:cubicBezTo>
                      <a:pt x="197" y="139"/>
                      <a:pt x="198" y="139"/>
                      <a:pt x="196" y="139"/>
                    </a:cubicBezTo>
                    <a:cubicBezTo>
                      <a:pt x="197" y="138"/>
                      <a:pt x="194" y="134"/>
                      <a:pt x="193" y="133"/>
                    </a:cubicBezTo>
                    <a:cubicBezTo>
                      <a:pt x="186" y="126"/>
                      <a:pt x="186" y="126"/>
                      <a:pt x="186" y="126"/>
                    </a:cubicBezTo>
                    <a:cubicBezTo>
                      <a:pt x="181" y="122"/>
                      <a:pt x="181" y="123"/>
                      <a:pt x="178" y="122"/>
                    </a:cubicBezTo>
                    <a:cubicBezTo>
                      <a:pt x="175" y="121"/>
                      <a:pt x="180" y="122"/>
                      <a:pt x="177" y="121"/>
                    </a:cubicBezTo>
                    <a:cubicBezTo>
                      <a:pt x="173" y="121"/>
                      <a:pt x="173" y="121"/>
                      <a:pt x="173" y="121"/>
                    </a:cubicBezTo>
                    <a:cubicBezTo>
                      <a:pt x="173" y="120"/>
                      <a:pt x="174" y="121"/>
                      <a:pt x="172" y="121"/>
                    </a:cubicBezTo>
                    <a:cubicBezTo>
                      <a:pt x="171" y="121"/>
                      <a:pt x="171" y="121"/>
                      <a:pt x="170" y="121"/>
                    </a:cubicBezTo>
                    <a:cubicBezTo>
                      <a:pt x="163" y="122"/>
                      <a:pt x="166" y="121"/>
                      <a:pt x="161" y="125"/>
                    </a:cubicBezTo>
                    <a:cubicBezTo>
                      <a:pt x="160" y="126"/>
                      <a:pt x="160" y="126"/>
                      <a:pt x="160" y="126"/>
                    </a:cubicBezTo>
                    <a:cubicBezTo>
                      <a:pt x="157" y="127"/>
                      <a:pt x="158" y="127"/>
                      <a:pt x="157" y="128"/>
                    </a:cubicBezTo>
                    <a:cubicBezTo>
                      <a:pt x="157" y="128"/>
                      <a:pt x="157" y="128"/>
                      <a:pt x="157" y="128"/>
                    </a:cubicBezTo>
                    <a:cubicBezTo>
                      <a:pt x="155" y="129"/>
                      <a:pt x="155" y="129"/>
                      <a:pt x="155" y="129"/>
                    </a:cubicBezTo>
                    <a:cubicBezTo>
                      <a:pt x="154" y="130"/>
                      <a:pt x="153" y="131"/>
                      <a:pt x="152" y="131"/>
                    </a:cubicBezTo>
                    <a:cubicBezTo>
                      <a:pt x="151" y="132"/>
                      <a:pt x="151" y="132"/>
                      <a:pt x="151" y="132"/>
                    </a:cubicBezTo>
                    <a:cubicBezTo>
                      <a:pt x="151" y="132"/>
                      <a:pt x="151" y="132"/>
                      <a:pt x="151" y="132"/>
                    </a:cubicBezTo>
                    <a:cubicBezTo>
                      <a:pt x="150" y="132"/>
                      <a:pt x="150" y="132"/>
                      <a:pt x="149" y="133"/>
                    </a:cubicBezTo>
                    <a:cubicBezTo>
                      <a:pt x="150" y="133"/>
                      <a:pt x="150" y="133"/>
                      <a:pt x="150" y="133"/>
                    </a:cubicBezTo>
                    <a:cubicBezTo>
                      <a:pt x="148" y="134"/>
                      <a:pt x="146" y="136"/>
                      <a:pt x="144" y="137"/>
                    </a:cubicBezTo>
                    <a:cubicBezTo>
                      <a:pt x="143" y="139"/>
                      <a:pt x="143" y="139"/>
                      <a:pt x="143" y="139"/>
                    </a:cubicBezTo>
                    <a:cubicBezTo>
                      <a:pt x="143" y="139"/>
                      <a:pt x="142" y="139"/>
                      <a:pt x="142" y="139"/>
                    </a:cubicBezTo>
                    <a:cubicBezTo>
                      <a:pt x="142" y="140"/>
                      <a:pt x="142" y="140"/>
                      <a:pt x="142" y="140"/>
                    </a:cubicBezTo>
                    <a:cubicBezTo>
                      <a:pt x="133" y="151"/>
                      <a:pt x="133" y="151"/>
                      <a:pt x="133" y="151"/>
                    </a:cubicBezTo>
                    <a:cubicBezTo>
                      <a:pt x="132" y="153"/>
                      <a:pt x="130" y="155"/>
                      <a:pt x="128" y="157"/>
                    </a:cubicBezTo>
                    <a:cubicBezTo>
                      <a:pt x="128" y="157"/>
                      <a:pt x="128" y="157"/>
                      <a:pt x="128" y="157"/>
                    </a:cubicBezTo>
                    <a:cubicBezTo>
                      <a:pt x="126" y="159"/>
                      <a:pt x="126" y="159"/>
                      <a:pt x="126" y="159"/>
                    </a:cubicBezTo>
                    <a:cubicBezTo>
                      <a:pt x="126" y="159"/>
                      <a:pt x="126" y="160"/>
                      <a:pt x="126" y="160"/>
                    </a:cubicBezTo>
                    <a:cubicBezTo>
                      <a:pt x="124" y="162"/>
                      <a:pt x="127" y="159"/>
                      <a:pt x="125" y="161"/>
                    </a:cubicBezTo>
                    <a:cubicBezTo>
                      <a:pt x="125" y="161"/>
                      <a:pt x="124" y="162"/>
                      <a:pt x="124" y="162"/>
                    </a:cubicBezTo>
                    <a:cubicBezTo>
                      <a:pt x="124" y="163"/>
                      <a:pt x="124" y="162"/>
                      <a:pt x="124" y="163"/>
                    </a:cubicBezTo>
                    <a:cubicBezTo>
                      <a:pt x="123" y="162"/>
                      <a:pt x="123" y="162"/>
                      <a:pt x="123" y="162"/>
                    </a:cubicBezTo>
                    <a:cubicBezTo>
                      <a:pt x="123" y="164"/>
                      <a:pt x="123" y="163"/>
                      <a:pt x="122" y="164"/>
                    </a:cubicBezTo>
                    <a:cubicBezTo>
                      <a:pt x="108" y="180"/>
                      <a:pt x="108" y="180"/>
                      <a:pt x="108" y="180"/>
                    </a:cubicBezTo>
                    <a:cubicBezTo>
                      <a:pt x="108" y="176"/>
                      <a:pt x="107" y="177"/>
                      <a:pt x="107" y="174"/>
                    </a:cubicBezTo>
                    <a:cubicBezTo>
                      <a:pt x="107" y="170"/>
                      <a:pt x="107" y="170"/>
                      <a:pt x="107" y="170"/>
                    </a:cubicBezTo>
                    <a:cubicBezTo>
                      <a:pt x="107" y="170"/>
                      <a:pt x="108" y="169"/>
                      <a:pt x="108" y="169"/>
                    </a:cubicBezTo>
                    <a:cubicBezTo>
                      <a:pt x="109" y="160"/>
                      <a:pt x="109" y="160"/>
                      <a:pt x="109" y="160"/>
                    </a:cubicBezTo>
                    <a:cubicBezTo>
                      <a:pt x="110" y="158"/>
                      <a:pt x="110" y="158"/>
                      <a:pt x="110" y="157"/>
                    </a:cubicBezTo>
                    <a:cubicBezTo>
                      <a:pt x="112" y="151"/>
                      <a:pt x="112" y="151"/>
                      <a:pt x="112" y="151"/>
                    </a:cubicBezTo>
                    <a:close/>
                    <a:moveTo>
                      <a:pt x="139" y="157"/>
                    </a:moveTo>
                    <a:cubicBezTo>
                      <a:pt x="141" y="156"/>
                      <a:pt x="141" y="156"/>
                      <a:pt x="141" y="156"/>
                    </a:cubicBezTo>
                    <a:cubicBezTo>
                      <a:pt x="140" y="155"/>
                      <a:pt x="140" y="155"/>
                      <a:pt x="140" y="155"/>
                    </a:cubicBezTo>
                    <a:cubicBezTo>
                      <a:pt x="142" y="155"/>
                      <a:pt x="142" y="155"/>
                      <a:pt x="142" y="155"/>
                    </a:cubicBezTo>
                    <a:cubicBezTo>
                      <a:pt x="142" y="157"/>
                      <a:pt x="142" y="157"/>
                      <a:pt x="142" y="157"/>
                    </a:cubicBezTo>
                    <a:cubicBezTo>
                      <a:pt x="142" y="159"/>
                      <a:pt x="142" y="157"/>
                      <a:pt x="141" y="158"/>
                    </a:cubicBezTo>
                    <a:cubicBezTo>
                      <a:pt x="140" y="159"/>
                      <a:pt x="140" y="159"/>
                      <a:pt x="140" y="159"/>
                    </a:cubicBezTo>
                    <a:cubicBezTo>
                      <a:pt x="139" y="160"/>
                      <a:pt x="140" y="160"/>
                      <a:pt x="139" y="161"/>
                    </a:cubicBezTo>
                    <a:cubicBezTo>
                      <a:pt x="138" y="160"/>
                      <a:pt x="138" y="160"/>
                      <a:pt x="138" y="160"/>
                    </a:cubicBezTo>
                    <a:cubicBezTo>
                      <a:pt x="138" y="159"/>
                      <a:pt x="138" y="160"/>
                      <a:pt x="139" y="158"/>
                    </a:cubicBezTo>
                    <a:cubicBezTo>
                      <a:pt x="139" y="157"/>
                      <a:pt x="139" y="158"/>
                      <a:pt x="139" y="157"/>
                    </a:cubicBezTo>
                    <a:close/>
                    <a:moveTo>
                      <a:pt x="147" y="156"/>
                    </a:moveTo>
                    <a:cubicBezTo>
                      <a:pt x="147" y="154"/>
                      <a:pt x="147" y="154"/>
                      <a:pt x="147" y="154"/>
                    </a:cubicBezTo>
                    <a:cubicBezTo>
                      <a:pt x="149" y="155"/>
                      <a:pt x="148" y="154"/>
                      <a:pt x="149" y="155"/>
                    </a:cubicBezTo>
                    <a:cubicBezTo>
                      <a:pt x="149" y="155"/>
                      <a:pt x="148" y="157"/>
                      <a:pt x="149" y="156"/>
                    </a:cubicBezTo>
                    <a:cubicBezTo>
                      <a:pt x="149" y="156"/>
                      <a:pt x="149" y="156"/>
                      <a:pt x="149" y="156"/>
                    </a:cubicBezTo>
                    <a:cubicBezTo>
                      <a:pt x="149" y="156"/>
                      <a:pt x="148" y="156"/>
                      <a:pt x="148" y="156"/>
                    </a:cubicBezTo>
                    <a:cubicBezTo>
                      <a:pt x="146" y="156"/>
                      <a:pt x="148" y="156"/>
                      <a:pt x="147" y="156"/>
                    </a:cubicBezTo>
                    <a:close/>
                    <a:moveTo>
                      <a:pt x="38" y="299"/>
                    </a:moveTo>
                    <a:cubicBezTo>
                      <a:pt x="37" y="299"/>
                      <a:pt x="37" y="299"/>
                      <a:pt x="37" y="299"/>
                    </a:cubicBezTo>
                    <a:cubicBezTo>
                      <a:pt x="35" y="298"/>
                      <a:pt x="36" y="299"/>
                      <a:pt x="36" y="298"/>
                    </a:cubicBezTo>
                    <a:cubicBezTo>
                      <a:pt x="37" y="297"/>
                      <a:pt x="37" y="297"/>
                      <a:pt x="38" y="299"/>
                    </a:cubicBezTo>
                    <a:close/>
                    <a:moveTo>
                      <a:pt x="151" y="193"/>
                    </a:moveTo>
                    <a:cubicBezTo>
                      <a:pt x="152" y="190"/>
                      <a:pt x="152" y="192"/>
                      <a:pt x="152" y="193"/>
                    </a:cubicBezTo>
                    <a:cubicBezTo>
                      <a:pt x="151" y="193"/>
                      <a:pt x="151" y="193"/>
                      <a:pt x="151" y="193"/>
                    </a:cubicBezTo>
                    <a:close/>
                    <a:moveTo>
                      <a:pt x="154" y="103"/>
                    </a:moveTo>
                    <a:cubicBezTo>
                      <a:pt x="155" y="104"/>
                      <a:pt x="155" y="104"/>
                      <a:pt x="155" y="104"/>
                    </a:cubicBezTo>
                    <a:cubicBezTo>
                      <a:pt x="154" y="104"/>
                      <a:pt x="154" y="104"/>
                      <a:pt x="154" y="104"/>
                    </a:cubicBezTo>
                    <a:cubicBezTo>
                      <a:pt x="153" y="102"/>
                      <a:pt x="154" y="103"/>
                      <a:pt x="154" y="103"/>
                    </a:cubicBezTo>
                    <a:close/>
                    <a:moveTo>
                      <a:pt x="140" y="164"/>
                    </a:moveTo>
                    <a:cubicBezTo>
                      <a:pt x="142" y="162"/>
                      <a:pt x="141" y="165"/>
                      <a:pt x="142" y="163"/>
                    </a:cubicBezTo>
                    <a:cubicBezTo>
                      <a:pt x="142" y="163"/>
                      <a:pt x="142" y="164"/>
                      <a:pt x="142" y="164"/>
                    </a:cubicBezTo>
                    <a:cubicBezTo>
                      <a:pt x="142" y="164"/>
                      <a:pt x="142" y="164"/>
                      <a:pt x="142" y="164"/>
                    </a:cubicBezTo>
                    <a:cubicBezTo>
                      <a:pt x="141" y="164"/>
                      <a:pt x="141" y="164"/>
                      <a:pt x="141" y="164"/>
                    </a:cubicBezTo>
                    <a:cubicBezTo>
                      <a:pt x="141" y="164"/>
                      <a:pt x="141" y="164"/>
                      <a:pt x="140" y="164"/>
                    </a:cubicBezTo>
                    <a:close/>
                    <a:moveTo>
                      <a:pt x="145" y="112"/>
                    </a:moveTo>
                    <a:cubicBezTo>
                      <a:pt x="145" y="114"/>
                      <a:pt x="145" y="114"/>
                      <a:pt x="145" y="114"/>
                    </a:cubicBezTo>
                    <a:cubicBezTo>
                      <a:pt x="144" y="113"/>
                      <a:pt x="144" y="113"/>
                      <a:pt x="144" y="113"/>
                    </a:cubicBezTo>
                    <a:cubicBezTo>
                      <a:pt x="145" y="112"/>
                      <a:pt x="145" y="112"/>
                      <a:pt x="145" y="112"/>
                    </a:cubicBezTo>
                    <a:close/>
                    <a:moveTo>
                      <a:pt x="140" y="167"/>
                    </a:moveTo>
                    <a:cubicBezTo>
                      <a:pt x="140" y="166"/>
                      <a:pt x="140" y="166"/>
                      <a:pt x="140" y="166"/>
                    </a:cubicBezTo>
                    <a:cubicBezTo>
                      <a:pt x="140" y="166"/>
                      <a:pt x="140" y="166"/>
                      <a:pt x="140" y="167"/>
                    </a:cubicBezTo>
                    <a:cubicBezTo>
                      <a:pt x="141" y="168"/>
                      <a:pt x="140" y="167"/>
                      <a:pt x="140" y="167"/>
                    </a:cubicBezTo>
                    <a:close/>
                    <a:moveTo>
                      <a:pt x="123" y="145"/>
                    </a:moveTo>
                    <a:cubicBezTo>
                      <a:pt x="123" y="144"/>
                      <a:pt x="122" y="145"/>
                      <a:pt x="123" y="144"/>
                    </a:cubicBezTo>
                    <a:cubicBezTo>
                      <a:pt x="124" y="144"/>
                      <a:pt x="123" y="144"/>
                      <a:pt x="123" y="144"/>
                    </a:cubicBezTo>
                    <a:cubicBezTo>
                      <a:pt x="123" y="144"/>
                      <a:pt x="125" y="146"/>
                      <a:pt x="123" y="145"/>
                    </a:cubicBezTo>
                    <a:close/>
                    <a:moveTo>
                      <a:pt x="160" y="102"/>
                    </a:moveTo>
                    <a:cubicBezTo>
                      <a:pt x="160" y="101"/>
                      <a:pt x="160" y="101"/>
                      <a:pt x="160" y="101"/>
                    </a:cubicBezTo>
                    <a:cubicBezTo>
                      <a:pt x="161" y="101"/>
                      <a:pt x="160" y="100"/>
                      <a:pt x="160" y="102"/>
                    </a:cubicBezTo>
                    <a:close/>
                    <a:moveTo>
                      <a:pt x="108" y="79"/>
                    </a:moveTo>
                    <a:cubicBezTo>
                      <a:pt x="109" y="79"/>
                      <a:pt x="109" y="79"/>
                      <a:pt x="109" y="79"/>
                    </a:cubicBezTo>
                    <a:cubicBezTo>
                      <a:pt x="108" y="80"/>
                      <a:pt x="109" y="80"/>
                      <a:pt x="108" y="79"/>
                    </a:cubicBezTo>
                    <a:close/>
                    <a:moveTo>
                      <a:pt x="75" y="215"/>
                    </a:moveTo>
                    <a:cubicBezTo>
                      <a:pt x="75" y="214"/>
                      <a:pt x="75" y="214"/>
                      <a:pt x="75" y="214"/>
                    </a:cubicBezTo>
                    <a:cubicBezTo>
                      <a:pt x="75" y="215"/>
                      <a:pt x="76" y="215"/>
                      <a:pt x="75" y="215"/>
                    </a:cubicBezTo>
                    <a:close/>
                    <a:moveTo>
                      <a:pt x="32" y="115"/>
                    </a:moveTo>
                    <a:cubicBezTo>
                      <a:pt x="32" y="114"/>
                      <a:pt x="32" y="115"/>
                      <a:pt x="32" y="115"/>
                    </a:cubicBezTo>
                    <a:cubicBezTo>
                      <a:pt x="32" y="116"/>
                      <a:pt x="32" y="115"/>
                      <a:pt x="32" y="115"/>
                    </a:cubicBezTo>
                    <a:close/>
                    <a:moveTo>
                      <a:pt x="148" y="110"/>
                    </a:moveTo>
                    <a:cubicBezTo>
                      <a:pt x="148" y="109"/>
                      <a:pt x="149" y="109"/>
                      <a:pt x="148" y="109"/>
                    </a:cubicBezTo>
                    <a:cubicBezTo>
                      <a:pt x="149" y="109"/>
                      <a:pt x="149" y="109"/>
                      <a:pt x="149" y="109"/>
                    </a:cubicBezTo>
                    <a:cubicBezTo>
                      <a:pt x="148" y="110"/>
                      <a:pt x="148" y="110"/>
                      <a:pt x="148" y="110"/>
                    </a:cubicBezTo>
                    <a:close/>
                    <a:moveTo>
                      <a:pt x="145" y="158"/>
                    </a:moveTo>
                    <a:cubicBezTo>
                      <a:pt x="144" y="157"/>
                      <a:pt x="145" y="158"/>
                      <a:pt x="145" y="158"/>
                    </a:cubicBezTo>
                    <a:cubicBezTo>
                      <a:pt x="146" y="159"/>
                      <a:pt x="145" y="158"/>
                      <a:pt x="145" y="158"/>
                    </a:cubicBezTo>
                    <a:close/>
                    <a:moveTo>
                      <a:pt x="153" y="280"/>
                    </a:moveTo>
                    <a:cubicBezTo>
                      <a:pt x="154" y="281"/>
                      <a:pt x="154" y="281"/>
                      <a:pt x="154" y="281"/>
                    </a:cubicBezTo>
                    <a:cubicBezTo>
                      <a:pt x="152" y="281"/>
                      <a:pt x="153" y="281"/>
                      <a:pt x="153" y="280"/>
                    </a:cubicBezTo>
                    <a:close/>
                    <a:moveTo>
                      <a:pt x="33" y="299"/>
                    </a:moveTo>
                    <a:cubicBezTo>
                      <a:pt x="33" y="299"/>
                      <a:pt x="32" y="300"/>
                      <a:pt x="33" y="299"/>
                    </a:cubicBezTo>
                    <a:cubicBezTo>
                      <a:pt x="33" y="299"/>
                      <a:pt x="34" y="298"/>
                      <a:pt x="33" y="299"/>
                    </a:cubicBezTo>
                    <a:close/>
                    <a:moveTo>
                      <a:pt x="154" y="108"/>
                    </a:moveTo>
                    <a:cubicBezTo>
                      <a:pt x="154" y="108"/>
                      <a:pt x="154" y="108"/>
                      <a:pt x="154" y="108"/>
                    </a:cubicBezTo>
                    <a:cubicBezTo>
                      <a:pt x="154" y="108"/>
                      <a:pt x="153" y="108"/>
                      <a:pt x="154" y="108"/>
                    </a:cubicBezTo>
                    <a:close/>
                    <a:moveTo>
                      <a:pt x="115" y="152"/>
                    </a:moveTo>
                    <a:cubicBezTo>
                      <a:pt x="115" y="152"/>
                      <a:pt x="115" y="152"/>
                      <a:pt x="115" y="152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" name="Freeform 13"/>
              <p:cNvSpPr>
                <a:spLocks noEditPoints="1"/>
              </p:cNvSpPr>
              <p:nvPr/>
            </p:nvSpPr>
            <p:spPr bwMode="auto">
              <a:xfrm>
                <a:off x="4260672" y="4327256"/>
                <a:ext cx="263525" cy="250825"/>
              </a:xfrm>
              <a:custGeom>
                <a:avLst/>
                <a:gdLst>
                  <a:gd name="T0" fmla="*/ 148 w 230"/>
                  <a:gd name="T1" fmla="*/ 91 h 218"/>
                  <a:gd name="T2" fmla="*/ 151 w 230"/>
                  <a:gd name="T3" fmla="*/ 87 h 218"/>
                  <a:gd name="T4" fmla="*/ 166 w 230"/>
                  <a:gd name="T5" fmla="*/ 76 h 218"/>
                  <a:gd name="T6" fmla="*/ 154 w 230"/>
                  <a:gd name="T7" fmla="*/ 83 h 218"/>
                  <a:gd name="T8" fmla="*/ 48 w 230"/>
                  <a:gd name="T9" fmla="*/ 45 h 218"/>
                  <a:gd name="T10" fmla="*/ 151 w 230"/>
                  <a:gd name="T11" fmla="*/ 36 h 218"/>
                  <a:gd name="T12" fmla="*/ 144 w 230"/>
                  <a:gd name="T13" fmla="*/ 58 h 218"/>
                  <a:gd name="T14" fmla="*/ 51 w 230"/>
                  <a:gd name="T15" fmla="*/ 35 h 218"/>
                  <a:gd name="T16" fmla="*/ 50 w 230"/>
                  <a:gd name="T17" fmla="*/ 41 h 218"/>
                  <a:gd name="T18" fmla="*/ 54 w 230"/>
                  <a:gd name="T19" fmla="*/ 44 h 218"/>
                  <a:gd name="T20" fmla="*/ 51 w 230"/>
                  <a:gd name="T21" fmla="*/ 56 h 218"/>
                  <a:gd name="T22" fmla="*/ 50 w 230"/>
                  <a:gd name="T23" fmla="*/ 70 h 218"/>
                  <a:gd name="T24" fmla="*/ 54 w 230"/>
                  <a:gd name="T25" fmla="*/ 57 h 218"/>
                  <a:gd name="T26" fmla="*/ 62 w 230"/>
                  <a:gd name="T27" fmla="*/ 38 h 218"/>
                  <a:gd name="T28" fmla="*/ 55 w 230"/>
                  <a:gd name="T29" fmla="*/ 27 h 218"/>
                  <a:gd name="T30" fmla="*/ 23 w 230"/>
                  <a:gd name="T31" fmla="*/ 159 h 218"/>
                  <a:gd name="T32" fmla="*/ 22 w 230"/>
                  <a:gd name="T33" fmla="*/ 187 h 218"/>
                  <a:gd name="T34" fmla="*/ 60 w 230"/>
                  <a:gd name="T35" fmla="*/ 207 h 218"/>
                  <a:gd name="T36" fmla="*/ 62 w 230"/>
                  <a:gd name="T37" fmla="*/ 194 h 218"/>
                  <a:gd name="T38" fmla="*/ 80 w 230"/>
                  <a:gd name="T39" fmla="*/ 168 h 218"/>
                  <a:gd name="T40" fmla="*/ 102 w 230"/>
                  <a:gd name="T41" fmla="*/ 191 h 218"/>
                  <a:gd name="T42" fmla="*/ 151 w 230"/>
                  <a:gd name="T43" fmla="*/ 212 h 218"/>
                  <a:gd name="T44" fmla="*/ 180 w 230"/>
                  <a:gd name="T45" fmla="*/ 214 h 218"/>
                  <a:gd name="T46" fmla="*/ 209 w 230"/>
                  <a:gd name="T47" fmla="*/ 212 h 218"/>
                  <a:gd name="T48" fmla="*/ 228 w 230"/>
                  <a:gd name="T49" fmla="*/ 192 h 218"/>
                  <a:gd name="T50" fmla="*/ 198 w 230"/>
                  <a:gd name="T51" fmla="*/ 164 h 218"/>
                  <a:gd name="T52" fmla="*/ 185 w 230"/>
                  <a:gd name="T53" fmla="*/ 174 h 218"/>
                  <a:gd name="T54" fmla="*/ 176 w 230"/>
                  <a:gd name="T55" fmla="*/ 177 h 218"/>
                  <a:gd name="T56" fmla="*/ 151 w 230"/>
                  <a:gd name="T57" fmla="*/ 177 h 218"/>
                  <a:gd name="T58" fmla="*/ 111 w 230"/>
                  <a:gd name="T59" fmla="*/ 157 h 218"/>
                  <a:gd name="T60" fmla="*/ 120 w 230"/>
                  <a:gd name="T61" fmla="*/ 133 h 218"/>
                  <a:gd name="T62" fmla="*/ 139 w 230"/>
                  <a:gd name="T63" fmla="*/ 154 h 218"/>
                  <a:gd name="T64" fmla="*/ 151 w 230"/>
                  <a:gd name="T65" fmla="*/ 140 h 218"/>
                  <a:gd name="T66" fmla="*/ 168 w 230"/>
                  <a:gd name="T67" fmla="*/ 128 h 218"/>
                  <a:gd name="T68" fmla="*/ 187 w 230"/>
                  <a:gd name="T69" fmla="*/ 97 h 218"/>
                  <a:gd name="T70" fmla="*/ 186 w 230"/>
                  <a:gd name="T71" fmla="*/ 50 h 218"/>
                  <a:gd name="T72" fmla="*/ 157 w 230"/>
                  <a:gd name="T73" fmla="*/ 49 h 218"/>
                  <a:gd name="T74" fmla="*/ 148 w 230"/>
                  <a:gd name="T75" fmla="*/ 6 h 218"/>
                  <a:gd name="T76" fmla="*/ 137 w 230"/>
                  <a:gd name="T77" fmla="*/ 37 h 218"/>
                  <a:gd name="T78" fmla="*/ 129 w 230"/>
                  <a:gd name="T79" fmla="*/ 77 h 218"/>
                  <a:gd name="T80" fmla="*/ 91 w 230"/>
                  <a:gd name="T81" fmla="*/ 112 h 218"/>
                  <a:gd name="T82" fmla="*/ 75 w 230"/>
                  <a:gd name="T83" fmla="*/ 139 h 218"/>
                  <a:gd name="T84" fmla="*/ 58 w 230"/>
                  <a:gd name="T85" fmla="*/ 157 h 218"/>
                  <a:gd name="T86" fmla="*/ 65 w 230"/>
                  <a:gd name="T87" fmla="*/ 112 h 218"/>
                  <a:gd name="T88" fmla="*/ 82 w 230"/>
                  <a:gd name="T89" fmla="*/ 77 h 218"/>
                  <a:gd name="T90" fmla="*/ 79 w 230"/>
                  <a:gd name="T91" fmla="*/ 36 h 218"/>
                  <a:gd name="T92" fmla="*/ 59 w 230"/>
                  <a:gd name="T93" fmla="*/ 5 h 218"/>
                  <a:gd name="T94" fmla="*/ 48 w 230"/>
                  <a:gd name="T95" fmla="*/ 36 h 218"/>
                  <a:gd name="T96" fmla="*/ 43 w 230"/>
                  <a:gd name="T97" fmla="*/ 43 h 218"/>
                  <a:gd name="T98" fmla="*/ 38 w 230"/>
                  <a:gd name="T99" fmla="*/ 59 h 218"/>
                  <a:gd name="T100" fmla="*/ 34 w 230"/>
                  <a:gd name="T101" fmla="*/ 84 h 218"/>
                  <a:gd name="T102" fmla="*/ 10 w 230"/>
                  <a:gd name="T103" fmla="*/ 106 h 218"/>
                  <a:gd name="T104" fmla="*/ 25 w 230"/>
                  <a:gd name="T105" fmla="*/ 130 h 218"/>
                  <a:gd name="T106" fmla="*/ 24 w 230"/>
                  <a:gd name="T107" fmla="*/ 152 h 218"/>
                  <a:gd name="T108" fmla="*/ 21 w 230"/>
                  <a:gd name="T109" fmla="*/ 180 h 218"/>
                  <a:gd name="T110" fmla="*/ 20 w 230"/>
                  <a:gd name="T111" fmla="*/ 180 h 218"/>
                  <a:gd name="T112" fmla="*/ 178 w 230"/>
                  <a:gd name="T113" fmla="*/ 217 h 218"/>
                  <a:gd name="T114" fmla="*/ 80 w 230"/>
                  <a:gd name="T115" fmla="*/ 168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30" h="218">
                    <a:moveTo>
                      <a:pt x="182" y="215"/>
                    </a:moveTo>
                    <a:cubicBezTo>
                      <a:pt x="181" y="214"/>
                      <a:pt x="182" y="217"/>
                      <a:pt x="181" y="214"/>
                    </a:cubicBezTo>
                    <a:cubicBezTo>
                      <a:pt x="182" y="215"/>
                      <a:pt x="181" y="213"/>
                      <a:pt x="182" y="215"/>
                    </a:cubicBezTo>
                    <a:close/>
                    <a:moveTo>
                      <a:pt x="22" y="168"/>
                    </a:moveTo>
                    <a:cubicBezTo>
                      <a:pt x="23" y="169"/>
                      <a:pt x="23" y="168"/>
                      <a:pt x="23" y="169"/>
                    </a:cubicBezTo>
                    <a:cubicBezTo>
                      <a:pt x="22" y="169"/>
                      <a:pt x="22" y="169"/>
                      <a:pt x="22" y="168"/>
                    </a:cubicBezTo>
                    <a:cubicBezTo>
                      <a:pt x="22" y="168"/>
                      <a:pt x="22" y="168"/>
                      <a:pt x="22" y="168"/>
                    </a:cubicBezTo>
                    <a:close/>
                    <a:moveTo>
                      <a:pt x="147" y="88"/>
                    </a:moveTo>
                    <a:cubicBezTo>
                      <a:pt x="149" y="88"/>
                      <a:pt x="148" y="88"/>
                      <a:pt x="148" y="91"/>
                    </a:cubicBezTo>
                    <a:cubicBezTo>
                      <a:pt x="149" y="95"/>
                      <a:pt x="149" y="95"/>
                      <a:pt x="149" y="95"/>
                    </a:cubicBezTo>
                    <a:cubicBezTo>
                      <a:pt x="149" y="96"/>
                      <a:pt x="149" y="96"/>
                      <a:pt x="149" y="97"/>
                    </a:cubicBezTo>
                    <a:cubicBezTo>
                      <a:pt x="149" y="99"/>
                      <a:pt x="149" y="100"/>
                      <a:pt x="149" y="101"/>
                    </a:cubicBezTo>
                    <a:cubicBezTo>
                      <a:pt x="148" y="101"/>
                      <a:pt x="148" y="101"/>
                      <a:pt x="148" y="101"/>
                    </a:cubicBezTo>
                    <a:cubicBezTo>
                      <a:pt x="147" y="88"/>
                      <a:pt x="147" y="88"/>
                      <a:pt x="147" y="88"/>
                    </a:cubicBezTo>
                    <a:close/>
                    <a:moveTo>
                      <a:pt x="153" y="100"/>
                    </a:moveTo>
                    <a:cubicBezTo>
                      <a:pt x="155" y="95"/>
                      <a:pt x="152" y="95"/>
                      <a:pt x="154" y="91"/>
                    </a:cubicBezTo>
                    <a:cubicBezTo>
                      <a:pt x="152" y="91"/>
                      <a:pt x="152" y="91"/>
                      <a:pt x="152" y="91"/>
                    </a:cubicBezTo>
                    <a:cubicBezTo>
                      <a:pt x="151" y="87"/>
                      <a:pt x="151" y="87"/>
                      <a:pt x="151" y="87"/>
                    </a:cubicBezTo>
                    <a:cubicBezTo>
                      <a:pt x="150" y="87"/>
                      <a:pt x="150" y="87"/>
                      <a:pt x="149" y="86"/>
                    </a:cubicBezTo>
                    <a:cubicBezTo>
                      <a:pt x="151" y="92"/>
                      <a:pt x="149" y="89"/>
                      <a:pt x="152" y="98"/>
                    </a:cubicBezTo>
                    <a:cubicBezTo>
                      <a:pt x="152" y="101"/>
                      <a:pt x="152" y="99"/>
                      <a:pt x="153" y="100"/>
                    </a:cubicBezTo>
                    <a:close/>
                    <a:moveTo>
                      <a:pt x="151" y="84"/>
                    </a:moveTo>
                    <a:cubicBezTo>
                      <a:pt x="151" y="85"/>
                      <a:pt x="151" y="85"/>
                      <a:pt x="151" y="86"/>
                    </a:cubicBezTo>
                    <a:cubicBezTo>
                      <a:pt x="150" y="86"/>
                      <a:pt x="150" y="87"/>
                      <a:pt x="150" y="85"/>
                    </a:cubicBezTo>
                    <a:cubicBezTo>
                      <a:pt x="150" y="83"/>
                      <a:pt x="151" y="84"/>
                      <a:pt x="151" y="84"/>
                    </a:cubicBezTo>
                    <a:close/>
                    <a:moveTo>
                      <a:pt x="165" y="76"/>
                    </a:moveTo>
                    <a:cubicBezTo>
                      <a:pt x="166" y="76"/>
                      <a:pt x="166" y="76"/>
                      <a:pt x="166" y="76"/>
                    </a:cubicBezTo>
                    <a:cubicBezTo>
                      <a:pt x="166" y="80"/>
                      <a:pt x="166" y="80"/>
                      <a:pt x="166" y="84"/>
                    </a:cubicBezTo>
                    <a:cubicBezTo>
                      <a:pt x="163" y="85"/>
                      <a:pt x="168" y="84"/>
                      <a:pt x="165" y="85"/>
                    </a:cubicBezTo>
                    <a:cubicBezTo>
                      <a:pt x="163" y="93"/>
                      <a:pt x="163" y="93"/>
                      <a:pt x="163" y="93"/>
                    </a:cubicBezTo>
                    <a:cubicBezTo>
                      <a:pt x="162" y="96"/>
                      <a:pt x="162" y="96"/>
                      <a:pt x="160" y="96"/>
                    </a:cubicBezTo>
                    <a:cubicBezTo>
                      <a:pt x="161" y="98"/>
                      <a:pt x="161" y="98"/>
                      <a:pt x="161" y="98"/>
                    </a:cubicBezTo>
                    <a:cubicBezTo>
                      <a:pt x="158" y="101"/>
                      <a:pt x="158" y="101"/>
                      <a:pt x="158" y="101"/>
                    </a:cubicBezTo>
                    <a:cubicBezTo>
                      <a:pt x="155" y="101"/>
                      <a:pt x="156" y="97"/>
                      <a:pt x="155" y="90"/>
                    </a:cubicBezTo>
                    <a:cubicBezTo>
                      <a:pt x="154" y="89"/>
                      <a:pt x="155" y="91"/>
                      <a:pt x="155" y="83"/>
                    </a:cubicBezTo>
                    <a:cubicBezTo>
                      <a:pt x="154" y="83"/>
                      <a:pt x="154" y="83"/>
                      <a:pt x="154" y="83"/>
                    </a:cubicBezTo>
                    <a:cubicBezTo>
                      <a:pt x="154" y="82"/>
                      <a:pt x="153" y="82"/>
                      <a:pt x="155" y="83"/>
                    </a:cubicBezTo>
                    <a:cubicBezTo>
                      <a:pt x="154" y="79"/>
                      <a:pt x="155" y="78"/>
                      <a:pt x="158" y="76"/>
                    </a:cubicBezTo>
                    <a:cubicBezTo>
                      <a:pt x="164" y="74"/>
                      <a:pt x="164" y="74"/>
                      <a:pt x="164" y="74"/>
                    </a:cubicBezTo>
                    <a:cubicBezTo>
                      <a:pt x="164" y="74"/>
                      <a:pt x="164" y="74"/>
                      <a:pt x="165" y="74"/>
                    </a:cubicBezTo>
                    <a:cubicBezTo>
                      <a:pt x="165" y="76"/>
                      <a:pt x="165" y="76"/>
                      <a:pt x="165" y="76"/>
                    </a:cubicBezTo>
                    <a:close/>
                    <a:moveTo>
                      <a:pt x="45" y="53"/>
                    </a:moveTo>
                    <a:cubicBezTo>
                      <a:pt x="45" y="52"/>
                      <a:pt x="46" y="53"/>
                      <a:pt x="46" y="53"/>
                    </a:cubicBezTo>
                    <a:cubicBezTo>
                      <a:pt x="46" y="54"/>
                      <a:pt x="45" y="53"/>
                      <a:pt x="45" y="53"/>
                    </a:cubicBezTo>
                    <a:close/>
                    <a:moveTo>
                      <a:pt x="48" y="45"/>
                    </a:moveTo>
                    <a:cubicBezTo>
                      <a:pt x="49" y="46"/>
                      <a:pt x="49" y="43"/>
                      <a:pt x="48" y="48"/>
                    </a:cubicBezTo>
                    <a:cubicBezTo>
                      <a:pt x="47" y="47"/>
                      <a:pt x="47" y="49"/>
                      <a:pt x="48" y="45"/>
                    </a:cubicBezTo>
                    <a:close/>
                    <a:moveTo>
                      <a:pt x="49" y="42"/>
                    </a:moveTo>
                    <a:cubicBezTo>
                      <a:pt x="49" y="43"/>
                      <a:pt x="49" y="43"/>
                      <a:pt x="49" y="43"/>
                    </a:cubicBezTo>
                    <a:cubicBezTo>
                      <a:pt x="49" y="44"/>
                      <a:pt x="49" y="43"/>
                      <a:pt x="48" y="45"/>
                    </a:cubicBezTo>
                    <a:cubicBezTo>
                      <a:pt x="50" y="44"/>
                      <a:pt x="50" y="44"/>
                      <a:pt x="49" y="42"/>
                    </a:cubicBezTo>
                    <a:close/>
                    <a:moveTo>
                      <a:pt x="149" y="35"/>
                    </a:moveTo>
                    <a:cubicBezTo>
                      <a:pt x="151" y="36"/>
                      <a:pt x="149" y="35"/>
                      <a:pt x="151" y="33"/>
                    </a:cubicBezTo>
                    <a:cubicBezTo>
                      <a:pt x="153" y="37"/>
                      <a:pt x="152" y="36"/>
                      <a:pt x="151" y="36"/>
                    </a:cubicBezTo>
                    <a:cubicBezTo>
                      <a:pt x="151" y="40"/>
                      <a:pt x="151" y="40"/>
                      <a:pt x="151" y="40"/>
                    </a:cubicBezTo>
                    <a:cubicBezTo>
                      <a:pt x="151" y="40"/>
                      <a:pt x="151" y="40"/>
                      <a:pt x="151" y="40"/>
                    </a:cubicBezTo>
                    <a:cubicBezTo>
                      <a:pt x="151" y="40"/>
                      <a:pt x="151" y="40"/>
                      <a:pt x="151" y="40"/>
                    </a:cubicBezTo>
                    <a:cubicBezTo>
                      <a:pt x="150" y="40"/>
                      <a:pt x="150" y="40"/>
                      <a:pt x="150" y="40"/>
                    </a:cubicBezTo>
                    <a:cubicBezTo>
                      <a:pt x="150" y="40"/>
                      <a:pt x="150" y="40"/>
                      <a:pt x="150" y="40"/>
                    </a:cubicBezTo>
                    <a:cubicBezTo>
                      <a:pt x="150" y="50"/>
                      <a:pt x="151" y="43"/>
                      <a:pt x="149" y="49"/>
                    </a:cubicBezTo>
                    <a:cubicBezTo>
                      <a:pt x="148" y="54"/>
                      <a:pt x="148" y="54"/>
                      <a:pt x="148" y="54"/>
                    </a:cubicBezTo>
                    <a:cubicBezTo>
                      <a:pt x="148" y="55"/>
                      <a:pt x="147" y="56"/>
                      <a:pt x="147" y="56"/>
                    </a:cubicBezTo>
                    <a:cubicBezTo>
                      <a:pt x="147" y="57"/>
                      <a:pt x="145" y="58"/>
                      <a:pt x="144" y="58"/>
                    </a:cubicBezTo>
                    <a:cubicBezTo>
                      <a:pt x="146" y="57"/>
                      <a:pt x="145" y="57"/>
                      <a:pt x="145" y="55"/>
                    </a:cubicBezTo>
                    <a:cubicBezTo>
                      <a:pt x="145" y="52"/>
                      <a:pt x="146" y="52"/>
                      <a:pt x="146" y="52"/>
                    </a:cubicBezTo>
                    <a:cubicBezTo>
                      <a:pt x="147" y="44"/>
                      <a:pt x="147" y="44"/>
                      <a:pt x="147" y="44"/>
                    </a:cubicBezTo>
                    <a:cubicBezTo>
                      <a:pt x="148" y="43"/>
                      <a:pt x="148" y="43"/>
                      <a:pt x="148" y="43"/>
                    </a:cubicBezTo>
                    <a:cubicBezTo>
                      <a:pt x="148" y="43"/>
                      <a:pt x="148" y="43"/>
                      <a:pt x="148" y="42"/>
                    </a:cubicBezTo>
                    <a:cubicBezTo>
                      <a:pt x="147" y="41"/>
                      <a:pt x="149" y="39"/>
                      <a:pt x="149" y="35"/>
                    </a:cubicBezTo>
                    <a:close/>
                    <a:moveTo>
                      <a:pt x="49" y="42"/>
                    </a:moveTo>
                    <a:cubicBezTo>
                      <a:pt x="49" y="40"/>
                      <a:pt x="50" y="40"/>
                      <a:pt x="50" y="38"/>
                    </a:cubicBezTo>
                    <a:cubicBezTo>
                      <a:pt x="51" y="38"/>
                      <a:pt x="51" y="36"/>
                      <a:pt x="51" y="35"/>
                    </a:cubicBezTo>
                    <a:cubicBezTo>
                      <a:pt x="52" y="33"/>
                      <a:pt x="52" y="33"/>
                      <a:pt x="52" y="33"/>
                    </a:cubicBezTo>
                    <a:cubicBezTo>
                      <a:pt x="52" y="33"/>
                      <a:pt x="52" y="33"/>
                      <a:pt x="53" y="33"/>
                    </a:cubicBezTo>
                    <a:cubicBezTo>
                      <a:pt x="53" y="32"/>
                      <a:pt x="53" y="32"/>
                      <a:pt x="53" y="32"/>
                    </a:cubicBezTo>
                    <a:cubicBezTo>
                      <a:pt x="54" y="30"/>
                      <a:pt x="53" y="32"/>
                      <a:pt x="54" y="30"/>
                    </a:cubicBezTo>
                    <a:cubicBezTo>
                      <a:pt x="54" y="30"/>
                      <a:pt x="54" y="30"/>
                      <a:pt x="54" y="31"/>
                    </a:cubicBezTo>
                    <a:cubicBezTo>
                      <a:pt x="53" y="35"/>
                      <a:pt x="53" y="35"/>
                      <a:pt x="53" y="35"/>
                    </a:cubicBezTo>
                    <a:cubicBezTo>
                      <a:pt x="52" y="37"/>
                      <a:pt x="53" y="36"/>
                      <a:pt x="52" y="36"/>
                    </a:cubicBezTo>
                    <a:cubicBezTo>
                      <a:pt x="52" y="37"/>
                      <a:pt x="52" y="37"/>
                      <a:pt x="52" y="37"/>
                    </a:cubicBezTo>
                    <a:cubicBezTo>
                      <a:pt x="50" y="41"/>
                      <a:pt x="50" y="41"/>
                      <a:pt x="50" y="41"/>
                    </a:cubicBezTo>
                    <a:cubicBezTo>
                      <a:pt x="50" y="42"/>
                      <a:pt x="50" y="42"/>
                      <a:pt x="50" y="42"/>
                    </a:cubicBezTo>
                    <a:cubicBezTo>
                      <a:pt x="49" y="42"/>
                      <a:pt x="49" y="42"/>
                      <a:pt x="49" y="42"/>
                    </a:cubicBezTo>
                    <a:close/>
                    <a:moveTo>
                      <a:pt x="59" y="27"/>
                    </a:moveTo>
                    <a:cubicBezTo>
                      <a:pt x="58" y="28"/>
                      <a:pt x="58" y="28"/>
                      <a:pt x="58" y="28"/>
                    </a:cubicBezTo>
                    <a:cubicBezTo>
                      <a:pt x="57" y="34"/>
                      <a:pt x="57" y="34"/>
                      <a:pt x="57" y="34"/>
                    </a:cubicBezTo>
                    <a:cubicBezTo>
                      <a:pt x="56" y="37"/>
                      <a:pt x="55" y="37"/>
                      <a:pt x="56" y="38"/>
                    </a:cubicBezTo>
                    <a:cubicBezTo>
                      <a:pt x="56" y="39"/>
                      <a:pt x="55" y="38"/>
                      <a:pt x="56" y="39"/>
                    </a:cubicBezTo>
                    <a:cubicBezTo>
                      <a:pt x="56" y="39"/>
                      <a:pt x="57" y="41"/>
                      <a:pt x="55" y="39"/>
                    </a:cubicBezTo>
                    <a:cubicBezTo>
                      <a:pt x="54" y="44"/>
                      <a:pt x="54" y="44"/>
                      <a:pt x="54" y="44"/>
                    </a:cubicBezTo>
                    <a:cubicBezTo>
                      <a:pt x="54" y="46"/>
                      <a:pt x="53" y="45"/>
                      <a:pt x="53" y="49"/>
                    </a:cubicBezTo>
                    <a:cubicBezTo>
                      <a:pt x="51" y="49"/>
                      <a:pt x="52" y="49"/>
                      <a:pt x="52" y="50"/>
                    </a:cubicBezTo>
                    <a:cubicBezTo>
                      <a:pt x="52" y="51"/>
                      <a:pt x="52" y="51"/>
                      <a:pt x="52" y="51"/>
                    </a:cubicBezTo>
                    <a:cubicBezTo>
                      <a:pt x="52" y="51"/>
                      <a:pt x="52" y="51"/>
                      <a:pt x="52" y="51"/>
                    </a:cubicBezTo>
                    <a:cubicBezTo>
                      <a:pt x="53" y="53"/>
                      <a:pt x="53" y="53"/>
                      <a:pt x="53" y="53"/>
                    </a:cubicBezTo>
                    <a:cubicBezTo>
                      <a:pt x="52" y="53"/>
                      <a:pt x="52" y="54"/>
                      <a:pt x="52" y="54"/>
                    </a:cubicBezTo>
                    <a:cubicBezTo>
                      <a:pt x="51" y="54"/>
                      <a:pt x="53" y="54"/>
                      <a:pt x="51" y="54"/>
                    </a:cubicBezTo>
                    <a:cubicBezTo>
                      <a:pt x="52" y="55"/>
                      <a:pt x="52" y="55"/>
                      <a:pt x="52" y="55"/>
                    </a:cubicBezTo>
                    <a:cubicBezTo>
                      <a:pt x="52" y="55"/>
                      <a:pt x="52" y="55"/>
                      <a:pt x="51" y="56"/>
                    </a:cubicBezTo>
                    <a:cubicBezTo>
                      <a:pt x="51" y="58"/>
                      <a:pt x="51" y="58"/>
                      <a:pt x="51" y="58"/>
                    </a:cubicBezTo>
                    <a:cubicBezTo>
                      <a:pt x="51" y="58"/>
                      <a:pt x="51" y="58"/>
                      <a:pt x="51" y="58"/>
                    </a:cubicBezTo>
                    <a:cubicBezTo>
                      <a:pt x="50" y="64"/>
                      <a:pt x="50" y="64"/>
                      <a:pt x="50" y="64"/>
                    </a:cubicBezTo>
                    <a:cubicBezTo>
                      <a:pt x="50" y="64"/>
                      <a:pt x="50" y="64"/>
                      <a:pt x="50" y="64"/>
                    </a:cubicBezTo>
                    <a:cubicBezTo>
                      <a:pt x="50" y="64"/>
                      <a:pt x="50" y="64"/>
                      <a:pt x="50" y="64"/>
                    </a:cubicBezTo>
                    <a:cubicBezTo>
                      <a:pt x="49" y="64"/>
                      <a:pt x="50" y="61"/>
                      <a:pt x="49" y="68"/>
                    </a:cubicBezTo>
                    <a:cubicBezTo>
                      <a:pt x="49" y="68"/>
                      <a:pt x="49" y="68"/>
                      <a:pt x="49" y="68"/>
                    </a:cubicBezTo>
                    <a:cubicBezTo>
                      <a:pt x="48" y="72"/>
                      <a:pt x="48" y="72"/>
                      <a:pt x="48" y="72"/>
                    </a:cubicBezTo>
                    <a:cubicBezTo>
                      <a:pt x="52" y="71"/>
                      <a:pt x="48" y="72"/>
                      <a:pt x="50" y="70"/>
                    </a:cubicBezTo>
                    <a:cubicBezTo>
                      <a:pt x="51" y="69"/>
                      <a:pt x="52" y="67"/>
                      <a:pt x="50" y="66"/>
                    </a:cubicBezTo>
                    <a:cubicBezTo>
                      <a:pt x="51" y="66"/>
                      <a:pt x="51" y="66"/>
                      <a:pt x="52" y="65"/>
                    </a:cubicBezTo>
                    <a:cubicBezTo>
                      <a:pt x="52" y="65"/>
                      <a:pt x="52" y="64"/>
                      <a:pt x="52" y="64"/>
                    </a:cubicBezTo>
                    <a:cubicBezTo>
                      <a:pt x="51" y="62"/>
                      <a:pt x="51" y="62"/>
                      <a:pt x="51" y="62"/>
                    </a:cubicBezTo>
                    <a:cubicBezTo>
                      <a:pt x="53" y="62"/>
                      <a:pt x="53" y="62"/>
                      <a:pt x="53" y="62"/>
                    </a:cubicBezTo>
                    <a:cubicBezTo>
                      <a:pt x="53" y="60"/>
                      <a:pt x="53" y="59"/>
                      <a:pt x="52" y="59"/>
                    </a:cubicBezTo>
                    <a:cubicBezTo>
                      <a:pt x="52" y="58"/>
                      <a:pt x="52" y="58"/>
                      <a:pt x="52" y="58"/>
                    </a:cubicBezTo>
                    <a:cubicBezTo>
                      <a:pt x="53" y="58"/>
                      <a:pt x="53" y="58"/>
                      <a:pt x="53" y="58"/>
                    </a:cubicBezTo>
                    <a:cubicBezTo>
                      <a:pt x="54" y="58"/>
                      <a:pt x="54" y="58"/>
                      <a:pt x="54" y="57"/>
                    </a:cubicBezTo>
                    <a:cubicBezTo>
                      <a:pt x="54" y="56"/>
                      <a:pt x="54" y="57"/>
                      <a:pt x="55" y="55"/>
                    </a:cubicBezTo>
                    <a:cubicBezTo>
                      <a:pt x="55" y="53"/>
                      <a:pt x="54" y="53"/>
                      <a:pt x="54" y="51"/>
                    </a:cubicBezTo>
                    <a:cubicBezTo>
                      <a:pt x="55" y="52"/>
                      <a:pt x="54" y="51"/>
                      <a:pt x="56" y="51"/>
                    </a:cubicBezTo>
                    <a:cubicBezTo>
                      <a:pt x="57" y="50"/>
                      <a:pt x="56" y="50"/>
                      <a:pt x="57" y="49"/>
                    </a:cubicBezTo>
                    <a:cubicBezTo>
                      <a:pt x="57" y="49"/>
                      <a:pt x="57" y="48"/>
                      <a:pt x="58" y="48"/>
                    </a:cubicBezTo>
                    <a:cubicBezTo>
                      <a:pt x="58" y="47"/>
                      <a:pt x="58" y="48"/>
                      <a:pt x="58" y="46"/>
                    </a:cubicBezTo>
                    <a:cubicBezTo>
                      <a:pt x="59" y="43"/>
                      <a:pt x="58" y="46"/>
                      <a:pt x="60" y="42"/>
                    </a:cubicBezTo>
                    <a:cubicBezTo>
                      <a:pt x="61" y="43"/>
                      <a:pt x="61" y="43"/>
                      <a:pt x="62" y="44"/>
                    </a:cubicBezTo>
                    <a:cubicBezTo>
                      <a:pt x="63" y="42"/>
                      <a:pt x="64" y="40"/>
                      <a:pt x="62" y="38"/>
                    </a:cubicBezTo>
                    <a:cubicBezTo>
                      <a:pt x="62" y="35"/>
                      <a:pt x="62" y="35"/>
                      <a:pt x="62" y="35"/>
                    </a:cubicBezTo>
                    <a:cubicBezTo>
                      <a:pt x="63" y="33"/>
                      <a:pt x="63" y="33"/>
                      <a:pt x="63" y="31"/>
                    </a:cubicBezTo>
                    <a:cubicBezTo>
                      <a:pt x="62" y="30"/>
                      <a:pt x="62" y="30"/>
                      <a:pt x="62" y="30"/>
                    </a:cubicBezTo>
                    <a:cubicBezTo>
                      <a:pt x="63" y="28"/>
                      <a:pt x="63" y="31"/>
                      <a:pt x="63" y="27"/>
                    </a:cubicBezTo>
                    <a:cubicBezTo>
                      <a:pt x="61" y="25"/>
                      <a:pt x="61" y="25"/>
                      <a:pt x="61" y="25"/>
                    </a:cubicBezTo>
                    <a:cubicBezTo>
                      <a:pt x="60" y="26"/>
                      <a:pt x="60" y="26"/>
                      <a:pt x="59" y="27"/>
                    </a:cubicBezTo>
                    <a:close/>
                    <a:moveTo>
                      <a:pt x="55" y="27"/>
                    </a:moveTo>
                    <a:cubicBezTo>
                      <a:pt x="55" y="30"/>
                      <a:pt x="55" y="30"/>
                      <a:pt x="55" y="30"/>
                    </a:cubicBezTo>
                    <a:cubicBezTo>
                      <a:pt x="54" y="29"/>
                      <a:pt x="53" y="29"/>
                      <a:pt x="55" y="27"/>
                    </a:cubicBezTo>
                    <a:close/>
                    <a:moveTo>
                      <a:pt x="27" y="146"/>
                    </a:moveTo>
                    <a:cubicBezTo>
                      <a:pt x="26" y="148"/>
                      <a:pt x="27" y="146"/>
                      <a:pt x="26" y="150"/>
                    </a:cubicBezTo>
                    <a:cubicBezTo>
                      <a:pt x="26" y="150"/>
                      <a:pt x="26" y="150"/>
                      <a:pt x="25" y="151"/>
                    </a:cubicBezTo>
                    <a:cubicBezTo>
                      <a:pt x="24" y="156"/>
                      <a:pt x="24" y="156"/>
                      <a:pt x="24" y="156"/>
                    </a:cubicBezTo>
                    <a:cubicBezTo>
                      <a:pt x="24" y="158"/>
                      <a:pt x="24" y="157"/>
                      <a:pt x="24" y="159"/>
                    </a:cubicBezTo>
                    <a:cubicBezTo>
                      <a:pt x="24" y="160"/>
                      <a:pt x="24" y="162"/>
                      <a:pt x="24" y="164"/>
                    </a:cubicBezTo>
                    <a:cubicBezTo>
                      <a:pt x="23" y="163"/>
                      <a:pt x="23" y="163"/>
                      <a:pt x="23" y="163"/>
                    </a:cubicBezTo>
                    <a:cubicBezTo>
                      <a:pt x="23" y="164"/>
                      <a:pt x="23" y="168"/>
                      <a:pt x="22" y="168"/>
                    </a:cubicBezTo>
                    <a:cubicBezTo>
                      <a:pt x="21" y="164"/>
                      <a:pt x="23" y="164"/>
                      <a:pt x="23" y="159"/>
                    </a:cubicBezTo>
                    <a:cubicBezTo>
                      <a:pt x="23" y="159"/>
                      <a:pt x="23" y="159"/>
                      <a:pt x="23" y="159"/>
                    </a:cubicBezTo>
                    <a:cubicBezTo>
                      <a:pt x="23" y="159"/>
                      <a:pt x="23" y="159"/>
                      <a:pt x="22" y="159"/>
                    </a:cubicBezTo>
                    <a:cubicBezTo>
                      <a:pt x="22" y="159"/>
                      <a:pt x="22" y="159"/>
                      <a:pt x="22" y="159"/>
                    </a:cubicBezTo>
                    <a:cubicBezTo>
                      <a:pt x="20" y="161"/>
                      <a:pt x="21" y="170"/>
                      <a:pt x="21" y="171"/>
                    </a:cubicBezTo>
                    <a:cubicBezTo>
                      <a:pt x="22" y="171"/>
                      <a:pt x="21" y="171"/>
                      <a:pt x="22" y="170"/>
                    </a:cubicBezTo>
                    <a:cubicBezTo>
                      <a:pt x="21" y="173"/>
                      <a:pt x="22" y="181"/>
                      <a:pt x="22" y="184"/>
                    </a:cubicBezTo>
                    <a:cubicBezTo>
                      <a:pt x="21" y="184"/>
                      <a:pt x="21" y="183"/>
                      <a:pt x="20" y="182"/>
                    </a:cubicBezTo>
                    <a:cubicBezTo>
                      <a:pt x="21" y="185"/>
                      <a:pt x="21" y="183"/>
                      <a:pt x="20" y="186"/>
                    </a:cubicBezTo>
                    <a:cubicBezTo>
                      <a:pt x="22" y="187"/>
                      <a:pt x="22" y="187"/>
                      <a:pt x="22" y="187"/>
                    </a:cubicBezTo>
                    <a:cubicBezTo>
                      <a:pt x="22" y="189"/>
                      <a:pt x="22" y="189"/>
                      <a:pt x="22" y="189"/>
                    </a:cubicBezTo>
                    <a:cubicBezTo>
                      <a:pt x="22" y="190"/>
                      <a:pt x="21" y="190"/>
                      <a:pt x="21" y="191"/>
                    </a:cubicBezTo>
                    <a:cubicBezTo>
                      <a:pt x="21" y="193"/>
                      <a:pt x="22" y="193"/>
                      <a:pt x="23" y="195"/>
                    </a:cubicBezTo>
                    <a:cubicBezTo>
                      <a:pt x="25" y="199"/>
                      <a:pt x="28" y="200"/>
                      <a:pt x="32" y="206"/>
                    </a:cubicBezTo>
                    <a:cubicBezTo>
                      <a:pt x="32" y="207"/>
                      <a:pt x="33" y="208"/>
                      <a:pt x="34" y="209"/>
                    </a:cubicBezTo>
                    <a:cubicBezTo>
                      <a:pt x="37" y="212"/>
                      <a:pt x="37" y="212"/>
                      <a:pt x="37" y="212"/>
                    </a:cubicBezTo>
                    <a:cubicBezTo>
                      <a:pt x="40" y="214"/>
                      <a:pt x="45" y="213"/>
                      <a:pt x="48" y="213"/>
                    </a:cubicBezTo>
                    <a:cubicBezTo>
                      <a:pt x="49" y="213"/>
                      <a:pt x="51" y="213"/>
                      <a:pt x="52" y="213"/>
                    </a:cubicBezTo>
                    <a:cubicBezTo>
                      <a:pt x="56" y="212"/>
                      <a:pt x="58" y="208"/>
                      <a:pt x="60" y="207"/>
                    </a:cubicBezTo>
                    <a:cubicBezTo>
                      <a:pt x="58" y="206"/>
                      <a:pt x="59" y="207"/>
                      <a:pt x="59" y="206"/>
                    </a:cubicBezTo>
                    <a:cubicBezTo>
                      <a:pt x="59" y="206"/>
                      <a:pt x="59" y="206"/>
                      <a:pt x="59" y="206"/>
                    </a:cubicBezTo>
                    <a:cubicBezTo>
                      <a:pt x="59" y="206"/>
                      <a:pt x="59" y="205"/>
                      <a:pt x="59" y="205"/>
                    </a:cubicBezTo>
                    <a:cubicBezTo>
                      <a:pt x="60" y="205"/>
                      <a:pt x="59" y="205"/>
                      <a:pt x="60" y="205"/>
                    </a:cubicBezTo>
                    <a:cubicBezTo>
                      <a:pt x="60" y="201"/>
                      <a:pt x="60" y="201"/>
                      <a:pt x="60" y="201"/>
                    </a:cubicBezTo>
                    <a:cubicBezTo>
                      <a:pt x="61" y="201"/>
                      <a:pt x="60" y="201"/>
                      <a:pt x="60" y="200"/>
                    </a:cubicBezTo>
                    <a:cubicBezTo>
                      <a:pt x="61" y="196"/>
                      <a:pt x="61" y="196"/>
                      <a:pt x="61" y="196"/>
                    </a:cubicBezTo>
                    <a:cubicBezTo>
                      <a:pt x="61" y="195"/>
                      <a:pt x="61" y="195"/>
                      <a:pt x="61" y="195"/>
                    </a:cubicBezTo>
                    <a:cubicBezTo>
                      <a:pt x="61" y="195"/>
                      <a:pt x="61" y="195"/>
                      <a:pt x="62" y="194"/>
                    </a:cubicBezTo>
                    <a:cubicBezTo>
                      <a:pt x="62" y="193"/>
                      <a:pt x="66" y="187"/>
                      <a:pt x="67" y="187"/>
                    </a:cubicBezTo>
                    <a:cubicBezTo>
                      <a:pt x="67" y="185"/>
                      <a:pt x="67" y="185"/>
                      <a:pt x="68" y="183"/>
                    </a:cubicBezTo>
                    <a:cubicBezTo>
                      <a:pt x="69" y="182"/>
                      <a:pt x="69" y="182"/>
                      <a:pt x="69" y="182"/>
                    </a:cubicBezTo>
                    <a:cubicBezTo>
                      <a:pt x="71" y="180"/>
                      <a:pt x="70" y="181"/>
                      <a:pt x="72" y="177"/>
                    </a:cubicBezTo>
                    <a:cubicBezTo>
                      <a:pt x="76" y="171"/>
                      <a:pt x="76" y="171"/>
                      <a:pt x="76" y="171"/>
                    </a:cubicBezTo>
                    <a:cubicBezTo>
                      <a:pt x="76" y="171"/>
                      <a:pt x="76" y="171"/>
                      <a:pt x="76" y="171"/>
                    </a:cubicBezTo>
                    <a:cubicBezTo>
                      <a:pt x="79" y="167"/>
                      <a:pt x="79" y="167"/>
                      <a:pt x="79" y="167"/>
                    </a:cubicBezTo>
                    <a:cubicBezTo>
                      <a:pt x="80" y="166"/>
                      <a:pt x="79" y="166"/>
                      <a:pt x="81" y="166"/>
                    </a:cubicBezTo>
                    <a:cubicBezTo>
                      <a:pt x="80" y="167"/>
                      <a:pt x="80" y="166"/>
                      <a:pt x="80" y="168"/>
                    </a:cubicBezTo>
                    <a:cubicBezTo>
                      <a:pt x="81" y="168"/>
                      <a:pt x="82" y="167"/>
                      <a:pt x="83" y="166"/>
                    </a:cubicBezTo>
                    <a:cubicBezTo>
                      <a:pt x="82" y="163"/>
                      <a:pt x="82" y="163"/>
                      <a:pt x="82" y="163"/>
                    </a:cubicBezTo>
                    <a:cubicBezTo>
                      <a:pt x="83" y="163"/>
                      <a:pt x="82" y="164"/>
                      <a:pt x="83" y="162"/>
                    </a:cubicBezTo>
                    <a:cubicBezTo>
                      <a:pt x="84" y="163"/>
                      <a:pt x="84" y="163"/>
                      <a:pt x="84" y="164"/>
                    </a:cubicBezTo>
                    <a:cubicBezTo>
                      <a:pt x="85" y="163"/>
                      <a:pt x="85" y="163"/>
                      <a:pt x="86" y="163"/>
                    </a:cubicBezTo>
                    <a:cubicBezTo>
                      <a:pt x="87" y="164"/>
                      <a:pt x="87" y="167"/>
                      <a:pt x="89" y="170"/>
                    </a:cubicBezTo>
                    <a:cubicBezTo>
                      <a:pt x="89" y="170"/>
                      <a:pt x="89" y="170"/>
                      <a:pt x="89" y="170"/>
                    </a:cubicBezTo>
                    <a:cubicBezTo>
                      <a:pt x="90" y="173"/>
                      <a:pt x="94" y="179"/>
                      <a:pt x="96" y="183"/>
                    </a:cubicBezTo>
                    <a:cubicBezTo>
                      <a:pt x="102" y="191"/>
                      <a:pt x="102" y="191"/>
                      <a:pt x="102" y="191"/>
                    </a:cubicBezTo>
                    <a:cubicBezTo>
                      <a:pt x="108" y="199"/>
                      <a:pt x="111" y="197"/>
                      <a:pt x="114" y="198"/>
                    </a:cubicBezTo>
                    <a:cubicBezTo>
                      <a:pt x="116" y="199"/>
                      <a:pt x="116" y="201"/>
                      <a:pt x="118" y="202"/>
                    </a:cubicBezTo>
                    <a:cubicBezTo>
                      <a:pt x="118" y="202"/>
                      <a:pt x="118" y="202"/>
                      <a:pt x="118" y="203"/>
                    </a:cubicBezTo>
                    <a:cubicBezTo>
                      <a:pt x="119" y="203"/>
                      <a:pt x="119" y="203"/>
                      <a:pt x="119" y="203"/>
                    </a:cubicBezTo>
                    <a:cubicBezTo>
                      <a:pt x="119" y="203"/>
                      <a:pt x="119" y="203"/>
                      <a:pt x="119" y="203"/>
                    </a:cubicBezTo>
                    <a:cubicBezTo>
                      <a:pt x="120" y="203"/>
                      <a:pt x="121" y="204"/>
                      <a:pt x="122" y="204"/>
                    </a:cubicBezTo>
                    <a:cubicBezTo>
                      <a:pt x="132" y="206"/>
                      <a:pt x="132" y="206"/>
                      <a:pt x="132" y="206"/>
                    </a:cubicBezTo>
                    <a:cubicBezTo>
                      <a:pt x="134" y="207"/>
                      <a:pt x="132" y="207"/>
                      <a:pt x="136" y="207"/>
                    </a:cubicBezTo>
                    <a:cubicBezTo>
                      <a:pt x="151" y="212"/>
                      <a:pt x="151" y="212"/>
                      <a:pt x="151" y="212"/>
                    </a:cubicBezTo>
                    <a:cubicBezTo>
                      <a:pt x="156" y="214"/>
                      <a:pt x="155" y="213"/>
                      <a:pt x="159" y="212"/>
                    </a:cubicBezTo>
                    <a:cubicBezTo>
                      <a:pt x="159" y="214"/>
                      <a:pt x="159" y="214"/>
                      <a:pt x="159" y="214"/>
                    </a:cubicBezTo>
                    <a:cubicBezTo>
                      <a:pt x="160" y="213"/>
                      <a:pt x="160" y="214"/>
                      <a:pt x="160" y="213"/>
                    </a:cubicBezTo>
                    <a:cubicBezTo>
                      <a:pt x="162" y="214"/>
                      <a:pt x="163" y="214"/>
                      <a:pt x="166" y="214"/>
                    </a:cubicBezTo>
                    <a:cubicBezTo>
                      <a:pt x="167" y="216"/>
                      <a:pt x="169" y="218"/>
                      <a:pt x="171" y="216"/>
                    </a:cubicBezTo>
                    <a:cubicBezTo>
                      <a:pt x="172" y="217"/>
                      <a:pt x="172" y="216"/>
                      <a:pt x="174" y="217"/>
                    </a:cubicBezTo>
                    <a:cubicBezTo>
                      <a:pt x="174" y="217"/>
                      <a:pt x="174" y="217"/>
                      <a:pt x="174" y="217"/>
                    </a:cubicBezTo>
                    <a:cubicBezTo>
                      <a:pt x="175" y="216"/>
                      <a:pt x="175" y="216"/>
                      <a:pt x="175" y="216"/>
                    </a:cubicBezTo>
                    <a:cubicBezTo>
                      <a:pt x="177" y="216"/>
                      <a:pt x="178" y="215"/>
                      <a:pt x="180" y="214"/>
                    </a:cubicBezTo>
                    <a:cubicBezTo>
                      <a:pt x="182" y="217"/>
                      <a:pt x="182" y="217"/>
                      <a:pt x="182" y="217"/>
                    </a:cubicBezTo>
                    <a:cubicBezTo>
                      <a:pt x="182" y="217"/>
                      <a:pt x="182" y="217"/>
                      <a:pt x="182" y="217"/>
                    </a:cubicBezTo>
                    <a:cubicBezTo>
                      <a:pt x="183" y="215"/>
                      <a:pt x="183" y="215"/>
                      <a:pt x="183" y="215"/>
                    </a:cubicBezTo>
                    <a:cubicBezTo>
                      <a:pt x="185" y="216"/>
                      <a:pt x="185" y="216"/>
                      <a:pt x="185" y="216"/>
                    </a:cubicBezTo>
                    <a:cubicBezTo>
                      <a:pt x="187" y="215"/>
                      <a:pt x="187" y="215"/>
                      <a:pt x="189" y="215"/>
                    </a:cubicBezTo>
                    <a:cubicBezTo>
                      <a:pt x="196" y="214"/>
                      <a:pt x="196" y="214"/>
                      <a:pt x="196" y="214"/>
                    </a:cubicBezTo>
                    <a:cubicBezTo>
                      <a:pt x="196" y="215"/>
                      <a:pt x="196" y="215"/>
                      <a:pt x="196" y="215"/>
                    </a:cubicBezTo>
                    <a:cubicBezTo>
                      <a:pt x="197" y="215"/>
                      <a:pt x="199" y="214"/>
                      <a:pt x="200" y="214"/>
                    </a:cubicBezTo>
                    <a:cubicBezTo>
                      <a:pt x="203" y="212"/>
                      <a:pt x="206" y="213"/>
                      <a:pt x="209" y="212"/>
                    </a:cubicBezTo>
                    <a:cubicBezTo>
                      <a:pt x="211" y="211"/>
                      <a:pt x="211" y="210"/>
                      <a:pt x="211" y="210"/>
                    </a:cubicBezTo>
                    <a:cubicBezTo>
                      <a:pt x="213" y="210"/>
                      <a:pt x="213" y="210"/>
                      <a:pt x="213" y="211"/>
                    </a:cubicBezTo>
                    <a:cubicBezTo>
                      <a:pt x="214" y="209"/>
                      <a:pt x="216" y="209"/>
                      <a:pt x="218" y="209"/>
                    </a:cubicBezTo>
                    <a:cubicBezTo>
                      <a:pt x="218" y="208"/>
                      <a:pt x="220" y="207"/>
                      <a:pt x="221" y="206"/>
                    </a:cubicBezTo>
                    <a:cubicBezTo>
                      <a:pt x="221" y="205"/>
                      <a:pt x="221" y="204"/>
                      <a:pt x="221" y="203"/>
                    </a:cubicBezTo>
                    <a:cubicBezTo>
                      <a:pt x="223" y="203"/>
                      <a:pt x="222" y="203"/>
                      <a:pt x="223" y="202"/>
                    </a:cubicBezTo>
                    <a:cubicBezTo>
                      <a:pt x="224" y="202"/>
                      <a:pt x="225" y="202"/>
                      <a:pt x="225" y="201"/>
                    </a:cubicBezTo>
                    <a:cubicBezTo>
                      <a:pt x="226" y="200"/>
                      <a:pt x="227" y="200"/>
                      <a:pt x="227" y="193"/>
                    </a:cubicBezTo>
                    <a:cubicBezTo>
                      <a:pt x="227" y="193"/>
                      <a:pt x="227" y="193"/>
                      <a:pt x="228" y="192"/>
                    </a:cubicBezTo>
                    <a:cubicBezTo>
                      <a:pt x="230" y="190"/>
                      <a:pt x="230" y="183"/>
                      <a:pt x="229" y="181"/>
                    </a:cubicBezTo>
                    <a:cubicBezTo>
                      <a:pt x="227" y="178"/>
                      <a:pt x="227" y="178"/>
                      <a:pt x="227" y="178"/>
                    </a:cubicBezTo>
                    <a:cubicBezTo>
                      <a:pt x="226" y="177"/>
                      <a:pt x="226" y="177"/>
                      <a:pt x="225" y="177"/>
                    </a:cubicBezTo>
                    <a:cubicBezTo>
                      <a:pt x="218" y="172"/>
                      <a:pt x="218" y="172"/>
                      <a:pt x="218" y="172"/>
                    </a:cubicBezTo>
                    <a:cubicBezTo>
                      <a:pt x="218" y="172"/>
                      <a:pt x="217" y="171"/>
                      <a:pt x="217" y="171"/>
                    </a:cubicBezTo>
                    <a:cubicBezTo>
                      <a:pt x="211" y="168"/>
                      <a:pt x="211" y="168"/>
                      <a:pt x="211" y="168"/>
                    </a:cubicBezTo>
                    <a:cubicBezTo>
                      <a:pt x="205" y="163"/>
                      <a:pt x="206" y="165"/>
                      <a:pt x="203" y="164"/>
                    </a:cubicBezTo>
                    <a:cubicBezTo>
                      <a:pt x="203" y="164"/>
                      <a:pt x="201" y="163"/>
                      <a:pt x="200" y="164"/>
                    </a:cubicBezTo>
                    <a:cubicBezTo>
                      <a:pt x="198" y="164"/>
                      <a:pt x="198" y="164"/>
                      <a:pt x="198" y="164"/>
                    </a:cubicBezTo>
                    <a:cubicBezTo>
                      <a:pt x="197" y="163"/>
                      <a:pt x="198" y="164"/>
                      <a:pt x="196" y="164"/>
                    </a:cubicBezTo>
                    <a:cubicBezTo>
                      <a:pt x="197" y="164"/>
                      <a:pt x="197" y="164"/>
                      <a:pt x="197" y="164"/>
                    </a:cubicBezTo>
                    <a:cubicBezTo>
                      <a:pt x="197" y="164"/>
                      <a:pt x="196" y="165"/>
                      <a:pt x="195" y="164"/>
                    </a:cubicBezTo>
                    <a:cubicBezTo>
                      <a:pt x="194" y="163"/>
                      <a:pt x="194" y="163"/>
                      <a:pt x="194" y="163"/>
                    </a:cubicBezTo>
                    <a:cubicBezTo>
                      <a:pt x="192" y="164"/>
                      <a:pt x="193" y="165"/>
                      <a:pt x="190" y="164"/>
                    </a:cubicBezTo>
                    <a:cubicBezTo>
                      <a:pt x="190" y="167"/>
                      <a:pt x="190" y="167"/>
                      <a:pt x="188" y="168"/>
                    </a:cubicBezTo>
                    <a:cubicBezTo>
                      <a:pt x="186" y="171"/>
                      <a:pt x="187" y="169"/>
                      <a:pt x="187" y="171"/>
                    </a:cubicBezTo>
                    <a:cubicBezTo>
                      <a:pt x="186" y="171"/>
                      <a:pt x="186" y="170"/>
                      <a:pt x="186" y="170"/>
                    </a:cubicBezTo>
                    <a:cubicBezTo>
                      <a:pt x="185" y="174"/>
                      <a:pt x="185" y="174"/>
                      <a:pt x="185" y="174"/>
                    </a:cubicBezTo>
                    <a:cubicBezTo>
                      <a:pt x="183" y="174"/>
                      <a:pt x="181" y="174"/>
                      <a:pt x="180" y="176"/>
                    </a:cubicBezTo>
                    <a:cubicBezTo>
                      <a:pt x="180" y="177"/>
                      <a:pt x="180" y="177"/>
                      <a:pt x="180" y="177"/>
                    </a:cubicBezTo>
                    <a:cubicBezTo>
                      <a:pt x="179" y="177"/>
                      <a:pt x="179" y="177"/>
                      <a:pt x="179" y="177"/>
                    </a:cubicBezTo>
                    <a:cubicBezTo>
                      <a:pt x="179" y="177"/>
                      <a:pt x="179" y="176"/>
                      <a:pt x="179" y="176"/>
                    </a:cubicBezTo>
                    <a:cubicBezTo>
                      <a:pt x="179" y="176"/>
                      <a:pt x="179" y="176"/>
                      <a:pt x="179" y="176"/>
                    </a:cubicBezTo>
                    <a:cubicBezTo>
                      <a:pt x="179" y="176"/>
                      <a:pt x="179" y="176"/>
                      <a:pt x="179" y="176"/>
                    </a:cubicBezTo>
                    <a:cubicBezTo>
                      <a:pt x="178" y="176"/>
                      <a:pt x="178" y="175"/>
                      <a:pt x="178" y="175"/>
                    </a:cubicBezTo>
                    <a:cubicBezTo>
                      <a:pt x="176" y="177"/>
                      <a:pt x="176" y="177"/>
                      <a:pt x="176" y="177"/>
                    </a:cubicBezTo>
                    <a:cubicBezTo>
                      <a:pt x="176" y="177"/>
                      <a:pt x="176" y="177"/>
                      <a:pt x="176" y="177"/>
                    </a:cubicBezTo>
                    <a:cubicBezTo>
                      <a:pt x="175" y="176"/>
                      <a:pt x="174" y="177"/>
                      <a:pt x="173" y="175"/>
                    </a:cubicBezTo>
                    <a:cubicBezTo>
                      <a:pt x="173" y="174"/>
                      <a:pt x="173" y="174"/>
                      <a:pt x="173" y="174"/>
                    </a:cubicBezTo>
                    <a:cubicBezTo>
                      <a:pt x="172" y="176"/>
                      <a:pt x="172" y="176"/>
                      <a:pt x="171" y="177"/>
                    </a:cubicBezTo>
                    <a:cubicBezTo>
                      <a:pt x="171" y="179"/>
                      <a:pt x="171" y="179"/>
                      <a:pt x="172" y="180"/>
                    </a:cubicBezTo>
                    <a:cubicBezTo>
                      <a:pt x="172" y="180"/>
                      <a:pt x="173" y="180"/>
                      <a:pt x="171" y="180"/>
                    </a:cubicBezTo>
                    <a:cubicBezTo>
                      <a:pt x="160" y="180"/>
                      <a:pt x="160" y="180"/>
                      <a:pt x="160" y="180"/>
                    </a:cubicBezTo>
                    <a:cubicBezTo>
                      <a:pt x="156" y="180"/>
                      <a:pt x="155" y="179"/>
                      <a:pt x="154" y="178"/>
                    </a:cubicBezTo>
                    <a:cubicBezTo>
                      <a:pt x="153" y="178"/>
                      <a:pt x="153" y="178"/>
                      <a:pt x="152" y="178"/>
                    </a:cubicBezTo>
                    <a:cubicBezTo>
                      <a:pt x="150" y="178"/>
                      <a:pt x="152" y="178"/>
                      <a:pt x="151" y="177"/>
                    </a:cubicBezTo>
                    <a:cubicBezTo>
                      <a:pt x="144" y="176"/>
                      <a:pt x="144" y="176"/>
                      <a:pt x="144" y="176"/>
                    </a:cubicBezTo>
                    <a:cubicBezTo>
                      <a:pt x="142" y="175"/>
                      <a:pt x="143" y="175"/>
                      <a:pt x="141" y="175"/>
                    </a:cubicBezTo>
                    <a:cubicBezTo>
                      <a:pt x="140" y="174"/>
                      <a:pt x="141" y="175"/>
                      <a:pt x="140" y="175"/>
                    </a:cubicBezTo>
                    <a:cubicBezTo>
                      <a:pt x="126" y="169"/>
                      <a:pt x="126" y="169"/>
                      <a:pt x="126" y="169"/>
                    </a:cubicBezTo>
                    <a:cubicBezTo>
                      <a:pt x="123" y="169"/>
                      <a:pt x="121" y="167"/>
                      <a:pt x="119" y="166"/>
                    </a:cubicBezTo>
                    <a:cubicBezTo>
                      <a:pt x="118" y="164"/>
                      <a:pt x="119" y="165"/>
                      <a:pt x="117" y="164"/>
                    </a:cubicBezTo>
                    <a:cubicBezTo>
                      <a:pt x="115" y="162"/>
                      <a:pt x="114" y="161"/>
                      <a:pt x="112" y="158"/>
                    </a:cubicBezTo>
                    <a:cubicBezTo>
                      <a:pt x="112" y="158"/>
                      <a:pt x="112" y="158"/>
                      <a:pt x="112" y="158"/>
                    </a:cubicBezTo>
                    <a:cubicBezTo>
                      <a:pt x="111" y="157"/>
                      <a:pt x="111" y="157"/>
                      <a:pt x="111" y="157"/>
                    </a:cubicBezTo>
                    <a:cubicBezTo>
                      <a:pt x="111" y="157"/>
                      <a:pt x="111" y="158"/>
                      <a:pt x="111" y="156"/>
                    </a:cubicBezTo>
                    <a:cubicBezTo>
                      <a:pt x="110" y="151"/>
                      <a:pt x="111" y="155"/>
                      <a:pt x="109" y="152"/>
                    </a:cubicBezTo>
                    <a:cubicBezTo>
                      <a:pt x="109" y="143"/>
                      <a:pt x="109" y="143"/>
                      <a:pt x="109" y="143"/>
                    </a:cubicBezTo>
                    <a:cubicBezTo>
                      <a:pt x="109" y="141"/>
                      <a:pt x="108" y="142"/>
                      <a:pt x="109" y="140"/>
                    </a:cubicBezTo>
                    <a:cubicBezTo>
                      <a:pt x="109" y="136"/>
                      <a:pt x="109" y="136"/>
                      <a:pt x="109" y="136"/>
                    </a:cubicBezTo>
                    <a:cubicBezTo>
                      <a:pt x="109" y="133"/>
                      <a:pt x="110" y="125"/>
                      <a:pt x="114" y="127"/>
                    </a:cubicBezTo>
                    <a:cubicBezTo>
                      <a:pt x="114" y="127"/>
                      <a:pt x="115" y="127"/>
                      <a:pt x="115" y="127"/>
                    </a:cubicBezTo>
                    <a:cubicBezTo>
                      <a:pt x="117" y="129"/>
                      <a:pt x="117" y="129"/>
                      <a:pt x="117" y="129"/>
                    </a:cubicBezTo>
                    <a:cubicBezTo>
                      <a:pt x="118" y="130"/>
                      <a:pt x="119" y="131"/>
                      <a:pt x="120" y="133"/>
                    </a:cubicBezTo>
                    <a:cubicBezTo>
                      <a:pt x="120" y="133"/>
                      <a:pt x="120" y="133"/>
                      <a:pt x="120" y="134"/>
                    </a:cubicBezTo>
                    <a:cubicBezTo>
                      <a:pt x="120" y="135"/>
                      <a:pt x="120" y="135"/>
                      <a:pt x="120" y="135"/>
                    </a:cubicBezTo>
                    <a:cubicBezTo>
                      <a:pt x="120" y="137"/>
                      <a:pt x="122" y="141"/>
                      <a:pt x="123" y="143"/>
                    </a:cubicBezTo>
                    <a:cubicBezTo>
                      <a:pt x="123" y="143"/>
                      <a:pt x="123" y="143"/>
                      <a:pt x="123" y="143"/>
                    </a:cubicBezTo>
                    <a:cubicBezTo>
                      <a:pt x="124" y="146"/>
                      <a:pt x="124" y="146"/>
                      <a:pt x="124" y="146"/>
                    </a:cubicBezTo>
                    <a:cubicBezTo>
                      <a:pt x="124" y="146"/>
                      <a:pt x="124" y="146"/>
                      <a:pt x="125" y="146"/>
                    </a:cubicBezTo>
                    <a:cubicBezTo>
                      <a:pt x="126" y="148"/>
                      <a:pt x="127" y="149"/>
                      <a:pt x="129" y="150"/>
                    </a:cubicBezTo>
                    <a:cubicBezTo>
                      <a:pt x="132" y="151"/>
                      <a:pt x="136" y="149"/>
                      <a:pt x="136" y="155"/>
                    </a:cubicBezTo>
                    <a:cubicBezTo>
                      <a:pt x="139" y="154"/>
                      <a:pt x="139" y="154"/>
                      <a:pt x="139" y="154"/>
                    </a:cubicBezTo>
                    <a:cubicBezTo>
                      <a:pt x="139" y="156"/>
                      <a:pt x="139" y="156"/>
                      <a:pt x="139" y="156"/>
                    </a:cubicBezTo>
                    <a:cubicBezTo>
                      <a:pt x="139" y="157"/>
                      <a:pt x="140" y="156"/>
                      <a:pt x="139" y="157"/>
                    </a:cubicBezTo>
                    <a:cubicBezTo>
                      <a:pt x="140" y="158"/>
                      <a:pt x="139" y="158"/>
                      <a:pt x="141" y="159"/>
                    </a:cubicBezTo>
                    <a:cubicBezTo>
                      <a:pt x="142" y="158"/>
                      <a:pt x="142" y="158"/>
                      <a:pt x="143" y="156"/>
                    </a:cubicBezTo>
                    <a:cubicBezTo>
                      <a:pt x="143" y="155"/>
                      <a:pt x="143" y="155"/>
                      <a:pt x="143" y="154"/>
                    </a:cubicBezTo>
                    <a:cubicBezTo>
                      <a:pt x="145" y="153"/>
                      <a:pt x="144" y="153"/>
                      <a:pt x="145" y="153"/>
                    </a:cubicBezTo>
                    <a:cubicBezTo>
                      <a:pt x="147" y="152"/>
                      <a:pt x="147" y="152"/>
                      <a:pt x="147" y="152"/>
                    </a:cubicBezTo>
                    <a:cubicBezTo>
                      <a:pt x="148" y="151"/>
                      <a:pt x="149" y="149"/>
                      <a:pt x="150" y="147"/>
                    </a:cubicBezTo>
                    <a:cubicBezTo>
                      <a:pt x="150" y="146"/>
                      <a:pt x="151" y="141"/>
                      <a:pt x="151" y="140"/>
                    </a:cubicBezTo>
                    <a:cubicBezTo>
                      <a:pt x="151" y="140"/>
                      <a:pt x="151" y="140"/>
                      <a:pt x="151" y="140"/>
                    </a:cubicBezTo>
                    <a:cubicBezTo>
                      <a:pt x="151" y="131"/>
                      <a:pt x="151" y="131"/>
                      <a:pt x="151" y="131"/>
                    </a:cubicBezTo>
                    <a:cubicBezTo>
                      <a:pt x="155" y="131"/>
                      <a:pt x="155" y="131"/>
                      <a:pt x="155" y="131"/>
                    </a:cubicBezTo>
                    <a:cubicBezTo>
                      <a:pt x="155" y="131"/>
                      <a:pt x="155" y="131"/>
                      <a:pt x="156" y="131"/>
                    </a:cubicBezTo>
                    <a:cubicBezTo>
                      <a:pt x="156" y="132"/>
                      <a:pt x="156" y="132"/>
                      <a:pt x="156" y="132"/>
                    </a:cubicBezTo>
                    <a:cubicBezTo>
                      <a:pt x="160" y="132"/>
                      <a:pt x="160" y="131"/>
                      <a:pt x="163" y="130"/>
                    </a:cubicBezTo>
                    <a:cubicBezTo>
                      <a:pt x="164" y="130"/>
                      <a:pt x="164" y="130"/>
                      <a:pt x="165" y="129"/>
                    </a:cubicBezTo>
                    <a:cubicBezTo>
                      <a:pt x="166" y="129"/>
                      <a:pt x="165" y="129"/>
                      <a:pt x="167" y="129"/>
                    </a:cubicBezTo>
                    <a:cubicBezTo>
                      <a:pt x="167" y="128"/>
                      <a:pt x="167" y="129"/>
                      <a:pt x="168" y="128"/>
                    </a:cubicBezTo>
                    <a:cubicBezTo>
                      <a:pt x="174" y="122"/>
                      <a:pt x="174" y="122"/>
                      <a:pt x="174" y="122"/>
                    </a:cubicBezTo>
                    <a:cubicBezTo>
                      <a:pt x="175" y="121"/>
                      <a:pt x="175" y="121"/>
                      <a:pt x="175" y="121"/>
                    </a:cubicBezTo>
                    <a:cubicBezTo>
                      <a:pt x="176" y="120"/>
                      <a:pt x="176" y="120"/>
                      <a:pt x="177" y="119"/>
                    </a:cubicBezTo>
                    <a:cubicBezTo>
                      <a:pt x="178" y="116"/>
                      <a:pt x="184" y="112"/>
                      <a:pt x="182" y="108"/>
                    </a:cubicBezTo>
                    <a:cubicBezTo>
                      <a:pt x="186" y="105"/>
                      <a:pt x="185" y="104"/>
                      <a:pt x="186" y="101"/>
                    </a:cubicBezTo>
                    <a:cubicBezTo>
                      <a:pt x="186" y="101"/>
                      <a:pt x="185" y="101"/>
                      <a:pt x="185" y="101"/>
                    </a:cubicBezTo>
                    <a:cubicBezTo>
                      <a:pt x="185" y="101"/>
                      <a:pt x="185" y="101"/>
                      <a:pt x="185" y="100"/>
                    </a:cubicBezTo>
                    <a:cubicBezTo>
                      <a:pt x="185" y="100"/>
                      <a:pt x="185" y="100"/>
                      <a:pt x="184" y="100"/>
                    </a:cubicBezTo>
                    <a:cubicBezTo>
                      <a:pt x="186" y="99"/>
                      <a:pt x="186" y="99"/>
                      <a:pt x="187" y="97"/>
                    </a:cubicBezTo>
                    <a:cubicBezTo>
                      <a:pt x="188" y="96"/>
                      <a:pt x="189" y="95"/>
                      <a:pt x="189" y="94"/>
                    </a:cubicBezTo>
                    <a:cubicBezTo>
                      <a:pt x="190" y="90"/>
                      <a:pt x="190" y="90"/>
                      <a:pt x="190" y="90"/>
                    </a:cubicBezTo>
                    <a:cubicBezTo>
                      <a:pt x="191" y="88"/>
                      <a:pt x="189" y="87"/>
                      <a:pt x="191" y="86"/>
                    </a:cubicBezTo>
                    <a:cubicBezTo>
                      <a:pt x="190" y="85"/>
                      <a:pt x="190" y="86"/>
                      <a:pt x="191" y="85"/>
                    </a:cubicBezTo>
                    <a:cubicBezTo>
                      <a:pt x="191" y="82"/>
                      <a:pt x="191" y="75"/>
                      <a:pt x="192" y="72"/>
                    </a:cubicBezTo>
                    <a:cubicBezTo>
                      <a:pt x="192" y="71"/>
                      <a:pt x="192" y="72"/>
                      <a:pt x="192" y="70"/>
                    </a:cubicBezTo>
                    <a:cubicBezTo>
                      <a:pt x="192" y="68"/>
                      <a:pt x="192" y="69"/>
                      <a:pt x="192" y="65"/>
                    </a:cubicBezTo>
                    <a:cubicBezTo>
                      <a:pt x="192" y="61"/>
                      <a:pt x="191" y="58"/>
                      <a:pt x="190" y="55"/>
                    </a:cubicBezTo>
                    <a:cubicBezTo>
                      <a:pt x="186" y="50"/>
                      <a:pt x="186" y="50"/>
                      <a:pt x="186" y="50"/>
                    </a:cubicBezTo>
                    <a:cubicBezTo>
                      <a:pt x="184" y="48"/>
                      <a:pt x="180" y="48"/>
                      <a:pt x="177" y="48"/>
                    </a:cubicBezTo>
                    <a:cubicBezTo>
                      <a:pt x="177" y="48"/>
                      <a:pt x="177" y="48"/>
                      <a:pt x="176" y="48"/>
                    </a:cubicBezTo>
                    <a:cubicBezTo>
                      <a:pt x="176" y="48"/>
                      <a:pt x="176" y="48"/>
                      <a:pt x="175" y="48"/>
                    </a:cubicBezTo>
                    <a:cubicBezTo>
                      <a:pt x="173" y="49"/>
                      <a:pt x="172" y="49"/>
                      <a:pt x="170" y="49"/>
                    </a:cubicBezTo>
                    <a:cubicBezTo>
                      <a:pt x="165" y="50"/>
                      <a:pt x="165" y="50"/>
                      <a:pt x="165" y="50"/>
                    </a:cubicBezTo>
                    <a:cubicBezTo>
                      <a:pt x="164" y="50"/>
                      <a:pt x="164" y="50"/>
                      <a:pt x="164" y="50"/>
                    </a:cubicBezTo>
                    <a:cubicBezTo>
                      <a:pt x="162" y="51"/>
                      <a:pt x="159" y="52"/>
                      <a:pt x="157" y="54"/>
                    </a:cubicBezTo>
                    <a:cubicBezTo>
                      <a:pt x="156" y="52"/>
                      <a:pt x="156" y="52"/>
                      <a:pt x="156" y="52"/>
                    </a:cubicBezTo>
                    <a:cubicBezTo>
                      <a:pt x="157" y="51"/>
                      <a:pt x="157" y="51"/>
                      <a:pt x="157" y="49"/>
                    </a:cubicBezTo>
                    <a:cubicBezTo>
                      <a:pt x="159" y="42"/>
                      <a:pt x="159" y="42"/>
                      <a:pt x="159" y="42"/>
                    </a:cubicBezTo>
                    <a:cubicBezTo>
                      <a:pt x="159" y="39"/>
                      <a:pt x="160" y="40"/>
                      <a:pt x="160" y="36"/>
                    </a:cubicBezTo>
                    <a:cubicBezTo>
                      <a:pt x="161" y="35"/>
                      <a:pt x="161" y="35"/>
                      <a:pt x="161" y="35"/>
                    </a:cubicBezTo>
                    <a:cubicBezTo>
                      <a:pt x="161" y="31"/>
                      <a:pt x="161" y="29"/>
                      <a:pt x="163" y="25"/>
                    </a:cubicBezTo>
                    <a:cubicBezTo>
                      <a:pt x="165" y="21"/>
                      <a:pt x="165" y="11"/>
                      <a:pt x="162" y="7"/>
                    </a:cubicBezTo>
                    <a:cubicBezTo>
                      <a:pt x="161" y="5"/>
                      <a:pt x="158" y="4"/>
                      <a:pt x="156" y="4"/>
                    </a:cubicBezTo>
                    <a:cubicBezTo>
                      <a:pt x="155" y="4"/>
                      <a:pt x="155" y="4"/>
                      <a:pt x="155" y="4"/>
                    </a:cubicBezTo>
                    <a:cubicBezTo>
                      <a:pt x="155" y="4"/>
                      <a:pt x="155" y="4"/>
                      <a:pt x="155" y="4"/>
                    </a:cubicBezTo>
                    <a:cubicBezTo>
                      <a:pt x="153" y="6"/>
                      <a:pt x="150" y="6"/>
                      <a:pt x="148" y="6"/>
                    </a:cubicBezTo>
                    <a:cubicBezTo>
                      <a:pt x="148" y="6"/>
                      <a:pt x="147" y="7"/>
                      <a:pt x="147" y="7"/>
                    </a:cubicBezTo>
                    <a:cubicBezTo>
                      <a:pt x="146" y="9"/>
                      <a:pt x="145" y="10"/>
                      <a:pt x="145" y="12"/>
                    </a:cubicBezTo>
                    <a:cubicBezTo>
                      <a:pt x="144" y="13"/>
                      <a:pt x="144" y="13"/>
                      <a:pt x="144" y="13"/>
                    </a:cubicBezTo>
                    <a:cubicBezTo>
                      <a:pt x="143" y="18"/>
                      <a:pt x="143" y="16"/>
                      <a:pt x="141" y="20"/>
                    </a:cubicBezTo>
                    <a:cubicBezTo>
                      <a:pt x="141" y="20"/>
                      <a:pt x="141" y="20"/>
                      <a:pt x="141" y="20"/>
                    </a:cubicBezTo>
                    <a:cubicBezTo>
                      <a:pt x="139" y="24"/>
                      <a:pt x="138" y="27"/>
                      <a:pt x="138" y="31"/>
                    </a:cubicBezTo>
                    <a:cubicBezTo>
                      <a:pt x="136" y="30"/>
                      <a:pt x="138" y="33"/>
                      <a:pt x="137" y="37"/>
                    </a:cubicBezTo>
                    <a:cubicBezTo>
                      <a:pt x="137" y="37"/>
                      <a:pt x="136" y="37"/>
                      <a:pt x="136" y="37"/>
                    </a:cubicBezTo>
                    <a:cubicBezTo>
                      <a:pt x="136" y="38"/>
                      <a:pt x="136" y="37"/>
                      <a:pt x="137" y="37"/>
                    </a:cubicBezTo>
                    <a:cubicBezTo>
                      <a:pt x="136" y="41"/>
                      <a:pt x="134" y="44"/>
                      <a:pt x="134" y="47"/>
                    </a:cubicBezTo>
                    <a:cubicBezTo>
                      <a:pt x="132" y="48"/>
                      <a:pt x="136" y="47"/>
                      <a:pt x="134" y="48"/>
                    </a:cubicBezTo>
                    <a:cubicBezTo>
                      <a:pt x="133" y="53"/>
                      <a:pt x="133" y="53"/>
                      <a:pt x="133" y="53"/>
                    </a:cubicBezTo>
                    <a:cubicBezTo>
                      <a:pt x="133" y="54"/>
                      <a:pt x="133" y="57"/>
                      <a:pt x="132" y="58"/>
                    </a:cubicBezTo>
                    <a:cubicBezTo>
                      <a:pt x="131" y="60"/>
                      <a:pt x="131" y="66"/>
                      <a:pt x="131" y="68"/>
                    </a:cubicBezTo>
                    <a:cubicBezTo>
                      <a:pt x="130" y="69"/>
                      <a:pt x="130" y="68"/>
                      <a:pt x="130" y="70"/>
                    </a:cubicBezTo>
                    <a:cubicBezTo>
                      <a:pt x="130" y="71"/>
                      <a:pt x="130" y="72"/>
                      <a:pt x="130" y="72"/>
                    </a:cubicBezTo>
                    <a:cubicBezTo>
                      <a:pt x="129" y="73"/>
                      <a:pt x="129" y="74"/>
                      <a:pt x="129" y="76"/>
                    </a:cubicBezTo>
                    <a:cubicBezTo>
                      <a:pt x="129" y="77"/>
                      <a:pt x="129" y="77"/>
                      <a:pt x="129" y="77"/>
                    </a:cubicBezTo>
                    <a:cubicBezTo>
                      <a:pt x="128" y="79"/>
                      <a:pt x="128" y="78"/>
                      <a:pt x="128" y="80"/>
                    </a:cubicBezTo>
                    <a:cubicBezTo>
                      <a:pt x="112" y="95"/>
                      <a:pt x="112" y="95"/>
                      <a:pt x="112" y="95"/>
                    </a:cubicBezTo>
                    <a:cubicBezTo>
                      <a:pt x="112" y="95"/>
                      <a:pt x="112" y="95"/>
                      <a:pt x="112" y="96"/>
                    </a:cubicBezTo>
                    <a:cubicBezTo>
                      <a:pt x="109" y="99"/>
                      <a:pt x="109" y="99"/>
                      <a:pt x="109" y="99"/>
                    </a:cubicBezTo>
                    <a:cubicBezTo>
                      <a:pt x="107" y="100"/>
                      <a:pt x="106" y="101"/>
                      <a:pt x="104" y="101"/>
                    </a:cubicBezTo>
                    <a:cubicBezTo>
                      <a:pt x="103" y="101"/>
                      <a:pt x="103" y="100"/>
                      <a:pt x="103" y="102"/>
                    </a:cubicBezTo>
                    <a:cubicBezTo>
                      <a:pt x="101" y="102"/>
                      <a:pt x="100" y="102"/>
                      <a:pt x="99" y="103"/>
                    </a:cubicBezTo>
                    <a:cubicBezTo>
                      <a:pt x="99" y="103"/>
                      <a:pt x="99" y="103"/>
                      <a:pt x="99" y="103"/>
                    </a:cubicBezTo>
                    <a:cubicBezTo>
                      <a:pt x="95" y="106"/>
                      <a:pt x="93" y="108"/>
                      <a:pt x="91" y="112"/>
                    </a:cubicBezTo>
                    <a:cubicBezTo>
                      <a:pt x="89" y="116"/>
                      <a:pt x="89" y="116"/>
                      <a:pt x="89" y="116"/>
                    </a:cubicBezTo>
                    <a:cubicBezTo>
                      <a:pt x="88" y="118"/>
                      <a:pt x="87" y="120"/>
                      <a:pt x="87" y="123"/>
                    </a:cubicBezTo>
                    <a:cubicBezTo>
                      <a:pt x="86" y="126"/>
                      <a:pt x="86" y="126"/>
                      <a:pt x="86" y="126"/>
                    </a:cubicBezTo>
                    <a:cubicBezTo>
                      <a:pt x="84" y="127"/>
                      <a:pt x="82" y="130"/>
                      <a:pt x="81" y="132"/>
                    </a:cubicBezTo>
                    <a:cubicBezTo>
                      <a:pt x="77" y="136"/>
                      <a:pt x="77" y="136"/>
                      <a:pt x="77" y="136"/>
                    </a:cubicBezTo>
                    <a:cubicBezTo>
                      <a:pt x="77" y="136"/>
                      <a:pt x="77" y="137"/>
                      <a:pt x="77" y="137"/>
                    </a:cubicBezTo>
                    <a:cubicBezTo>
                      <a:pt x="77" y="137"/>
                      <a:pt x="77" y="137"/>
                      <a:pt x="76" y="137"/>
                    </a:cubicBezTo>
                    <a:cubicBezTo>
                      <a:pt x="75" y="139"/>
                      <a:pt x="75" y="139"/>
                      <a:pt x="75" y="139"/>
                    </a:cubicBezTo>
                    <a:cubicBezTo>
                      <a:pt x="75" y="139"/>
                      <a:pt x="75" y="139"/>
                      <a:pt x="75" y="139"/>
                    </a:cubicBezTo>
                    <a:cubicBezTo>
                      <a:pt x="75" y="140"/>
                      <a:pt x="75" y="140"/>
                      <a:pt x="75" y="140"/>
                    </a:cubicBezTo>
                    <a:cubicBezTo>
                      <a:pt x="75" y="140"/>
                      <a:pt x="74" y="140"/>
                      <a:pt x="74" y="140"/>
                    </a:cubicBezTo>
                    <a:cubicBezTo>
                      <a:pt x="71" y="144"/>
                      <a:pt x="71" y="144"/>
                      <a:pt x="71" y="144"/>
                    </a:cubicBezTo>
                    <a:cubicBezTo>
                      <a:pt x="71" y="144"/>
                      <a:pt x="71" y="144"/>
                      <a:pt x="71" y="144"/>
                    </a:cubicBezTo>
                    <a:cubicBezTo>
                      <a:pt x="71" y="144"/>
                      <a:pt x="71" y="144"/>
                      <a:pt x="70" y="145"/>
                    </a:cubicBezTo>
                    <a:cubicBezTo>
                      <a:pt x="70" y="146"/>
                      <a:pt x="68" y="147"/>
                      <a:pt x="67" y="148"/>
                    </a:cubicBezTo>
                    <a:cubicBezTo>
                      <a:pt x="61" y="156"/>
                      <a:pt x="61" y="156"/>
                      <a:pt x="61" y="156"/>
                    </a:cubicBezTo>
                    <a:cubicBezTo>
                      <a:pt x="60" y="156"/>
                      <a:pt x="60" y="156"/>
                      <a:pt x="60" y="157"/>
                    </a:cubicBezTo>
                    <a:cubicBezTo>
                      <a:pt x="58" y="157"/>
                      <a:pt x="60" y="158"/>
                      <a:pt x="58" y="157"/>
                    </a:cubicBezTo>
                    <a:cubicBezTo>
                      <a:pt x="58" y="156"/>
                      <a:pt x="58" y="157"/>
                      <a:pt x="59" y="156"/>
                    </a:cubicBezTo>
                    <a:cubicBezTo>
                      <a:pt x="59" y="156"/>
                      <a:pt x="59" y="156"/>
                      <a:pt x="59" y="156"/>
                    </a:cubicBezTo>
                    <a:cubicBezTo>
                      <a:pt x="59" y="131"/>
                      <a:pt x="59" y="131"/>
                      <a:pt x="59" y="131"/>
                    </a:cubicBezTo>
                    <a:cubicBezTo>
                      <a:pt x="59" y="129"/>
                      <a:pt x="59" y="128"/>
                      <a:pt x="59" y="126"/>
                    </a:cubicBezTo>
                    <a:cubicBezTo>
                      <a:pt x="59" y="124"/>
                      <a:pt x="59" y="122"/>
                      <a:pt x="59" y="121"/>
                    </a:cubicBezTo>
                    <a:cubicBezTo>
                      <a:pt x="59" y="120"/>
                      <a:pt x="60" y="119"/>
                      <a:pt x="60" y="116"/>
                    </a:cubicBezTo>
                    <a:cubicBezTo>
                      <a:pt x="63" y="114"/>
                      <a:pt x="63" y="114"/>
                      <a:pt x="63" y="114"/>
                    </a:cubicBezTo>
                    <a:cubicBezTo>
                      <a:pt x="63" y="114"/>
                      <a:pt x="63" y="114"/>
                      <a:pt x="63" y="114"/>
                    </a:cubicBezTo>
                    <a:cubicBezTo>
                      <a:pt x="65" y="112"/>
                      <a:pt x="65" y="112"/>
                      <a:pt x="65" y="112"/>
                    </a:cubicBezTo>
                    <a:cubicBezTo>
                      <a:pt x="66" y="112"/>
                      <a:pt x="67" y="112"/>
                      <a:pt x="69" y="110"/>
                    </a:cubicBezTo>
                    <a:cubicBezTo>
                      <a:pt x="74" y="106"/>
                      <a:pt x="74" y="106"/>
                      <a:pt x="74" y="106"/>
                    </a:cubicBezTo>
                    <a:cubicBezTo>
                      <a:pt x="74" y="106"/>
                      <a:pt x="74" y="106"/>
                      <a:pt x="74" y="106"/>
                    </a:cubicBezTo>
                    <a:cubicBezTo>
                      <a:pt x="76" y="104"/>
                      <a:pt x="76" y="104"/>
                      <a:pt x="76" y="104"/>
                    </a:cubicBezTo>
                    <a:cubicBezTo>
                      <a:pt x="77" y="102"/>
                      <a:pt x="78" y="101"/>
                      <a:pt x="80" y="98"/>
                    </a:cubicBezTo>
                    <a:cubicBezTo>
                      <a:pt x="83" y="91"/>
                      <a:pt x="83" y="91"/>
                      <a:pt x="83" y="91"/>
                    </a:cubicBezTo>
                    <a:cubicBezTo>
                      <a:pt x="83" y="90"/>
                      <a:pt x="83" y="91"/>
                      <a:pt x="84" y="90"/>
                    </a:cubicBezTo>
                    <a:cubicBezTo>
                      <a:pt x="85" y="82"/>
                      <a:pt x="82" y="82"/>
                      <a:pt x="82" y="77"/>
                    </a:cubicBezTo>
                    <a:cubicBezTo>
                      <a:pt x="82" y="77"/>
                      <a:pt x="82" y="77"/>
                      <a:pt x="82" y="77"/>
                    </a:cubicBezTo>
                    <a:cubicBezTo>
                      <a:pt x="82" y="77"/>
                      <a:pt x="81" y="77"/>
                      <a:pt x="81" y="77"/>
                    </a:cubicBezTo>
                    <a:cubicBezTo>
                      <a:pt x="81" y="72"/>
                      <a:pt x="81" y="72"/>
                      <a:pt x="81" y="72"/>
                    </a:cubicBezTo>
                    <a:cubicBezTo>
                      <a:pt x="80" y="72"/>
                      <a:pt x="81" y="72"/>
                      <a:pt x="80" y="72"/>
                    </a:cubicBezTo>
                    <a:cubicBezTo>
                      <a:pt x="80" y="72"/>
                      <a:pt x="81" y="72"/>
                      <a:pt x="80" y="72"/>
                    </a:cubicBezTo>
                    <a:cubicBezTo>
                      <a:pt x="81" y="67"/>
                      <a:pt x="79" y="67"/>
                      <a:pt x="79" y="65"/>
                    </a:cubicBezTo>
                    <a:cubicBezTo>
                      <a:pt x="79" y="49"/>
                      <a:pt x="79" y="49"/>
                      <a:pt x="79" y="49"/>
                    </a:cubicBezTo>
                    <a:cubicBezTo>
                      <a:pt x="79" y="46"/>
                      <a:pt x="80" y="41"/>
                      <a:pt x="79" y="38"/>
                    </a:cubicBezTo>
                    <a:cubicBezTo>
                      <a:pt x="79" y="38"/>
                      <a:pt x="79" y="38"/>
                      <a:pt x="79" y="38"/>
                    </a:cubicBezTo>
                    <a:cubicBezTo>
                      <a:pt x="79" y="36"/>
                      <a:pt x="79" y="36"/>
                      <a:pt x="79" y="36"/>
                    </a:cubicBezTo>
                    <a:cubicBezTo>
                      <a:pt x="79" y="35"/>
                      <a:pt x="79" y="34"/>
                      <a:pt x="78" y="34"/>
                    </a:cubicBezTo>
                    <a:cubicBezTo>
                      <a:pt x="78" y="26"/>
                      <a:pt x="82" y="25"/>
                      <a:pt x="77" y="22"/>
                    </a:cubicBezTo>
                    <a:cubicBezTo>
                      <a:pt x="73" y="19"/>
                      <a:pt x="75" y="18"/>
                      <a:pt x="74" y="13"/>
                    </a:cubicBezTo>
                    <a:cubicBezTo>
                      <a:pt x="73" y="8"/>
                      <a:pt x="75" y="4"/>
                      <a:pt x="69" y="1"/>
                    </a:cubicBezTo>
                    <a:cubicBezTo>
                      <a:pt x="69" y="1"/>
                      <a:pt x="69" y="1"/>
                      <a:pt x="69" y="1"/>
                    </a:cubicBezTo>
                    <a:cubicBezTo>
                      <a:pt x="68" y="0"/>
                      <a:pt x="65" y="0"/>
                      <a:pt x="64" y="0"/>
                    </a:cubicBezTo>
                    <a:cubicBezTo>
                      <a:pt x="61" y="3"/>
                      <a:pt x="61" y="3"/>
                      <a:pt x="61" y="3"/>
                    </a:cubicBezTo>
                    <a:cubicBezTo>
                      <a:pt x="61" y="3"/>
                      <a:pt x="61" y="3"/>
                      <a:pt x="61" y="3"/>
                    </a:cubicBezTo>
                    <a:cubicBezTo>
                      <a:pt x="59" y="5"/>
                      <a:pt x="59" y="5"/>
                      <a:pt x="59" y="5"/>
                    </a:cubicBezTo>
                    <a:cubicBezTo>
                      <a:pt x="58" y="7"/>
                      <a:pt x="56" y="9"/>
                      <a:pt x="55" y="11"/>
                    </a:cubicBezTo>
                    <a:cubicBezTo>
                      <a:pt x="54" y="15"/>
                      <a:pt x="53" y="18"/>
                      <a:pt x="52" y="21"/>
                    </a:cubicBezTo>
                    <a:cubicBezTo>
                      <a:pt x="51" y="24"/>
                      <a:pt x="51" y="23"/>
                      <a:pt x="51" y="26"/>
                    </a:cubicBezTo>
                    <a:cubicBezTo>
                      <a:pt x="51" y="27"/>
                      <a:pt x="50" y="27"/>
                      <a:pt x="49" y="27"/>
                    </a:cubicBezTo>
                    <a:cubicBezTo>
                      <a:pt x="50" y="29"/>
                      <a:pt x="50" y="29"/>
                      <a:pt x="50" y="29"/>
                    </a:cubicBezTo>
                    <a:cubicBezTo>
                      <a:pt x="48" y="30"/>
                      <a:pt x="48" y="30"/>
                      <a:pt x="48" y="30"/>
                    </a:cubicBezTo>
                    <a:cubicBezTo>
                      <a:pt x="49" y="33"/>
                      <a:pt x="49" y="33"/>
                      <a:pt x="49" y="33"/>
                    </a:cubicBezTo>
                    <a:cubicBezTo>
                      <a:pt x="47" y="33"/>
                      <a:pt x="48" y="33"/>
                      <a:pt x="47" y="34"/>
                    </a:cubicBezTo>
                    <a:cubicBezTo>
                      <a:pt x="47" y="35"/>
                      <a:pt x="47" y="35"/>
                      <a:pt x="48" y="36"/>
                    </a:cubicBezTo>
                    <a:cubicBezTo>
                      <a:pt x="47" y="36"/>
                      <a:pt x="47" y="36"/>
                      <a:pt x="47" y="36"/>
                    </a:cubicBezTo>
                    <a:cubicBezTo>
                      <a:pt x="47" y="37"/>
                      <a:pt x="46" y="37"/>
                      <a:pt x="46" y="39"/>
                    </a:cubicBezTo>
                    <a:cubicBezTo>
                      <a:pt x="46" y="38"/>
                      <a:pt x="46" y="38"/>
                      <a:pt x="45" y="38"/>
                    </a:cubicBezTo>
                    <a:cubicBezTo>
                      <a:pt x="45" y="39"/>
                      <a:pt x="45" y="39"/>
                      <a:pt x="46" y="40"/>
                    </a:cubicBezTo>
                    <a:cubicBezTo>
                      <a:pt x="46" y="40"/>
                      <a:pt x="45" y="41"/>
                      <a:pt x="45" y="41"/>
                    </a:cubicBezTo>
                    <a:cubicBezTo>
                      <a:pt x="45" y="41"/>
                      <a:pt x="45" y="41"/>
                      <a:pt x="45" y="41"/>
                    </a:cubicBezTo>
                    <a:cubicBezTo>
                      <a:pt x="45" y="41"/>
                      <a:pt x="44" y="41"/>
                      <a:pt x="44" y="40"/>
                    </a:cubicBezTo>
                    <a:cubicBezTo>
                      <a:pt x="44" y="40"/>
                      <a:pt x="44" y="40"/>
                      <a:pt x="44" y="40"/>
                    </a:cubicBezTo>
                    <a:cubicBezTo>
                      <a:pt x="44" y="43"/>
                      <a:pt x="44" y="41"/>
                      <a:pt x="43" y="43"/>
                    </a:cubicBezTo>
                    <a:cubicBezTo>
                      <a:pt x="43" y="44"/>
                      <a:pt x="44" y="43"/>
                      <a:pt x="42" y="44"/>
                    </a:cubicBezTo>
                    <a:cubicBezTo>
                      <a:pt x="44" y="47"/>
                      <a:pt x="44" y="47"/>
                      <a:pt x="44" y="47"/>
                    </a:cubicBezTo>
                    <a:cubicBezTo>
                      <a:pt x="43" y="47"/>
                      <a:pt x="45" y="47"/>
                      <a:pt x="43" y="47"/>
                    </a:cubicBezTo>
                    <a:cubicBezTo>
                      <a:pt x="43" y="47"/>
                      <a:pt x="42" y="47"/>
                      <a:pt x="42" y="47"/>
                    </a:cubicBezTo>
                    <a:cubicBezTo>
                      <a:pt x="41" y="50"/>
                      <a:pt x="42" y="49"/>
                      <a:pt x="41" y="49"/>
                    </a:cubicBezTo>
                    <a:cubicBezTo>
                      <a:pt x="41" y="53"/>
                      <a:pt x="43" y="55"/>
                      <a:pt x="41" y="55"/>
                    </a:cubicBezTo>
                    <a:cubicBezTo>
                      <a:pt x="41" y="57"/>
                      <a:pt x="40" y="60"/>
                      <a:pt x="40" y="60"/>
                    </a:cubicBezTo>
                    <a:cubicBezTo>
                      <a:pt x="40" y="57"/>
                      <a:pt x="40" y="57"/>
                      <a:pt x="40" y="57"/>
                    </a:cubicBezTo>
                    <a:cubicBezTo>
                      <a:pt x="38" y="59"/>
                      <a:pt x="38" y="59"/>
                      <a:pt x="38" y="59"/>
                    </a:cubicBezTo>
                    <a:cubicBezTo>
                      <a:pt x="38" y="61"/>
                      <a:pt x="37" y="61"/>
                      <a:pt x="40" y="62"/>
                    </a:cubicBezTo>
                    <a:cubicBezTo>
                      <a:pt x="39" y="65"/>
                      <a:pt x="39" y="65"/>
                      <a:pt x="39" y="65"/>
                    </a:cubicBezTo>
                    <a:cubicBezTo>
                      <a:pt x="37" y="64"/>
                      <a:pt x="39" y="64"/>
                      <a:pt x="38" y="65"/>
                    </a:cubicBezTo>
                    <a:cubicBezTo>
                      <a:pt x="37" y="66"/>
                      <a:pt x="37" y="66"/>
                      <a:pt x="37" y="66"/>
                    </a:cubicBezTo>
                    <a:cubicBezTo>
                      <a:pt x="37" y="66"/>
                      <a:pt x="36" y="66"/>
                      <a:pt x="36" y="66"/>
                    </a:cubicBezTo>
                    <a:cubicBezTo>
                      <a:pt x="36" y="69"/>
                      <a:pt x="37" y="71"/>
                      <a:pt x="37" y="74"/>
                    </a:cubicBezTo>
                    <a:cubicBezTo>
                      <a:pt x="37" y="75"/>
                      <a:pt x="37" y="74"/>
                      <a:pt x="36" y="77"/>
                    </a:cubicBezTo>
                    <a:cubicBezTo>
                      <a:pt x="34" y="80"/>
                      <a:pt x="34" y="79"/>
                      <a:pt x="35" y="84"/>
                    </a:cubicBezTo>
                    <a:cubicBezTo>
                      <a:pt x="34" y="84"/>
                      <a:pt x="34" y="84"/>
                      <a:pt x="34" y="84"/>
                    </a:cubicBezTo>
                    <a:cubicBezTo>
                      <a:pt x="33" y="85"/>
                      <a:pt x="34" y="87"/>
                      <a:pt x="33" y="88"/>
                    </a:cubicBezTo>
                    <a:cubicBezTo>
                      <a:pt x="33" y="89"/>
                      <a:pt x="33" y="89"/>
                      <a:pt x="34" y="90"/>
                    </a:cubicBezTo>
                    <a:cubicBezTo>
                      <a:pt x="32" y="92"/>
                      <a:pt x="32" y="92"/>
                      <a:pt x="32" y="92"/>
                    </a:cubicBezTo>
                    <a:cubicBezTo>
                      <a:pt x="32" y="93"/>
                      <a:pt x="32" y="93"/>
                      <a:pt x="32" y="94"/>
                    </a:cubicBezTo>
                    <a:cubicBezTo>
                      <a:pt x="31" y="95"/>
                      <a:pt x="28" y="98"/>
                      <a:pt x="28" y="98"/>
                    </a:cubicBezTo>
                    <a:cubicBezTo>
                      <a:pt x="24" y="100"/>
                      <a:pt x="24" y="100"/>
                      <a:pt x="24" y="100"/>
                    </a:cubicBezTo>
                    <a:cubicBezTo>
                      <a:pt x="23" y="101"/>
                      <a:pt x="22" y="102"/>
                      <a:pt x="21" y="101"/>
                    </a:cubicBezTo>
                    <a:cubicBezTo>
                      <a:pt x="20" y="105"/>
                      <a:pt x="17" y="103"/>
                      <a:pt x="15" y="104"/>
                    </a:cubicBezTo>
                    <a:cubicBezTo>
                      <a:pt x="13" y="105"/>
                      <a:pt x="14" y="106"/>
                      <a:pt x="10" y="106"/>
                    </a:cubicBezTo>
                    <a:cubicBezTo>
                      <a:pt x="8" y="108"/>
                      <a:pt x="8" y="108"/>
                      <a:pt x="6" y="108"/>
                    </a:cubicBezTo>
                    <a:cubicBezTo>
                      <a:pt x="4" y="110"/>
                      <a:pt x="5" y="108"/>
                      <a:pt x="5" y="110"/>
                    </a:cubicBezTo>
                    <a:cubicBezTo>
                      <a:pt x="2" y="110"/>
                      <a:pt x="2" y="110"/>
                      <a:pt x="2" y="110"/>
                    </a:cubicBezTo>
                    <a:cubicBezTo>
                      <a:pt x="1" y="112"/>
                      <a:pt x="2" y="110"/>
                      <a:pt x="1" y="112"/>
                    </a:cubicBezTo>
                    <a:cubicBezTo>
                      <a:pt x="0" y="115"/>
                      <a:pt x="0" y="116"/>
                      <a:pt x="1" y="118"/>
                    </a:cubicBezTo>
                    <a:cubicBezTo>
                      <a:pt x="3" y="123"/>
                      <a:pt x="6" y="122"/>
                      <a:pt x="6" y="126"/>
                    </a:cubicBezTo>
                    <a:cubicBezTo>
                      <a:pt x="7" y="125"/>
                      <a:pt x="8" y="126"/>
                      <a:pt x="11" y="127"/>
                    </a:cubicBezTo>
                    <a:cubicBezTo>
                      <a:pt x="12" y="127"/>
                      <a:pt x="11" y="127"/>
                      <a:pt x="13" y="128"/>
                    </a:cubicBezTo>
                    <a:cubicBezTo>
                      <a:pt x="18" y="129"/>
                      <a:pt x="24" y="129"/>
                      <a:pt x="25" y="130"/>
                    </a:cubicBezTo>
                    <a:cubicBezTo>
                      <a:pt x="26" y="135"/>
                      <a:pt x="24" y="136"/>
                      <a:pt x="27" y="137"/>
                    </a:cubicBezTo>
                    <a:cubicBezTo>
                      <a:pt x="27" y="134"/>
                      <a:pt x="27" y="134"/>
                      <a:pt x="27" y="134"/>
                    </a:cubicBezTo>
                    <a:cubicBezTo>
                      <a:pt x="29" y="136"/>
                      <a:pt x="27" y="142"/>
                      <a:pt x="27" y="144"/>
                    </a:cubicBezTo>
                    <a:cubicBezTo>
                      <a:pt x="28" y="145"/>
                      <a:pt x="28" y="145"/>
                      <a:pt x="29" y="145"/>
                    </a:cubicBezTo>
                    <a:cubicBezTo>
                      <a:pt x="29" y="149"/>
                      <a:pt x="29" y="149"/>
                      <a:pt x="29" y="149"/>
                    </a:cubicBezTo>
                    <a:cubicBezTo>
                      <a:pt x="28" y="150"/>
                      <a:pt x="29" y="151"/>
                      <a:pt x="26" y="150"/>
                    </a:cubicBezTo>
                    <a:cubicBezTo>
                      <a:pt x="27" y="146"/>
                      <a:pt x="27" y="146"/>
                      <a:pt x="27" y="146"/>
                    </a:cubicBezTo>
                    <a:close/>
                    <a:moveTo>
                      <a:pt x="22" y="157"/>
                    </a:moveTo>
                    <a:cubicBezTo>
                      <a:pt x="22" y="156"/>
                      <a:pt x="22" y="152"/>
                      <a:pt x="24" y="152"/>
                    </a:cubicBezTo>
                    <a:cubicBezTo>
                      <a:pt x="24" y="156"/>
                      <a:pt x="24" y="154"/>
                      <a:pt x="23" y="156"/>
                    </a:cubicBezTo>
                    <a:cubicBezTo>
                      <a:pt x="22" y="158"/>
                      <a:pt x="23" y="157"/>
                      <a:pt x="22" y="157"/>
                    </a:cubicBezTo>
                    <a:close/>
                    <a:moveTo>
                      <a:pt x="186" y="170"/>
                    </a:moveTo>
                    <a:cubicBezTo>
                      <a:pt x="183" y="164"/>
                      <a:pt x="183" y="164"/>
                      <a:pt x="183" y="164"/>
                    </a:cubicBezTo>
                    <a:cubicBezTo>
                      <a:pt x="184" y="165"/>
                      <a:pt x="184" y="165"/>
                      <a:pt x="184" y="165"/>
                    </a:cubicBezTo>
                    <a:cubicBezTo>
                      <a:pt x="184" y="166"/>
                      <a:pt x="184" y="166"/>
                      <a:pt x="185" y="167"/>
                    </a:cubicBezTo>
                    <a:cubicBezTo>
                      <a:pt x="186" y="169"/>
                      <a:pt x="185" y="168"/>
                      <a:pt x="187" y="168"/>
                    </a:cubicBezTo>
                    <a:cubicBezTo>
                      <a:pt x="185" y="170"/>
                      <a:pt x="186" y="168"/>
                      <a:pt x="186" y="170"/>
                    </a:cubicBezTo>
                    <a:close/>
                    <a:moveTo>
                      <a:pt x="21" y="180"/>
                    </a:moveTo>
                    <a:cubicBezTo>
                      <a:pt x="20" y="179"/>
                      <a:pt x="20" y="177"/>
                      <a:pt x="21" y="176"/>
                    </a:cubicBezTo>
                    <a:cubicBezTo>
                      <a:pt x="21" y="178"/>
                      <a:pt x="22" y="179"/>
                      <a:pt x="21" y="180"/>
                    </a:cubicBezTo>
                    <a:close/>
                    <a:moveTo>
                      <a:pt x="183" y="164"/>
                    </a:moveTo>
                    <a:cubicBezTo>
                      <a:pt x="183" y="164"/>
                      <a:pt x="182" y="164"/>
                      <a:pt x="182" y="164"/>
                    </a:cubicBezTo>
                    <a:cubicBezTo>
                      <a:pt x="181" y="161"/>
                      <a:pt x="182" y="163"/>
                      <a:pt x="182" y="162"/>
                    </a:cubicBezTo>
                    <a:cubicBezTo>
                      <a:pt x="183" y="164"/>
                      <a:pt x="183" y="164"/>
                      <a:pt x="183" y="164"/>
                    </a:cubicBezTo>
                    <a:close/>
                    <a:moveTo>
                      <a:pt x="21" y="180"/>
                    </a:moveTo>
                    <a:cubicBezTo>
                      <a:pt x="21" y="182"/>
                      <a:pt x="20" y="180"/>
                      <a:pt x="21" y="182"/>
                    </a:cubicBezTo>
                    <a:cubicBezTo>
                      <a:pt x="20" y="181"/>
                      <a:pt x="20" y="181"/>
                      <a:pt x="20" y="180"/>
                    </a:cubicBezTo>
                    <a:cubicBezTo>
                      <a:pt x="21" y="180"/>
                      <a:pt x="21" y="180"/>
                      <a:pt x="21" y="180"/>
                    </a:cubicBezTo>
                    <a:close/>
                    <a:moveTo>
                      <a:pt x="77" y="172"/>
                    </a:moveTo>
                    <a:cubicBezTo>
                      <a:pt x="77" y="172"/>
                      <a:pt x="77" y="172"/>
                      <a:pt x="77" y="172"/>
                    </a:cubicBezTo>
                    <a:cubicBezTo>
                      <a:pt x="76" y="172"/>
                      <a:pt x="77" y="171"/>
                      <a:pt x="77" y="172"/>
                    </a:cubicBezTo>
                    <a:close/>
                    <a:moveTo>
                      <a:pt x="165" y="76"/>
                    </a:moveTo>
                    <a:cubicBezTo>
                      <a:pt x="164" y="76"/>
                      <a:pt x="165" y="78"/>
                      <a:pt x="165" y="75"/>
                    </a:cubicBezTo>
                    <a:cubicBezTo>
                      <a:pt x="164" y="77"/>
                      <a:pt x="164" y="77"/>
                      <a:pt x="164" y="77"/>
                    </a:cubicBezTo>
                    <a:cubicBezTo>
                      <a:pt x="166" y="77"/>
                      <a:pt x="164" y="77"/>
                      <a:pt x="165" y="76"/>
                    </a:cubicBezTo>
                    <a:close/>
                    <a:moveTo>
                      <a:pt x="178" y="217"/>
                    </a:moveTo>
                    <a:cubicBezTo>
                      <a:pt x="177" y="218"/>
                      <a:pt x="177" y="217"/>
                      <a:pt x="177" y="218"/>
                    </a:cubicBezTo>
                    <a:cubicBezTo>
                      <a:pt x="177" y="217"/>
                      <a:pt x="176" y="216"/>
                      <a:pt x="178" y="217"/>
                    </a:cubicBezTo>
                    <a:close/>
                    <a:moveTo>
                      <a:pt x="27" y="146"/>
                    </a:moveTo>
                    <a:cubicBezTo>
                      <a:pt x="28" y="145"/>
                      <a:pt x="28" y="145"/>
                      <a:pt x="28" y="145"/>
                    </a:cubicBezTo>
                    <a:cubicBezTo>
                      <a:pt x="28" y="147"/>
                      <a:pt x="28" y="147"/>
                      <a:pt x="28" y="147"/>
                    </a:cubicBezTo>
                    <a:cubicBezTo>
                      <a:pt x="28" y="145"/>
                      <a:pt x="28" y="146"/>
                      <a:pt x="27" y="146"/>
                    </a:cubicBezTo>
                    <a:close/>
                    <a:moveTo>
                      <a:pt x="80" y="168"/>
                    </a:moveTo>
                    <a:cubicBezTo>
                      <a:pt x="80" y="170"/>
                      <a:pt x="80" y="169"/>
                      <a:pt x="79" y="169"/>
                    </a:cubicBezTo>
                    <a:cubicBezTo>
                      <a:pt x="80" y="168"/>
                      <a:pt x="80" y="168"/>
                      <a:pt x="80" y="168"/>
                    </a:cubicBezTo>
                    <a:close/>
                    <a:moveTo>
                      <a:pt x="25" y="140"/>
                    </a:moveTo>
                    <a:cubicBezTo>
                      <a:pt x="25" y="139"/>
                      <a:pt x="25" y="139"/>
                      <a:pt x="25" y="139"/>
                    </a:cubicBezTo>
                    <a:cubicBezTo>
                      <a:pt x="26" y="141"/>
                      <a:pt x="25" y="140"/>
                      <a:pt x="25" y="140"/>
                    </a:cubicBezTo>
                    <a:close/>
                    <a:moveTo>
                      <a:pt x="164" y="216"/>
                    </a:moveTo>
                    <a:cubicBezTo>
                      <a:pt x="163" y="215"/>
                      <a:pt x="163" y="215"/>
                      <a:pt x="163" y="215"/>
                    </a:cubicBezTo>
                    <a:cubicBezTo>
                      <a:pt x="164" y="216"/>
                      <a:pt x="164" y="215"/>
                      <a:pt x="164" y="2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" name="Freeform 14"/>
              <p:cNvSpPr>
                <a:spLocks noEditPoints="1"/>
              </p:cNvSpPr>
              <p:nvPr/>
            </p:nvSpPr>
            <p:spPr bwMode="auto">
              <a:xfrm>
                <a:off x="3987622" y="4298681"/>
                <a:ext cx="220663" cy="300038"/>
              </a:xfrm>
              <a:custGeom>
                <a:avLst/>
                <a:gdLst>
                  <a:gd name="T0" fmla="*/ 120 w 192"/>
                  <a:gd name="T1" fmla="*/ 186 h 261"/>
                  <a:gd name="T2" fmla="*/ 87 w 192"/>
                  <a:gd name="T3" fmla="*/ 148 h 261"/>
                  <a:gd name="T4" fmla="*/ 92 w 192"/>
                  <a:gd name="T5" fmla="*/ 150 h 261"/>
                  <a:gd name="T6" fmla="*/ 92 w 192"/>
                  <a:gd name="T7" fmla="*/ 145 h 261"/>
                  <a:gd name="T8" fmla="*/ 54 w 192"/>
                  <a:gd name="T9" fmla="*/ 140 h 261"/>
                  <a:gd name="T10" fmla="*/ 56 w 192"/>
                  <a:gd name="T11" fmla="*/ 128 h 261"/>
                  <a:gd name="T12" fmla="*/ 54 w 192"/>
                  <a:gd name="T13" fmla="*/ 113 h 261"/>
                  <a:gd name="T14" fmla="*/ 112 w 192"/>
                  <a:gd name="T15" fmla="*/ 182 h 261"/>
                  <a:gd name="T16" fmla="*/ 92 w 192"/>
                  <a:gd name="T17" fmla="*/ 193 h 261"/>
                  <a:gd name="T18" fmla="*/ 104 w 192"/>
                  <a:gd name="T19" fmla="*/ 179 h 261"/>
                  <a:gd name="T20" fmla="*/ 111 w 192"/>
                  <a:gd name="T21" fmla="*/ 169 h 261"/>
                  <a:gd name="T22" fmla="*/ 104 w 192"/>
                  <a:gd name="T23" fmla="*/ 114 h 261"/>
                  <a:gd name="T24" fmla="*/ 100 w 192"/>
                  <a:gd name="T25" fmla="*/ 169 h 261"/>
                  <a:gd name="T26" fmla="*/ 57 w 192"/>
                  <a:gd name="T27" fmla="*/ 177 h 261"/>
                  <a:gd name="T28" fmla="*/ 59 w 192"/>
                  <a:gd name="T29" fmla="*/ 160 h 261"/>
                  <a:gd name="T30" fmla="*/ 44 w 192"/>
                  <a:gd name="T31" fmla="*/ 180 h 261"/>
                  <a:gd name="T32" fmla="*/ 51 w 192"/>
                  <a:gd name="T33" fmla="*/ 214 h 261"/>
                  <a:gd name="T34" fmla="*/ 80 w 192"/>
                  <a:gd name="T35" fmla="*/ 202 h 261"/>
                  <a:gd name="T36" fmla="*/ 108 w 192"/>
                  <a:gd name="T37" fmla="*/ 197 h 261"/>
                  <a:gd name="T38" fmla="*/ 114 w 192"/>
                  <a:gd name="T39" fmla="*/ 191 h 261"/>
                  <a:gd name="T40" fmla="*/ 118 w 192"/>
                  <a:gd name="T41" fmla="*/ 184 h 261"/>
                  <a:gd name="T42" fmla="*/ 56 w 192"/>
                  <a:gd name="T43" fmla="*/ 132 h 261"/>
                  <a:gd name="T44" fmla="*/ 56 w 192"/>
                  <a:gd name="T45" fmla="*/ 127 h 261"/>
                  <a:gd name="T46" fmla="*/ 60 w 192"/>
                  <a:gd name="T47" fmla="*/ 113 h 261"/>
                  <a:gd name="T48" fmla="*/ 92 w 192"/>
                  <a:gd name="T49" fmla="*/ 93 h 261"/>
                  <a:gd name="T50" fmla="*/ 105 w 192"/>
                  <a:gd name="T51" fmla="*/ 99 h 261"/>
                  <a:gd name="T52" fmla="*/ 97 w 192"/>
                  <a:gd name="T53" fmla="*/ 124 h 261"/>
                  <a:gd name="T54" fmla="*/ 54 w 192"/>
                  <a:gd name="T55" fmla="*/ 140 h 261"/>
                  <a:gd name="T56" fmla="*/ 66 w 192"/>
                  <a:gd name="T57" fmla="*/ 81 h 261"/>
                  <a:gd name="T58" fmla="*/ 70 w 192"/>
                  <a:gd name="T59" fmla="*/ 75 h 261"/>
                  <a:gd name="T60" fmla="*/ 145 w 192"/>
                  <a:gd name="T61" fmla="*/ 89 h 261"/>
                  <a:gd name="T62" fmla="*/ 141 w 192"/>
                  <a:gd name="T63" fmla="*/ 166 h 261"/>
                  <a:gd name="T64" fmla="*/ 143 w 192"/>
                  <a:gd name="T65" fmla="*/ 126 h 261"/>
                  <a:gd name="T66" fmla="*/ 141 w 192"/>
                  <a:gd name="T67" fmla="*/ 92 h 261"/>
                  <a:gd name="T68" fmla="*/ 84 w 192"/>
                  <a:gd name="T69" fmla="*/ 64 h 261"/>
                  <a:gd name="T70" fmla="*/ 65 w 192"/>
                  <a:gd name="T71" fmla="*/ 87 h 261"/>
                  <a:gd name="T72" fmla="*/ 83 w 192"/>
                  <a:gd name="T73" fmla="*/ 76 h 261"/>
                  <a:gd name="T74" fmla="*/ 92 w 192"/>
                  <a:gd name="T75" fmla="*/ 57 h 261"/>
                  <a:gd name="T76" fmla="*/ 124 w 192"/>
                  <a:gd name="T77" fmla="*/ 46 h 261"/>
                  <a:gd name="T78" fmla="*/ 128 w 192"/>
                  <a:gd name="T79" fmla="*/ 86 h 261"/>
                  <a:gd name="T80" fmla="*/ 120 w 192"/>
                  <a:gd name="T81" fmla="*/ 104 h 261"/>
                  <a:gd name="T82" fmla="*/ 111 w 192"/>
                  <a:gd name="T83" fmla="*/ 62 h 261"/>
                  <a:gd name="T84" fmla="*/ 119 w 192"/>
                  <a:gd name="T85" fmla="*/ 36 h 261"/>
                  <a:gd name="T86" fmla="*/ 128 w 192"/>
                  <a:gd name="T87" fmla="*/ 31 h 261"/>
                  <a:gd name="T88" fmla="*/ 137 w 192"/>
                  <a:gd name="T89" fmla="*/ 6 h 261"/>
                  <a:gd name="T90" fmla="*/ 82 w 192"/>
                  <a:gd name="T91" fmla="*/ 39 h 261"/>
                  <a:gd name="T92" fmla="*/ 50 w 192"/>
                  <a:gd name="T93" fmla="*/ 82 h 261"/>
                  <a:gd name="T94" fmla="*/ 31 w 192"/>
                  <a:gd name="T95" fmla="*/ 132 h 261"/>
                  <a:gd name="T96" fmla="*/ 30 w 192"/>
                  <a:gd name="T97" fmla="*/ 80 h 261"/>
                  <a:gd name="T98" fmla="*/ 13 w 192"/>
                  <a:gd name="T99" fmla="*/ 92 h 261"/>
                  <a:gd name="T100" fmla="*/ 1 w 192"/>
                  <a:gd name="T101" fmla="*/ 168 h 261"/>
                  <a:gd name="T102" fmla="*/ 40 w 192"/>
                  <a:gd name="T103" fmla="*/ 231 h 261"/>
                  <a:gd name="T104" fmla="*/ 138 w 192"/>
                  <a:gd name="T105" fmla="*/ 227 h 261"/>
                  <a:gd name="T106" fmla="*/ 166 w 192"/>
                  <a:gd name="T107" fmla="*/ 252 h 261"/>
                  <a:gd name="T108" fmla="*/ 180 w 192"/>
                  <a:gd name="T109" fmla="*/ 167 h 261"/>
                  <a:gd name="T110" fmla="*/ 181 w 192"/>
                  <a:gd name="T111" fmla="*/ 130 h 261"/>
                  <a:gd name="T112" fmla="*/ 179 w 192"/>
                  <a:gd name="T113" fmla="*/ 97 h 261"/>
                  <a:gd name="T114" fmla="*/ 191 w 192"/>
                  <a:gd name="T115" fmla="*/ 38 h 261"/>
                  <a:gd name="T116" fmla="*/ 94 w 192"/>
                  <a:gd name="T117" fmla="*/ 94 h 261"/>
                  <a:gd name="T118" fmla="*/ 58 w 192"/>
                  <a:gd name="T119" fmla="*/ 117 h 261"/>
                  <a:gd name="T120" fmla="*/ 92 w 192"/>
                  <a:gd name="T121" fmla="*/ 97 h 261"/>
                  <a:gd name="T122" fmla="*/ 14 w 192"/>
                  <a:gd name="T123" fmla="*/ 61 h 2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92" h="261">
                    <a:moveTo>
                      <a:pt x="129" y="187"/>
                    </a:moveTo>
                    <a:cubicBezTo>
                      <a:pt x="129" y="188"/>
                      <a:pt x="129" y="188"/>
                      <a:pt x="129" y="188"/>
                    </a:cubicBezTo>
                    <a:cubicBezTo>
                      <a:pt x="128" y="188"/>
                      <a:pt x="129" y="189"/>
                      <a:pt x="129" y="187"/>
                    </a:cubicBezTo>
                    <a:close/>
                    <a:moveTo>
                      <a:pt x="118" y="187"/>
                    </a:moveTo>
                    <a:cubicBezTo>
                      <a:pt x="119" y="188"/>
                      <a:pt x="119" y="187"/>
                      <a:pt x="119" y="188"/>
                    </a:cubicBezTo>
                    <a:cubicBezTo>
                      <a:pt x="118" y="188"/>
                      <a:pt x="118" y="189"/>
                      <a:pt x="118" y="187"/>
                    </a:cubicBezTo>
                    <a:close/>
                    <a:moveTo>
                      <a:pt x="120" y="186"/>
                    </a:moveTo>
                    <a:cubicBezTo>
                      <a:pt x="121" y="186"/>
                      <a:pt x="121" y="186"/>
                      <a:pt x="121" y="186"/>
                    </a:cubicBezTo>
                    <a:cubicBezTo>
                      <a:pt x="121" y="187"/>
                      <a:pt x="121" y="187"/>
                      <a:pt x="121" y="187"/>
                    </a:cubicBezTo>
                    <a:cubicBezTo>
                      <a:pt x="121" y="187"/>
                      <a:pt x="121" y="187"/>
                      <a:pt x="121" y="187"/>
                    </a:cubicBezTo>
                    <a:cubicBezTo>
                      <a:pt x="123" y="188"/>
                      <a:pt x="125" y="189"/>
                      <a:pt x="126" y="190"/>
                    </a:cubicBezTo>
                    <a:cubicBezTo>
                      <a:pt x="125" y="191"/>
                      <a:pt x="126" y="191"/>
                      <a:pt x="123" y="189"/>
                    </a:cubicBezTo>
                    <a:cubicBezTo>
                      <a:pt x="122" y="189"/>
                      <a:pt x="122" y="189"/>
                      <a:pt x="122" y="189"/>
                    </a:cubicBezTo>
                    <a:cubicBezTo>
                      <a:pt x="120" y="188"/>
                      <a:pt x="121" y="189"/>
                      <a:pt x="120" y="186"/>
                    </a:cubicBezTo>
                    <a:close/>
                    <a:moveTo>
                      <a:pt x="40" y="177"/>
                    </a:moveTo>
                    <a:cubicBezTo>
                      <a:pt x="39" y="176"/>
                      <a:pt x="39" y="177"/>
                      <a:pt x="39" y="176"/>
                    </a:cubicBezTo>
                    <a:cubicBezTo>
                      <a:pt x="39" y="174"/>
                      <a:pt x="39" y="175"/>
                      <a:pt x="40" y="175"/>
                    </a:cubicBezTo>
                    <a:cubicBezTo>
                      <a:pt x="40" y="177"/>
                      <a:pt x="40" y="177"/>
                      <a:pt x="40" y="177"/>
                    </a:cubicBezTo>
                    <a:close/>
                    <a:moveTo>
                      <a:pt x="46" y="157"/>
                    </a:moveTo>
                    <a:cubicBezTo>
                      <a:pt x="49" y="155"/>
                      <a:pt x="47" y="157"/>
                      <a:pt x="48" y="157"/>
                    </a:cubicBezTo>
                    <a:cubicBezTo>
                      <a:pt x="46" y="157"/>
                      <a:pt x="46" y="157"/>
                      <a:pt x="46" y="157"/>
                    </a:cubicBezTo>
                    <a:close/>
                    <a:moveTo>
                      <a:pt x="83" y="152"/>
                    </a:moveTo>
                    <a:cubicBezTo>
                      <a:pt x="83" y="151"/>
                      <a:pt x="84" y="154"/>
                      <a:pt x="83" y="152"/>
                    </a:cubicBezTo>
                    <a:close/>
                    <a:moveTo>
                      <a:pt x="87" y="147"/>
                    </a:moveTo>
                    <a:cubicBezTo>
                      <a:pt x="86" y="149"/>
                      <a:pt x="86" y="149"/>
                      <a:pt x="86" y="149"/>
                    </a:cubicBezTo>
                    <a:cubicBezTo>
                      <a:pt x="85" y="146"/>
                      <a:pt x="86" y="147"/>
                      <a:pt x="87" y="147"/>
                    </a:cubicBezTo>
                    <a:close/>
                    <a:moveTo>
                      <a:pt x="87" y="147"/>
                    </a:moveTo>
                    <a:cubicBezTo>
                      <a:pt x="87" y="148"/>
                      <a:pt x="87" y="148"/>
                      <a:pt x="87" y="148"/>
                    </a:cubicBezTo>
                    <a:cubicBezTo>
                      <a:pt x="88" y="145"/>
                      <a:pt x="88" y="147"/>
                      <a:pt x="88" y="145"/>
                    </a:cubicBezTo>
                    <a:cubicBezTo>
                      <a:pt x="88" y="145"/>
                      <a:pt x="88" y="144"/>
                      <a:pt x="87" y="144"/>
                    </a:cubicBezTo>
                    <a:cubicBezTo>
                      <a:pt x="87" y="146"/>
                      <a:pt x="87" y="145"/>
                      <a:pt x="87" y="147"/>
                    </a:cubicBezTo>
                    <a:close/>
                    <a:moveTo>
                      <a:pt x="88" y="145"/>
                    </a:moveTo>
                    <a:cubicBezTo>
                      <a:pt x="89" y="141"/>
                      <a:pt x="89" y="145"/>
                      <a:pt x="89" y="142"/>
                    </a:cubicBezTo>
                    <a:cubicBezTo>
                      <a:pt x="89" y="142"/>
                      <a:pt x="89" y="142"/>
                      <a:pt x="90" y="142"/>
                    </a:cubicBezTo>
                    <a:cubicBezTo>
                      <a:pt x="91" y="143"/>
                      <a:pt x="91" y="143"/>
                      <a:pt x="91" y="143"/>
                    </a:cubicBezTo>
                    <a:cubicBezTo>
                      <a:pt x="91" y="143"/>
                      <a:pt x="91" y="144"/>
                      <a:pt x="91" y="144"/>
                    </a:cubicBezTo>
                    <a:cubicBezTo>
                      <a:pt x="93" y="143"/>
                      <a:pt x="92" y="143"/>
                      <a:pt x="93" y="142"/>
                    </a:cubicBezTo>
                    <a:cubicBezTo>
                      <a:pt x="95" y="140"/>
                      <a:pt x="95" y="140"/>
                      <a:pt x="95" y="140"/>
                    </a:cubicBezTo>
                    <a:cubicBezTo>
                      <a:pt x="96" y="140"/>
                      <a:pt x="96" y="140"/>
                      <a:pt x="97" y="140"/>
                    </a:cubicBezTo>
                    <a:cubicBezTo>
                      <a:pt x="95" y="142"/>
                      <a:pt x="95" y="143"/>
                      <a:pt x="94" y="146"/>
                    </a:cubicBezTo>
                    <a:cubicBezTo>
                      <a:pt x="94" y="146"/>
                      <a:pt x="94" y="147"/>
                      <a:pt x="94" y="147"/>
                    </a:cubicBezTo>
                    <a:cubicBezTo>
                      <a:pt x="92" y="150"/>
                      <a:pt x="92" y="150"/>
                      <a:pt x="92" y="150"/>
                    </a:cubicBezTo>
                    <a:cubicBezTo>
                      <a:pt x="91" y="151"/>
                      <a:pt x="92" y="151"/>
                      <a:pt x="91" y="152"/>
                    </a:cubicBezTo>
                    <a:cubicBezTo>
                      <a:pt x="92" y="153"/>
                      <a:pt x="92" y="153"/>
                      <a:pt x="92" y="153"/>
                    </a:cubicBezTo>
                    <a:cubicBezTo>
                      <a:pt x="91" y="153"/>
                      <a:pt x="91" y="153"/>
                      <a:pt x="90" y="155"/>
                    </a:cubicBezTo>
                    <a:cubicBezTo>
                      <a:pt x="86" y="160"/>
                      <a:pt x="86" y="160"/>
                      <a:pt x="86" y="160"/>
                    </a:cubicBezTo>
                    <a:cubicBezTo>
                      <a:pt x="86" y="161"/>
                      <a:pt x="81" y="167"/>
                      <a:pt x="80" y="168"/>
                    </a:cubicBezTo>
                    <a:cubicBezTo>
                      <a:pt x="79" y="168"/>
                      <a:pt x="79" y="167"/>
                      <a:pt x="79" y="167"/>
                    </a:cubicBezTo>
                    <a:cubicBezTo>
                      <a:pt x="80" y="165"/>
                      <a:pt x="80" y="167"/>
                      <a:pt x="80" y="163"/>
                    </a:cubicBezTo>
                    <a:cubicBezTo>
                      <a:pt x="82" y="162"/>
                      <a:pt x="82" y="162"/>
                      <a:pt x="82" y="162"/>
                    </a:cubicBezTo>
                    <a:cubicBezTo>
                      <a:pt x="82" y="160"/>
                      <a:pt x="82" y="160"/>
                      <a:pt x="82" y="160"/>
                    </a:cubicBezTo>
                    <a:cubicBezTo>
                      <a:pt x="82" y="160"/>
                      <a:pt x="83" y="159"/>
                      <a:pt x="83" y="159"/>
                    </a:cubicBezTo>
                    <a:cubicBezTo>
                      <a:pt x="86" y="157"/>
                      <a:pt x="84" y="156"/>
                      <a:pt x="86" y="156"/>
                    </a:cubicBezTo>
                    <a:cubicBezTo>
                      <a:pt x="86" y="155"/>
                      <a:pt x="86" y="155"/>
                      <a:pt x="86" y="154"/>
                    </a:cubicBezTo>
                    <a:cubicBezTo>
                      <a:pt x="89" y="152"/>
                      <a:pt x="88" y="151"/>
                      <a:pt x="90" y="148"/>
                    </a:cubicBezTo>
                    <a:cubicBezTo>
                      <a:pt x="91" y="146"/>
                      <a:pt x="91" y="147"/>
                      <a:pt x="92" y="145"/>
                    </a:cubicBezTo>
                    <a:cubicBezTo>
                      <a:pt x="89" y="145"/>
                      <a:pt x="90" y="144"/>
                      <a:pt x="88" y="145"/>
                    </a:cubicBezTo>
                    <a:close/>
                    <a:moveTo>
                      <a:pt x="53" y="140"/>
                    </a:moveTo>
                    <a:cubicBezTo>
                      <a:pt x="53" y="141"/>
                      <a:pt x="53" y="142"/>
                      <a:pt x="52" y="144"/>
                    </a:cubicBezTo>
                    <a:cubicBezTo>
                      <a:pt x="51" y="142"/>
                      <a:pt x="51" y="143"/>
                      <a:pt x="52" y="141"/>
                    </a:cubicBezTo>
                    <a:cubicBezTo>
                      <a:pt x="53" y="140"/>
                      <a:pt x="53" y="140"/>
                      <a:pt x="53" y="140"/>
                    </a:cubicBezTo>
                    <a:close/>
                    <a:moveTo>
                      <a:pt x="51" y="140"/>
                    </a:moveTo>
                    <a:cubicBezTo>
                      <a:pt x="49" y="140"/>
                      <a:pt x="50" y="141"/>
                      <a:pt x="50" y="138"/>
                    </a:cubicBezTo>
                    <a:cubicBezTo>
                      <a:pt x="50" y="137"/>
                      <a:pt x="50" y="136"/>
                      <a:pt x="50" y="136"/>
                    </a:cubicBezTo>
                    <a:cubicBezTo>
                      <a:pt x="51" y="140"/>
                      <a:pt x="51" y="140"/>
                      <a:pt x="51" y="140"/>
                    </a:cubicBezTo>
                    <a:close/>
                    <a:moveTo>
                      <a:pt x="97" y="138"/>
                    </a:moveTo>
                    <a:cubicBezTo>
                      <a:pt x="97" y="137"/>
                      <a:pt x="97" y="138"/>
                      <a:pt x="96" y="137"/>
                    </a:cubicBezTo>
                    <a:cubicBezTo>
                      <a:pt x="96" y="139"/>
                      <a:pt x="96" y="138"/>
                      <a:pt x="97" y="139"/>
                    </a:cubicBezTo>
                    <a:cubicBezTo>
                      <a:pt x="97" y="139"/>
                      <a:pt x="97" y="140"/>
                      <a:pt x="97" y="138"/>
                    </a:cubicBezTo>
                    <a:close/>
                    <a:moveTo>
                      <a:pt x="54" y="140"/>
                    </a:moveTo>
                    <a:cubicBezTo>
                      <a:pt x="54" y="136"/>
                      <a:pt x="54" y="139"/>
                      <a:pt x="55" y="137"/>
                    </a:cubicBezTo>
                    <a:cubicBezTo>
                      <a:pt x="55" y="134"/>
                      <a:pt x="55" y="136"/>
                      <a:pt x="54" y="135"/>
                    </a:cubicBezTo>
                    <a:cubicBezTo>
                      <a:pt x="54" y="138"/>
                      <a:pt x="53" y="137"/>
                      <a:pt x="53" y="140"/>
                    </a:cubicBezTo>
                    <a:cubicBezTo>
                      <a:pt x="54" y="140"/>
                      <a:pt x="54" y="140"/>
                      <a:pt x="54" y="140"/>
                    </a:cubicBezTo>
                    <a:close/>
                    <a:moveTo>
                      <a:pt x="51" y="134"/>
                    </a:moveTo>
                    <a:cubicBezTo>
                      <a:pt x="52" y="132"/>
                      <a:pt x="51" y="132"/>
                      <a:pt x="52" y="130"/>
                    </a:cubicBezTo>
                    <a:cubicBezTo>
                      <a:pt x="53" y="131"/>
                      <a:pt x="53" y="132"/>
                      <a:pt x="54" y="132"/>
                    </a:cubicBezTo>
                    <a:cubicBezTo>
                      <a:pt x="53" y="133"/>
                      <a:pt x="54" y="132"/>
                      <a:pt x="53" y="133"/>
                    </a:cubicBezTo>
                    <a:cubicBezTo>
                      <a:pt x="52" y="135"/>
                      <a:pt x="53" y="134"/>
                      <a:pt x="53" y="134"/>
                    </a:cubicBezTo>
                    <a:cubicBezTo>
                      <a:pt x="53" y="134"/>
                      <a:pt x="52" y="134"/>
                      <a:pt x="51" y="134"/>
                    </a:cubicBezTo>
                    <a:close/>
                    <a:moveTo>
                      <a:pt x="55" y="134"/>
                    </a:moveTo>
                    <a:cubicBezTo>
                      <a:pt x="55" y="133"/>
                      <a:pt x="55" y="133"/>
                      <a:pt x="55" y="132"/>
                    </a:cubicBezTo>
                    <a:cubicBezTo>
                      <a:pt x="57" y="134"/>
                      <a:pt x="56" y="134"/>
                      <a:pt x="55" y="134"/>
                    </a:cubicBezTo>
                    <a:close/>
                    <a:moveTo>
                      <a:pt x="56" y="128"/>
                    </a:moveTo>
                    <a:cubicBezTo>
                      <a:pt x="57" y="130"/>
                      <a:pt x="57" y="130"/>
                      <a:pt x="57" y="130"/>
                    </a:cubicBezTo>
                    <a:cubicBezTo>
                      <a:pt x="56" y="129"/>
                      <a:pt x="56" y="129"/>
                      <a:pt x="55" y="128"/>
                    </a:cubicBezTo>
                    <a:cubicBezTo>
                      <a:pt x="56" y="127"/>
                      <a:pt x="55" y="127"/>
                      <a:pt x="56" y="128"/>
                    </a:cubicBezTo>
                    <a:close/>
                    <a:moveTo>
                      <a:pt x="56" y="128"/>
                    </a:moveTo>
                    <a:cubicBezTo>
                      <a:pt x="58" y="130"/>
                      <a:pt x="56" y="128"/>
                      <a:pt x="58" y="129"/>
                    </a:cubicBezTo>
                    <a:cubicBezTo>
                      <a:pt x="58" y="127"/>
                      <a:pt x="58" y="127"/>
                      <a:pt x="58" y="127"/>
                    </a:cubicBezTo>
                    <a:cubicBezTo>
                      <a:pt x="57" y="127"/>
                      <a:pt x="58" y="127"/>
                      <a:pt x="56" y="127"/>
                    </a:cubicBezTo>
                    <a:cubicBezTo>
                      <a:pt x="56" y="128"/>
                      <a:pt x="56" y="128"/>
                      <a:pt x="56" y="128"/>
                    </a:cubicBezTo>
                    <a:close/>
                    <a:moveTo>
                      <a:pt x="56" y="117"/>
                    </a:moveTo>
                    <a:cubicBezTo>
                      <a:pt x="56" y="116"/>
                      <a:pt x="56" y="116"/>
                      <a:pt x="56" y="116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56" y="117"/>
                      <a:pt x="56" y="117"/>
                      <a:pt x="56" y="117"/>
                    </a:cubicBezTo>
                    <a:close/>
                    <a:moveTo>
                      <a:pt x="55" y="112"/>
                    </a:moveTo>
                    <a:cubicBezTo>
                      <a:pt x="54" y="113"/>
                      <a:pt x="54" y="113"/>
                      <a:pt x="54" y="113"/>
                    </a:cubicBezTo>
                    <a:cubicBezTo>
                      <a:pt x="54" y="112"/>
                      <a:pt x="54" y="113"/>
                      <a:pt x="55" y="112"/>
                    </a:cubicBezTo>
                    <a:close/>
                    <a:moveTo>
                      <a:pt x="56" y="112"/>
                    </a:moveTo>
                    <a:cubicBezTo>
                      <a:pt x="56" y="110"/>
                      <a:pt x="56" y="111"/>
                      <a:pt x="55" y="110"/>
                    </a:cubicBezTo>
                    <a:cubicBezTo>
                      <a:pt x="55" y="112"/>
                      <a:pt x="55" y="112"/>
                      <a:pt x="55" y="112"/>
                    </a:cubicBezTo>
                    <a:cubicBezTo>
                      <a:pt x="56" y="112"/>
                      <a:pt x="56" y="112"/>
                      <a:pt x="56" y="112"/>
                    </a:cubicBezTo>
                    <a:close/>
                    <a:moveTo>
                      <a:pt x="129" y="187"/>
                    </a:moveTo>
                    <a:cubicBezTo>
                      <a:pt x="128" y="185"/>
                      <a:pt x="127" y="183"/>
                      <a:pt x="127" y="181"/>
                    </a:cubicBezTo>
                    <a:cubicBezTo>
                      <a:pt x="127" y="179"/>
                      <a:pt x="126" y="179"/>
                      <a:pt x="126" y="178"/>
                    </a:cubicBezTo>
                    <a:cubicBezTo>
                      <a:pt x="126" y="177"/>
                      <a:pt x="126" y="177"/>
                      <a:pt x="126" y="177"/>
                    </a:cubicBezTo>
                    <a:cubicBezTo>
                      <a:pt x="126" y="177"/>
                      <a:pt x="126" y="176"/>
                      <a:pt x="126" y="176"/>
                    </a:cubicBezTo>
                    <a:cubicBezTo>
                      <a:pt x="125" y="174"/>
                      <a:pt x="125" y="174"/>
                      <a:pt x="125" y="174"/>
                    </a:cubicBezTo>
                    <a:cubicBezTo>
                      <a:pt x="124" y="174"/>
                      <a:pt x="124" y="174"/>
                      <a:pt x="122" y="175"/>
                    </a:cubicBezTo>
                    <a:cubicBezTo>
                      <a:pt x="117" y="179"/>
                      <a:pt x="117" y="179"/>
                      <a:pt x="117" y="179"/>
                    </a:cubicBezTo>
                    <a:cubicBezTo>
                      <a:pt x="114" y="180"/>
                      <a:pt x="114" y="179"/>
                      <a:pt x="112" y="182"/>
                    </a:cubicBezTo>
                    <a:cubicBezTo>
                      <a:pt x="111" y="182"/>
                      <a:pt x="112" y="182"/>
                      <a:pt x="111" y="183"/>
                    </a:cubicBezTo>
                    <a:cubicBezTo>
                      <a:pt x="109" y="184"/>
                      <a:pt x="109" y="184"/>
                      <a:pt x="109" y="184"/>
                    </a:cubicBezTo>
                    <a:cubicBezTo>
                      <a:pt x="109" y="187"/>
                      <a:pt x="109" y="187"/>
                      <a:pt x="109" y="187"/>
                    </a:cubicBezTo>
                    <a:cubicBezTo>
                      <a:pt x="106" y="187"/>
                      <a:pt x="106" y="187"/>
                      <a:pt x="108" y="189"/>
                    </a:cubicBezTo>
                    <a:cubicBezTo>
                      <a:pt x="104" y="188"/>
                      <a:pt x="104" y="188"/>
                      <a:pt x="104" y="188"/>
                    </a:cubicBezTo>
                    <a:cubicBezTo>
                      <a:pt x="102" y="190"/>
                      <a:pt x="102" y="190"/>
                      <a:pt x="102" y="190"/>
                    </a:cubicBezTo>
                    <a:cubicBezTo>
                      <a:pt x="99" y="188"/>
                      <a:pt x="99" y="188"/>
                      <a:pt x="99" y="188"/>
                    </a:cubicBezTo>
                    <a:cubicBezTo>
                      <a:pt x="98" y="187"/>
                      <a:pt x="99" y="188"/>
                      <a:pt x="98" y="187"/>
                    </a:cubicBezTo>
                    <a:cubicBezTo>
                      <a:pt x="98" y="190"/>
                      <a:pt x="98" y="189"/>
                      <a:pt x="100" y="190"/>
                    </a:cubicBezTo>
                    <a:cubicBezTo>
                      <a:pt x="99" y="190"/>
                      <a:pt x="98" y="191"/>
                      <a:pt x="98" y="192"/>
                    </a:cubicBezTo>
                    <a:cubicBezTo>
                      <a:pt x="97" y="191"/>
                      <a:pt x="98" y="191"/>
                      <a:pt x="96" y="192"/>
                    </a:cubicBezTo>
                    <a:cubicBezTo>
                      <a:pt x="95" y="192"/>
                      <a:pt x="96" y="193"/>
                      <a:pt x="94" y="192"/>
                    </a:cubicBezTo>
                    <a:cubicBezTo>
                      <a:pt x="94" y="193"/>
                      <a:pt x="93" y="192"/>
                      <a:pt x="94" y="193"/>
                    </a:cubicBezTo>
                    <a:cubicBezTo>
                      <a:pt x="92" y="193"/>
                      <a:pt x="92" y="193"/>
                      <a:pt x="92" y="193"/>
                    </a:cubicBezTo>
                    <a:cubicBezTo>
                      <a:pt x="91" y="195"/>
                      <a:pt x="91" y="195"/>
                      <a:pt x="91" y="195"/>
                    </a:cubicBezTo>
                    <a:cubicBezTo>
                      <a:pt x="90" y="194"/>
                      <a:pt x="90" y="195"/>
                      <a:pt x="90" y="195"/>
                    </a:cubicBezTo>
                    <a:cubicBezTo>
                      <a:pt x="90" y="194"/>
                      <a:pt x="90" y="195"/>
                      <a:pt x="90" y="194"/>
                    </a:cubicBezTo>
                    <a:cubicBezTo>
                      <a:pt x="91" y="192"/>
                      <a:pt x="91" y="192"/>
                      <a:pt x="91" y="192"/>
                    </a:cubicBezTo>
                    <a:cubicBezTo>
                      <a:pt x="91" y="192"/>
                      <a:pt x="91" y="192"/>
                      <a:pt x="91" y="192"/>
                    </a:cubicBezTo>
                    <a:cubicBezTo>
                      <a:pt x="93" y="190"/>
                      <a:pt x="93" y="190"/>
                      <a:pt x="93" y="190"/>
                    </a:cubicBezTo>
                    <a:cubicBezTo>
                      <a:pt x="93" y="191"/>
                      <a:pt x="94" y="192"/>
                      <a:pt x="94" y="191"/>
                    </a:cubicBezTo>
                    <a:cubicBezTo>
                      <a:pt x="95" y="189"/>
                      <a:pt x="93" y="191"/>
                      <a:pt x="94" y="189"/>
                    </a:cubicBezTo>
                    <a:cubicBezTo>
                      <a:pt x="95" y="189"/>
                      <a:pt x="95" y="190"/>
                      <a:pt x="96" y="190"/>
                    </a:cubicBezTo>
                    <a:cubicBezTo>
                      <a:pt x="96" y="190"/>
                      <a:pt x="96" y="190"/>
                      <a:pt x="98" y="189"/>
                    </a:cubicBezTo>
                    <a:cubicBezTo>
                      <a:pt x="97" y="188"/>
                      <a:pt x="98" y="189"/>
                      <a:pt x="97" y="187"/>
                    </a:cubicBezTo>
                    <a:cubicBezTo>
                      <a:pt x="98" y="186"/>
                      <a:pt x="100" y="184"/>
                      <a:pt x="101" y="182"/>
                    </a:cubicBezTo>
                    <a:cubicBezTo>
                      <a:pt x="102" y="181"/>
                      <a:pt x="102" y="181"/>
                      <a:pt x="102" y="181"/>
                    </a:cubicBezTo>
                    <a:cubicBezTo>
                      <a:pt x="104" y="180"/>
                      <a:pt x="103" y="180"/>
                      <a:pt x="104" y="179"/>
                    </a:cubicBezTo>
                    <a:cubicBezTo>
                      <a:pt x="103" y="177"/>
                      <a:pt x="104" y="179"/>
                      <a:pt x="103" y="178"/>
                    </a:cubicBezTo>
                    <a:cubicBezTo>
                      <a:pt x="104" y="177"/>
                      <a:pt x="104" y="178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5"/>
                      <a:pt x="103" y="175"/>
                      <a:pt x="103" y="174"/>
                    </a:cubicBezTo>
                    <a:cubicBezTo>
                      <a:pt x="104" y="175"/>
                      <a:pt x="103" y="174"/>
                      <a:pt x="105" y="175"/>
                    </a:cubicBezTo>
                    <a:cubicBezTo>
                      <a:pt x="105" y="175"/>
                      <a:pt x="106" y="175"/>
                      <a:pt x="106" y="175"/>
                    </a:cubicBezTo>
                    <a:cubicBezTo>
                      <a:pt x="106" y="175"/>
                      <a:pt x="106" y="175"/>
                      <a:pt x="106" y="175"/>
                    </a:cubicBezTo>
                    <a:cubicBezTo>
                      <a:pt x="106" y="175"/>
                      <a:pt x="106" y="175"/>
                      <a:pt x="106" y="175"/>
                    </a:cubicBezTo>
                    <a:cubicBezTo>
                      <a:pt x="107" y="175"/>
                      <a:pt x="107" y="175"/>
                      <a:pt x="107" y="175"/>
                    </a:cubicBezTo>
                    <a:cubicBezTo>
                      <a:pt x="108" y="174"/>
                      <a:pt x="107" y="175"/>
                      <a:pt x="108" y="174"/>
                    </a:cubicBezTo>
                    <a:cubicBezTo>
                      <a:pt x="110" y="171"/>
                      <a:pt x="110" y="171"/>
                      <a:pt x="110" y="171"/>
                    </a:cubicBezTo>
                    <a:cubicBezTo>
                      <a:pt x="110" y="171"/>
                      <a:pt x="110" y="171"/>
                      <a:pt x="110" y="170"/>
                    </a:cubicBezTo>
                    <a:cubicBezTo>
                      <a:pt x="111" y="169"/>
                      <a:pt x="110" y="170"/>
                      <a:pt x="111" y="169"/>
                    </a:cubicBezTo>
                    <a:cubicBezTo>
                      <a:pt x="111" y="169"/>
                      <a:pt x="111" y="169"/>
                      <a:pt x="111" y="169"/>
                    </a:cubicBezTo>
                    <a:cubicBezTo>
                      <a:pt x="112" y="168"/>
                      <a:pt x="113" y="166"/>
                      <a:pt x="114" y="165"/>
                    </a:cubicBezTo>
                    <a:cubicBezTo>
                      <a:pt x="114" y="163"/>
                      <a:pt x="114" y="163"/>
                      <a:pt x="115" y="162"/>
                    </a:cubicBezTo>
                    <a:cubicBezTo>
                      <a:pt x="118" y="157"/>
                      <a:pt x="117" y="153"/>
                      <a:pt x="115" y="148"/>
                    </a:cubicBezTo>
                    <a:cubicBezTo>
                      <a:pt x="114" y="145"/>
                      <a:pt x="114" y="145"/>
                      <a:pt x="114" y="145"/>
                    </a:cubicBezTo>
                    <a:cubicBezTo>
                      <a:pt x="113" y="143"/>
                      <a:pt x="114" y="143"/>
                      <a:pt x="113" y="142"/>
                    </a:cubicBezTo>
                    <a:cubicBezTo>
                      <a:pt x="112" y="139"/>
                      <a:pt x="112" y="139"/>
                      <a:pt x="112" y="139"/>
                    </a:cubicBezTo>
                    <a:cubicBezTo>
                      <a:pt x="111" y="136"/>
                      <a:pt x="110" y="128"/>
                      <a:pt x="109" y="125"/>
                    </a:cubicBezTo>
                    <a:cubicBezTo>
                      <a:pt x="108" y="117"/>
                      <a:pt x="108" y="117"/>
                      <a:pt x="108" y="117"/>
                    </a:cubicBezTo>
                    <a:cubicBezTo>
                      <a:pt x="107" y="113"/>
                      <a:pt x="109" y="114"/>
                      <a:pt x="106" y="111"/>
                    </a:cubicBezTo>
                    <a:cubicBezTo>
                      <a:pt x="107" y="108"/>
                      <a:pt x="107" y="108"/>
                      <a:pt x="107" y="108"/>
                    </a:cubicBezTo>
                    <a:cubicBezTo>
                      <a:pt x="105" y="109"/>
                      <a:pt x="105" y="109"/>
                      <a:pt x="105" y="109"/>
                    </a:cubicBezTo>
                    <a:cubicBezTo>
                      <a:pt x="106" y="109"/>
                      <a:pt x="105" y="108"/>
                      <a:pt x="105" y="109"/>
                    </a:cubicBezTo>
                    <a:cubicBezTo>
                      <a:pt x="105" y="110"/>
                      <a:pt x="104" y="108"/>
                      <a:pt x="105" y="110"/>
                    </a:cubicBezTo>
                    <a:cubicBezTo>
                      <a:pt x="104" y="111"/>
                      <a:pt x="104" y="112"/>
                      <a:pt x="104" y="114"/>
                    </a:cubicBezTo>
                    <a:cubicBezTo>
                      <a:pt x="105" y="113"/>
                      <a:pt x="105" y="113"/>
                      <a:pt x="106" y="112"/>
                    </a:cubicBezTo>
                    <a:cubicBezTo>
                      <a:pt x="107" y="113"/>
                      <a:pt x="107" y="115"/>
                      <a:pt x="107" y="116"/>
                    </a:cubicBezTo>
                    <a:cubicBezTo>
                      <a:pt x="106" y="123"/>
                      <a:pt x="107" y="122"/>
                      <a:pt x="107" y="123"/>
                    </a:cubicBezTo>
                    <a:cubicBezTo>
                      <a:pt x="107" y="126"/>
                      <a:pt x="107" y="124"/>
                      <a:pt x="106" y="125"/>
                    </a:cubicBezTo>
                    <a:cubicBezTo>
                      <a:pt x="106" y="130"/>
                      <a:pt x="106" y="130"/>
                      <a:pt x="106" y="130"/>
                    </a:cubicBezTo>
                    <a:cubicBezTo>
                      <a:pt x="105" y="134"/>
                      <a:pt x="106" y="132"/>
                      <a:pt x="107" y="136"/>
                    </a:cubicBezTo>
                    <a:cubicBezTo>
                      <a:pt x="107" y="145"/>
                      <a:pt x="107" y="145"/>
                      <a:pt x="107" y="145"/>
                    </a:cubicBezTo>
                    <a:cubicBezTo>
                      <a:pt x="107" y="145"/>
                      <a:pt x="107" y="144"/>
                      <a:pt x="108" y="146"/>
                    </a:cubicBezTo>
                    <a:cubicBezTo>
                      <a:pt x="108" y="147"/>
                      <a:pt x="108" y="149"/>
                      <a:pt x="108" y="150"/>
                    </a:cubicBezTo>
                    <a:cubicBezTo>
                      <a:pt x="108" y="153"/>
                      <a:pt x="108" y="152"/>
                      <a:pt x="107" y="153"/>
                    </a:cubicBezTo>
                    <a:cubicBezTo>
                      <a:pt x="107" y="155"/>
                      <a:pt x="107" y="155"/>
                      <a:pt x="106" y="156"/>
                    </a:cubicBezTo>
                    <a:cubicBezTo>
                      <a:pt x="106" y="158"/>
                      <a:pt x="105" y="159"/>
                      <a:pt x="105" y="160"/>
                    </a:cubicBezTo>
                    <a:cubicBezTo>
                      <a:pt x="104" y="164"/>
                      <a:pt x="102" y="165"/>
                      <a:pt x="100" y="168"/>
                    </a:cubicBezTo>
                    <a:cubicBezTo>
                      <a:pt x="100" y="169"/>
                      <a:pt x="100" y="168"/>
                      <a:pt x="100" y="169"/>
                    </a:cubicBezTo>
                    <a:cubicBezTo>
                      <a:pt x="98" y="171"/>
                      <a:pt x="98" y="174"/>
                      <a:pt x="96" y="175"/>
                    </a:cubicBezTo>
                    <a:cubicBezTo>
                      <a:pt x="96" y="176"/>
                      <a:pt x="96" y="176"/>
                      <a:pt x="96" y="176"/>
                    </a:cubicBezTo>
                    <a:cubicBezTo>
                      <a:pt x="96" y="176"/>
                      <a:pt x="95" y="176"/>
                      <a:pt x="95" y="176"/>
                    </a:cubicBezTo>
                    <a:cubicBezTo>
                      <a:pt x="77" y="191"/>
                      <a:pt x="77" y="191"/>
                      <a:pt x="77" y="191"/>
                    </a:cubicBezTo>
                    <a:cubicBezTo>
                      <a:pt x="77" y="191"/>
                      <a:pt x="76" y="191"/>
                      <a:pt x="75" y="192"/>
                    </a:cubicBezTo>
                    <a:cubicBezTo>
                      <a:pt x="74" y="192"/>
                      <a:pt x="73" y="193"/>
                      <a:pt x="73" y="193"/>
                    </a:cubicBezTo>
                    <a:cubicBezTo>
                      <a:pt x="70" y="195"/>
                      <a:pt x="70" y="196"/>
                      <a:pt x="66" y="198"/>
                    </a:cubicBezTo>
                    <a:cubicBezTo>
                      <a:pt x="64" y="198"/>
                      <a:pt x="64" y="198"/>
                      <a:pt x="64" y="198"/>
                    </a:cubicBezTo>
                    <a:cubicBezTo>
                      <a:pt x="62" y="199"/>
                      <a:pt x="61" y="198"/>
                      <a:pt x="60" y="197"/>
                    </a:cubicBezTo>
                    <a:cubicBezTo>
                      <a:pt x="57" y="195"/>
                      <a:pt x="57" y="195"/>
                      <a:pt x="57" y="195"/>
                    </a:cubicBezTo>
                    <a:cubicBezTo>
                      <a:pt x="53" y="193"/>
                      <a:pt x="53" y="191"/>
                      <a:pt x="53" y="187"/>
                    </a:cubicBezTo>
                    <a:cubicBezTo>
                      <a:pt x="54" y="186"/>
                      <a:pt x="55" y="183"/>
                      <a:pt x="55" y="181"/>
                    </a:cubicBezTo>
                    <a:cubicBezTo>
                      <a:pt x="57" y="179"/>
                      <a:pt x="57" y="179"/>
                      <a:pt x="57" y="179"/>
                    </a:cubicBezTo>
                    <a:cubicBezTo>
                      <a:pt x="57" y="179"/>
                      <a:pt x="57" y="178"/>
                      <a:pt x="57" y="177"/>
                    </a:cubicBezTo>
                    <a:cubicBezTo>
                      <a:pt x="57" y="177"/>
                      <a:pt x="57" y="177"/>
                      <a:pt x="57" y="177"/>
                    </a:cubicBezTo>
                    <a:cubicBezTo>
                      <a:pt x="59" y="171"/>
                      <a:pt x="58" y="170"/>
                      <a:pt x="58" y="167"/>
                    </a:cubicBezTo>
                    <a:cubicBezTo>
                      <a:pt x="58" y="167"/>
                      <a:pt x="59" y="166"/>
                      <a:pt x="59" y="166"/>
                    </a:cubicBezTo>
                    <a:cubicBezTo>
                      <a:pt x="65" y="154"/>
                      <a:pt x="65" y="154"/>
                      <a:pt x="65" y="154"/>
                    </a:cubicBezTo>
                    <a:cubicBezTo>
                      <a:pt x="67" y="151"/>
                      <a:pt x="67" y="152"/>
                      <a:pt x="69" y="148"/>
                    </a:cubicBezTo>
                    <a:cubicBezTo>
                      <a:pt x="68" y="148"/>
                      <a:pt x="67" y="148"/>
                      <a:pt x="67" y="148"/>
                    </a:cubicBezTo>
                    <a:cubicBezTo>
                      <a:pt x="66" y="149"/>
                      <a:pt x="68" y="148"/>
                      <a:pt x="67" y="148"/>
                    </a:cubicBezTo>
                    <a:cubicBezTo>
                      <a:pt x="66" y="149"/>
                      <a:pt x="66" y="149"/>
                      <a:pt x="66" y="149"/>
                    </a:cubicBezTo>
                    <a:cubicBezTo>
                      <a:pt x="66" y="149"/>
                      <a:pt x="65" y="149"/>
                      <a:pt x="65" y="149"/>
                    </a:cubicBezTo>
                    <a:cubicBezTo>
                      <a:pt x="64" y="151"/>
                      <a:pt x="65" y="149"/>
                      <a:pt x="65" y="150"/>
                    </a:cubicBezTo>
                    <a:cubicBezTo>
                      <a:pt x="62" y="154"/>
                      <a:pt x="62" y="154"/>
                      <a:pt x="62" y="154"/>
                    </a:cubicBezTo>
                    <a:cubicBezTo>
                      <a:pt x="61" y="154"/>
                      <a:pt x="61" y="154"/>
                      <a:pt x="61" y="154"/>
                    </a:cubicBezTo>
                    <a:cubicBezTo>
                      <a:pt x="61" y="154"/>
                      <a:pt x="61" y="154"/>
                      <a:pt x="61" y="154"/>
                    </a:cubicBezTo>
                    <a:cubicBezTo>
                      <a:pt x="59" y="160"/>
                      <a:pt x="59" y="160"/>
                      <a:pt x="59" y="160"/>
                    </a:cubicBezTo>
                    <a:cubicBezTo>
                      <a:pt x="58" y="158"/>
                      <a:pt x="59" y="159"/>
                      <a:pt x="57" y="159"/>
                    </a:cubicBezTo>
                    <a:cubicBezTo>
                      <a:pt x="54" y="158"/>
                      <a:pt x="55" y="157"/>
                      <a:pt x="53" y="159"/>
                    </a:cubicBezTo>
                    <a:cubicBezTo>
                      <a:pt x="52" y="160"/>
                      <a:pt x="52" y="160"/>
                      <a:pt x="52" y="160"/>
                    </a:cubicBezTo>
                    <a:cubicBezTo>
                      <a:pt x="51" y="159"/>
                      <a:pt x="49" y="159"/>
                      <a:pt x="49" y="158"/>
                    </a:cubicBezTo>
                    <a:cubicBezTo>
                      <a:pt x="48" y="159"/>
                      <a:pt x="46" y="162"/>
                      <a:pt x="47" y="163"/>
                    </a:cubicBezTo>
                    <a:cubicBezTo>
                      <a:pt x="46" y="163"/>
                      <a:pt x="46" y="163"/>
                      <a:pt x="46" y="163"/>
                    </a:cubicBezTo>
                    <a:cubicBezTo>
                      <a:pt x="47" y="161"/>
                      <a:pt x="47" y="161"/>
                      <a:pt x="45" y="160"/>
                    </a:cubicBezTo>
                    <a:cubicBezTo>
                      <a:pt x="45" y="163"/>
                      <a:pt x="45" y="166"/>
                      <a:pt x="46" y="168"/>
                    </a:cubicBezTo>
                    <a:cubicBezTo>
                      <a:pt x="46" y="169"/>
                      <a:pt x="46" y="169"/>
                      <a:pt x="46" y="169"/>
                    </a:cubicBezTo>
                    <a:cubicBezTo>
                      <a:pt x="44" y="169"/>
                      <a:pt x="44" y="171"/>
                      <a:pt x="44" y="172"/>
                    </a:cubicBezTo>
                    <a:cubicBezTo>
                      <a:pt x="44" y="174"/>
                      <a:pt x="44" y="174"/>
                      <a:pt x="44" y="174"/>
                    </a:cubicBezTo>
                    <a:cubicBezTo>
                      <a:pt x="43" y="174"/>
                      <a:pt x="43" y="174"/>
                      <a:pt x="43" y="174"/>
                    </a:cubicBezTo>
                    <a:cubicBezTo>
                      <a:pt x="43" y="176"/>
                      <a:pt x="43" y="176"/>
                      <a:pt x="43" y="176"/>
                    </a:cubicBezTo>
                    <a:cubicBezTo>
                      <a:pt x="44" y="177"/>
                      <a:pt x="44" y="178"/>
                      <a:pt x="44" y="180"/>
                    </a:cubicBezTo>
                    <a:cubicBezTo>
                      <a:pt x="45" y="179"/>
                      <a:pt x="45" y="180"/>
                      <a:pt x="45" y="179"/>
                    </a:cubicBezTo>
                    <a:cubicBezTo>
                      <a:pt x="46" y="182"/>
                      <a:pt x="44" y="179"/>
                      <a:pt x="45" y="182"/>
                    </a:cubicBezTo>
                    <a:cubicBezTo>
                      <a:pt x="44" y="182"/>
                      <a:pt x="44" y="182"/>
                      <a:pt x="43" y="182"/>
                    </a:cubicBezTo>
                    <a:cubicBezTo>
                      <a:pt x="43" y="183"/>
                      <a:pt x="43" y="183"/>
                      <a:pt x="43" y="183"/>
                    </a:cubicBezTo>
                    <a:cubicBezTo>
                      <a:pt x="43" y="183"/>
                      <a:pt x="43" y="183"/>
                      <a:pt x="43" y="183"/>
                    </a:cubicBezTo>
                    <a:cubicBezTo>
                      <a:pt x="43" y="185"/>
                      <a:pt x="43" y="185"/>
                      <a:pt x="43" y="185"/>
                    </a:cubicBezTo>
                    <a:cubicBezTo>
                      <a:pt x="43" y="187"/>
                      <a:pt x="43" y="187"/>
                      <a:pt x="43" y="188"/>
                    </a:cubicBezTo>
                    <a:cubicBezTo>
                      <a:pt x="43" y="190"/>
                      <a:pt x="44" y="192"/>
                      <a:pt x="45" y="192"/>
                    </a:cubicBezTo>
                    <a:cubicBezTo>
                      <a:pt x="45" y="193"/>
                      <a:pt x="45" y="193"/>
                      <a:pt x="45" y="193"/>
                    </a:cubicBezTo>
                    <a:cubicBezTo>
                      <a:pt x="46" y="194"/>
                      <a:pt x="44" y="193"/>
                      <a:pt x="46" y="195"/>
                    </a:cubicBezTo>
                    <a:cubicBezTo>
                      <a:pt x="45" y="196"/>
                      <a:pt x="47" y="195"/>
                      <a:pt x="46" y="196"/>
                    </a:cubicBezTo>
                    <a:cubicBezTo>
                      <a:pt x="45" y="197"/>
                      <a:pt x="45" y="197"/>
                      <a:pt x="45" y="197"/>
                    </a:cubicBezTo>
                    <a:cubicBezTo>
                      <a:pt x="47" y="199"/>
                      <a:pt x="45" y="197"/>
                      <a:pt x="46" y="199"/>
                    </a:cubicBezTo>
                    <a:cubicBezTo>
                      <a:pt x="46" y="202"/>
                      <a:pt x="50" y="212"/>
                      <a:pt x="51" y="214"/>
                    </a:cubicBezTo>
                    <a:cubicBezTo>
                      <a:pt x="54" y="213"/>
                      <a:pt x="54" y="213"/>
                      <a:pt x="54" y="213"/>
                    </a:cubicBezTo>
                    <a:cubicBezTo>
                      <a:pt x="54" y="213"/>
                      <a:pt x="55" y="214"/>
                      <a:pt x="54" y="212"/>
                    </a:cubicBezTo>
                    <a:cubicBezTo>
                      <a:pt x="56" y="212"/>
                      <a:pt x="56" y="210"/>
                      <a:pt x="57" y="209"/>
                    </a:cubicBezTo>
                    <a:cubicBezTo>
                      <a:pt x="57" y="209"/>
                      <a:pt x="57" y="209"/>
                      <a:pt x="58" y="209"/>
                    </a:cubicBezTo>
                    <a:cubicBezTo>
                      <a:pt x="58" y="209"/>
                      <a:pt x="58" y="209"/>
                      <a:pt x="58" y="208"/>
                    </a:cubicBezTo>
                    <a:cubicBezTo>
                      <a:pt x="60" y="208"/>
                      <a:pt x="60" y="208"/>
                      <a:pt x="60" y="208"/>
                    </a:cubicBezTo>
                    <a:cubicBezTo>
                      <a:pt x="60" y="208"/>
                      <a:pt x="60" y="208"/>
                      <a:pt x="60" y="208"/>
                    </a:cubicBezTo>
                    <a:cubicBezTo>
                      <a:pt x="61" y="208"/>
                      <a:pt x="61" y="208"/>
                      <a:pt x="61" y="208"/>
                    </a:cubicBezTo>
                    <a:cubicBezTo>
                      <a:pt x="61" y="208"/>
                      <a:pt x="61" y="208"/>
                      <a:pt x="61" y="208"/>
                    </a:cubicBezTo>
                    <a:cubicBezTo>
                      <a:pt x="72" y="206"/>
                      <a:pt x="72" y="206"/>
                      <a:pt x="72" y="206"/>
                    </a:cubicBezTo>
                    <a:cubicBezTo>
                      <a:pt x="73" y="206"/>
                      <a:pt x="73" y="206"/>
                      <a:pt x="74" y="206"/>
                    </a:cubicBezTo>
                    <a:cubicBezTo>
                      <a:pt x="75" y="204"/>
                      <a:pt x="77" y="206"/>
                      <a:pt x="79" y="203"/>
                    </a:cubicBezTo>
                    <a:cubicBezTo>
                      <a:pt x="80" y="204"/>
                      <a:pt x="80" y="203"/>
                      <a:pt x="81" y="204"/>
                    </a:cubicBezTo>
                    <a:cubicBezTo>
                      <a:pt x="81" y="204"/>
                      <a:pt x="80" y="203"/>
                      <a:pt x="80" y="202"/>
                    </a:cubicBezTo>
                    <a:cubicBezTo>
                      <a:pt x="83" y="202"/>
                      <a:pt x="84" y="197"/>
                      <a:pt x="87" y="196"/>
                    </a:cubicBezTo>
                    <a:cubicBezTo>
                      <a:pt x="83" y="202"/>
                      <a:pt x="83" y="202"/>
                      <a:pt x="83" y="202"/>
                    </a:cubicBezTo>
                    <a:cubicBezTo>
                      <a:pt x="84" y="202"/>
                      <a:pt x="85" y="202"/>
                      <a:pt x="87" y="202"/>
                    </a:cubicBezTo>
                    <a:cubicBezTo>
                      <a:pt x="87" y="202"/>
                      <a:pt x="87" y="202"/>
                      <a:pt x="87" y="202"/>
                    </a:cubicBezTo>
                    <a:cubicBezTo>
                      <a:pt x="98" y="200"/>
                      <a:pt x="98" y="200"/>
                      <a:pt x="98" y="200"/>
                    </a:cubicBezTo>
                    <a:cubicBezTo>
                      <a:pt x="99" y="197"/>
                      <a:pt x="98" y="202"/>
                      <a:pt x="99" y="199"/>
                    </a:cubicBezTo>
                    <a:cubicBezTo>
                      <a:pt x="103" y="199"/>
                      <a:pt x="103" y="199"/>
                      <a:pt x="103" y="199"/>
                    </a:cubicBezTo>
                    <a:cubicBezTo>
                      <a:pt x="102" y="198"/>
                      <a:pt x="103" y="198"/>
                      <a:pt x="106" y="198"/>
                    </a:cubicBezTo>
                    <a:cubicBezTo>
                      <a:pt x="105" y="196"/>
                      <a:pt x="105" y="196"/>
                      <a:pt x="105" y="196"/>
                    </a:cubicBezTo>
                    <a:cubicBezTo>
                      <a:pt x="107" y="197"/>
                      <a:pt x="107" y="197"/>
                      <a:pt x="107" y="197"/>
                    </a:cubicBezTo>
                    <a:cubicBezTo>
                      <a:pt x="107" y="197"/>
                      <a:pt x="107" y="197"/>
                      <a:pt x="107" y="197"/>
                    </a:cubicBezTo>
                    <a:cubicBezTo>
                      <a:pt x="108" y="197"/>
                      <a:pt x="108" y="197"/>
                      <a:pt x="108" y="197"/>
                    </a:cubicBezTo>
                    <a:cubicBezTo>
                      <a:pt x="107" y="195"/>
                      <a:pt x="107" y="196"/>
                      <a:pt x="108" y="196"/>
                    </a:cubicBezTo>
                    <a:cubicBezTo>
                      <a:pt x="108" y="196"/>
                      <a:pt x="108" y="194"/>
                      <a:pt x="108" y="197"/>
                    </a:cubicBezTo>
                    <a:cubicBezTo>
                      <a:pt x="109" y="196"/>
                      <a:pt x="109" y="196"/>
                      <a:pt x="109" y="196"/>
                    </a:cubicBezTo>
                    <a:cubicBezTo>
                      <a:pt x="109" y="196"/>
                      <a:pt x="110" y="196"/>
                      <a:pt x="110" y="196"/>
                    </a:cubicBezTo>
                    <a:cubicBezTo>
                      <a:pt x="109" y="194"/>
                      <a:pt x="109" y="194"/>
                      <a:pt x="109" y="194"/>
                    </a:cubicBezTo>
                    <a:cubicBezTo>
                      <a:pt x="111" y="195"/>
                      <a:pt x="110" y="195"/>
                      <a:pt x="110" y="196"/>
                    </a:cubicBezTo>
                    <a:cubicBezTo>
                      <a:pt x="113" y="196"/>
                      <a:pt x="111" y="196"/>
                      <a:pt x="114" y="196"/>
                    </a:cubicBezTo>
                    <a:cubicBezTo>
                      <a:pt x="116" y="194"/>
                      <a:pt x="115" y="195"/>
                      <a:pt x="118" y="194"/>
                    </a:cubicBezTo>
                    <a:cubicBezTo>
                      <a:pt x="117" y="193"/>
                      <a:pt x="117" y="193"/>
                      <a:pt x="117" y="193"/>
                    </a:cubicBezTo>
                    <a:cubicBezTo>
                      <a:pt x="117" y="193"/>
                      <a:pt x="116" y="193"/>
                      <a:pt x="116" y="193"/>
                    </a:cubicBezTo>
                    <a:cubicBezTo>
                      <a:pt x="116" y="193"/>
                      <a:pt x="116" y="193"/>
                      <a:pt x="115" y="192"/>
                    </a:cubicBezTo>
                    <a:cubicBezTo>
                      <a:pt x="115" y="193"/>
                      <a:pt x="115" y="191"/>
                      <a:pt x="115" y="193"/>
                    </a:cubicBezTo>
                    <a:cubicBezTo>
                      <a:pt x="113" y="193"/>
                      <a:pt x="114" y="194"/>
                      <a:pt x="113" y="191"/>
                    </a:cubicBezTo>
                    <a:cubicBezTo>
                      <a:pt x="114" y="192"/>
                      <a:pt x="113" y="192"/>
                      <a:pt x="114" y="192"/>
                    </a:cubicBezTo>
                    <a:cubicBezTo>
                      <a:pt x="114" y="192"/>
                      <a:pt x="114" y="191"/>
                      <a:pt x="114" y="190"/>
                    </a:cubicBezTo>
                    <a:cubicBezTo>
                      <a:pt x="114" y="191"/>
                      <a:pt x="113" y="190"/>
                      <a:pt x="114" y="191"/>
                    </a:cubicBezTo>
                    <a:cubicBezTo>
                      <a:pt x="115" y="192"/>
                      <a:pt x="114" y="191"/>
                      <a:pt x="115" y="192"/>
                    </a:cubicBezTo>
                    <a:cubicBezTo>
                      <a:pt x="115" y="189"/>
                      <a:pt x="115" y="189"/>
                      <a:pt x="115" y="189"/>
                    </a:cubicBezTo>
                    <a:cubicBezTo>
                      <a:pt x="116" y="189"/>
                      <a:pt x="116" y="190"/>
                      <a:pt x="117" y="192"/>
                    </a:cubicBezTo>
                    <a:cubicBezTo>
                      <a:pt x="119" y="195"/>
                      <a:pt x="118" y="191"/>
                      <a:pt x="119" y="193"/>
                    </a:cubicBezTo>
                    <a:cubicBezTo>
                      <a:pt x="121" y="193"/>
                      <a:pt x="121" y="193"/>
                      <a:pt x="121" y="193"/>
                    </a:cubicBezTo>
                    <a:cubicBezTo>
                      <a:pt x="122" y="191"/>
                      <a:pt x="122" y="191"/>
                      <a:pt x="122" y="191"/>
                    </a:cubicBezTo>
                    <a:cubicBezTo>
                      <a:pt x="120" y="191"/>
                      <a:pt x="121" y="191"/>
                      <a:pt x="120" y="191"/>
                    </a:cubicBezTo>
                    <a:cubicBezTo>
                      <a:pt x="116" y="188"/>
                      <a:pt x="117" y="189"/>
                      <a:pt x="115" y="186"/>
                    </a:cubicBezTo>
                    <a:cubicBezTo>
                      <a:pt x="117" y="187"/>
                      <a:pt x="115" y="187"/>
                      <a:pt x="118" y="187"/>
                    </a:cubicBezTo>
                    <a:cubicBezTo>
                      <a:pt x="118" y="186"/>
                      <a:pt x="118" y="187"/>
                      <a:pt x="118" y="186"/>
                    </a:cubicBezTo>
                    <a:cubicBezTo>
                      <a:pt x="120" y="186"/>
                      <a:pt x="120" y="186"/>
                      <a:pt x="120" y="186"/>
                    </a:cubicBezTo>
                    <a:cubicBezTo>
                      <a:pt x="119" y="185"/>
                      <a:pt x="119" y="185"/>
                      <a:pt x="118" y="184"/>
                    </a:cubicBezTo>
                    <a:cubicBezTo>
                      <a:pt x="118" y="184"/>
                      <a:pt x="118" y="184"/>
                      <a:pt x="118" y="184"/>
                    </a:cubicBezTo>
                    <a:cubicBezTo>
                      <a:pt x="118" y="184"/>
                      <a:pt x="118" y="184"/>
                      <a:pt x="118" y="184"/>
                    </a:cubicBezTo>
                    <a:cubicBezTo>
                      <a:pt x="120" y="183"/>
                      <a:pt x="122" y="185"/>
                      <a:pt x="125" y="186"/>
                    </a:cubicBezTo>
                    <a:cubicBezTo>
                      <a:pt x="126" y="187"/>
                      <a:pt x="126" y="186"/>
                      <a:pt x="126" y="186"/>
                    </a:cubicBezTo>
                    <a:cubicBezTo>
                      <a:pt x="126" y="187"/>
                      <a:pt x="127" y="188"/>
                      <a:pt x="129" y="187"/>
                    </a:cubicBezTo>
                    <a:close/>
                    <a:moveTo>
                      <a:pt x="93" y="89"/>
                    </a:moveTo>
                    <a:cubicBezTo>
                      <a:pt x="93" y="89"/>
                      <a:pt x="93" y="89"/>
                      <a:pt x="93" y="90"/>
                    </a:cubicBezTo>
                    <a:cubicBezTo>
                      <a:pt x="93" y="90"/>
                      <a:pt x="94" y="90"/>
                      <a:pt x="92" y="90"/>
                    </a:cubicBezTo>
                    <a:cubicBezTo>
                      <a:pt x="92" y="89"/>
                      <a:pt x="92" y="89"/>
                      <a:pt x="93" y="89"/>
                    </a:cubicBezTo>
                    <a:close/>
                    <a:moveTo>
                      <a:pt x="94" y="88"/>
                    </a:moveTo>
                    <a:cubicBezTo>
                      <a:pt x="94" y="88"/>
                      <a:pt x="95" y="89"/>
                      <a:pt x="94" y="88"/>
                    </a:cubicBezTo>
                    <a:cubicBezTo>
                      <a:pt x="94" y="88"/>
                      <a:pt x="93" y="87"/>
                      <a:pt x="94" y="88"/>
                    </a:cubicBezTo>
                    <a:close/>
                    <a:moveTo>
                      <a:pt x="54" y="140"/>
                    </a:moveTo>
                    <a:cubicBezTo>
                      <a:pt x="56" y="139"/>
                      <a:pt x="55" y="139"/>
                      <a:pt x="56" y="140"/>
                    </a:cubicBezTo>
                    <a:cubicBezTo>
                      <a:pt x="56" y="136"/>
                      <a:pt x="57" y="139"/>
                      <a:pt x="57" y="136"/>
                    </a:cubicBezTo>
                    <a:cubicBezTo>
                      <a:pt x="57" y="134"/>
                      <a:pt x="56" y="135"/>
                      <a:pt x="56" y="132"/>
                    </a:cubicBezTo>
                    <a:cubicBezTo>
                      <a:pt x="56" y="132"/>
                      <a:pt x="57" y="132"/>
                      <a:pt x="57" y="132"/>
                    </a:cubicBezTo>
                    <a:cubicBezTo>
                      <a:pt x="58" y="132"/>
                      <a:pt x="58" y="132"/>
                      <a:pt x="58" y="132"/>
                    </a:cubicBezTo>
                    <a:cubicBezTo>
                      <a:pt x="60" y="130"/>
                      <a:pt x="59" y="120"/>
                      <a:pt x="59" y="120"/>
                    </a:cubicBezTo>
                    <a:cubicBezTo>
                      <a:pt x="59" y="119"/>
                      <a:pt x="59" y="119"/>
                      <a:pt x="59" y="119"/>
                    </a:cubicBezTo>
                    <a:cubicBezTo>
                      <a:pt x="59" y="118"/>
                      <a:pt x="59" y="118"/>
                      <a:pt x="59" y="118"/>
                    </a:cubicBezTo>
                    <a:cubicBezTo>
                      <a:pt x="58" y="119"/>
                      <a:pt x="58" y="117"/>
                      <a:pt x="58" y="120"/>
                    </a:cubicBezTo>
                    <a:cubicBezTo>
                      <a:pt x="58" y="120"/>
                      <a:pt x="58" y="120"/>
                      <a:pt x="58" y="120"/>
                    </a:cubicBezTo>
                    <a:cubicBezTo>
                      <a:pt x="58" y="120"/>
                      <a:pt x="58" y="121"/>
                      <a:pt x="59" y="121"/>
                    </a:cubicBezTo>
                    <a:cubicBezTo>
                      <a:pt x="59" y="121"/>
                      <a:pt x="59" y="121"/>
                      <a:pt x="59" y="121"/>
                    </a:cubicBezTo>
                    <a:cubicBezTo>
                      <a:pt x="57" y="122"/>
                      <a:pt x="57" y="122"/>
                      <a:pt x="57" y="122"/>
                    </a:cubicBezTo>
                    <a:cubicBezTo>
                      <a:pt x="58" y="122"/>
                      <a:pt x="56" y="123"/>
                      <a:pt x="58" y="123"/>
                    </a:cubicBezTo>
                    <a:cubicBezTo>
                      <a:pt x="57" y="123"/>
                      <a:pt x="58" y="123"/>
                      <a:pt x="57" y="124"/>
                    </a:cubicBezTo>
                    <a:cubicBezTo>
                      <a:pt x="56" y="125"/>
                      <a:pt x="58" y="123"/>
                      <a:pt x="57" y="125"/>
                    </a:cubicBezTo>
                    <a:cubicBezTo>
                      <a:pt x="56" y="127"/>
                      <a:pt x="56" y="127"/>
                      <a:pt x="56" y="127"/>
                    </a:cubicBezTo>
                    <a:cubicBezTo>
                      <a:pt x="55" y="127"/>
                      <a:pt x="55" y="127"/>
                      <a:pt x="55" y="127"/>
                    </a:cubicBezTo>
                    <a:cubicBezTo>
                      <a:pt x="55" y="129"/>
                      <a:pt x="55" y="129"/>
                      <a:pt x="55" y="129"/>
                    </a:cubicBezTo>
                    <a:cubicBezTo>
                      <a:pt x="54" y="128"/>
                      <a:pt x="54" y="127"/>
                      <a:pt x="55" y="125"/>
                    </a:cubicBezTo>
                    <a:cubicBezTo>
                      <a:pt x="54" y="124"/>
                      <a:pt x="54" y="124"/>
                      <a:pt x="54" y="124"/>
                    </a:cubicBezTo>
                    <a:cubicBezTo>
                      <a:pt x="54" y="118"/>
                      <a:pt x="55" y="121"/>
                      <a:pt x="55" y="118"/>
                    </a:cubicBezTo>
                    <a:cubicBezTo>
                      <a:pt x="55" y="118"/>
                      <a:pt x="55" y="117"/>
                      <a:pt x="55" y="116"/>
                    </a:cubicBezTo>
                    <a:cubicBezTo>
                      <a:pt x="56" y="117"/>
                      <a:pt x="56" y="117"/>
                      <a:pt x="56" y="117"/>
                    </a:cubicBezTo>
                    <a:cubicBezTo>
                      <a:pt x="57" y="118"/>
                      <a:pt x="55" y="118"/>
                      <a:pt x="57" y="118"/>
                    </a:cubicBezTo>
                    <a:cubicBezTo>
                      <a:pt x="57" y="118"/>
                      <a:pt x="58" y="116"/>
                      <a:pt x="58" y="116"/>
                    </a:cubicBezTo>
                    <a:cubicBezTo>
                      <a:pt x="56" y="114"/>
                      <a:pt x="56" y="117"/>
                      <a:pt x="56" y="112"/>
                    </a:cubicBezTo>
                    <a:cubicBezTo>
                      <a:pt x="58" y="113"/>
                      <a:pt x="56" y="112"/>
                      <a:pt x="58" y="113"/>
                    </a:cubicBezTo>
                    <a:cubicBezTo>
                      <a:pt x="58" y="112"/>
                      <a:pt x="58" y="112"/>
                      <a:pt x="59" y="111"/>
                    </a:cubicBezTo>
                    <a:cubicBezTo>
                      <a:pt x="59" y="112"/>
                      <a:pt x="59" y="111"/>
                      <a:pt x="59" y="112"/>
                    </a:cubicBezTo>
                    <a:cubicBezTo>
                      <a:pt x="59" y="112"/>
                      <a:pt x="60" y="113"/>
                      <a:pt x="60" y="113"/>
                    </a:cubicBezTo>
                    <a:cubicBezTo>
                      <a:pt x="60" y="112"/>
                      <a:pt x="60" y="111"/>
                      <a:pt x="60" y="111"/>
                    </a:cubicBezTo>
                    <a:cubicBezTo>
                      <a:pt x="60" y="111"/>
                      <a:pt x="61" y="110"/>
                      <a:pt x="61" y="109"/>
                    </a:cubicBezTo>
                    <a:cubicBezTo>
                      <a:pt x="63" y="109"/>
                      <a:pt x="63" y="109"/>
                      <a:pt x="63" y="109"/>
                    </a:cubicBezTo>
                    <a:cubicBezTo>
                      <a:pt x="64" y="109"/>
                      <a:pt x="68" y="106"/>
                      <a:pt x="71" y="105"/>
                    </a:cubicBezTo>
                    <a:cubicBezTo>
                      <a:pt x="71" y="105"/>
                      <a:pt x="72" y="105"/>
                      <a:pt x="72" y="105"/>
                    </a:cubicBezTo>
                    <a:cubicBezTo>
                      <a:pt x="72" y="104"/>
                      <a:pt x="72" y="104"/>
                      <a:pt x="72" y="104"/>
                    </a:cubicBezTo>
                    <a:cubicBezTo>
                      <a:pt x="74" y="104"/>
                      <a:pt x="76" y="103"/>
                      <a:pt x="78" y="102"/>
                    </a:cubicBezTo>
                    <a:cubicBezTo>
                      <a:pt x="82" y="100"/>
                      <a:pt x="81" y="99"/>
                      <a:pt x="83" y="99"/>
                    </a:cubicBezTo>
                    <a:cubicBezTo>
                      <a:pt x="82" y="98"/>
                      <a:pt x="82" y="98"/>
                      <a:pt x="82" y="98"/>
                    </a:cubicBezTo>
                    <a:cubicBezTo>
                      <a:pt x="84" y="98"/>
                      <a:pt x="85" y="97"/>
                      <a:pt x="85" y="95"/>
                    </a:cubicBezTo>
                    <a:cubicBezTo>
                      <a:pt x="86" y="95"/>
                      <a:pt x="87" y="95"/>
                      <a:pt x="87" y="96"/>
                    </a:cubicBezTo>
                    <a:cubicBezTo>
                      <a:pt x="88" y="93"/>
                      <a:pt x="88" y="93"/>
                      <a:pt x="88" y="93"/>
                    </a:cubicBezTo>
                    <a:cubicBezTo>
                      <a:pt x="91" y="92"/>
                      <a:pt x="90" y="93"/>
                      <a:pt x="91" y="90"/>
                    </a:cubicBezTo>
                    <a:cubicBezTo>
                      <a:pt x="91" y="92"/>
                      <a:pt x="91" y="92"/>
                      <a:pt x="92" y="93"/>
                    </a:cubicBezTo>
                    <a:cubicBezTo>
                      <a:pt x="93" y="93"/>
                      <a:pt x="93" y="93"/>
                      <a:pt x="93" y="93"/>
                    </a:cubicBezTo>
                    <a:cubicBezTo>
                      <a:pt x="94" y="91"/>
                      <a:pt x="94" y="91"/>
                      <a:pt x="94" y="91"/>
                    </a:cubicBezTo>
                    <a:cubicBezTo>
                      <a:pt x="94" y="90"/>
                      <a:pt x="95" y="89"/>
                      <a:pt x="96" y="89"/>
                    </a:cubicBezTo>
                    <a:cubicBezTo>
                      <a:pt x="95" y="87"/>
                      <a:pt x="95" y="89"/>
                      <a:pt x="96" y="87"/>
                    </a:cubicBezTo>
                    <a:cubicBezTo>
                      <a:pt x="98" y="86"/>
                      <a:pt x="97" y="86"/>
                      <a:pt x="98" y="86"/>
                    </a:cubicBezTo>
                    <a:cubicBezTo>
                      <a:pt x="98" y="85"/>
                      <a:pt x="99" y="84"/>
                      <a:pt x="99" y="83"/>
                    </a:cubicBezTo>
                    <a:cubicBezTo>
                      <a:pt x="101" y="82"/>
                      <a:pt x="101" y="82"/>
                      <a:pt x="101" y="82"/>
                    </a:cubicBezTo>
                    <a:cubicBezTo>
                      <a:pt x="102" y="84"/>
                      <a:pt x="102" y="82"/>
                      <a:pt x="102" y="85"/>
                    </a:cubicBezTo>
                    <a:cubicBezTo>
                      <a:pt x="103" y="88"/>
                      <a:pt x="103" y="88"/>
                      <a:pt x="103" y="88"/>
                    </a:cubicBezTo>
                    <a:cubicBezTo>
                      <a:pt x="103" y="89"/>
                      <a:pt x="103" y="88"/>
                      <a:pt x="103" y="90"/>
                    </a:cubicBezTo>
                    <a:cubicBezTo>
                      <a:pt x="103" y="90"/>
                      <a:pt x="103" y="90"/>
                      <a:pt x="103" y="90"/>
                    </a:cubicBezTo>
                    <a:cubicBezTo>
                      <a:pt x="103" y="92"/>
                      <a:pt x="103" y="92"/>
                      <a:pt x="104" y="93"/>
                    </a:cubicBezTo>
                    <a:cubicBezTo>
                      <a:pt x="102" y="94"/>
                      <a:pt x="102" y="94"/>
                      <a:pt x="102" y="94"/>
                    </a:cubicBezTo>
                    <a:cubicBezTo>
                      <a:pt x="104" y="96"/>
                      <a:pt x="104" y="96"/>
                      <a:pt x="105" y="99"/>
                    </a:cubicBezTo>
                    <a:cubicBezTo>
                      <a:pt x="106" y="105"/>
                      <a:pt x="106" y="105"/>
                      <a:pt x="106" y="105"/>
                    </a:cubicBezTo>
                    <a:cubicBezTo>
                      <a:pt x="106" y="105"/>
                      <a:pt x="105" y="105"/>
                      <a:pt x="105" y="105"/>
                    </a:cubicBezTo>
                    <a:cubicBezTo>
                      <a:pt x="104" y="106"/>
                      <a:pt x="104" y="106"/>
                      <a:pt x="104" y="106"/>
                    </a:cubicBezTo>
                    <a:cubicBezTo>
                      <a:pt x="104" y="104"/>
                      <a:pt x="105" y="107"/>
                      <a:pt x="102" y="103"/>
                    </a:cubicBezTo>
                    <a:cubicBezTo>
                      <a:pt x="102" y="108"/>
                      <a:pt x="102" y="115"/>
                      <a:pt x="105" y="116"/>
                    </a:cubicBezTo>
                    <a:cubicBezTo>
                      <a:pt x="104" y="123"/>
                      <a:pt x="104" y="123"/>
                      <a:pt x="104" y="123"/>
                    </a:cubicBezTo>
                    <a:cubicBezTo>
                      <a:pt x="103" y="123"/>
                      <a:pt x="103" y="124"/>
                      <a:pt x="103" y="123"/>
                    </a:cubicBezTo>
                    <a:cubicBezTo>
                      <a:pt x="103" y="123"/>
                      <a:pt x="103" y="124"/>
                      <a:pt x="103" y="124"/>
                    </a:cubicBezTo>
                    <a:cubicBezTo>
                      <a:pt x="102" y="123"/>
                      <a:pt x="102" y="123"/>
                      <a:pt x="101" y="122"/>
                    </a:cubicBezTo>
                    <a:cubicBezTo>
                      <a:pt x="99" y="125"/>
                      <a:pt x="99" y="125"/>
                      <a:pt x="99" y="125"/>
                    </a:cubicBezTo>
                    <a:cubicBezTo>
                      <a:pt x="99" y="125"/>
                      <a:pt x="99" y="125"/>
                      <a:pt x="98" y="125"/>
                    </a:cubicBezTo>
                    <a:cubicBezTo>
                      <a:pt x="98" y="125"/>
                      <a:pt x="98" y="125"/>
                      <a:pt x="98" y="125"/>
                    </a:cubicBezTo>
                    <a:cubicBezTo>
                      <a:pt x="98" y="125"/>
                      <a:pt x="98" y="124"/>
                      <a:pt x="98" y="124"/>
                    </a:cubicBezTo>
                    <a:cubicBezTo>
                      <a:pt x="98" y="124"/>
                      <a:pt x="98" y="124"/>
                      <a:pt x="97" y="124"/>
                    </a:cubicBezTo>
                    <a:cubicBezTo>
                      <a:pt x="97" y="124"/>
                      <a:pt x="97" y="124"/>
                      <a:pt x="97" y="123"/>
                    </a:cubicBezTo>
                    <a:cubicBezTo>
                      <a:pt x="93" y="122"/>
                      <a:pt x="93" y="122"/>
                      <a:pt x="93" y="122"/>
                    </a:cubicBezTo>
                    <a:cubicBezTo>
                      <a:pt x="89" y="121"/>
                      <a:pt x="83" y="123"/>
                      <a:pt x="79" y="125"/>
                    </a:cubicBezTo>
                    <a:cubicBezTo>
                      <a:pt x="78" y="126"/>
                      <a:pt x="77" y="128"/>
                      <a:pt x="77" y="130"/>
                    </a:cubicBezTo>
                    <a:cubicBezTo>
                      <a:pt x="76" y="130"/>
                      <a:pt x="76" y="130"/>
                      <a:pt x="75" y="131"/>
                    </a:cubicBezTo>
                    <a:cubicBezTo>
                      <a:pt x="75" y="131"/>
                      <a:pt x="75" y="131"/>
                      <a:pt x="75" y="131"/>
                    </a:cubicBezTo>
                    <a:cubicBezTo>
                      <a:pt x="58" y="145"/>
                      <a:pt x="58" y="145"/>
                      <a:pt x="58" y="145"/>
                    </a:cubicBezTo>
                    <a:cubicBezTo>
                      <a:pt x="57" y="144"/>
                      <a:pt x="57" y="144"/>
                      <a:pt x="57" y="144"/>
                    </a:cubicBezTo>
                    <a:cubicBezTo>
                      <a:pt x="56" y="145"/>
                      <a:pt x="56" y="145"/>
                      <a:pt x="56" y="145"/>
                    </a:cubicBezTo>
                    <a:cubicBezTo>
                      <a:pt x="56" y="143"/>
                      <a:pt x="56" y="144"/>
                      <a:pt x="56" y="142"/>
                    </a:cubicBezTo>
                    <a:cubicBezTo>
                      <a:pt x="55" y="143"/>
                      <a:pt x="55" y="143"/>
                      <a:pt x="55" y="143"/>
                    </a:cubicBezTo>
                    <a:cubicBezTo>
                      <a:pt x="55" y="143"/>
                      <a:pt x="54" y="145"/>
                      <a:pt x="55" y="143"/>
                    </a:cubicBezTo>
                    <a:cubicBezTo>
                      <a:pt x="54" y="143"/>
                      <a:pt x="54" y="143"/>
                      <a:pt x="54" y="142"/>
                    </a:cubicBezTo>
                    <a:cubicBezTo>
                      <a:pt x="54" y="141"/>
                      <a:pt x="54" y="141"/>
                      <a:pt x="54" y="140"/>
                    </a:cubicBezTo>
                    <a:close/>
                    <a:moveTo>
                      <a:pt x="96" y="87"/>
                    </a:moveTo>
                    <a:cubicBezTo>
                      <a:pt x="95" y="88"/>
                      <a:pt x="96" y="88"/>
                      <a:pt x="94" y="87"/>
                    </a:cubicBezTo>
                    <a:cubicBezTo>
                      <a:pt x="95" y="87"/>
                      <a:pt x="94" y="87"/>
                      <a:pt x="95" y="86"/>
                    </a:cubicBezTo>
                    <a:cubicBezTo>
                      <a:pt x="97" y="86"/>
                      <a:pt x="96" y="87"/>
                      <a:pt x="96" y="87"/>
                    </a:cubicBezTo>
                    <a:close/>
                    <a:moveTo>
                      <a:pt x="59" y="92"/>
                    </a:moveTo>
                    <a:cubicBezTo>
                      <a:pt x="62" y="94"/>
                      <a:pt x="62" y="91"/>
                      <a:pt x="63" y="90"/>
                    </a:cubicBezTo>
                    <a:cubicBezTo>
                      <a:pt x="63" y="90"/>
                      <a:pt x="63" y="90"/>
                      <a:pt x="63" y="90"/>
                    </a:cubicBezTo>
                    <a:cubicBezTo>
                      <a:pt x="63" y="88"/>
                      <a:pt x="63" y="88"/>
                      <a:pt x="63" y="88"/>
                    </a:cubicBezTo>
                    <a:cubicBezTo>
                      <a:pt x="65" y="84"/>
                      <a:pt x="62" y="88"/>
                      <a:pt x="66" y="83"/>
                    </a:cubicBezTo>
                    <a:cubicBezTo>
                      <a:pt x="65" y="81"/>
                      <a:pt x="66" y="82"/>
                      <a:pt x="65" y="81"/>
                    </a:cubicBezTo>
                    <a:cubicBezTo>
                      <a:pt x="64" y="84"/>
                      <a:pt x="65" y="81"/>
                      <a:pt x="63" y="84"/>
                    </a:cubicBezTo>
                    <a:cubicBezTo>
                      <a:pt x="62" y="86"/>
                      <a:pt x="61" y="91"/>
                      <a:pt x="59" y="92"/>
                    </a:cubicBezTo>
                    <a:close/>
                    <a:moveTo>
                      <a:pt x="66" y="80"/>
                    </a:moveTo>
                    <a:cubicBezTo>
                      <a:pt x="66" y="81"/>
                      <a:pt x="66" y="81"/>
                      <a:pt x="66" y="81"/>
                    </a:cubicBezTo>
                    <a:cubicBezTo>
                      <a:pt x="66" y="81"/>
                      <a:pt x="66" y="81"/>
                      <a:pt x="65" y="80"/>
                    </a:cubicBezTo>
                    <a:cubicBezTo>
                      <a:pt x="66" y="80"/>
                      <a:pt x="66" y="80"/>
                      <a:pt x="66" y="80"/>
                    </a:cubicBezTo>
                    <a:close/>
                    <a:moveTo>
                      <a:pt x="67" y="78"/>
                    </a:moveTo>
                    <a:cubicBezTo>
                      <a:pt x="66" y="79"/>
                      <a:pt x="67" y="78"/>
                      <a:pt x="66" y="80"/>
                    </a:cubicBezTo>
                    <a:cubicBezTo>
                      <a:pt x="67" y="80"/>
                      <a:pt x="67" y="80"/>
                      <a:pt x="67" y="80"/>
                    </a:cubicBezTo>
                    <a:lnTo>
                      <a:pt x="67" y="78"/>
                    </a:lnTo>
                    <a:close/>
                    <a:moveTo>
                      <a:pt x="67" y="78"/>
                    </a:moveTo>
                    <a:cubicBezTo>
                      <a:pt x="68" y="77"/>
                      <a:pt x="67" y="77"/>
                      <a:pt x="68" y="77"/>
                    </a:cubicBezTo>
                    <a:cubicBezTo>
                      <a:pt x="68" y="78"/>
                      <a:pt x="68" y="77"/>
                      <a:pt x="67" y="78"/>
                    </a:cubicBezTo>
                    <a:close/>
                    <a:moveTo>
                      <a:pt x="70" y="75"/>
                    </a:moveTo>
                    <a:cubicBezTo>
                      <a:pt x="69" y="75"/>
                      <a:pt x="69" y="75"/>
                      <a:pt x="69" y="75"/>
                    </a:cubicBezTo>
                    <a:cubicBezTo>
                      <a:pt x="68" y="77"/>
                      <a:pt x="68" y="77"/>
                      <a:pt x="68" y="77"/>
                    </a:cubicBezTo>
                    <a:cubicBezTo>
                      <a:pt x="69" y="76"/>
                      <a:pt x="69" y="77"/>
                      <a:pt x="69" y="76"/>
                    </a:cubicBezTo>
                    <a:cubicBezTo>
                      <a:pt x="70" y="75"/>
                      <a:pt x="69" y="76"/>
                      <a:pt x="70" y="75"/>
                    </a:cubicBezTo>
                    <a:close/>
                    <a:moveTo>
                      <a:pt x="70" y="75"/>
                    </a:moveTo>
                    <a:cubicBezTo>
                      <a:pt x="69" y="74"/>
                      <a:pt x="69" y="74"/>
                      <a:pt x="69" y="74"/>
                    </a:cubicBezTo>
                    <a:cubicBezTo>
                      <a:pt x="71" y="74"/>
                      <a:pt x="70" y="74"/>
                      <a:pt x="71" y="74"/>
                    </a:cubicBezTo>
                    <a:cubicBezTo>
                      <a:pt x="70" y="75"/>
                      <a:pt x="70" y="75"/>
                      <a:pt x="70" y="75"/>
                    </a:cubicBezTo>
                    <a:close/>
                    <a:moveTo>
                      <a:pt x="71" y="72"/>
                    </a:moveTo>
                    <a:cubicBezTo>
                      <a:pt x="72" y="71"/>
                      <a:pt x="72" y="72"/>
                      <a:pt x="72" y="71"/>
                    </a:cubicBezTo>
                    <a:cubicBezTo>
                      <a:pt x="72" y="72"/>
                      <a:pt x="72" y="72"/>
                      <a:pt x="71" y="73"/>
                    </a:cubicBezTo>
                    <a:cubicBezTo>
                      <a:pt x="71" y="72"/>
                      <a:pt x="71" y="72"/>
                      <a:pt x="71" y="72"/>
                    </a:cubicBezTo>
                    <a:close/>
                    <a:moveTo>
                      <a:pt x="138" y="63"/>
                    </a:moveTo>
                    <a:cubicBezTo>
                      <a:pt x="140" y="61"/>
                      <a:pt x="142" y="60"/>
                      <a:pt x="143" y="58"/>
                    </a:cubicBezTo>
                    <a:cubicBezTo>
                      <a:pt x="144" y="59"/>
                      <a:pt x="144" y="58"/>
                      <a:pt x="144" y="61"/>
                    </a:cubicBezTo>
                    <a:cubicBezTo>
                      <a:pt x="144" y="62"/>
                      <a:pt x="144" y="64"/>
                      <a:pt x="144" y="65"/>
                    </a:cubicBezTo>
                    <a:cubicBezTo>
                      <a:pt x="144" y="65"/>
                      <a:pt x="145" y="70"/>
                      <a:pt x="144" y="72"/>
                    </a:cubicBezTo>
                    <a:cubicBezTo>
                      <a:pt x="144" y="73"/>
                      <a:pt x="144" y="88"/>
                      <a:pt x="145" y="89"/>
                    </a:cubicBezTo>
                    <a:cubicBezTo>
                      <a:pt x="146" y="96"/>
                      <a:pt x="146" y="96"/>
                      <a:pt x="146" y="96"/>
                    </a:cubicBezTo>
                    <a:cubicBezTo>
                      <a:pt x="146" y="98"/>
                      <a:pt x="146" y="100"/>
                      <a:pt x="146" y="102"/>
                    </a:cubicBezTo>
                    <a:cubicBezTo>
                      <a:pt x="147" y="103"/>
                      <a:pt x="147" y="113"/>
                      <a:pt x="148" y="115"/>
                    </a:cubicBezTo>
                    <a:cubicBezTo>
                      <a:pt x="148" y="120"/>
                      <a:pt x="148" y="126"/>
                      <a:pt x="148" y="130"/>
                    </a:cubicBezTo>
                    <a:cubicBezTo>
                      <a:pt x="149" y="139"/>
                      <a:pt x="148" y="149"/>
                      <a:pt x="149" y="158"/>
                    </a:cubicBezTo>
                    <a:cubicBezTo>
                      <a:pt x="148" y="159"/>
                      <a:pt x="149" y="159"/>
                      <a:pt x="148" y="159"/>
                    </a:cubicBezTo>
                    <a:cubicBezTo>
                      <a:pt x="149" y="160"/>
                      <a:pt x="148" y="160"/>
                      <a:pt x="149" y="160"/>
                    </a:cubicBezTo>
                    <a:cubicBezTo>
                      <a:pt x="149" y="161"/>
                      <a:pt x="149" y="162"/>
                      <a:pt x="148" y="162"/>
                    </a:cubicBezTo>
                    <a:cubicBezTo>
                      <a:pt x="148" y="180"/>
                      <a:pt x="148" y="180"/>
                      <a:pt x="148" y="180"/>
                    </a:cubicBezTo>
                    <a:cubicBezTo>
                      <a:pt x="148" y="180"/>
                      <a:pt x="148" y="180"/>
                      <a:pt x="148" y="180"/>
                    </a:cubicBezTo>
                    <a:cubicBezTo>
                      <a:pt x="143" y="169"/>
                      <a:pt x="143" y="169"/>
                      <a:pt x="143" y="169"/>
                    </a:cubicBezTo>
                    <a:cubicBezTo>
                      <a:pt x="143" y="169"/>
                      <a:pt x="143" y="169"/>
                      <a:pt x="143" y="169"/>
                    </a:cubicBezTo>
                    <a:cubicBezTo>
                      <a:pt x="143" y="169"/>
                      <a:pt x="143" y="169"/>
                      <a:pt x="143" y="169"/>
                    </a:cubicBezTo>
                    <a:cubicBezTo>
                      <a:pt x="142" y="166"/>
                      <a:pt x="142" y="166"/>
                      <a:pt x="141" y="166"/>
                    </a:cubicBezTo>
                    <a:cubicBezTo>
                      <a:pt x="141" y="164"/>
                      <a:pt x="141" y="164"/>
                      <a:pt x="140" y="162"/>
                    </a:cubicBezTo>
                    <a:cubicBezTo>
                      <a:pt x="140" y="162"/>
                      <a:pt x="140" y="162"/>
                      <a:pt x="140" y="162"/>
                    </a:cubicBezTo>
                    <a:cubicBezTo>
                      <a:pt x="138" y="160"/>
                      <a:pt x="138" y="160"/>
                      <a:pt x="138" y="160"/>
                    </a:cubicBezTo>
                    <a:cubicBezTo>
                      <a:pt x="138" y="156"/>
                      <a:pt x="135" y="152"/>
                      <a:pt x="136" y="149"/>
                    </a:cubicBezTo>
                    <a:cubicBezTo>
                      <a:pt x="136" y="148"/>
                      <a:pt x="136" y="148"/>
                      <a:pt x="136" y="148"/>
                    </a:cubicBezTo>
                    <a:cubicBezTo>
                      <a:pt x="137" y="144"/>
                      <a:pt x="137" y="144"/>
                      <a:pt x="137" y="144"/>
                    </a:cubicBezTo>
                    <a:cubicBezTo>
                      <a:pt x="136" y="142"/>
                      <a:pt x="136" y="142"/>
                      <a:pt x="136" y="142"/>
                    </a:cubicBezTo>
                    <a:cubicBezTo>
                      <a:pt x="136" y="141"/>
                      <a:pt x="137" y="141"/>
                      <a:pt x="137" y="140"/>
                    </a:cubicBezTo>
                    <a:cubicBezTo>
                      <a:pt x="137" y="137"/>
                      <a:pt x="139" y="137"/>
                      <a:pt x="138" y="135"/>
                    </a:cubicBezTo>
                    <a:cubicBezTo>
                      <a:pt x="140" y="135"/>
                      <a:pt x="140" y="135"/>
                      <a:pt x="140" y="135"/>
                    </a:cubicBezTo>
                    <a:cubicBezTo>
                      <a:pt x="140" y="133"/>
                      <a:pt x="140" y="133"/>
                      <a:pt x="142" y="132"/>
                    </a:cubicBezTo>
                    <a:cubicBezTo>
                      <a:pt x="142" y="129"/>
                      <a:pt x="142" y="129"/>
                      <a:pt x="142" y="129"/>
                    </a:cubicBezTo>
                    <a:cubicBezTo>
                      <a:pt x="140" y="130"/>
                      <a:pt x="142" y="129"/>
                      <a:pt x="140" y="130"/>
                    </a:cubicBezTo>
                    <a:cubicBezTo>
                      <a:pt x="140" y="128"/>
                      <a:pt x="141" y="128"/>
                      <a:pt x="143" y="126"/>
                    </a:cubicBezTo>
                    <a:cubicBezTo>
                      <a:pt x="142" y="125"/>
                      <a:pt x="142" y="125"/>
                      <a:pt x="143" y="123"/>
                    </a:cubicBezTo>
                    <a:cubicBezTo>
                      <a:pt x="141" y="122"/>
                      <a:pt x="141" y="122"/>
                      <a:pt x="141" y="122"/>
                    </a:cubicBezTo>
                    <a:cubicBezTo>
                      <a:pt x="142" y="120"/>
                      <a:pt x="141" y="119"/>
                      <a:pt x="142" y="116"/>
                    </a:cubicBezTo>
                    <a:cubicBezTo>
                      <a:pt x="142" y="113"/>
                      <a:pt x="143" y="113"/>
                      <a:pt x="143" y="111"/>
                    </a:cubicBezTo>
                    <a:cubicBezTo>
                      <a:pt x="143" y="111"/>
                      <a:pt x="142" y="110"/>
                      <a:pt x="142" y="110"/>
                    </a:cubicBezTo>
                    <a:cubicBezTo>
                      <a:pt x="141" y="110"/>
                      <a:pt x="141" y="110"/>
                      <a:pt x="141" y="110"/>
                    </a:cubicBezTo>
                    <a:cubicBezTo>
                      <a:pt x="142" y="108"/>
                      <a:pt x="141" y="109"/>
                      <a:pt x="142" y="109"/>
                    </a:cubicBezTo>
                    <a:cubicBezTo>
                      <a:pt x="142" y="106"/>
                      <a:pt x="142" y="107"/>
                      <a:pt x="143" y="106"/>
                    </a:cubicBezTo>
                    <a:cubicBezTo>
                      <a:pt x="144" y="103"/>
                      <a:pt x="142" y="106"/>
                      <a:pt x="143" y="104"/>
                    </a:cubicBezTo>
                    <a:cubicBezTo>
                      <a:pt x="143" y="102"/>
                      <a:pt x="143" y="105"/>
                      <a:pt x="144" y="102"/>
                    </a:cubicBezTo>
                    <a:cubicBezTo>
                      <a:pt x="144" y="102"/>
                      <a:pt x="144" y="101"/>
                      <a:pt x="144" y="100"/>
                    </a:cubicBezTo>
                    <a:cubicBezTo>
                      <a:pt x="144" y="101"/>
                      <a:pt x="144" y="101"/>
                      <a:pt x="144" y="100"/>
                    </a:cubicBezTo>
                    <a:cubicBezTo>
                      <a:pt x="145" y="96"/>
                      <a:pt x="144" y="96"/>
                      <a:pt x="141" y="95"/>
                    </a:cubicBezTo>
                    <a:cubicBezTo>
                      <a:pt x="141" y="92"/>
                      <a:pt x="141" y="92"/>
                      <a:pt x="141" y="92"/>
                    </a:cubicBezTo>
                    <a:cubicBezTo>
                      <a:pt x="141" y="92"/>
                      <a:pt x="141" y="91"/>
                      <a:pt x="142" y="91"/>
                    </a:cubicBezTo>
                    <a:cubicBezTo>
                      <a:pt x="144" y="89"/>
                      <a:pt x="141" y="92"/>
                      <a:pt x="142" y="91"/>
                    </a:cubicBezTo>
                    <a:cubicBezTo>
                      <a:pt x="143" y="90"/>
                      <a:pt x="143" y="90"/>
                      <a:pt x="143" y="90"/>
                    </a:cubicBezTo>
                    <a:cubicBezTo>
                      <a:pt x="144" y="80"/>
                      <a:pt x="143" y="85"/>
                      <a:pt x="140" y="81"/>
                    </a:cubicBezTo>
                    <a:cubicBezTo>
                      <a:pt x="141" y="80"/>
                      <a:pt x="140" y="77"/>
                      <a:pt x="142" y="76"/>
                    </a:cubicBezTo>
                    <a:cubicBezTo>
                      <a:pt x="142" y="73"/>
                      <a:pt x="142" y="75"/>
                      <a:pt x="140" y="72"/>
                    </a:cubicBezTo>
                    <a:cubicBezTo>
                      <a:pt x="140" y="71"/>
                      <a:pt x="140" y="70"/>
                      <a:pt x="140" y="69"/>
                    </a:cubicBezTo>
                    <a:cubicBezTo>
                      <a:pt x="139" y="65"/>
                      <a:pt x="139" y="65"/>
                      <a:pt x="139" y="65"/>
                    </a:cubicBezTo>
                    <a:cubicBezTo>
                      <a:pt x="138" y="64"/>
                      <a:pt x="138" y="65"/>
                      <a:pt x="138" y="63"/>
                    </a:cubicBezTo>
                    <a:close/>
                    <a:moveTo>
                      <a:pt x="92" y="57"/>
                    </a:moveTo>
                    <a:cubicBezTo>
                      <a:pt x="93" y="58"/>
                      <a:pt x="93" y="58"/>
                      <a:pt x="93" y="58"/>
                    </a:cubicBezTo>
                    <a:cubicBezTo>
                      <a:pt x="91" y="57"/>
                      <a:pt x="93" y="58"/>
                      <a:pt x="91" y="58"/>
                    </a:cubicBezTo>
                    <a:cubicBezTo>
                      <a:pt x="90" y="60"/>
                      <a:pt x="90" y="59"/>
                      <a:pt x="89" y="60"/>
                    </a:cubicBezTo>
                    <a:cubicBezTo>
                      <a:pt x="84" y="64"/>
                      <a:pt x="84" y="64"/>
                      <a:pt x="84" y="64"/>
                    </a:cubicBezTo>
                    <a:cubicBezTo>
                      <a:pt x="84" y="64"/>
                      <a:pt x="84" y="64"/>
                      <a:pt x="84" y="64"/>
                    </a:cubicBezTo>
                    <a:cubicBezTo>
                      <a:pt x="84" y="64"/>
                      <a:pt x="84" y="64"/>
                      <a:pt x="84" y="64"/>
                    </a:cubicBezTo>
                    <a:cubicBezTo>
                      <a:pt x="82" y="66"/>
                      <a:pt x="82" y="66"/>
                      <a:pt x="82" y="66"/>
                    </a:cubicBezTo>
                    <a:cubicBezTo>
                      <a:pt x="80" y="67"/>
                      <a:pt x="81" y="66"/>
                      <a:pt x="80" y="68"/>
                    </a:cubicBezTo>
                    <a:cubicBezTo>
                      <a:pt x="79" y="70"/>
                      <a:pt x="78" y="70"/>
                      <a:pt x="77" y="71"/>
                    </a:cubicBezTo>
                    <a:cubicBezTo>
                      <a:pt x="75" y="72"/>
                      <a:pt x="77" y="72"/>
                      <a:pt x="75" y="73"/>
                    </a:cubicBezTo>
                    <a:cubicBezTo>
                      <a:pt x="76" y="73"/>
                      <a:pt x="76" y="73"/>
                      <a:pt x="75" y="74"/>
                    </a:cubicBezTo>
                    <a:cubicBezTo>
                      <a:pt x="75" y="75"/>
                      <a:pt x="75" y="75"/>
                      <a:pt x="75" y="75"/>
                    </a:cubicBezTo>
                    <a:cubicBezTo>
                      <a:pt x="74" y="74"/>
                      <a:pt x="75" y="74"/>
                      <a:pt x="73" y="75"/>
                    </a:cubicBezTo>
                    <a:cubicBezTo>
                      <a:pt x="72" y="76"/>
                      <a:pt x="71" y="79"/>
                      <a:pt x="71" y="79"/>
                    </a:cubicBezTo>
                    <a:cubicBezTo>
                      <a:pt x="70" y="79"/>
                      <a:pt x="70" y="79"/>
                      <a:pt x="70" y="79"/>
                    </a:cubicBezTo>
                    <a:cubicBezTo>
                      <a:pt x="69" y="83"/>
                      <a:pt x="67" y="81"/>
                      <a:pt x="67" y="85"/>
                    </a:cubicBezTo>
                    <a:cubicBezTo>
                      <a:pt x="66" y="87"/>
                      <a:pt x="66" y="87"/>
                      <a:pt x="66" y="87"/>
                    </a:cubicBezTo>
                    <a:cubicBezTo>
                      <a:pt x="65" y="85"/>
                      <a:pt x="66" y="87"/>
                      <a:pt x="65" y="87"/>
                    </a:cubicBezTo>
                    <a:cubicBezTo>
                      <a:pt x="65" y="87"/>
                      <a:pt x="65" y="87"/>
                      <a:pt x="65" y="87"/>
                    </a:cubicBezTo>
                    <a:cubicBezTo>
                      <a:pt x="65" y="87"/>
                      <a:pt x="65" y="87"/>
                      <a:pt x="65" y="87"/>
                    </a:cubicBezTo>
                    <a:cubicBezTo>
                      <a:pt x="64" y="87"/>
                      <a:pt x="64" y="87"/>
                      <a:pt x="64" y="87"/>
                    </a:cubicBezTo>
                    <a:cubicBezTo>
                      <a:pt x="64" y="87"/>
                      <a:pt x="64" y="87"/>
                      <a:pt x="64" y="87"/>
                    </a:cubicBezTo>
                    <a:cubicBezTo>
                      <a:pt x="64" y="88"/>
                      <a:pt x="64" y="88"/>
                      <a:pt x="65" y="89"/>
                    </a:cubicBezTo>
                    <a:cubicBezTo>
                      <a:pt x="65" y="90"/>
                      <a:pt x="65" y="89"/>
                      <a:pt x="66" y="89"/>
                    </a:cubicBezTo>
                    <a:cubicBezTo>
                      <a:pt x="67" y="90"/>
                      <a:pt x="66" y="90"/>
                      <a:pt x="68" y="88"/>
                    </a:cubicBezTo>
                    <a:cubicBezTo>
                      <a:pt x="70" y="86"/>
                      <a:pt x="70" y="86"/>
                      <a:pt x="70" y="86"/>
                    </a:cubicBezTo>
                    <a:cubicBezTo>
                      <a:pt x="71" y="86"/>
                      <a:pt x="70" y="86"/>
                      <a:pt x="71" y="86"/>
                    </a:cubicBezTo>
                    <a:cubicBezTo>
                      <a:pt x="76" y="82"/>
                      <a:pt x="76" y="82"/>
                      <a:pt x="76" y="82"/>
                    </a:cubicBezTo>
                    <a:cubicBezTo>
                      <a:pt x="77" y="81"/>
                      <a:pt x="77" y="82"/>
                      <a:pt x="77" y="79"/>
                    </a:cubicBezTo>
                    <a:cubicBezTo>
                      <a:pt x="80" y="79"/>
                      <a:pt x="79" y="79"/>
                      <a:pt x="81" y="77"/>
                    </a:cubicBezTo>
                    <a:cubicBezTo>
                      <a:pt x="82" y="77"/>
                      <a:pt x="81" y="77"/>
                      <a:pt x="82" y="76"/>
                    </a:cubicBezTo>
                    <a:cubicBezTo>
                      <a:pt x="83" y="76"/>
                      <a:pt x="82" y="76"/>
                      <a:pt x="83" y="76"/>
                    </a:cubicBezTo>
                    <a:cubicBezTo>
                      <a:pt x="84" y="75"/>
                      <a:pt x="84" y="76"/>
                      <a:pt x="85" y="76"/>
                    </a:cubicBezTo>
                    <a:cubicBezTo>
                      <a:pt x="83" y="75"/>
                      <a:pt x="83" y="75"/>
                      <a:pt x="83" y="75"/>
                    </a:cubicBezTo>
                    <a:cubicBezTo>
                      <a:pt x="87" y="74"/>
                      <a:pt x="87" y="72"/>
                      <a:pt x="90" y="70"/>
                    </a:cubicBezTo>
                    <a:cubicBezTo>
                      <a:pt x="90" y="70"/>
                      <a:pt x="91" y="70"/>
                      <a:pt x="91" y="70"/>
                    </a:cubicBezTo>
                    <a:cubicBezTo>
                      <a:pt x="92" y="69"/>
                      <a:pt x="91" y="69"/>
                      <a:pt x="92" y="69"/>
                    </a:cubicBezTo>
                    <a:cubicBezTo>
                      <a:pt x="93" y="68"/>
                      <a:pt x="95" y="67"/>
                      <a:pt x="97" y="67"/>
                    </a:cubicBezTo>
                    <a:cubicBezTo>
                      <a:pt x="97" y="60"/>
                      <a:pt x="97" y="64"/>
                      <a:pt x="96" y="62"/>
                    </a:cubicBezTo>
                    <a:cubicBezTo>
                      <a:pt x="96" y="61"/>
                      <a:pt x="96" y="60"/>
                      <a:pt x="96" y="58"/>
                    </a:cubicBezTo>
                    <a:cubicBezTo>
                      <a:pt x="96" y="58"/>
                      <a:pt x="96" y="58"/>
                      <a:pt x="96" y="57"/>
                    </a:cubicBezTo>
                    <a:cubicBezTo>
                      <a:pt x="96" y="57"/>
                      <a:pt x="96" y="57"/>
                      <a:pt x="96" y="57"/>
                    </a:cubicBezTo>
                    <a:cubicBezTo>
                      <a:pt x="96" y="56"/>
                      <a:pt x="96" y="56"/>
                      <a:pt x="96" y="56"/>
                    </a:cubicBezTo>
                    <a:cubicBezTo>
                      <a:pt x="96" y="56"/>
                      <a:pt x="96" y="56"/>
                      <a:pt x="96" y="56"/>
                    </a:cubicBezTo>
                    <a:cubicBezTo>
                      <a:pt x="96" y="54"/>
                      <a:pt x="96" y="54"/>
                      <a:pt x="96" y="54"/>
                    </a:cubicBezTo>
                    <a:cubicBezTo>
                      <a:pt x="95" y="55"/>
                      <a:pt x="94" y="56"/>
                      <a:pt x="92" y="57"/>
                    </a:cubicBezTo>
                    <a:close/>
                    <a:moveTo>
                      <a:pt x="109" y="39"/>
                    </a:moveTo>
                    <a:cubicBezTo>
                      <a:pt x="108" y="40"/>
                      <a:pt x="108" y="40"/>
                      <a:pt x="108" y="40"/>
                    </a:cubicBezTo>
                    <a:cubicBezTo>
                      <a:pt x="106" y="39"/>
                      <a:pt x="107" y="42"/>
                      <a:pt x="105" y="40"/>
                    </a:cubicBezTo>
                    <a:cubicBezTo>
                      <a:pt x="107" y="39"/>
                      <a:pt x="105" y="39"/>
                      <a:pt x="109" y="39"/>
                    </a:cubicBezTo>
                    <a:close/>
                    <a:moveTo>
                      <a:pt x="109" y="39"/>
                    </a:moveTo>
                    <a:cubicBezTo>
                      <a:pt x="109" y="38"/>
                      <a:pt x="109" y="38"/>
                      <a:pt x="109" y="38"/>
                    </a:cubicBezTo>
                    <a:cubicBezTo>
                      <a:pt x="108" y="38"/>
                      <a:pt x="109" y="38"/>
                      <a:pt x="109" y="39"/>
                    </a:cubicBezTo>
                    <a:close/>
                    <a:moveTo>
                      <a:pt x="123" y="34"/>
                    </a:moveTo>
                    <a:cubicBezTo>
                      <a:pt x="124" y="33"/>
                      <a:pt x="124" y="32"/>
                      <a:pt x="125" y="32"/>
                    </a:cubicBezTo>
                    <a:cubicBezTo>
                      <a:pt x="126" y="32"/>
                      <a:pt x="126" y="32"/>
                      <a:pt x="126" y="32"/>
                    </a:cubicBezTo>
                    <a:cubicBezTo>
                      <a:pt x="126" y="32"/>
                      <a:pt x="127" y="32"/>
                      <a:pt x="127" y="32"/>
                    </a:cubicBezTo>
                    <a:cubicBezTo>
                      <a:pt x="125" y="33"/>
                      <a:pt x="126" y="33"/>
                      <a:pt x="125" y="34"/>
                    </a:cubicBezTo>
                    <a:cubicBezTo>
                      <a:pt x="125" y="37"/>
                      <a:pt x="124" y="38"/>
                      <a:pt x="124" y="42"/>
                    </a:cubicBezTo>
                    <a:cubicBezTo>
                      <a:pt x="123" y="42"/>
                      <a:pt x="123" y="45"/>
                      <a:pt x="124" y="46"/>
                    </a:cubicBezTo>
                    <a:cubicBezTo>
                      <a:pt x="123" y="47"/>
                      <a:pt x="123" y="47"/>
                      <a:pt x="123" y="47"/>
                    </a:cubicBezTo>
                    <a:cubicBezTo>
                      <a:pt x="123" y="49"/>
                      <a:pt x="123" y="49"/>
                      <a:pt x="124" y="51"/>
                    </a:cubicBezTo>
                    <a:cubicBezTo>
                      <a:pt x="124" y="52"/>
                      <a:pt x="124" y="50"/>
                      <a:pt x="124" y="52"/>
                    </a:cubicBezTo>
                    <a:cubicBezTo>
                      <a:pt x="124" y="52"/>
                      <a:pt x="124" y="53"/>
                      <a:pt x="124" y="53"/>
                    </a:cubicBezTo>
                    <a:cubicBezTo>
                      <a:pt x="124" y="55"/>
                      <a:pt x="124" y="58"/>
                      <a:pt x="125" y="60"/>
                    </a:cubicBezTo>
                    <a:cubicBezTo>
                      <a:pt x="125" y="60"/>
                      <a:pt x="125" y="60"/>
                      <a:pt x="125" y="60"/>
                    </a:cubicBezTo>
                    <a:cubicBezTo>
                      <a:pt x="125" y="61"/>
                      <a:pt x="125" y="61"/>
                      <a:pt x="125" y="61"/>
                    </a:cubicBezTo>
                    <a:cubicBezTo>
                      <a:pt x="125" y="61"/>
                      <a:pt x="125" y="63"/>
                      <a:pt x="125" y="64"/>
                    </a:cubicBezTo>
                    <a:cubicBezTo>
                      <a:pt x="125" y="67"/>
                      <a:pt x="126" y="64"/>
                      <a:pt x="126" y="71"/>
                    </a:cubicBezTo>
                    <a:cubicBezTo>
                      <a:pt x="126" y="74"/>
                      <a:pt x="126" y="73"/>
                      <a:pt x="127" y="74"/>
                    </a:cubicBezTo>
                    <a:cubicBezTo>
                      <a:pt x="127" y="75"/>
                      <a:pt x="127" y="76"/>
                      <a:pt x="127" y="77"/>
                    </a:cubicBezTo>
                    <a:cubicBezTo>
                      <a:pt x="127" y="78"/>
                      <a:pt x="127" y="79"/>
                      <a:pt x="127" y="80"/>
                    </a:cubicBezTo>
                    <a:cubicBezTo>
                      <a:pt x="127" y="80"/>
                      <a:pt x="127" y="80"/>
                      <a:pt x="127" y="80"/>
                    </a:cubicBezTo>
                    <a:cubicBezTo>
                      <a:pt x="128" y="82"/>
                      <a:pt x="128" y="84"/>
                      <a:pt x="128" y="86"/>
                    </a:cubicBezTo>
                    <a:cubicBezTo>
                      <a:pt x="129" y="89"/>
                      <a:pt x="128" y="95"/>
                      <a:pt x="130" y="98"/>
                    </a:cubicBezTo>
                    <a:cubicBezTo>
                      <a:pt x="129" y="98"/>
                      <a:pt x="129" y="98"/>
                      <a:pt x="129" y="98"/>
                    </a:cubicBezTo>
                    <a:cubicBezTo>
                      <a:pt x="130" y="100"/>
                      <a:pt x="129" y="101"/>
                      <a:pt x="128" y="102"/>
                    </a:cubicBezTo>
                    <a:cubicBezTo>
                      <a:pt x="127" y="105"/>
                      <a:pt x="128" y="105"/>
                      <a:pt x="129" y="109"/>
                    </a:cubicBezTo>
                    <a:cubicBezTo>
                      <a:pt x="128" y="109"/>
                      <a:pt x="128" y="109"/>
                      <a:pt x="128" y="110"/>
                    </a:cubicBezTo>
                    <a:cubicBezTo>
                      <a:pt x="128" y="112"/>
                      <a:pt x="128" y="113"/>
                      <a:pt x="128" y="115"/>
                    </a:cubicBezTo>
                    <a:cubicBezTo>
                      <a:pt x="127" y="118"/>
                      <a:pt x="128" y="123"/>
                      <a:pt x="127" y="127"/>
                    </a:cubicBezTo>
                    <a:cubicBezTo>
                      <a:pt x="126" y="126"/>
                      <a:pt x="126" y="126"/>
                      <a:pt x="126" y="126"/>
                    </a:cubicBezTo>
                    <a:cubicBezTo>
                      <a:pt x="125" y="124"/>
                      <a:pt x="125" y="123"/>
                      <a:pt x="125" y="121"/>
                    </a:cubicBezTo>
                    <a:cubicBezTo>
                      <a:pt x="123" y="117"/>
                      <a:pt x="123" y="117"/>
                      <a:pt x="123" y="117"/>
                    </a:cubicBezTo>
                    <a:cubicBezTo>
                      <a:pt x="123" y="117"/>
                      <a:pt x="123" y="117"/>
                      <a:pt x="123" y="117"/>
                    </a:cubicBezTo>
                    <a:cubicBezTo>
                      <a:pt x="123" y="115"/>
                      <a:pt x="122" y="113"/>
                      <a:pt x="121" y="111"/>
                    </a:cubicBezTo>
                    <a:cubicBezTo>
                      <a:pt x="122" y="110"/>
                      <a:pt x="122" y="110"/>
                      <a:pt x="122" y="110"/>
                    </a:cubicBezTo>
                    <a:cubicBezTo>
                      <a:pt x="120" y="104"/>
                      <a:pt x="120" y="104"/>
                      <a:pt x="120" y="104"/>
                    </a:cubicBezTo>
                    <a:cubicBezTo>
                      <a:pt x="120" y="103"/>
                      <a:pt x="120" y="101"/>
                      <a:pt x="120" y="100"/>
                    </a:cubicBezTo>
                    <a:cubicBezTo>
                      <a:pt x="120" y="97"/>
                      <a:pt x="119" y="99"/>
                      <a:pt x="119" y="97"/>
                    </a:cubicBezTo>
                    <a:cubicBezTo>
                      <a:pt x="119" y="96"/>
                      <a:pt x="119" y="94"/>
                      <a:pt x="119" y="92"/>
                    </a:cubicBezTo>
                    <a:cubicBezTo>
                      <a:pt x="117" y="83"/>
                      <a:pt x="117" y="83"/>
                      <a:pt x="117" y="83"/>
                    </a:cubicBezTo>
                    <a:cubicBezTo>
                      <a:pt x="117" y="83"/>
                      <a:pt x="117" y="83"/>
                      <a:pt x="117" y="82"/>
                    </a:cubicBezTo>
                    <a:cubicBezTo>
                      <a:pt x="116" y="81"/>
                      <a:pt x="117" y="81"/>
                      <a:pt x="116" y="79"/>
                    </a:cubicBezTo>
                    <a:cubicBezTo>
                      <a:pt x="118" y="77"/>
                      <a:pt x="117" y="77"/>
                      <a:pt x="119" y="76"/>
                    </a:cubicBezTo>
                    <a:cubicBezTo>
                      <a:pt x="119" y="75"/>
                      <a:pt x="119" y="75"/>
                      <a:pt x="120" y="74"/>
                    </a:cubicBezTo>
                    <a:cubicBezTo>
                      <a:pt x="121" y="73"/>
                      <a:pt x="121" y="73"/>
                      <a:pt x="121" y="73"/>
                    </a:cubicBezTo>
                    <a:cubicBezTo>
                      <a:pt x="119" y="72"/>
                      <a:pt x="118" y="71"/>
                      <a:pt x="116" y="70"/>
                    </a:cubicBezTo>
                    <a:cubicBezTo>
                      <a:pt x="115" y="68"/>
                      <a:pt x="115" y="68"/>
                      <a:pt x="115" y="68"/>
                    </a:cubicBezTo>
                    <a:cubicBezTo>
                      <a:pt x="113" y="69"/>
                      <a:pt x="113" y="69"/>
                      <a:pt x="113" y="69"/>
                    </a:cubicBezTo>
                    <a:cubicBezTo>
                      <a:pt x="112" y="66"/>
                      <a:pt x="112" y="66"/>
                      <a:pt x="112" y="63"/>
                    </a:cubicBezTo>
                    <a:cubicBezTo>
                      <a:pt x="112" y="63"/>
                      <a:pt x="112" y="63"/>
                      <a:pt x="111" y="62"/>
                    </a:cubicBezTo>
                    <a:cubicBezTo>
                      <a:pt x="107" y="47"/>
                      <a:pt x="107" y="47"/>
                      <a:pt x="107" y="47"/>
                    </a:cubicBezTo>
                    <a:cubicBezTo>
                      <a:pt x="107" y="46"/>
                      <a:pt x="106" y="43"/>
                      <a:pt x="107" y="42"/>
                    </a:cubicBezTo>
                    <a:cubicBezTo>
                      <a:pt x="108" y="42"/>
                      <a:pt x="108" y="42"/>
                      <a:pt x="108" y="42"/>
                    </a:cubicBezTo>
                    <a:cubicBezTo>
                      <a:pt x="108" y="42"/>
                      <a:pt x="109" y="41"/>
                      <a:pt x="109" y="41"/>
                    </a:cubicBezTo>
                    <a:cubicBezTo>
                      <a:pt x="109" y="41"/>
                      <a:pt x="109" y="41"/>
                      <a:pt x="109" y="41"/>
                    </a:cubicBezTo>
                    <a:cubicBezTo>
                      <a:pt x="110" y="40"/>
                      <a:pt x="109" y="40"/>
                      <a:pt x="110" y="40"/>
                    </a:cubicBezTo>
                    <a:cubicBezTo>
                      <a:pt x="110" y="36"/>
                      <a:pt x="110" y="36"/>
                      <a:pt x="110" y="36"/>
                    </a:cubicBezTo>
                    <a:cubicBezTo>
                      <a:pt x="113" y="36"/>
                      <a:pt x="113" y="36"/>
                      <a:pt x="113" y="36"/>
                    </a:cubicBezTo>
                    <a:cubicBezTo>
                      <a:pt x="112" y="34"/>
                      <a:pt x="112" y="34"/>
                      <a:pt x="112" y="34"/>
                    </a:cubicBezTo>
                    <a:cubicBezTo>
                      <a:pt x="115" y="34"/>
                      <a:pt x="112" y="33"/>
                      <a:pt x="115" y="33"/>
                    </a:cubicBezTo>
                    <a:cubicBezTo>
                      <a:pt x="115" y="35"/>
                      <a:pt x="115" y="36"/>
                      <a:pt x="115" y="39"/>
                    </a:cubicBezTo>
                    <a:cubicBezTo>
                      <a:pt x="116" y="39"/>
                      <a:pt x="117" y="39"/>
                      <a:pt x="118" y="39"/>
                    </a:cubicBezTo>
                    <a:cubicBezTo>
                      <a:pt x="120" y="38"/>
                      <a:pt x="118" y="39"/>
                      <a:pt x="120" y="38"/>
                    </a:cubicBezTo>
                    <a:cubicBezTo>
                      <a:pt x="120" y="37"/>
                      <a:pt x="119" y="37"/>
                      <a:pt x="119" y="36"/>
                    </a:cubicBezTo>
                    <a:cubicBezTo>
                      <a:pt x="120" y="35"/>
                      <a:pt x="121" y="35"/>
                      <a:pt x="122" y="34"/>
                    </a:cubicBezTo>
                    <a:cubicBezTo>
                      <a:pt x="123" y="33"/>
                      <a:pt x="123" y="33"/>
                      <a:pt x="123" y="33"/>
                    </a:cubicBezTo>
                    <a:cubicBezTo>
                      <a:pt x="124" y="33"/>
                      <a:pt x="122" y="34"/>
                      <a:pt x="123" y="34"/>
                    </a:cubicBezTo>
                    <a:close/>
                    <a:moveTo>
                      <a:pt x="116" y="33"/>
                    </a:moveTo>
                    <a:cubicBezTo>
                      <a:pt x="117" y="33"/>
                      <a:pt x="117" y="33"/>
                      <a:pt x="117" y="33"/>
                    </a:cubicBezTo>
                    <a:cubicBezTo>
                      <a:pt x="114" y="31"/>
                      <a:pt x="116" y="32"/>
                      <a:pt x="116" y="33"/>
                    </a:cubicBezTo>
                    <a:close/>
                    <a:moveTo>
                      <a:pt x="144" y="44"/>
                    </a:moveTo>
                    <a:cubicBezTo>
                      <a:pt x="144" y="43"/>
                      <a:pt x="144" y="41"/>
                      <a:pt x="144" y="39"/>
                    </a:cubicBezTo>
                    <a:cubicBezTo>
                      <a:pt x="143" y="36"/>
                      <a:pt x="144" y="37"/>
                      <a:pt x="143" y="33"/>
                    </a:cubicBezTo>
                    <a:cubicBezTo>
                      <a:pt x="143" y="32"/>
                      <a:pt x="143" y="32"/>
                      <a:pt x="142" y="31"/>
                    </a:cubicBezTo>
                    <a:cubicBezTo>
                      <a:pt x="142" y="30"/>
                      <a:pt x="142" y="30"/>
                      <a:pt x="142" y="30"/>
                    </a:cubicBezTo>
                    <a:cubicBezTo>
                      <a:pt x="142" y="29"/>
                      <a:pt x="142" y="30"/>
                      <a:pt x="142" y="29"/>
                    </a:cubicBezTo>
                    <a:cubicBezTo>
                      <a:pt x="137" y="29"/>
                      <a:pt x="136" y="28"/>
                      <a:pt x="131" y="30"/>
                    </a:cubicBezTo>
                    <a:cubicBezTo>
                      <a:pt x="129" y="30"/>
                      <a:pt x="130" y="31"/>
                      <a:pt x="128" y="31"/>
                    </a:cubicBezTo>
                    <a:cubicBezTo>
                      <a:pt x="135" y="36"/>
                      <a:pt x="135" y="36"/>
                      <a:pt x="135" y="36"/>
                    </a:cubicBezTo>
                    <a:cubicBezTo>
                      <a:pt x="141" y="42"/>
                      <a:pt x="138" y="41"/>
                      <a:pt x="141" y="42"/>
                    </a:cubicBezTo>
                    <a:cubicBezTo>
                      <a:pt x="140" y="43"/>
                      <a:pt x="140" y="42"/>
                      <a:pt x="141" y="43"/>
                    </a:cubicBezTo>
                    <a:cubicBezTo>
                      <a:pt x="141" y="44"/>
                      <a:pt x="141" y="44"/>
                      <a:pt x="142" y="45"/>
                    </a:cubicBezTo>
                    <a:cubicBezTo>
                      <a:pt x="144" y="48"/>
                      <a:pt x="144" y="48"/>
                      <a:pt x="144" y="48"/>
                    </a:cubicBezTo>
                    <a:cubicBezTo>
                      <a:pt x="145" y="47"/>
                      <a:pt x="144" y="47"/>
                      <a:pt x="144" y="47"/>
                    </a:cubicBezTo>
                    <a:cubicBezTo>
                      <a:pt x="143" y="45"/>
                      <a:pt x="144" y="46"/>
                      <a:pt x="144" y="44"/>
                    </a:cubicBezTo>
                    <a:close/>
                    <a:moveTo>
                      <a:pt x="153" y="1"/>
                    </a:moveTo>
                    <a:cubicBezTo>
                      <a:pt x="153" y="1"/>
                      <a:pt x="152" y="1"/>
                      <a:pt x="152" y="1"/>
                    </a:cubicBezTo>
                    <a:cubicBezTo>
                      <a:pt x="151" y="3"/>
                      <a:pt x="151" y="1"/>
                      <a:pt x="149" y="4"/>
                    </a:cubicBezTo>
                    <a:cubicBezTo>
                      <a:pt x="148" y="4"/>
                      <a:pt x="146" y="4"/>
                      <a:pt x="145" y="4"/>
                    </a:cubicBezTo>
                    <a:cubicBezTo>
                      <a:pt x="145" y="4"/>
                      <a:pt x="144" y="5"/>
                      <a:pt x="144" y="5"/>
                    </a:cubicBezTo>
                    <a:cubicBezTo>
                      <a:pt x="142" y="5"/>
                      <a:pt x="143" y="5"/>
                      <a:pt x="142" y="5"/>
                    </a:cubicBezTo>
                    <a:cubicBezTo>
                      <a:pt x="140" y="5"/>
                      <a:pt x="140" y="6"/>
                      <a:pt x="137" y="6"/>
                    </a:cubicBezTo>
                    <a:cubicBezTo>
                      <a:pt x="136" y="7"/>
                      <a:pt x="135" y="6"/>
                      <a:pt x="133" y="7"/>
                    </a:cubicBezTo>
                    <a:cubicBezTo>
                      <a:pt x="133" y="8"/>
                      <a:pt x="133" y="8"/>
                      <a:pt x="133" y="8"/>
                    </a:cubicBezTo>
                    <a:cubicBezTo>
                      <a:pt x="130" y="8"/>
                      <a:pt x="131" y="8"/>
                      <a:pt x="129" y="9"/>
                    </a:cubicBezTo>
                    <a:cubicBezTo>
                      <a:pt x="128" y="10"/>
                      <a:pt x="127" y="10"/>
                      <a:pt x="126" y="10"/>
                    </a:cubicBezTo>
                    <a:cubicBezTo>
                      <a:pt x="123" y="11"/>
                      <a:pt x="116" y="14"/>
                      <a:pt x="115" y="16"/>
                    </a:cubicBezTo>
                    <a:cubicBezTo>
                      <a:pt x="113" y="18"/>
                      <a:pt x="113" y="19"/>
                      <a:pt x="109" y="19"/>
                    </a:cubicBezTo>
                    <a:cubicBezTo>
                      <a:pt x="109" y="21"/>
                      <a:pt x="109" y="19"/>
                      <a:pt x="109" y="19"/>
                    </a:cubicBezTo>
                    <a:cubicBezTo>
                      <a:pt x="90" y="33"/>
                      <a:pt x="90" y="33"/>
                      <a:pt x="90" y="33"/>
                    </a:cubicBezTo>
                    <a:cubicBezTo>
                      <a:pt x="90" y="33"/>
                      <a:pt x="89" y="34"/>
                      <a:pt x="89" y="34"/>
                    </a:cubicBezTo>
                    <a:cubicBezTo>
                      <a:pt x="88" y="35"/>
                      <a:pt x="88" y="36"/>
                      <a:pt x="86" y="36"/>
                    </a:cubicBezTo>
                    <a:cubicBezTo>
                      <a:pt x="86" y="37"/>
                      <a:pt x="86" y="37"/>
                      <a:pt x="86" y="37"/>
                    </a:cubicBezTo>
                    <a:cubicBezTo>
                      <a:pt x="84" y="37"/>
                      <a:pt x="86" y="37"/>
                      <a:pt x="84" y="38"/>
                    </a:cubicBezTo>
                    <a:cubicBezTo>
                      <a:pt x="83" y="39"/>
                      <a:pt x="83" y="39"/>
                      <a:pt x="83" y="39"/>
                    </a:cubicBezTo>
                    <a:cubicBezTo>
                      <a:pt x="83" y="39"/>
                      <a:pt x="82" y="39"/>
                      <a:pt x="82" y="39"/>
                    </a:cubicBezTo>
                    <a:cubicBezTo>
                      <a:pt x="82" y="39"/>
                      <a:pt x="82" y="40"/>
                      <a:pt x="82" y="40"/>
                    </a:cubicBezTo>
                    <a:cubicBezTo>
                      <a:pt x="78" y="43"/>
                      <a:pt x="78" y="43"/>
                      <a:pt x="78" y="43"/>
                    </a:cubicBezTo>
                    <a:cubicBezTo>
                      <a:pt x="78" y="43"/>
                      <a:pt x="78" y="43"/>
                      <a:pt x="78" y="43"/>
                    </a:cubicBezTo>
                    <a:cubicBezTo>
                      <a:pt x="77" y="44"/>
                      <a:pt x="77" y="44"/>
                      <a:pt x="77" y="44"/>
                    </a:cubicBezTo>
                    <a:cubicBezTo>
                      <a:pt x="77" y="44"/>
                      <a:pt x="77" y="44"/>
                      <a:pt x="77" y="44"/>
                    </a:cubicBezTo>
                    <a:cubicBezTo>
                      <a:pt x="66" y="55"/>
                      <a:pt x="66" y="55"/>
                      <a:pt x="66" y="55"/>
                    </a:cubicBezTo>
                    <a:cubicBezTo>
                      <a:pt x="65" y="56"/>
                      <a:pt x="64" y="57"/>
                      <a:pt x="65" y="58"/>
                    </a:cubicBezTo>
                    <a:cubicBezTo>
                      <a:pt x="62" y="59"/>
                      <a:pt x="63" y="60"/>
                      <a:pt x="60" y="63"/>
                    </a:cubicBezTo>
                    <a:cubicBezTo>
                      <a:pt x="57" y="68"/>
                      <a:pt x="57" y="70"/>
                      <a:pt x="56" y="70"/>
                    </a:cubicBezTo>
                    <a:cubicBezTo>
                      <a:pt x="56" y="72"/>
                      <a:pt x="56" y="72"/>
                      <a:pt x="56" y="72"/>
                    </a:cubicBezTo>
                    <a:cubicBezTo>
                      <a:pt x="56" y="72"/>
                      <a:pt x="56" y="72"/>
                      <a:pt x="56" y="72"/>
                    </a:cubicBezTo>
                    <a:cubicBezTo>
                      <a:pt x="51" y="80"/>
                      <a:pt x="51" y="80"/>
                      <a:pt x="51" y="80"/>
                    </a:cubicBezTo>
                    <a:cubicBezTo>
                      <a:pt x="51" y="80"/>
                      <a:pt x="50" y="81"/>
                      <a:pt x="50" y="81"/>
                    </a:cubicBezTo>
                    <a:cubicBezTo>
                      <a:pt x="50" y="81"/>
                      <a:pt x="50" y="82"/>
                      <a:pt x="50" y="82"/>
                    </a:cubicBezTo>
                    <a:cubicBezTo>
                      <a:pt x="49" y="85"/>
                      <a:pt x="49" y="85"/>
                      <a:pt x="49" y="85"/>
                    </a:cubicBezTo>
                    <a:cubicBezTo>
                      <a:pt x="49" y="85"/>
                      <a:pt x="49" y="85"/>
                      <a:pt x="49" y="85"/>
                    </a:cubicBezTo>
                    <a:cubicBezTo>
                      <a:pt x="49" y="85"/>
                      <a:pt x="48" y="85"/>
                      <a:pt x="48" y="85"/>
                    </a:cubicBezTo>
                    <a:cubicBezTo>
                      <a:pt x="47" y="89"/>
                      <a:pt x="47" y="89"/>
                      <a:pt x="47" y="89"/>
                    </a:cubicBezTo>
                    <a:cubicBezTo>
                      <a:pt x="46" y="91"/>
                      <a:pt x="47" y="91"/>
                      <a:pt x="45" y="92"/>
                    </a:cubicBezTo>
                    <a:cubicBezTo>
                      <a:pt x="46" y="92"/>
                      <a:pt x="46" y="92"/>
                      <a:pt x="46" y="92"/>
                    </a:cubicBezTo>
                    <a:cubicBezTo>
                      <a:pt x="42" y="103"/>
                      <a:pt x="42" y="103"/>
                      <a:pt x="42" y="103"/>
                    </a:cubicBezTo>
                    <a:cubicBezTo>
                      <a:pt x="41" y="105"/>
                      <a:pt x="42" y="101"/>
                      <a:pt x="41" y="104"/>
                    </a:cubicBezTo>
                    <a:cubicBezTo>
                      <a:pt x="41" y="105"/>
                      <a:pt x="40" y="108"/>
                      <a:pt x="40" y="109"/>
                    </a:cubicBezTo>
                    <a:cubicBezTo>
                      <a:pt x="39" y="109"/>
                      <a:pt x="39" y="109"/>
                      <a:pt x="39" y="109"/>
                    </a:cubicBezTo>
                    <a:cubicBezTo>
                      <a:pt x="39" y="110"/>
                      <a:pt x="39" y="112"/>
                      <a:pt x="38" y="112"/>
                    </a:cubicBezTo>
                    <a:cubicBezTo>
                      <a:pt x="38" y="114"/>
                      <a:pt x="38" y="114"/>
                      <a:pt x="37" y="115"/>
                    </a:cubicBezTo>
                    <a:cubicBezTo>
                      <a:pt x="32" y="130"/>
                      <a:pt x="32" y="130"/>
                      <a:pt x="32" y="130"/>
                    </a:cubicBezTo>
                    <a:cubicBezTo>
                      <a:pt x="31" y="133"/>
                      <a:pt x="33" y="131"/>
                      <a:pt x="31" y="132"/>
                    </a:cubicBezTo>
                    <a:cubicBezTo>
                      <a:pt x="31" y="131"/>
                      <a:pt x="30" y="131"/>
                      <a:pt x="30" y="130"/>
                    </a:cubicBezTo>
                    <a:cubicBezTo>
                      <a:pt x="31" y="128"/>
                      <a:pt x="32" y="128"/>
                      <a:pt x="30" y="127"/>
                    </a:cubicBezTo>
                    <a:cubicBezTo>
                      <a:pt x="30" y="115"/>
                      <a:pt x="30" y="115"/>
                      <a:pt x="30" y="115"/>
                    </a:cubicBezTo>
                    <a:cubicBezTo>
                      <a:pt x="29" y="114"/>
                      <a:pt x="31" y="114"/>
                      <a:pt x="30" y="114"/>
                    </a:cubicBezTo>
                    <a:cubicBezTo>
                      <a:pt x="30" y="114"/>
                      <a:pt x="30" y="116"/>
                      <a:pt x="30" y="115"/>
                    </a:cubicBezTo>
                    <a:cubicBezTo>
                      <a:pt x="30" y="114"/>
                      <a:pt x="30" y="115"/>
                      <a:pt x="30" y="115"/>
                    </a:cubicBezTo>
                    <a:cubicBezTo>
                      <a:pt x="30" y="112"/>
                      <a:pt x="30" y="112"/>
                      <a:pt x="30" y="112"/>
                    </a:cubicBezTo>
                    <a:cubicBezTo>
                      <a:pt x="30" y="110"/>
                      <a:pt x="30" y="107"/>
                      <a:pt x="30" y="104"/>
                    </a:cubicBezTo>
                    <a:cubicBezTo>
                      <a:pt x="30" y="100"/>
                      <a:pt x="29" y="97"/>
                      <a:pt x="30" y="92"/>
                    </a:cubicBezTo>
                    <a:cubicBezTo>
                      <a:pt x="30" y="92"/>
                      <a:pt x="30" y="92"/>
                      <a:pt x="30" y="92"/>
                    </a:cubicBezTo>
                    <a:cubicBezTo>
                      <a:pt x="30" y="91"/>
                      <a:pt x="30" y="91"/>
                      <a:pt x="30" y="91"/>
                    </a:cubicBezTo>
                    <a:cubicBezTo>
                      <a:pt x="30" y="89"/>
                      <a:pt x="30" y="88"/>
                      <a:pt x="30" y="87"/>
                    </a:cubicBezTo>
                    <a:cubicBezTo>
                      <a:pt x="29" y="85"/>
                      <a:pt x="30" y="82"/>
                      <a:pt x="30" y="81"/>
                    </a:cubicBezTo>
                    <a:cubicBezTo>
                      <a:pt x="30" y="80"/>
                      <a:pt x="30" y="81"/>
                      <a:pt x="30" y="80"/>
                    </a:cubicBezTo>
                    <a:cubicBezTo>
                      <a:pt x="29" y="74"/>
                      <a:pt x="32" y="64"/>
                      <a:pt x="26" y="60"/>
                    </a:cubicBezTo>
                    <a:cubicBezTo>
                      <a:pt x="21" y="58"/>
                      <a:pt x="21" y="58"/>
                      <a:pt x="21" y="58"/>
                    </a:cubicBezTo>
                    <a:cubicBezTo>
                      <a:pt x="21" y="58"/>
                      <a:pt x="20" y="59"/>
                      <a:pt x="20" y="59"/>
                    </a:cubicBezTo>
                    <a:cubicBezTo>
                      <a:pt x="17" y="59"/>
                      <a:pt x="16" y="61"/>
                      <a:pt x="15" y="62"/>
                    </a:cubicBezTo>
                    <a:cubicBezTo>
                      <a:pt x="15" y="64"/>
                      <a:pt x="15" y="65"/>
                      <a:pt x="15" y="67"/>
                    </a:cubicBezTo>
                    <a:cubicBezTo>
                      <a:pt x="15" y="68"/>
                      <a:pt x="16" y="69"/>
                      <a:pt x="16" y="69"/>
                    </a:cubicBezTo>
                    <a:cubicBezTo>
                      <a:pt x="16" y="70"/>
                      <a:pt x="16" y="70"/>
                      <a:pt x="16" y="70"/>
                    </a:cubicBezTo>
                    <a:cubicBezTo>
                      <a:pt x="16" y="70"/>
                      <a:pt x="16" y="70"/>
                      <a:pt x="16" y="70"/>
                    </a:cubicBezTo>
                    <a:cubicBezTo>
                      <a:pt x="16" y="73"/>
                      <a:pt x="16" y="73"/>
                      <a:pt x="16" y="73"/>
                    </a:cubicBezTo>
                    <a:cubicBezTo>
                      <a:pt x="16" y="73"/>
                      <a:pt x="16" y="73"/>
                      <a:pt x="16" y="73"/>
                    </a:cubicBezTo>
                    <a:cubicBezTo>
                      <a:pt x="16" y="76"/>
                      <a:pt x="16" y="76"/>
                      <a:pt x="16" y="76"/>
                    </a:cubicBezTo>
                    <a:cubicBezTo>
                      <a:pt x="16" y="77"/>
                      <a:pt x="16" y="77"/>
                      <a:pt x="16" y="77"/>
                    </a:cubicBezTo>
                    <a:cubicBezTo>
                      <a:pt x="15" y="81"/>
                      <a:pt x="15" y="82"/>
                      <a:pt x="14" y="85"/>
                    </a:cubicBezTo>
                    <a:cubicBezTo>
                      <a:pt x="14" y="87"/>
                      <a:pt x="12" y="90"/>
                      <a:pt x="13" y="92"/>
                    </a:cubicBezTo>
                    <a:cubicBezTo>
                      <a:pt x="12" y="92"/>
                      <a:pt x="12" y="92"/>
                      <a:pt x="12" y="92"/>
                    </a:cubicBezTo>
                    <a:cubicBezTo>
                      <a:pt x="12" y="98"/>
                      <a:pt x="11" y="95"/>
                      <a:pt x="10" y="99"/>
                    </a:cubicBezTo>
                    <a:cubicBezTo>
                      <a:pt x="10" y="101"/>
                      <a:pt x="9" y="101"/>
                      <a:pt x="8" y="103"/>
                    </a:cubicBezTo>
                    <a:cubicBezTo>
                      <a:pt x="8" y="106"/>
                      <a:pt x="8" y="106"/>
                      <a:pt x="8" y="108"/>
                    </a:cubicBezTo>
                    <a:cubicBezTo>
                      <a:pt x="7" y="110"/>
                      <a:pt x="7" y="109"/>
                      <a:pt x="7" y="111"/>
                    </a:cubicBezTo>
                    <a:cubicBezTo>
                      <a:pt x="7" y="114"/>
                      <a:pt x="6" y="116"/>
                      <a:pt x="6" y="120"/>
                    </a:cubicBezTo>
                    <a:cubicBezTo>
                      <a:pt x="5" y="120"/>
                      <a:pt x="5" y="120"/>
                      <a:pt x="5" y="121"/>
                    </a:cubicBezTo>
                    <a:cubicBezTo>
                      <a:pt x="6" y="123"/>
                      <a:pt x="5" y="126"/>
                      <a:pt x="4" y="127"/>
                    </a:cubicBezTo>
                    <a:cubicBezTo>
                      <a:pt x="4" y="131"/>
                      <a:pt x="4" y="131"/>
                      <a:pt x="4" y="131"/>
                    </a:cubicBezTo>
                    <a:cubicBezTo>
                      <a:pt x="3" y="133"/>
                      <a:pt x="4" y="133"/>
                      <a:pt x="4" y="135"/>
                    </a:cubicBezTo>
                    <a:cubicBezTo>
                      <a:pt x="2" y="150"/>
                      <a:pt x="2" y="150"/>
                      <a:pt x="2" y="150"/>
                    </a:cubicBezTo>
                    <a:cubicBezTo>
                      <a:pt x="2" y="152"/>
                      <a:pt x="2" y="152"/>
                      <a:pt x="1" y="153"/>
                    </a:cubicBezTo>
                    <a:cubicBezTo>
                      <a:pt x="1" y="156"/>
                      <a:pt x="2" y="165"/>
                      <a:pt x="1" y="167"/>
                    </a:cubicBezTo>
                    <a:cubicBezTo>
                      <a:pt x="1" y="167"/>
                      <a:pt x="1" y="168"/>
                      <a:pt x="1" y="168"/>
                    </a:cubicBezTo>
                    <a:cubicBezTo>
                      <a:pt x="0" y="170"/>
                      <a:pt x="1" y="194"/>
                      <a:pt x="2" y="196"/>
                    </a:cubicBezTo>
                    <a:cubicBezTo>
                      <a:pt x="2" y="197"/>
                      <a:pt x="2" y="199"/>
                      <a:pt x="3" y="200"/>
                    </a:cubicBezTo>
                    <a:cubicBezTo>
                      <a:pt x="7" y="209"/>
                      <a:pt x="7" y="209"/>
                      <a:pt x="7" y="209"/>
                    </a:cubicBezTo>
                    <a:cubicBezTo>
                      <a:pt x="6" y="212"/>
                      <a:pt x="6" y="210"/>
                      <a:pt x="6" y="212"/>
                    </a:cubicBezTo>
                    <a:cubicBezTo>
                      <a:pt x="7" y="215"/>
                      <a:pt x="8" y="217"/>
                      <a:pt x="11" y="219"/>
                    </a:cubicBezTo>
                    <a:cubicBezTo>
                      <a:pt x="11" y="220"/>
                      <a:pt x="12" y="221"/>
                      <a:pt x="13" y="221"/>
                    </a:cubicBezTo>
                    <a:cubicBezTo>
                      <a:pt x="13" y="221"/>
                      <a:pt x="13" y="221"/>
                      <a:pt x="13" y="222"/>
                    </a:cubicBezTo>
                    <a:cubicBezTo>
                      <a:pt x="17" y="224"/>
                      <a:pt x="17" y="224"/>
                      <a:pt x="17" y="224"/>
                    </a:cubicBezTo>
                    <a:cubicBezTo>
                      <a:pt x="17" y="224"/>
                      <a:pt x="17" y="224"/>
                      <a:pt x="17" y="224"/>
                    </a:cubicBezTo>
                    <a:cubicBezTo>
                      <a:pt x="20" y="227"/>
                      <a:pt x="20" y="226"/>
                      <a:pt x="23" y="227"/>
                    </a:cubicBezTo>
                    <a:cubicBezTo>
                      <a:pt x="25" y="228"/>
                      <a:pt x="23" y="227"/>
                      <a:pt x="25" y="228"/>
                    </a:cubicBezTo>
                    <a:cubicBezTo>
                      <a:pt x="27" y="229"/>
                      <a:pt x="30" y="231"/>
                      <a:pt x="33" y="231"/>
                    </a:cubicBezTo>
                    <a:cubicBezTo>
                      <a:pt x="35" y="231"/>
                      <a:pt x="37" y="231"/>
                      <a:pt x="39" y="232"/>
                    </a:cubicBezTo>
                    <a:cubicBezTo>
                      <a:pt x="39" y="231"/>
                      <a:pt x="39" y="231"/>
                      <a:pt x="40" y="231"/>
                    </a:cubicBezTo>
                    <a:cubicBezTo>
                      <a:pt x="43" y="230"/>
                      <a:pt x="45" y="230"/>
                      <a:pt x="47" y="227"/>
                    </a:cubicBezTo>
                    <a:cubicBezTo>
                      <a:pt x="51" y="224"/>
                      <a:pt x="51" y="225"/>
                      <a:pt x="59" y="225"/>
                    </a:cubicBezTo>
                    <a:cubicBezTo>
                      <a:pt x="60" y="226"/>
                      <a:pt x="59" y="226"/>
                      <a:pt x="60" y="226"/>
                    </a:cubicBezTo>
                    <a:cubicBezTo>
                      <a:pt x="60" y="226"/>
                      <a:pt x="60" y="226"/>
                      <a:pt x="60" y="225"/>
                    </a:cubicBezTo>
                    <a:cubicBezTo>
                      <a:pt x="65" y="226"/>
                      <a:pt x="65" y="226"/>
                      <a:pt x="65" y="226"/>
                    </a:cubicBezTo>
                    <a:cubicBezTo>
                      <a:pt x="66" y="226"/>
                      <a:pt x="66" y="226"/>
                      <a:pt x="66" y="225"/>
                    </a:cubicBezTo>
                    <a:cubicBezTo>
                      <a:pt x="72" y="226"/>
                      <a:pt x="72" y="226"/>
                      <a:pt x="72" y="226"/>
                    </a:cubicBezTo>
                    <a:cubicBezTo>
                      <a:pt x="72" y="226"/>
                      <a:pt x="72" y="226"/>
                      <a:pt x="72" y="226"/>
                    </a:cubicBezTo>
                    <a:cubicBezTo>
                      <a:pt x="72" y="225"/>
                      <a:pt x="72" y="225"/>
                      <a:pt x="72" y="225"/>
                    </a:cubicBezTo>
                    <a:cubicBezTo>
                      <a:pt x="76" y="224"/>
                      <a:pt x="79" y="226"/>
                      <a:pt x="83" y="224"/>
                    </a:cubicBezTo>
                    <a:cubicBezTo>
                      <a:pt x="89" y="223"/>
                      <a:pt x="108" y="224"/>
                      <a:pt x="111" y="223"/>
                    </a:cubicBezTo>
                    <a:cubicBezTo>
                      <a:pt x="114" y="222"/>
                      <a:pt x="118" y="223"/>
                      <a:pt x="122" y="222"/>
                    </a:cubicBezTo>
                    <a:cubicBezTo>
                      <a:pt x="126" y="221"/>
                      <a:pt x="127" y="222"/>
                      <a:pt x="131" y="222"/>
                    </a:cubicBezTo>
                    <a:cubicBezTo>
                      <a:pt x="136" y="222"/>
                      <a:pt x="135" y="225"/>
                      <a:pt x="138" y="227"/>
                    </a:cubicBezTo>
                    <a:cubicBezTo>
                      <a:pt x="137" y="229"/>
                      <a:pt x="137" y="229"/>
                      <a:pt x="137" y="229"/>
                    </a:cubicBezTo>
                    <a:cubicBezTo>
                      <a:pt x="137" y="229"/>
                      <a:pt x="137" y="229"/>
                      <a:pt x="137" y="229"/>
                    </a:cubicBezTo>
                    <a:cubicBezTo>
                      <a:pt x="139" y="230"/>
                      <a:pt x="138" y="230"/>
                      <a:pt x="138" y="232"/>
                    </a:cubicBezTo>
                    <a:cubicBezTo>
                      <a:pt x="140" y="233"/>
                      <a:pt x="138" y="232"/>
                      <a:pt x="140" y="233"/>
                    </a:cubicBezTo>
                    <a:cubicBezTo>
                      <a:pt x="141" y="234"/>
                      <a:pt x="141" y="234"/>
                      <a:pt x="141" y="234"/>
                    </a:cubicBezTo>
                    <a:cubicBezTo>
                      <a:pt x="141" y="238"/>
                      <a:pt x="141" y="238"/>
                      <a:pt x="141" y="238"/>
                    </a:cubicBezTo>
                    <a:cubicBezTo>
                      <a:pt x="140" y="239"/>
                      <a:pt x="142" y="242"/>
                      <a:pt x="140" y="245"/>
                    </a:cubicBezTo>
                    <a:cubicBezTo>
                      <a:pt x="140" y="246"/>
                      <a:pt x="141" y="246"/>
                      <a:pt x="141" y="248"/>
                    </a:cubicBezTo>
                    <a:cubicBezTo>
                      <a:pt x="141" y="252"/>
                      <a:pt x="144" y="253"/>
                      <a:pt x="146" y="255"/>
                    </a:cubicBezTo>
                    <a:cubicBezTo>
                      <a:pt x="147" y="255"/>
                      <a:pt x="147" y="255"/>
                      <a:pt x="147" y="255"/>
                    </a:cubicBezTo>
                    <a:cubicBezTo>
                      <a:pt x="148" y="256"/>
                      <a:pt x="148" y="256"/>
                      <a:pt x="149" y="257"/>
                    </a:cubicBezTo>
                    <a:cubicBezTo>
                      <a:pt x="150" y="258"/>
                      <a:pt x="150" y="258"/>
                      <a:pt x="153" y="259"/>
                    </a:cubicBezTo>
                    <a:cubicBezTo>
                      <a:pt x="159" y="261"/>
                      <a:pt x="161" y="254"/>
                      <a:pt x="163" y="253"/>
                    </a:cubicBezTo>
                    <a:cubicBezTo>
                      <a:pt x="165" y="252"/>
                      <a:pt x="164" y="253"/>
                      <a:pt x="166" y="252"/>
                    </a:cubicBezTo>
                    <a:cubicBezTo>
                      <a:pt x="167" y="251"/>
                      <a:pt x="165" y="251"/>
                      <a:pt x="168" y="251"/>
                    </a:cubicBezTo>
                    <a:cubicBezTo>
                      <a:pt x="171" y="247"/>
                      <a:pt x="171" y="247"/>
                      <a:pt x="171" y="247"/>
                    </a:cubicBezTo>
                    <a:cubicBezTo>
                      <a:pt x="173" y="246"/>
                      <a:pt x="174" y="247"/>
                      <a:pt x="174" y="244"/>
                    </a:cubicBezTo>
                    <a:cubicBezTo>
                      <a:pt x="175" y="244"/>
                      <a:pt x="175" y="244"/>
                      <a:pt x="176" y="244"/>
                    </a:cubicBezTo>
                    <a:cubicBezTo>
                      <a:pt x="176" y="238"/>
                      <a:pt x="176" y="237"/>
                      <a:pt x="177" y="233"/>
                    </a:cubicBezTo>
                    <a:cubicBezTo>
                      <a:pt x="178" y="232"/>
                      <a:pt x="177" y="233"/>
                      <a:pt x="178" y="232"/>
                    </a:cubicBezTo>
                    <a:cubicBezTo>
                      <a:pt x="178" y="229"/>
                      <a:pt x="178" y="223"/>
                      <a:pt x="178" y="221"/>
                    </a:cubicBezTo>
                    <a:cubicBezTo>
                      <a:pt x="176" y="217"/>
                      <a:pt x="178" y="218"/>
                      <a:pt x="178" y="212"/>
                    </a:cubicBezTo>
                    <a:cubicBezTo>
                      <a:pt x="179" y="211"/>
                      <a:pt x="178" y="206"/>
                      <a:pt x="179" y="202"/>
                    </a:cubicBezTo>
                    <a:cubicBezTo>
                      <a:pt x="177" y="201"/>
                      <a:pt x="178" y="200"/>
                      <a:pt x="179" y="198"/>
                    </a:cubicBezTo>
                    <a:cubicBezTo>
                      <a:pt x="177" y="195"/>
                      <a:pt x="179" y="189"/>
                      <a:pt x="177" y="186"/>
                    </a:cubicBezTo>
                    <a:cubicBezTo>
                      <a:pt x="178" y="184"/>
                      <a:pt x="180" y="182"/>
                      <a:pt x="179" y="179"/>
                    </a:cubicBezTo>
                    <a:cubicBezTo>
                      <a:pt x="177" y="174"/>
                      <a:pt x="180" y="177"/>
                      <a:pt x="179" y="172"/>
                    </a:cubicBezTo>
                    <a:cubicBezTo>
                      <a:pt x="182" y="170"/>
                      <a:pt x="180" y="169"/>
                      <a:pt x="180" y="167"/>
                    </a:cubicBezTo>
                    <a:cubicBezTo>
                      <a:pt x="179" y="166"/>
                      <a:pt x="180" y="163"/>
                      <a:pt x="180" y="162"/>
                    </a:cubicBezTo>
                    <a:cubicBezTo>
                      <a:pt x="181" y="162"/>
                      <a:pt x="181" y="162"/>
                      <a:pt x="181" y="162"/>
                    </a:cubicBezTo>
                    <a:cubicBezTo>
                      <a:pt x="181" y="158"/>
                      <a:pt x="182" y="161"/>
                      <a:pt x="180" y="159"/>
                    </a:cubicBezTo>
                    <a:cubicBezTo>
                      <a:pt x="180" y="157"/>
                      <a:pt x="179" y="155"/>
                      <a:pt x="180" y="152"/>
                    </a:cubicBezTo>
                    <a:cubicBezTo>
                      <a:pt x="180" y="152"/>
                      <a:pt x="180" y="152"/>
                      <a:pt x="180" y="152"/>
                    </a:cubicBezTo>
                    <a:cubicBezTo>
                      <a:pt x="180" y="152"/>
                      <a:pt x="180" y="152"/>
                      <a:pt x="180" y="152"/>
                    </a:cubicBezTo>
                    <a:cubicBezTo>
                      <a:pt x="181" y="150"/>
                      <a:pt x="181" y="150"/>
                      <a:pt x="181" y="150"/>
                    </a:cubicBezTo>
                    <a:cubicBezTo>
                      <a:pt x="181" y="141"/>
                      <a:pt x="181" y="141"/>
                      <a:pt x="181" y="141"/>
                    </a:cubicBezTo>
                    <a:cubicBezTo>
                      <a:pt x="181" y="141"/>
                      <a:pt x="181" y="140"/>
                      <a:pt x="181" y="139"/>
                    </a:cubicBezTo>
                    <a:cubicBezTo>
                      <a:pt x="182" y="138"/>
                      <a:pt x="182" y="138"/>
                      <a:pt x="182" y="138"/>
                    </a:cubicBezTo>
                    <a:cubicBezTo>
                      <a:pt x="182" y="137"/>
                      <a:pt x="182" y="136"/>
                      <a:pt x="181" y="135"/>
                    </a:cubicBezTo>
                    <a:cubicBezTo>
                      <a:pt x="181" y="133"/>
                      <a:pt x="180" y="134"/>
                      <a:pt x="181" y="133"/>
                    </a:cubicBezTo>
                    <a:cubicBezTo>
                      <a:pt x="180" y="133"/>
                      <a:pt x="180" y="133"/>
                      <a:pt x="180" y="133"/>
                    </a:cubicBezTo>
                    <a:cubicBezTo>
                      <a:pt x="180" y="131"/>
                      <a:pt x="180" y="131"/>
                      <a:pt x="181" y="130"/>
                    </a:cubicBezTo>
                    <a:cubicBezTo>
                      <a:pt x="179" y="129"/>
                      <a:pt x="179" y="129"/>
                      <a:pt x="179" y="129"/>
                    </a:cubicBezTo>
                    <a:cubicBezTo>
                      <a:pt x="179" y="128"/>
                      <a:pt x="179" y="128"/>
                      <a:pt x="179" y="128"/>
                    </a:cubicBezTo>
                    <a:cubicBezTo>
                      <a:pt x="179" y="127"/>
                      <a:pt x="179" y="127"/>
                      <a:pt x="179" y="127"/>
                    </a:cubicBezTo>
                    <a:cubicBezTo>
                      <a:pt x="181" y="127"/>
                      <a:pt x="180" y="127"/>
                      <a:pt x="181" y="125"/>
                    </a:cubicBezTo>
                    <a:cubicBezTo>
                      <a:pt x="181" y="124"/>
                      <a:pt x="181" y="124"/>
                      <a:pt x="182" y="124"/>
                    </a:cubicBezTo>
                    <a:cubicBezTo>
                      <a:pt x="180" y="121"/>
                      <a:pt x="180" y="120"/>
                      <a:pt x="179" y="118"/>
                    </a:cubicBezTo>
                    <a:cubicBezTo>
                      <a:pt x="179" y="118"/>
                      <a:pt x="179" y="117"/>
                      <a:pt x="179" y="117"/>
                    </a:cubicBezTo>
                    <a:cubicBezTo>
                      <a:pt x="179" y="117"/>
                      <a:pt x="179" y="117"/>
                      <a:pt x="179" y="117"/>
                    </a:cubicBezTo>
                    <a:cubicBezTo>
                      <a:pt x="179" y="117"/>
                      <a:pt x="179" y="116"/>
                      <a:pt x="179" y="116"/>
                    </a:cubicBezTo>
                    <a:cubicBezTo>
                      <a:pt x="179" y="115"/>
                      <a:pt x="180" y="108"/>
                      <a:pt x="179" y="105"/>
                    </a:cubicBezTo>
                    <a:cubicBezTo>
                      <a:pt x="179" y="105"/>
                      <a:pt x="179" y="104"/>
                      <a:pt x="179" y="104"/>
                    </a:cubicBezTo>
                    <a:cubicBezTo>
                      <a:pt x="179" y="102"/>
                      <a:pt x="178" y="100"/>
                      <a:pt x="179" y="99"/>
                    </a:cubicBezTo>
                    <a:cubicBezTo>
                      <a:pt x="179" y="99"/>
                      <a:pt x="179" y="99"/>
                      <a:pt x="179" y="99"/>
                    </a:cubicBezTo>
                    <a:cubicBezTo>
                      <a:pt x="179" y="98"/>
                      <a:pt x="179" y="98"/>
                      <a:pt x="179" y="97"/>
                    </a:cubicBezTo>
                    <a:cubicBezTo>
                      <a:pt x="179" y="97"/>
                      <a:pt x="179" y="98"/>
                      <a:pt x="179" y="96"/>
                    </a:cubicBezTo>
                    <a:cubicBezTo>
                      <a:pt x="180" y="91"/>
                      <a:pt x="180" y="91"/>
                      <a:pt x="180" y="91"/>
                    </a:cubicBezTo>
                    <a:cubicBezTo>
                      <a:pt x="180" y="88"/>
                      <a:pt x="178" y="89"/>
                      <a:pt x="179" y="84"/>
                    </a:cubicBezTo>
                    <a:cubicBezTo>
                      <a:pt x="180" y="81"/>
                      <a:pt x="180" y="81"/>
                      <a:pt x="180" y="81"/>
                    </a:cubicBezTo>
                    <a:cubicBezTo>
                      <a:pt x="178" y="80"/>
                      <a:pt x="179" y="81"/>
                      <a:pt x="179" y="79"/>
                    </a:cubicBezTo>
                    <a:cubicBezTo>
                      <a:pt x="179" y="78"/>
                      <a:pt x="180" y="73"/>
                      <a:pt x="181" y="71"/>
                    </a:cubicBezTo>
                    <a:cubicBezTo>
                      <a:pt x="181" y="70"/>
                      <a:pt x="181" y="69"/>
                      <a:pt x="181" y="68"/>
                    </a:cubicBezTo>
                    <a:cubicBezTo>
                      <a:pt x="183" y="62"/>
                      <a:pt x="183" y="62"/>
                      <a:pt x="183" y="62"/>
                    </a:cubicBezTo>
                    <a:cubicBezTo>
                      <a:pt x="183" y="60"/>
                      <a:pt x="183" y="61"/>
                      <a:pt x="184" y="60"/>
                    </a:cubicBezTo>
                    <a:cubicBezTo>
                      <a:pt x="184" y="57"/>
                      <a:pt x="185" y="56"/>
                      <a:pt x="185" y="54"/>
                    </a:cubicBezTo>
                    <a:cubicBezTo>
                      <a:pt x="185" y="51"/>
                      <a:pt x="185" y="50"/>
                      <a:pt x="186" y="48"/>
                    </a:cubicBezTo>
                    <a:cubicBezTo>
                      <a:pt x="190" y="40"/>
                      <a:pt x="190" y="40"/>
                      <a:pt x="190" y="40"/>
                    </a:cubicBezTo>
                    <a:cubicBezTo>
                      <a:pt x="191" y="39"/>
                      <a:pt x="190" y="40"/>
                      <a:pt x="191" y="39"/>
                    </a:cubicBezTo>
                    <a:cubicBezTo>
                      <a:pt x="190" y="38"/>
                      <a:pt x="189" y="38"/>
                      <a:pt x="191" y="38"/>
                    </a:cubicBezTo>
                    <a:cubicBezTo>
                      <a:pt x="191" y="33"/>
                      <a:pt x="192" y="25"/>
                      <a:pt x="190" y="21"/>
                    </a:cubicBezTo>
                    <a:cubicBezTo>
                      <a:pt x="180" y="8"/>
                      <a:pt x="180" y="8"/>
                      <a:pt x="180" y="8"/>
                    </a:cubicBezTo>
                    <a:cubicBezTo>
                      <a:pt x="179" y="8"/>
                      <a:pt x="179" y="7"/>
                      <a:pt x="178" y="8"/>
                    </a:cubicBezTo>
                    <a:cubicBezTo>
                      <a:pt x="177" y="5"/>
                      <a:pt x="170" y="3"/>
                      <a:pt x="167" y="3"/>
                    </a:cubicBezTo>
                    <a:cubicBezTo>
                      <a:pt x="165" y="2"/>
                      <a:pt x="165" y="2"/>
                      <a:pt x="165" y="2"/>
                    </a:cubicBezTo>
                    <a:cubicBezTo>
                      <a:pt x="164" y="2"/>
                      <a:pt x="163" y="2"/>
                      <a:pt x="162" y="2"/>
                    </a:cubicBezTo>
                    <a:cubicBezTo>
                      <a:pt x="162" y="0"/>
                      <a:pt x="162" y="2"/>
                      <a:pt x="161" y="2"/>
                    </a:cubicBezTo>
                    <a:cubicBezTo>
                      <a:pt x="159" y="1"/>
                      <a:pt x="155" y="1"/>
                      <a:pt x="153" y="1"/>
                    </a:cubicBezTo>
                    <a:close/>
                    <a:moveTo>
                      <a:pt x="93" y="93"/>
                    </a:moveTo>
                    <a:cubicBezTo>
                      <a:pt x="93" y="95"/>
                      <a:pt x="93" y="95"/>
                      <a:pt x="93" y="95"/>
                    </a:cubicBezTo>
                    <a:cubicBezTo>
                      <a:pt x="92" y="95"/>
                      <a:pt x="91" y="95"/>
                      <a:pt x="92" y="96"/>
                    </a:cubicBezTo>
                    <a:cubicBezTo>
                      <a:pt x="93" y="95"/>
                      <a:pt x="93" y="96"/>
                      <a:pt x="94" y="95"/>
                    </a:cubicBezTo>
                    <a:cubicBezTo>
                      <a:pt x="94" y="95"/>
                      <a:pt x="94" y="94"/>
                      <a:pt x="94" y="94"/>
                    </a:cubicBezTo>
                    <a:cubicBezTo>
                      <a:pt x="94" y="94"/>
                      <a:pt x="94" y="94"/>
                      <a:pt x="94" y="94"/>
                    </a:cubicBezTo>
                    <a:cubicBezTo>
                      <a:pt x="93" y="93"/>
                      <a:pt x="95" y="93"/>
                      <a:pt x="93" y="93"/>
                    </a:cubicBezTo>
                    <a:close/>
                    <a:moveTo>
                      <a:pt x="103" y="102"/>
                    </a:moveTo>
                    <a:cubicBezTo>
                      <a:pt x="104" y="102"/>
                      <a:pt x="103" y="101"/>
                      <a:pt x="104" y="100"/>
                    </a:cubicBezTo>
                    <a:cubicBezTo>
                      <a:pt x="103" y="100"/>
                      <a:pt x="103" y="100"/>
                      <a:pt x="102" y="99"/>
                    </a:cubicBezTo>
                    <a:cubicBezTo>
                      <a:pt x="103" y="101"/>
                      <a:pt x="103" y="100"/>
                      <a:pt x="103" y="102"/>
                    </a:cubicBezTo>
                    <a:close/>
                    <a:moveTo>
                      <a:pt x="97" y="96"/>
                    </a:moveTo>
                    <a:cubicBezTo>
                      <a:pt x="99" y="96"/>
                      <a:pt x="99" y="97"/>
                      <a:pt x="99" y="95"/>
                    </a:cubicBezTo>
                    <a:cubicBezTo>
                      <a:pt x="98" y="95"/>
                      <a:pt x="99" y="94"/>
                      <a:pt x="98" y="95"/>
                    </a:cubicBezTo>
                    <a:cubicBezTo>
                      <a:pt x="98" y="95"/>
                      <a:pt x="97" y="96"/>
                      <a:pt x="97" y="96"/>
                    </a:cubicBezTo>
                    <a:close/>
                    <a:moveTo>
                      <a:pt x="115" y="193"/>
                    </a:moveTo>
                    <a:cubicBezTo>
                      <a:pt x="116" y="193"/>
                      <a:pt x="116" y="193"/>
                      <a:pt x="116" y="193"/>
                    </a:cubicBezTo>
                    <a:cubicBezTo>
                      <a:pt x="116" y="194"/>
                      <a:pt x="117" y="194"/>
                      <a:pt x="115" y="194"/>
                    </a:cubicBezTo>
                    <a:cubicBezTo>
                      <a:pt x="114" y="194"/>
                      <a:pt x="115" y="194"/>
                      <a:pt x="115" y="193"/>
                    </a:cubicBezTo>
                    <a:close/>
                    <a:moveTo>
                      <a:pt x="58" y="117"/>
                    </a:moveTo>
                    <a:cubicBezTo>
                      <a:pt x="60" y="116"/>
                      <a:pt x="60" y="116"/>
                      <a:pt x="60" y="118"/>
                    </a:cubicBezTo>
                    <a:cubicBezTo>
                      <a:pt x="59" y="116"/>
                      <a:pt x="59" y="117"/>
                      <a:pt x="58" y="117"/>
                    </a:cubicBezTo>
                    <a:close/>
                    <a:moveTo>
                      <a:pt x="46" y="165"/>
                    </a:moveTo>
                    <a:cubicBezTo>
                      <a:pt x="46" y="165"/>
                      <a:pt x="45" y="164"/>
                      <a:pt x="47" y="165"/>
                    </a:cubicBezTo>
                    <a:cubicBezTo>
                      <a:pt x="47" y="166"/>
                      <a:pt x="47" y="166"/>
                      <a:pt x="46" y="165"/>
                    </a:cubicBezTo>
                    <a:close/>
                    <a:moveTo>
                      <a:pt x="90" y="99"/>
                    </a:moveTo>
                    <a:cubicBezTo>
                      <a:pt x="91" y="99"/>
                      <a:pt x="91" y="99"/>
                      <a:pt x="91" y="99"/>
                    </a:cubicBezTo>
                    <a:cubicBezTo>
                      <a:pt x="91" y="99"/>
                      <a:pt x="91" y="98"/>
                      <a:pt x="90" y="99"/>
                    </a:cubicBezTo>
                    <a:close/>
                    <a:moveTo>
                      <a:pt x="45" y="182"/>
                    </a:moveTo>
                    <a:cubicBezTo>
                      <a:pt x="45" y="181"/>
                      <a:pt x="46" y="181"/>
                      <a:pt x="46" y="182"/>
                    </a:cubicBezTo>
                    <a:cubicBezTo>
                      <a:pt x="47" y="183"/>
                      <a:pt x="45" y="182"/>
                      <a:pt x="45" y="182"/>
                    </a:cubicBezTo>
                    <a:close/>
                    <a:moveTo>
                      <a:pt x="92" y="97"/>
                    </a:moveTo>
                    <a:cubicBezTo>
                      <a:pt x="91" y="96"/>
                      <a:pt x="91" y="96"/>
                      <a:pt x="91" y="96"/>
                    </a:cubicBezTo>
                    <a:cubicBezTo>
                      <a:pt x="91" y="97"/>
                      <a:pt x="90" y="97"/>
                      <a:pt x="92" y="97"/>
                    </a:cubicBezTo>
                    <a:close/>
                    <a:moveTo>
                      <a:pt x="75" y="116"/>
                    </a:moveTo>
                    <a:cubicBezTo>
                      <a:pt x="74" y="115"/>
                      <a:pt x="74" y="116"/>
                      <a:pt x="75" y="115"/>
                    </a:cubicBezTo>
                    <a:cubicBezTo>
                      <a:pt x="75" y="116"/>
                      <a:pt x="75" y="116"/>
                      <a:pt x="75" y="116"/>
                    </a:cubicBezTo>
                    <a:close/>
                    <a:moveTo>
                      <a:pt x="101" y="92"/>
                    </a:moveTo>
                    <a:cubicBezTo>
                      <a:pt x="101" y="90"/>
                      <a:pt x="101" y="90"/>
                      <a:pt x="101" y="90"/>
                    </a:cubicBezTo>
                    <a:cubicBezTo>
                      <a:pt x="101" y="92"/>
                      <a:pt x="101" y="91"/>
                      <a:pt x="101" y="92"/>
                    </a:cubicBezTo>
                    <a:close/>
                    <a:moveTo>
                      <a:pt x="101" y="176"/>
                    </a:moveTo>
                    <a:cubicBezTo>
                      <a:pt x="102" y="176"/>
                      <a:pt x="102" y="176"/>
                      <a:pt x="102" y="176"/>
                    </a:cubicBezTo>
                    <a:cubicBezTo>
                      <a:pt x="101" y="176"/>
                      <a:pt x="101" y="176"/>
                      <a:pt x="101" y="176"/>
                    </a:cubicBezTo>
                    <a:close/>
                    <a:moveTo>
                      <a:pt x="85" y="105"/>
                    </a:moveTo>
                    <a:cubicBezTo>
                      <a:pt x="85" y="105"/>
                      <a:pt x="86" y="106"/>
                      <a:pt x="85" y="105"/>
                    </a:cubicBezTo>
                    <a:cubicBezTo>
                      <a:pt x="85" y="105"/>
                      <a:pt x="85" y="105"/>
                      <a:pt x="85" y="105"/>
                    </a:cubicBezTo>
                    <a:close/>
                    <a:moveTo>
                      <a:pt x="13" y="59"/>
                    </a:moveTo>
                    <a:cubicBezTo>
                      <a:pt x="14" y="60"/>
                      <a:pt x="13" y="59"/>
                      <a:pt x="14" y="61"/>
                    </a:cubicBezTo>
                    <a:cubicBezTo>
                      <a:pt x="13" y="59"/>
                      <a:pt x="13" y="59"/>
                      <a:pt x="13" y="59"/>
                    </a:cubicBezTo>
                    <a:close/>
                    <a:moveTo>
                      <a:pt x="180" y="152"/>
                    </a:moveTo>
                    <a:cubicBezTo>
                      <a:pt x="181" y="152"/>
                      <a:pt x="181" y="153"/>
                      <a:pt x="181" y="153"/>
                    </a:cubicBezTo>
                    <a:cubicBezTo>
                      <a:pt x="181" y="153"/>
                      <a:pt x="180" y="153"/>
                      <a:pt x="180" y="152"/>
                    </a:cubicBezTo>
                    <a:close/>
                    <a:moveTo>
                      <a:pt x="46" y="172"/>
                    </a:moveTo>
                    <a:cubicBezTo>
                      <a:pt x="46" y="172"/>
                      <a:pt x="46" y="172"/>
                      <a:pt x="46" y="172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" name="Freeform 15"/>
              <p:cNvSpPr>
                <a:spLocks noEditPoints="1"/>
              </p:cNvSpPr>
              <p:nvPr/>
            </p:nvSpPr>
            <p:spPr bwMode="auto">
              <a:xfrm>
                <a:off x="3732034" y="4258993"/>
                <a:ext cx="214313" cy="395288"/>
              </a:xfrm>
              <a:custGeom>
                <a:avLst/>
                <a:gdLst>
                  <a:gd name="T0" fmla="*/ 68 w 187"/>
                  <a:gd name="T1" fmla="*/ 285 h 344"/>
                  <a:gd name="T2" fmla="*/ 80 w 187"/>
                  <a:gd name="T3" fmla="*/ 274 h 344"/>
                  <a:gd name="T4" fmla="*/ 74 w 187"/>
                  <a:gd name="T5" fmla="*/ 272 h 344"/>
                  <a:gd name="T6" fmla="*/ 141 w 187"/>
                  <a:gd name="T7" fmla="*/ 162 h 344"/>
                  <a:gd name="T8" fmla="*/ 142 w 187"/>
                  <a:gd name="T9" fmla="*/ 163 h 344"/>
                  <a:gd name="T10" fmla="*/ 146 w 187"/>
                  <a:gd name="T11" fmla="*/ 159 h 344"/>
                  <a:gd name="T12" fmla="*/ 69 w 187"/>
                  <a:gd name="T13" fmla="*/ 173 h 344"/>
                  <a:gd name="T14" fmla="*/ 63 w 187"/>
                  <a:gd name="T15" fmla="*/ 174 h 344"/>
                  <a:gd name="T16" fmla="*/ 64 w 187"/>
                  <a:gd name="T17" fmla="*/ 148 h 344"/>
                  <a:gd name="T18" fmla="*/ 65 w 187"/>
                  <a:gd name="T19" fmla="*/ 145 h 344"/>
                  <a:gd name="T20" fmla="*/ 72 w 187"/>
                  <a:gd name="T21" fmla="*/ 134 h 344"/>
                  <a:gd name="T22" fmla="*/ 116 w 187"/>
                  <a:gd name="T23" fmla="*/ 140 h 344"/>
                  <a:gd name="T24" fmla="*/ 115 w 187"/>
                  <a:gd name="T25" fmla="*/ 132 h 344"/>
                  <a:gd name="T26" fmla="*/ 148 w 187"/>
                  <a:gd name="T27" fmla="*/ 106 h 344"/>
                  <a:gd name="T28" fmla="*/ 140 w 187"/>
                  <a:gd name="T29" fmla="*/ 118 h 344"/>
                  <a:gd name="T30" fmla="*/ 137 w 187"/>
                  <a:gd name="T31" fmla="*/ 111 h 344"/>
                  <a:gd name="T32" fmla="*/ 138 w 187"/>
                  <a:gd name="T33" fmla="*/ 117 h 344"/>
                  <a:gd name="T34" fmla="*/ 132 w 187"/>
                  <a:gd name="T35" fmla="*/ 80 h 344"/>
                  <a:gd name="T36" fmla="*/ 67 w 187"/>
                  <a:gd name="T37" fmla="*/ 293 h 344"/>
                  <a:gd name="T38" fmla="*/ 69 w 187"/>
                  <a:gd name="T39" fmla="*/ 308 h 344"/>
                  <a:gd name="T40" fmla="*/ 77 w 187"/>
                  <a:gd name="T41" fmla="*/ 325 h 344"/>
                  <a:gd name="T42" fmla="*/ 83 w 187"/>
                  <a:gd name="T43" fmla="*/ 334 h 344"/>
                  <a:gd name="T44" fmla="*/ 88 w 187"/>
                  <a:gd name="T45" fmla="*/ 344 h 344"/>
                  <a:gd name="T46" fmla="*/ 94 w 187"/>
                  <a:gd name="T47" fmla="*/ 341 h 344"/>
                  <a:gd name="T48" fmla="*/ 107 w 187"/>
                  <a:gd name="T49" fmla="*/ 334 h 344"/>
                  <a:gd name="T50" fmla="*/ 107 w 187"/>
                  <a:gd name="T51" fmla="*/ 324 h 344"/>
                  <a:gd name="T52" fmla="*/ 108 w 187"/>
                  <a:gd name="T53" fmla="*/ 287 h 344"/>
                  <a:gd name="T54" fmla="*/ 106 w 187"/>
                  <a:gd name="T55" fmla="*/ 236 h 344"/>
                  <a:gd name="T56" fmla="*/ 106 w 187"/>
                  <a:gd name="T57" fmla="*/ 215 h 344"/>
                  <a:gd name="T58" fmla="*/ 118 w 187"/>
                  <a:gd name="T59" fmla="*/ 204 h 344"/>
                  <a:gd name="T60" fmla="*/ 130 w 187"/>
                  <a:gd name="T61" fmla="*/ 181 h 344"/>
                  <a:gd name="T62" fmla="*/ 141 w 187"/>
                  <a:gd name="T63" fmla="*/ 170 h 344"/>
                  <a:gd name="T64" fmla="*/ 154 w 187"/>
                  <a:gd name="T65" fmla="*/ 159 h 344"/>
                  <a:gd name="T66" fmla="*/ 153 w 187"/>
                  <a:gd name="T67" fmla="*/ 157 h 344"/>
                  <a:gd name="T68" fmla="*/ 155 w 187"/>
                  <a:gd name="T69" fmla="*/ 154 h 344"/>
                  <a:gd name="T70" fmla="*/ 168 w 187"/>
                  <a:gd name="T71" fmla="*/ 144 h 344"/>
                  <a:gd name="T72" fmla="*/ 179 w 187"/>
                  <a:gd name="T73" fmla="*/ 136 h 344"/>
                  <a:gd name="T74" fmla="*/ 186 w 187"/>
                  <a:gd name="T75" fmla="*/ 119 h 344"/>
                  <a:gd name="T76" fmla="*/ 186 w 187"/>
                  <a:gd name="T77" fmla="*/ 105 h 344"/>
                  <a:gd name="T78" fmla="*/ 173 w 187"/>
                  <a:gd name="T79" fmla="*/ 80 h 344"/>
                  <a:gd name="T80" fmla="*/ 140 w 187"/>
                  <a:gd name="T81" fmla="*/ 80 h 344"/>
                  <a:gd name="T82" fmla="*/ 134 w 187"/>
                  <a:gd name="T83" fmla="*/ 71 h 344"/>
                  <a:gd name="T84" fmla="*/ 135 w 187"/>
                  <a:gd name="T85" fmla="*/ 65 h 344"/>
                  <a:gd name="T86" fmla="*/ 128 w 187"/>
                  <a:gd name="T87" fmla="*/ 39 h 344"/>
                  <a:gd name="T88" fmla="*/ 119 w 187"/>
                  <a:gd name="T89" fmla="*/ 13 h 344"/>
                  <a:gd name="T90" fmla="*/ 103 w 187"/>
                  <a:gd name="T91" fmla="*/ 1 h 344"/>
                  <a:gd name="T92" fmla="*/ 95 w 187"/>
                  <a:gd name="T93" fmla="*/ 23 h 344"/>
                  <a:gd name="T94" fmla="*/ 88 w 187"/>
                  <a:gd name="T95" fmla="*/ 60 h 344"/>
                  <a:gd name="T96" fmla="*/ 85 w 187"/>
                  <a:gd name="T97" fmla="*/ 68 h 344"/>
                  <a:gd name="T98" fmla="*/ 83 w 187"/>
                  <a:gd name="T99" fmla="*/ 83 h 344"/>
                  <a:gd name="T100" fmla="*/ 75 w 187"/>
                  <a:gd name="T101" fmla="*/ 105 h 344"/>
                  <a:gd name="T102" fmla="*/ 67 w 187"/>
                  <a:gd name="T103" fmla="*/ 111 h 344"/>
                  <a:gd name="T104" fmla="*/ 32 w 187"/>
                  <a:gd name="T105" fmla="*/ 134 h 344"/>
                  <a:gd name="T106" fmla="*/ 10 w 187"/>
                  <a:gd name="T107" fmla="*/ 123 h 344"/>
                  <a:gd name="T108" fmla="*/ 2 w 187"/>
                  <a:gd name="T109" fmla="*/ 145 h 344"/>
                  <a:gd name="T110" fmla="*/ 23 w 187"/>
                  <a:gd name="T111" fmla="*/ 181 h 344"/>
                  <a:gd name="T112" fmla="*/ 47 w 187"/>
                  <a:gd name="T113" fmla="*/ 192 h 344"/>
                  <a:gd name="T114" fmla="*/ 57 w 187"/>
                  <a:gd name="T115" fmla="*/ 213 h 344"/>
                  <a:gd name="T116" fmla="*/ 74 w 187"/>
                  <a:gd name="T117" fmla="*/ 240 h 344"/>
                  <a:gd name="T118" fmla="*/ 69 w 187"/>
                  <a:gd name="T119" fmla="*/ 275 h 3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87" h="344">
                    <a:moveTo>
                      <a:pt x="92" y="335"/>
                    </a:moveTo>
                    <a:cubicBezTo>
                      <a:pt x="94" y="336"/>
                      <a:pt x="93" y="336"/>
                      <a:pt x="92" y="336"/>
                    </a:cubicBezTo>
                    <a:cubicBezTo>
                      <a:pt x="92" y="335"/>
                      <a:pt x="92" y="335"/>
                      <a:pt x="92" y="335"/>
                    </a:cubicBezTo>
                    <a:close/>
                    <a:moveTo>
                      <a:pt x="66" y="283"/>
                    </a:moveTo>
                    <a:cubicBezTo>
                      <a:pt x="66" y="283"/>
                      <a:pt x="67" y="283"/>
                      <a:pt x="67" y="281"/>
                    </a:cubicBezTo>
                    <a:cubicBezTo>
                      <a:pt x="67" y="282"/>
                      <a:pt x="68" y="284"/>
                      <a:pt x="68" y="285"/>
                    </a:cubicBezTo>
                    <a:cubicBezTo>
                      <a:pt x="66" y="285"/>
                      <a:pt x="67" y="285"/>
                      <a:pt x="66" y="283"/>
                    </a:cubicBezTo>
                    <a:close/>
                    <a:moveTo>
                      <a:pt x="74" y="272"/>
                    </a:moveTo>
                    <a:cubicBezTo>
                      <a:pt x="76" y="273"/>
                      <a:pt x="73" y="273"/>
                      <a:pt x="76" y="273"/>
                    </a:cubicBezTo>
                    <a:cubicBezTo>
                      <a:pt x="77" y="272"/>
                      <a:pt x="77" y="272"/>
                      <a:pt x="77" y="271"/>
                    </a:cubicBezTo>
                    <a:cubicBezTo>
                      <a:pt x="79" y="269"/>
                      <a:pt x="79" y="269"/>
                      <a:pt x="80" y="269"/>
                    </a:cubicBezTo>
                    <a:cubicBezTo>
                      <a:pt x="80" y="270"/>
                      <a:pt x="81" y="269"/>
                      <a:pt x="80" y="274"/>
                    </a:cubicBezTo>
                    <a:cubicBezTo>
                      <a:pt x="80" y="276"/>
                      <a:pt x="79" y="276"/>
                      <a:pt x="81" y="278"/>
                    </a:cubicBezTo>
                    <a:cubicBezTo>
                      <a:pt x="79" y="278"/>
                      <a:pt x="80" y="277"/>
                      <a:pt x="80" y="279"/>
                    </a:cubicBezTo>
                    <a:cubicBezTo>
                      <a:pt x="78" y="277"/>
                      <a:pt x="79" y="279"/>
                      <a:pt x="78" y="277"/>
                    </a:cubicBezTo>
                    <a:cubicBezTo>
                      <a:pt x="77" y="276"/>
                      <a:pt x="78" y="277"/>
                      <a:pt x="77" y="276"/>
                    </a:cubicBezTo>
                    <a:cubicBezTo>
                      <a:pt x="75" y="274"/>
                      <a:pt x="76" y="275"/>
                      <a:pt x="75" y="274"/>
                    </a:cubicBezTo>
                    <a:cubicBezTo>
                      <a:pt x="74" y="272"/>
                      <a:pt x="74" y="272"/>
                      <a:pt x="74" y="272"/>
                    </a:cubicBezTo>
                    <a:close/>
                    <a:moveTo>
                      <a:pt x="142" y="163"/>
                    </a:moveTo>
                    <a:cubicBezTo>
                      <a:pt x="141" y="164"/>
                      <a:pt x="141" y="164"/>
                      <a:pt x="142" y="165"/>
                    </a:cubicBezTo>
                    <a:cubicBezTo>
                      <a:pt x="139" y="165"/>
                      <a:pt x="141" y="165"/>
                      <a:pt x="139" y="166"/>
                    </a:cubicBezTo>
                    <a:cubicBezTo>
                      <a:pt x="138" y="167"/>
                      <a:pt x="137" y="166"/>
                      <a:pt x="137" y="167"/>
                    </a:cubicBezTo>
                    <a:cubicBezTo>
                      <a:pt x="137" y="165"/>
                      <a:pt x="137" y="165"/>
                      <a:pt x="137" y="165"/>
                    </a:cubicBezTo>
                    <a:cubicBezTo>
                      <a:pt x="139" y="165"/>
                      <a:pt x="140" y="165"/>
                      <a:pt x="141" y="162"/>
                    </a:cubicBezTo>
                    <a:cubicBezTo>
                      <a:pt x="142" y="163"/>
                      <a:pt x="142" y="163"/>
                      <a:pt x="142" y="163"/>
                    </a:cubicBezTo>
                    <a:close/>
                    <a:moveTo>
                      <a:pt x="144" y="162"/>
                    </a:moveTo>
                    <a:cubicBezTo>
                      <a:pt x="146" y="162"/>
                      <a:pt x="146" y="162"/>
                      <a:pt x="147" y="163"/>
                    </a:cubicBezTo>
                    <a:cubicBezTo>
                      <a:pt x="147" y="163"/>
                      <a:pt x="146" y="163"/>
                      <a:pt x="146" y="163"/>
                    </a:cubicBezTo>
                    <a:cubicBezTo>
                      <a:pt x="144" y="163"/>
                      <a:pt x="145" y="163"/>
                      <a:pt x="144" y="162"/>
                    </a:cubicBezTo>
                    <a:close/>
                    <a:moveTo>
                      <a:pt x="142" y="163"/>
                    </a:moveTo>
                    <a:cubicBezTo>
                      <a:pt x="143" y="162"/>
                      <a:pt x="143" y="163"/>
                      <a:pt x="142" y="162"/>
                    </a:cubicBezTo>
                    <a:cubicBezTo>
                      <a:pt x="142" y="163"/>
                      <a:pt x="143" y="162"/>
                      <a:pt x="142" y="163"/>
                    </a:cubicBezTo>
                    <a:close/>
                    <a:moveTo>
                      <a:pt x="146" y="159"/>
                    </a:moveTo>
                    <a:cubicBezTo>
                      <a:pt x="146" y="159"/>
                      <a:pt x="147" y="158"/>
                      <a:pt x="147" y="158"/>
                    </a:cubicBezTo>
                    <a:cubicBezTo>
                      <a:pt x="148" y="158"/>
                      <a:pt x="147" y="158"/>
                      <a:pt x="147" y="159"/>
                    </a:cubicBezTo>
                    <a:cubicBezTo>
                      <a:pt x="146" y="159"/>
                      <a:pt x="146" y="159"/>
                      <a:pt x="146" y="159"/>
                    </a:cubicBezTo>
                    <a:close/>
                    <a:moveTo>
                      <a:pt x="76" y="135"/>
                    </a:moveTo>
                    <a:cubicBezTo>
                      <a:pt x="76" y="136"/>
                      <a:pt x="76" y="138"/>
                      <a:pt x="75" y="139"/>
                    </a:cubicBezTo>
                    <a:cubicBezTo>
                      <a:pt x="75" y="140"/>
                      <a:pt x="75" y="142"/>
                      <a:pt x="75" y="144"/>
                    </a:cubicBezTo>
                    <a:cubicBezTo>
                      <a:pt x="75" y="148"/>
                      <a:pt x="75" y="149"/>
                      <a:pt x="75" y="153"/>
                    </a:cubicBezTo>
                    <a:cubicBezTo>
                      <a:pt x="74" y="170"/>
                      <a:pt x="74" y="170"/>
                      <a:pt x="74" y="170"/>
                    </a:cubicBezTo>
                    <a:cubicBezTo>
                      <a:pt x="73" y="172"/>
                      <a:pt x="71" y="172"/>
                      <a:pt x="69" y="173"/>
                    </a:cubicBezTo>
                    <a:cubicBezTo>
                      <a:pt x="69" y="173"/>
                      <a:pt x="69" y="173"/>
                      <a:pt x="69" y="173"/>
                    </a:cubicBezTo>
                    <a:cubicBezTo>
                      <a:pt x="69" y="173"/>
                      <a:pt x="69" y="173"/>
                      <a:pt x="69" y="173"/>
                    </a:cubicBezTo>
                    <a:cubicBezTo>
                      <a:pt x="66" y="177"/>
                      <a:pt x="66" y="177"/>
                      <a:pt x="66" y="177"/>
                    </a:cubicBezTo>
                    <a:cubicBezTo>
                      <a:pt x="66" y="177"/>
                      <a:pt x="66" y="177"/>
                      <a:pt x="65" y="177"/>
                    </a:cubicBezTo>
                    <a:cubicBezTo>
                      <a:pt x="64" y="178"/>
                      <a:pt x="64" y="178"/>
                      <a:pt x="64" y="178"/>
                    </a:cubicBezTo>
                    <a:cubicBezTo>
                      <a:pt x="64" y="173"/>
                      <a:pt x="64" y="176"/>
                      <a:pt x="63" y="174"/>
                    </a:cubicBezTo>
                    <a:cubicBezTo>
                      <a:pt x="63" y="172"/>
                      <a:pt x="63" y="171"/>
                      <a:pt x="63" y="169"/>
                    </a:cubicBezTo>
                    <a:cubicBezTo>
                      <a:pt x="62" y="167"/>
                      <a:pt x="62" y="165"/>
                      <a:pt x="64" y="163"/>
                    </a:cubicBezTo>
                    <a:cubicBezTo>
                      <a:pt x="63" y="159"/>
                      <a:pt x="63" y="163"/>
                      <a:pt x="63" y="159"/>
                    </a:cubicBezTo>
                    <a:cubicBezTo>
                      <a:pt x="64" y="159"/>
                      <a:pt x="64" y="159"/>
                      <a:pt x="64" y="159"/>
                    </a:cubicBezTo>
                    <a:cubicBezTo>
                      <a:pt x="64" y="155"/>
                      <a:pt x="63" y="159"/>
                      <a:pt x="63" y="155"/>
                    </a:cubicBezTo>
                    <a:cubicBezTo>
                      <a:pt x="63" y="153"/>
                      <a:pt x="63" y="150"/>
                      <a:pt x="64" y="148"/>
                    </a:cubicBezTo>
                    <a:cubicBezTo>
                      <a:pt x="65" y="148"/>
                      <a:pt x="65" y="147"/>
                      <a:pt x="65" y="147"/>
                    </a:cubicBezTo>
                    <a:cubicBezTo>
                      <a:pt x="66" y="146"/>
                      <a:pt x="66" y="146"/>
                      <a:pt x="66" y="146"/>
                    </a:cubicBezTo>
                    <a:cubicBezTo>
                      <a:pt x="66" y="146"/>
                      <a:pt x="66" y="146"/>
                      <a:pt x="66" y="146"/>
                    </a:cubicBezTo>
                    <a:cubicBezTo>
                      <a:pt x="66" y="146"/>
                      <a:pt x="65" y="146"/>
                      <a:pt x="65" y="146"/>
                    </a:cubicBezTo>
                    <a:cubicBezTo>
                      <a:pt x="64" y="146"/>
                      <a:pt x="64" y="146"/>
                      <a:pt x="64" y="146"/>
                    </a:cubicBezTo>
                    <a:cubicBezTo>
                      <a:pt x="64" y="145"/>
                      <a:pt x="64" y="146"/>
                      <a:pt x="65" y="145"/>
                    </a:cubicBezTo>
                    <a:cubicBezTo>
                      <a:pt x="66" y="142"/>
                      <a:pt x="66" y="145"/>
                      <a:pt x="66" y="141"/>
                    </a:cubicBezTo>
                    <a:cubicBezTo>
                      <a:pt x="67" y="141"/>
                      <a:pt x="67" y="141"/>
                      <a:pt x="68" y="140"/>
                    </a:cubicBezTo>
                    <a:cubicBezTo>
                      <a:pt x="69" y="139"/>
                      <a:pt x="69" y="139"/>
                      <a:pt x="69" y="139"/>
                    </a:cubicBezTo>
                    <a:cubicBezTo>
                      <a:pt x="69" y="139"/>
                      <a:pt x="69" y="139"/>
                      <a:pt x="69" y="139"/>
                    </a:cubicBezTo>
                    <a:cubicBezTo>
                      <a:pt x="70" y="138"/>
                      <a:pt x="70" y="138"/>
                      <a:pt x="70" y="138"/>
                    </a:cubicBezTo>
                    <a:cubicBezTo>
                      <a:pt x="74" y="134"/>
                      <a:pt x="71" y="136"/>
                      <a:pt x="72" y="134"/>
                    </a:cubicBezTo>
                    <a:cubicBezTo>
                      <a:pt x="76" y="130"/>
                      <a:pt x="76" y="130"/>
                      <a:pt x="76" y="130"/>
                    </a:cubicBezTo>
                    <a:cubicBezTo>
                      <a:pt x="76" y="133"/>
                      <a:pt x="76" y="131"/>
                      <a:pt x="76" y="133"/>
                    </a:cubicBezTo>
                    <a:cubicBezTo>
                      <a:pt x="76" y="134"/>
                      <a:pt x="76" y="134"/>
                      <a:pt x="76" y="135"/>
                    </a:cubicBezTo>
                    <a:close/>
                    <a:moveTo>
                      <a:pt x="118" y="121"/>
                    </a:moveTo>
                    <a:cubicBezTo>
                      <a:pt x="117" y="134"/>
                      <a:pt x="117" y="134"/>
                      <a:pt x="117" y="134"/>
                    </a:cubicBezTo>
                    <a:cubicBezTo>
                      <a:pt x="117" y="136"/>
                      <a:pt x="117" y="137"/>
                      <a:pt x="116" y="140"/>
                    </a:cubicBezTo>
                    <a:cubicBezTo>
                      <a:pt x="114" y="143"/>
                      <a:pt x="114" y="143"/>
                      <a:pt x="114" y="143"/>
                    </a:cubicBezTo>
                    <a:cubicBezTo>
                      <a:pt x="113" y="144"/>
                      <a:pt x="114" y="144"/>
                      <a:pt x="113" y="144"/>
                    </a:cubicBezTo>
                    <a:cubicBezTo>
                      <a:pt x="113" y="137"/>
                      <a:pt x="114" y="143"/>
                      <a:pt x="114" y="137"/>
                    </a:cubicBezTo>
                    <a:cubicBezTo>
                      <a:pt x="115" y="136"/>
                      <a:pt x="115" y="138"/>
                      <a:pt x="115" y="133"/>
                    </a:cubicBezTo>
                    <a:cubicBezTo>
                      <a:pt x="116" y="133"/>
                      <a:pt x="115" y="133"/>
                      <a:pt x="115" y="133"/>
                    </a:cubicBezTo>
                    <a:cubicBezTo>
                      <a:pt x="115" y="132"/>
                      <a:pt x="115" y="132"/>
                      <a:pt x="115" y="132"/>
                    </a:cubicBezTo>
                    <a:cubicBezTo>
                      <a:pt x="116" y="132"/>
                      <a:pt x="116" y="132"/>
                      <a:pt x="116" y="132"/>
                    </a:cubicBezTo>
                    <a:cubicBezTo>
                      <a:pt x="116" y="129"/>
                      <a:pt x="116" y="127"/>
                      <a:pt x="117" y="126"/>
                    </a:cubicBezTo>
                    <a:cubicBezTo>
                      <a:pt x="117" y="124"/>
                      <a:pt x="117" y="121"/>
                      <a:pt x="118" y="121"/>
                    </a:cubicBezTo>
                    <a:close/>
                    <a:moveTo>
                      <a:pt x="139" y="107"/>
                    </a:moveTo>
                    <a:cubicBezTo>
                      <a:pt x="140" y="106"/>
                      <a:pt x="140" y="106"/>
                      <a:pt x="141" y="105"/>
                    </a:cubicBezTo>
                    <a:cubicBezTo>
                      <a:pt x="143" y="107"/>
                      <a:pt x="145" y="105"/>
                      <a:pt x="148" y="106"/>
                    </a:cubicBezTo>
                    <a:cubicBezTo>
                      <a:pt x="148" y="109"/>
                      <a:pt x="148" y="109"/>
                      <a:pt x="148" y="111"/>
                    </a:cubicBezTo>
                    <a:cubicBezTo>
                      <a:pt x="148" y="111"/>
                      <a:pt x="148" y="111"/>
                      <a:pt x="148" y="111"/>
                    </a:cubicBezTo>
                    <a:cubicBezTo>
                      <a:pt x="148" y="111"/>
                      <a:pt x="148" y="111"/>
                      <a:pt x="147" y="111"/>
                    </a:cubicBezTo>
                    <a:cubicBezTo>
                      <a:pt x="147" y="113"/>
                      <a:pt x="148" y="112"/>
                      <a:pt x="146" y="114"/>
                    </a:cubicBezTo>
                    <a:cubicBezTo>
                      <a:pt x="142" y="120"/>
                      <a:pt x="142" y="120"/>
                      <a:pt x="142" y="120"/>
                    </a:cubicBezTo>
                    <a:cubicBezTo>
                      <a:pt x="141" y="119"/>
                      <a:pt x="141" y="119"/>
                      <a:pt x="140" y="118"/>
                    </a:cubicBezTo>
                    <a:cubicBezTo>
                      <a:pt x="140" y="116"/>
                      <a:pt x="139" y="115"/>
                      <a:pt x="139" y="113"/>
                    </a:cubicBezTo>
                    <a:cubicBezTo>
                      <a:pt x="139" y="111"/>
                      <a:pt x="139" y="113"/>
                      <a:pt x="139" y="110"/>
                    </a:cubicBezTo>
                    <a:cubicBezTo>
                      <a:pt x="139" y="108"/>
                      <a:pt x="139" y="111"/>
                      <a:pt x="139" y="109"/>
                    </a:cubicBezTo>
                    <a:cubicBezTo>
                      <a:pt x="139" y="108"/>
                      <a:pt x="139" y="108"/>
                      <a:pt x="139" y="107"/>
                    </a:cubicBezTo>
                    <a:close/>
                    <a:moveTo>
                      <a:pt x="136" y="111"/>
                    </a:moveTo>
                    <a:cubicBezTo>
                      <a:pt x="137" y="111"/>
                      <a:pt x="137" y="111"/>
                      <a:pt x="137" y="111"/>
                    </a:cubicBezTo>
                    <a:cubicBezTo>
                      <a:pt x="139" y="109"/>
                      <a:pt x="137" y="112"/>
                      <a:pt x="137" y="110"/>
                    </a:cubicBezTo>
                    <a:cubicBezTo>
                      <a:pt x="138" y="108"/>
                      <a:pt x="138" y="109"/>
                      <a:pt x="137" y="108"/>
                    </a:cubicBezTo>
                    <a:cubicBezTo>
                      <a:pt x="137" y="108"/>
                      <a:pt x="136" y="109"/>
                      <a:pt x="135" y="110"/>
                    </a:cubicBezTo>
                    <a:cubicBezTo>
                      <a:pt x="136" y="110"/>
                      <a:pt x="135" y="110"/>
                      <a:pt x="136" y="110"/>
                    </a:cubicBezTo>
                    <a:cubicBezTo>
                      <a:pt x="136" y="114"/>
                      <a:pt x="136" y="113"/>
                      <a:pt x="137" y="115"/>
                    </a:cubicBezTo>
                    <a:cubicBezTo>
                      <a:pt x="137" y="117"/>
                      <a:pt x="136" y="115"/>
                      <a:pt x="138" y="117"/>
                    </a:cubicBezTo>
                    <a:cubicBezTo>
                      <a:pt x="138" y="112"/>
                      <a:pt x="138" y="112"/>
                      <a:pt x="138" y="112"/>
                    </a:cubicBezTo>
                    <a:cubicBezTo>
                      <a:pt x="137" y="111"/>
                      <a:pt x="138" y="111"/>
                      <a:pt x="136" y="111"/>
                    </a:cubicBezTo>
                    <a:close/>
                    <a:moveTo>
                      <a:pt x="130" y="81"/>
                    </a:moveTo>
                    <a:cubicBezTo>
                      <a:pt x="130" y="81"/>
                      <a:pt x="131" y="80"/>
                      <a:pt x="130" y="81"/>
                    </a:cubicBezTo>
                    <a:cubicBezTo>
                      <a:pt x="130" y="82"/>
                      <a:pt x="130" y="82"/>
                      <a:pt x="130" y="81"/>
                    </a:cubicBezTo>
                    <a:close/>
                    <a:moveTo>
                      <a:pt x="132" y="80"/>
                    </a:moveTo>
                    <a:cubicBezTo>
                      <a:pt x="132" y="80"/>
                      <a:pt x="133" y="80"/>
                      <a:pt x="132" y="80"/>
                    </a:cubicBezTo>
                    <a:cubicBezTo>
                      <a:pt x="132" y="81"/>
                      <a:pt x="131" y="80"/>
                      <a:pt x="132" y="80"/>
                    </a:cubicBezTo>
                    <a:close/>
                    <a:moveTo>
                      <a:pt x="66" y="283"/>
                    </a:moveTo>
                    <a:cubicBezTo>
                      <a:pt x="65" y="285"/>
                      <a:pt x="65" y="289"/>
                      <a:pt x="67" y="291"/>
                    </a:cubicBezTo>
                    <a:cubicBezTo>
                      <a:pt x="67" y="292"/>
                      <a:pt x="67" y="292"/>
                      <a:pt x="67" y="293"/>
                    </a:cubicBezTo>
                    <a:cubicBezTo>
                      <a:pt x="67" y="293"/>
                      <a:pt x="67" y="293"/>
                      <a:pt x="67" y="293"/>
                    </a:cubicBezTo>
                    <a:cubicBezTo>
                      <a:pt x="67" y="294"/>
                      <a:pt x="67" y="294"/>
                      <a:pt x="67" y="294"/>
                    </a:cubicBezTo>
                    <a:cubicBezTo>
                      <a:pt x="67" y="295"/>
                      <a:pt x="66" y="296"/>
                      <a:pt x="66" y="297"/>
                    </a:cubicBezTo>
                    <a:cubicBezTo>
                      <a:pt x="67" y="299"/>
                      <a:pt x="67" y="298"/>
                      <a:pt x="67" y="299"/>
                    </a:cubicBezTo>
                    <a:cubicBezTo>
                      <a:pt x="68" y="301"/>
                      <a:pt x="67" y="302"/>
                      <a:pt x="68" y="304"/>
                    </a:cubicBezTo>
                    <a:cubicBezTo>
                      <a:pt x="68" y="304"/>
                      <a:pt x="68" y="304"/>
                      <a:pt x="68" y="304"/>
                    </a:cubicBezTo>
                    <a:cubicBezTo>
                      <a:pt x="69" y="308"/>
                      <a:pt x="69" y="308"/>
                      <a:pt x="69" y="308"/>
                    </a:cubicBezTo>
                    <a:cubicBezTo>
                      <a:pt x="71" y="310"/>
                      <a:pt x="71" y="311"/>
                      <a:pt x="71" y="314"/>
                    </a:cubicBezTo>
                    <a:cubicBezTo>
                      <a:pt x="72" y="316"/>
                      <a:pt x="71" y="312"/>
                      <a:pt x="72" y="315"/>
                    </a:cubicBezTo>
                    <a:cubicBezTo>
                      <a:pt x="73" y="319"/>
                      <a:pt x="71" y="315"/>
                      <a:pt x="74" y="321"/>
                    </a:cubicBezTo>
                    <a:cubicBezTo>
                      <a:pt x="75" y="323"/>
                      <a:pt x="75" y="325"/>
                      <a:pt x="78" y="325"/>
                    </a:cubicBezTo>
                    <a:cubicBezTo>
                      <a:pt x="78" y="325"/>
                      <a:pt x="78" y="325"/>
                      <a:pt x="78" y="325"/>
                    </a:cubicBezTo>
                    <a:cubicBezTo>
                      <a:pt x="77" y="325"/>
                      <a:pt x="77" y="325"/>
                      <a:pt x="77" y="325"/>
                    </a:cubicBezTo>
                    <a:cubicBezTo>
                      <a:pt x="79" y="324"/>
                      <a:pt x="79" y="324"/>
                      <a:pt x="79" y="327"/>
                    </a:cubicBezTo>
                    <a:cubicBezTo>
                      <a:pt x="79" y="331"/>
                      <a:pt x="79" y="331"/>
                      <a:pt x="79" y="331"/>
                    </a:cubicBezTo>
                    <a:cubicBezTo>
                      <a:pt x="79" y="332"/>
                      <a:pt x="80" y="331"/>
                      <a:pt x="79" y="332"/>
                    </a:cubicBezTo>
                    <a:cubicBezTo>
                      <a:pt x="81" y="332"/>
                      <a:pt x="81" y="332"/>
                      <a:pt x="82" y="331"/>
                    </a:cubicBezTo>
                    <a:cubicBezTo>
                      <a:pt x="82" y="331"/>
                      <a:pt x="82" y="331"/>
                      <a:pt x="82" y="331"/>
                    </a:cubicBezTo>
                    <a:cubicBezTo>
                      <a:pt x="82" y="332"/>
                      <a:pt x="83" y="332"/>
                      <a:pt x="83" y="334"/>
                    </a:cubicBezTo>
                    <a:cubicBezTo>
                      <a:pt x="84" y="335"/>
                      <a:pt x="84" y="337"/>
                      <a:pt x="84" y="338"/>
                    </a:cubicBezTo>
                    <a:cubicBezTo>
                      <a:pt x="85" y="339"/>
                      <a:pt x="86" y="339"/>
                      <a:pt x="87" y="339"/>
                    </a:cubicBezTo>
                    <a:cubicBezTo>
                      <a:pt x="87" y="341"/>
                      <a:pt x="87" y="341"/>
                      <a:pt x="87" y="341"/>
                    </a:cubicBezTo>
                    <a:cubicBezTo>
                      <a:pt x="88" y="342"/>
                      <a:pt x="87" y="341"/>
                      <a:pt x="87" y="342"/>
                    </a:cubicBezTo>
                    <a:cubicBezTo>
                      <a:pt x="87" y="342"/>
                      <a:pt x="87" y="343"/>
                      <a:pt x="87" y="343"/>
                    </a:cubicBezTo>
                    <a:cubicBezTo>
                      <a:pt x="88" y="344"/>
                      <a:pt x="88" y="344"/>
                      <a:pt x="88" y="344"/>
                    </a:cubicBezTo>
                    <a:cubicBezTo>
                      <a:pt x="89" y="344"/>
                      <a:pt x="89" y="344"/>
                      <a:pt x="89" y="344"/>
                    </a:cubicBezTo>
                    <a:cubicBezTo>
                      <a:pt x="89" y="343"/>
                      <a:pt x="89" y="343"/>
                      <a:pt x="89" y="343"/>
                    </a:cubicBezTo>
                    <a:cubicBezTo>
                      <a:pt x="90" y="342"/>
                      <a:pt x="90" y="342"/>
                      <a:pt x="90" y="342"/>
                    </a:cubicBezTo>
                    <a:cubicBezTo>
                      <a:pt x="91" y="342"/>
                      <a:pt x="91" y="342"/>
                      <a:pt x="91" y="342"/>
                    </a:cubicBezTo>
                    <a:cubicBezTo>
                      <a:pt x="92" y="342"/>
                      <a:pt x="91" y="342"/>
                      <a:pt x="93" y="342"/>
                    </a:cubicBezTo>
                    <a:cubicBezTo>
                      <a:pt x="93" y="341"/>
                      <a:pt x="94" y="341"/>
                      <a:pt x="94" y="341"/>
                    </a:cubicBezTo>
                    <a:cubicBezTo>
                      <a:pt x="99" y="340"/>
                      <a:pt x="99" y="340"/>
                      <a:pt x="99" y="340"/>
                    </a:cubicBezTo>
                    <a:cubicBezTo>
                      <a:pt x="99" y="338"/>
                      <a:pt x="99" y="338"/>
                      <a:pt x="99" y="338"/>
                    </a:cubicBezTo>
                    <a:cubicBezTo>
                      <a:pt x="101" y="338"/>
                      <a:pt x="100" y="338"/>
                      <a:pt x="101" y="338"/>
                    </a:cubicBezTo>
                    <a:cubicBezTo>
                      <a:pt x="104" y="337"/>
                      <a:pt x="104" y="337"/>
                      <a:pt x="104" y="337"/>
                    </a:cubicBezTo>
                    <a:cubicBezTo>
                      <a:pt x="105" y="336"/>
                      <a:pt x="106" y="336"/>
                      <a:pt x="107" y="336"/>
                    </a:cubicBezTo>
                    <a:cubicBezTo>
                      <a:pt x="107" y="334"/>
                      <a:pt x="107" y="334"/>
                      <a:pt x="107" y="334"/>
                    </a:cubicBezTo>
                    <a:cubicBezTo>
                      <a:pt x="108" y="334"/>
                      <a:pt x="108" y="334"/>
                      <a:pt x="108" y="334"/>
                    </a:cubicBezTo>
                    <a:cubicBezTo>
                      <a:pt x="108" y="334"/>
                      <a:pt x="108" y="333"/>
                      <a:pt x="108" y="333"/>
                    </a:cubicBezTo>
                    <a:cubicBezTo>
                      <a:pt x="109" y="333"/>
                      <a:pt x="109" y="332"/>
                      <a:pt x="109" y="330"/>
                    </a:cubicBezTo>
                    <a:cubicBezTo>
                      <a:pt x="109" y="330"/>
                      <a:pt x="108" y="330"/>
                      <a:pt x="108" y="330"/>
                    </a:cubicBezTo>
                    <a:cubicBezTo>
                      <a:pt x="108" y="330"/>
                      <a:pt x="108" y="330"/>
                      <a:pt x="108" y="330"/>
                    </a:cubicBezTo>
                    <a:cubicBezTo>
                      <a:pt x="108" y="327"/>
                      <a:pt x="107" y="326"/>
                      <a:pt x="107" y="324"/>
                    </a:cubicBezTo>
                    <a:cubicBezTo>
                      <a:pt x="107" y="322"/>
                      <a:pt x="108" y="321"/>
                      <a:pt x="108" y="319"/>
                    </a:cubicBezTo>
                    <a:cubicBezTo>
                      <a:pt x="107" y="314"/>
                      <a:pt x="107" y="316"/>
                      <a:pt x="108" y="314"/>
                    </a:cubicBezTo>
                    <a:cubicBezTo>
                      <a:pt x="108" y="311"/>
                      <a:pt x="107" y="310"/>
                      <a:pt x="106" y="309"/>
                    </a:cubicBezTo>
                    <a:cubicBezTo>
                      <a:pt x="106" y="307"/>
                      <a:pt x="106" y="298"/>
                      <a:pt x="106" y="296"/>
                    </a:cubicBezTo>
                    <a:cubicBezTo>
                      <a:pt x="106" y="291"/>
                      <a:pt x="106" y="294"/>
                      <a:pt x="107" y="291"/>
                    </a:cubicBezTo>
                    <a:cubicBezTo>
                      <a:pt x="107" y="289"/>
                      <a:pt x="107" y="288"/>
                      <a:pt x="108" y="287"/>
                    </a:cubicBezTo>
                    <a:cubicBezTo>
                      <a:pt x="108" y="284"/>
                      <a:pt x="108" y="282"/>
                      <a:pt x="108" y="280"/>
                    </a:cubicBezTo>
                    <a:cubicBezTo>
                      <a:pt x="107" y="274"/>
                      <a:pt x="107" y="274"/>
                      <a:pt x="107" y="274"/>
                    </a:cubicBezTo>
                    <a:cubicBezTo>
                      <a:pt x="108" y="273"/>
                      <a:pt x="107" y="271"/>
                      <a:pt x="107" y="269"/>
                    </a:cubicBezTo>
                    <a:cubicBezTo>
                      <a:pt x="107" y="260"/>
                      <a:pt x="107" y="251"/>
                      <a:pt x="107" y="242"/>
                    </a:cubicBezTo>
                    <a:cubicBezTo>
                      <a:pt x="107" y="240"/>
                      <a:pt x="107" y="241"/>
                      <a:pt x="106" y="240"/>
                    </a:cubicBezTo>
                    <a:cubicBezTo>
                      <a:pt x="106" y="236"/>
                      <a:pt x="106" y="236"/>
                      <a:pt x="106" y="236"/>
                    </a:cubicBezTo>
                    <a:cubicBezTo>
                      <a:pt x="106" y="235"/>
                      <a:pt x="106" y="236"/>
                      <a:pt x="107" y="236"/>
                    </a:cubicBezTo>
                    <a:cubicBezTo>
                      <a:pt x="106" y="232"/>
                      <a:pt x="107" y="233"/>
                      <a:pt x="106" y="230"/>
                    </a:cubicBezTo>
                    <a:cubicBezTo>
                      <a:pt x="106" y="229"/>
                      <a:pt x="106" y="226"/>
                      <a:pt x="106" y="224"/>
                    </a:cubicBezTo>
                    <a:cubicBezTo>
                      <a:pt x="104" y="223"/>
                      <a:pt x="106" y="225"/>
                      <a:pt x="104" y="223"/>
                    </a:cubicBezTo>
                    <a:cubicBezTo>
                      <a:pt x="106" y="222"/>
                      <a:pt x="106" y="222"/>
                      <a:pt x="106" y="222"/>
                    </a:cubicBezTo>
                    <a:cubicBezTo>
                      <a:pt x="106" y="219"/>
                      <a:pt x="106" y="217"/>
                      <a:pt x="106" y="215"/>
                    </a:cubicBezTo>
                    <a:cubicBezTo>
                      <a:pt x="107" y="212"/>
                      <a:pt x="107" y="211"/>
                      <a:pt x="108" y="209"/>
                    </a:cubicBezTo>
                    <a:cubicBezTo>
                      <a:pt x="109" y="210"/>
                      <a:pt x="109" y="210"/>
                      <a:pt x="109" y="210"/>
                    </a:cubicBezTo>
                    <a:cubicBezTo>
                      <a:pt x="111" y="210"/>
                      <a:pt x="112" y="209"/>
                      <a:pt x="114" y="208"/>
                    </a:cubicBezTo>
                    <a:cubicBezTo>
                      <a:pt x="116" y="207"/>
                      <a:pt x="114" y="208"/>
                      <a:pt x="115" y="207"/>
                    </a:cubicBezTo>
                    <a:cubicBezTo>
                      <a:pt x="117" y="205"/>
                      <a:pt x="117" y="205"/>
                      <a:pt x="117" y="205"/>
                    </a:cubicBezTo>
                    <a:cubicBezTo>
                      <a:pt x="117" y="205"/>
                      <a:pt x="118" y="205"/>
                      <a:pt x="118" y="204"/>
                    </a:cubicBezTo>
                    <a:cubicBezTo>
                      <a:pt x="121" y="201"/>
                      <a:pt x="125" y="197"/>
                      <a:pt x="126" y="193"/>
                    </a:cubicBezTo>
                    <a:cubicBezTo>
                      <a:pt x="126" y="191"/>
                      <a:pt x="128" y="188"/>
                      <a:pt x="128" y="187"/>
                    </a:cubicBezTo>
                    <a:cubicBezTo>
                      <a:pt x="129" y="186"/>
                      <a:pt x="128" y="186"/>
                      <a:pt x="129" y="186"/>
                    </a:cubicBezTo>
                    <a:cubicBezTo>
                      <a:pt x="129" y="183"/>
                      <a:pt x="129" y="183"/>
                      <a:pt x="129" y="183"/>
                    </a:cubicBezTo>
                    <a:cubicBezTo>
                      <a:pt x="131" y="182"/>
                      <a:pt x="131" y="182"/>
                      <a:pt x="131" y="182"/>
                    </a:cubicBezTo>
                    <a:cubicBezTo>
                      <a:pt x="130" y="181"/>
                      <a:pt x="130" y="181"/>
                      <a:pt x="130" y="181"/>
                    </a:cubicBezTo>
                    <a:cubicBezTo>
                      <a:pt x="132" y="180"/>
                      <a:pt x="131" y="179"/>
                      <a:pt x="132" y="177"/>
                    </a:cubicBezTo>
                    <a:cubicBezTo>
                      <a:pt x="133" y="176"/>
                      <a:pt x="133" y="176"/>
                      <a:pt x="135" y="176"/>
                    </a:cubicBezTo>
                    <a:cubicBezTo>
                      <a:pt x="134" y="175"/>
                      <a:pt x="134" y="175"/>
                      <a:pt x="134" y="175"/>
                    </a:cubicBezTo>
                    <a:cubicBezTo>
                      <a:pt x="137" y="175"/>
                      <a:pt x="136" y="175"/>
                      <a:pt x="136" y="174"/>
                    </a:cubicBezTo>
                    <a:cubicBezTo>
                      <a:pt x="136" y="170"/>
                      <a:pt x="136" y="170"/>
                      <a:pt x="136" y="170"/>
                    </a:cubicBezTo>
                    <a:cubicBezTo>
                      <a:pt x="138" y="170"/>
                      <a:pt x="139" y="170"/>
                      <a:pt x="141" y="170"/>
                    </a:cubicBezTo>
                    <a:cubicBezTo>
                      <a:pt x="143" y="170"/>
                      <a:pt x="144" y="169"/>
                      <a:pt x="147" y="167"/>
                    </a:cubicBezTo>
                    <a:cubicBezTo>
                      <a:pt x="153" y="162"/>
                      <a:pt x="153" y="162"/>
                      <a:pt x="153" y="162"/>
                    </a:cubicBezTo>
                    <a:cubicBezTo>
                      <a:pt x="154" y="161"/>
                      <a:pt x="157" y="159"/>
                      <a:pt x="158" y="158"/>
                    </a:cubicBezTo>
                    <a:cubicBezTo>
                      <a:pt x="157" y="157"/>
                      <a:pt x="157" y="157"/>
                      <a:pt x="157" y="157"/>
                    </a:cubicBezTo>
                    <a:cubicBezTo>
                      <a:pt x="156" y="157"/>
                      <a:pt x="157" y="157"/>
                      <a:pt x="155" y="158"/>
                    </a:cubicBezTo>
                    <a:cubicBezTo>
                      <a:pt x="155" y="158"/>
                      <a:pt x="155" y="159"/>
                      <a:pt x="154" y="159"/>
                    </a:cubicBezTo>
                    <a:cubicBezTo>
                      <a:pt x="154" y="159"/>
                      <a:pt x="152" y="161"/>
                      <a:pt x="151" y="161"/>
                    </a:cubicBezTo>
                    <a:cubicBezTo>
                      <a:pt x="148" y="162"/>
                      <a:pt x="148" y="162"/>
                      <a:pt x="148" y="162"/>
                    </a:cubicBezTo>
                    <a:cubicBezTo>
                      <a:pt x="148" y="161"/>
                      <a:pt x="148" y="160"/>
                      <a:pt x="149" y="159"/>
                    </a:cubicBezTo>
                    <a:cubicBezTo>
                      <a:pt x="150" y="161"/>
                      <a:pt x="150" y="160"/>
                      <a:pt x="152" y="158"/>
                    </a:cubicBezTo>
                    <a:cubicBezTo>
                      <a:pt x="153" y="158"/>
                      <a:pt x="153" y="158"/>
                      <a:pt x="153" y="158"/>
                    </a:cubicBezTo>
                    <a:cubicBezTo>
                      <a:pt x="153" y="157"/>
                      <a:pt x="153" y="157"/>
                      <a:pt x="153" y="157"/>
                    </a:cubicBezTo>
                    <a:cubicBezTo>
                      <a:pt x="153" y="157"/>
                      <a:pt x="153" y="157"/>
                      <a:pt x="154" y="157"/>
                    </a:cubicBezTo>
                    <a:cubicBezTo>
                      <a:pt x="154" y="157"/>
                      <a:pt x="154" y="157"/>
                      <a:pt x="154" y="157"/>
                    </a:cubicBezTo>
                    <a:cubicBezTo>
                      <a:pt x="153" y="156"/>
                      <a:pt x="153" y="156"/>
                      <a:pt x="153" y="156"/>
                    </a:cubicBezTo>
                    <a:cubicBezTo>
                      <a:pt x="153" y="155"/>
                      <a:pt x="153" y="156"/>
                      <a:pt x="154" y="154"/>
                    </a:cubicBezTo>
                    <a:cubicBezTo>
                      <a:pt x="156" y="156"/>
                      <a:pt x="153" y="156"/>
                      <a:pt x="156" y="156"/>
                    </a:cubicBezTo>
                    <a:cubicBezTo>
                      <a:pt x="156" y="155"/>
                      <a:pt x="156" y="155"/>
                      <a:pt x="155" y="154"/>
                    </a:cubicBezTo>
                    <a:cubicBezTo>
                      <a:pt x="156" y="154"/>
                      <a:pt x="155" y="154"/>
                      <a:pt x="156" y="154"/>
                    </a:cubicBezTo>
                    <a:cubicBezTo>
                      <a:pt x="156" y="151"/>
                      <a:pt x="157" y="151"/>
                      <a:pt x="160" y="151"/>
                    </a:cubicBezTo>
                    <a:cubicBezTo>
                      <a:pt x="162" y="150"/>
                      <a:pt x="162" y="150"/>
                      <a:pt x="162" y="150"/>
                    </a:cubicBezTo>
                    <a:cubicBezTo>
                      <a:pt x="162" y="147"/>
                      <a:pt x="160" y="147"/>
                      <a:pt x="159" y="146"/>
                    </a:cubicBezTo>
                    <a:cubicBezTo>
                      <a:pt x="159" y="145"/>
                      <a:pt x="159" y="144"/>
                      <a:pt x="161" y="145"/>
                    </a:cubicBezTo>
                    <a:cubicBezTo>
                      <a:pt x="164" y="145"/>
                      <a:pt x="164" y="144"/>
                      <a:pt x="168" y="144"/>
                    </a:cubicBezTo>
                    <a:cubicBezTo>
                      <a:pt x="169" y="143"/>
                      <a:pt x="168" y="143"/>
                      <a:pt x="169" y="144"/>
                    </a:cubicBezTo>
                    <a:cubicBezTo>
                      <a:pt x="170" y="142"/>
                      <a:pt x="172" y="142"/>
                      <a:pt x="174" y="141"/>
                    </a:cubicBezTo>
                    <a:cubicBezTo>
                      <a:pt x="174" y="141"/>
                      <a:pt x="174" y="141"/>
                      <a:pt x="174" y="141"/>
                    </a:cubicBezTo>
                    <a:cubicBezTo>
                      <a:pt x="177" y="138"/>
                      <a:pt x="177" y="138"/>
                      <a:pt x="177" y="138"/>
                    </a:cubicBezTo>
                    <a:cubicBezTo>
                      <a:pt x="178" y="137"/>
                      <a:pt x="177" y="138"/>
                      <a:pt x="178" y="137"/>
                    </a:cubicBezTo>
                    <a:cubicBezTo>
                      <a:pt x="179" y="137"/>
                      <a:pt x="178" y="137"/>
                      <a:pt x="179" y="136"/>
                    </a:cubicBezTo>
                    <a:cubicBezTo>
                      <a:pt x="182" y="130"/>
                      <a:pt x="182" y="130"/>
                      <a:pt x="182" y="130"/>
                    </a:cubicBezTo>
                    <a:cubicBezTo>
                      <a:pt x="183" y="128"/>
                      <a:pt x="182" y="130"/>
                      <a:pt x="183" y="129"/>
                    </a:cubicBezTo>
                    <a:cubicBezTo>
                      <a:pt x="186" y="125"/>
                      <a:pt x="186" y="125"/>
                      <a:pt x="186" y="125"/>
                    </a:cubicBezTo>
                    <a:cubicBezTo>
                      <a:pt x="186" y="121"/>
                      <a:pt x="186" y="121"/>
                      <a:pt x="186" y="121"/>
                    </a:cubicBezTo>
                    <a:cubicBezTo>
                      <a:pt x="187" y="121"/>
                      <a:pt x="187" y="121"/>
                      <a:pt x="187" y="121"/>
                    </a:cubicBezTo>
                    <a:cubicBezTo>
                      <a:pt x="186" y="119"/>
                      <a:pt x="186" y="119"/>
                      <a:pt x="186" y="119"/>
                    </a:cubicBezTo>
                    <a:cubicBezTo>
                      <a:pt x="186" y="118"/>
                      <a:pt x="186" y="119"/>
                      <a:pt x="186" y="118"/>
                    </a:cubicBezTo>
                    <a:cubicBezTo>
                      <a:pt x="187" y="115"/>
                      <a:pt x="185" y="115"/>
                      <a:pt x="187" y="115"/>
                    </a:cubicBezTo>
                    <a:cubicBezTo>
                      <a:pt x="187" y="114"/>
                      <a:pt x="187" y="113"/>
                      <a:pt x="187" y="112"/>
                    </a:cubicBezTo>
                    <a:cubicBezTo>
                      <a:pt x="187" y="109"/>
                      <a:pt x="187" y="113"/>
                      <a:pt x="187" y="111"/>
                    </a:cubicBezTo>
                    <a:cubicBezTo>
                      <a:pt x="186" y="108"/>
                      <a:pt x="186" y="108"/>
                      <a:pt x="186" y="108"/>
                    </a:cubicBezTo>
                    <a:cubicBezTo>
                      <a:pt x="186" y="107"/>
                      <a:pt x="186" y="106"/>
                      <a:pt x="186" y="105"/>
                    </a:cubicBezTo>
                    <a:cubicBezTo>
                      <a:pt x="186" y="100"/>
                      <a:pt x="185" y="99"/>
                      <a:pt x="184" y="96"/>
                    </a:cubicBezTo>
                    <a:cubicBezTo>
                      <a:pt x="183" y="96"/>
                      <a:pt x="183" y="96"/>
                      <a:pt x="183" y="96"/>
                    </a:cubicBezTo>
                    <a:cubicBezTo>
                      <a:pt x="183" y="91"/>
                      <a:pt x="180" y="88"/>
                      <a:pt x="178" y="85"/>
                    </a:cubicBezTo>
                    <a:cubicBezTo>
                      <a:pt x="177" y="83"/>
                      <a:pt x="176" y="82"/>
                      <a:pt x="174" y="82"/>
                    </a:cubicBezTo>
                    <a:cubicBezTo>
                      <a:pt x="172" y="81"/>
                      <a:pt x="176" y="83"/>
                      <a:pt x="173" y="81"/>
                    </a:cubicBezTo>
                    <a:cubicBezTo>
                      <a:pt x="173" y="81"/>
                      <a:pt x="173" y="80"/>
                      <a:pt x="173" y="80"/>
                    </a:cubicBezTo>
                    <a:cubicBezTo>
                      <a:pt x="171" y="78"/>
                      <a:pt x="168" y="78"/>
                      <a:pt x="165" y="77"/>
                    </a:cubicBezTo>
                    <a:cubicBezTo>
                      <a:pt x="161" y="76"/>
                      <a:pt x="155" y="77"/>
                      <a:pt x="151" y="78"/>
                    </a:cubicBezTo>
                    <a:cubicBezTo>
                      <a:pt x="151" y="78"/>
                      <a:pt x="149" y="78"/>
                      <a:pt x="148" y="78"/>
                    </a:cubicBezTo>
                    <a:cubicBezTo>
                      <a:pt x="146" y="80"/>
                      <a:pt x="148" y="77"/>
                      <a:pt x="146" y="79"/>
                    </a:cubicBezTo>
                    <a:cubicBezTo>
                      <a:pt x="145" y="79"/>
                      <a:pt x="144" y="79"/>
                      <a:pt x="142" y="79"/>
                    </a:cubicBezTo>
                    <a:cubicBezTo>
                      <a:pt x="141" y="79"/>
                      <a:pt x="141" y="80"/>
                      <a:pt x="140" y="80"/>
                    </a:cubicBezTo>
                    <a:cubicBezTo>
                      <a:pt x="136" y="80"/>
                      <a:pt x="134" y="78"/>
                      <a:pt x="138" y="77"/>
                    </a:cubicBezTo>
                    <a:cubicBezTo>
                      <a:pt x="137" y="77"/>
                      <a:pt x="137" y="77"/>
                      <a:pt x="136" y="76"/>
                    </a:cubicBezTo>
                    <a:cubicBezTo>
                      <a:pt x="136" y="75"/>
                      <a:pt x="136" y="75"/>
                      <a:pt x="135" y="75"/>
                    </a:cubicBezTo>
                    <a:cubicBezTo>
                      <a:pt x="133" y="75"/>
                      <a:pt x="133" y="75"/>
                      <a:pt x="133" y="75"/>
                    </a:cubicBezTo>
                    <a:cubicBezTo>
                      <a:pt x="131" y="72"/>
                      <a:pt x="131" y="72"/>
                      <a:pt x="131" y="72"/>
                    </a:cubicBezTo>
                    <a:cubicBezTo>
                      <a:pt x="132" y="71"/>
                      <a:pt x="132" y="71"/>
                      <a:pt x="134" y="71"/>
                    </a:cubicBezTo>
                    <a:cubicBezTo>
                      <a:pt x="134" y="71"/>
                      <a:pt x="134" y="71"/>
                      <a:pt x="133" y="70"/>
                    </a:cubicBezTo>
                    <a:cubicBezTo>
                      <a:pt x="133" y="70"/>
                      <a:pt x="134" y="69"/>
                      <a:pt x="134" y="70"/>
                    </a:cubicBezTo>
                    <a:cubicBezTo>
                      <a:pt x="134" y="69"/>
                      <a:pt x="134" y="69"/>
                      <a:pt x="134" y="69"/>
                    </a:cubicBezTo>
                    <a:cubicBezTo>
                      <a:pt x="135" y="69"/>
                      <a:pt x="134" y="69"/>
                      <a:pt x="135" y="69"/>
                    </a:cubicBezTo>
                    <a:cubicBezTo>
                      <a:pt x="135" y="66"/>
                      <a:pt x="135" y="66"/>
                      <a:pt x="135" y="66"/>
                    </a:cubicBezTo>
                    <a:cubicBezTo>
                      <a:pt x="135" y="65"/>
                      <a:pt x="135" y="66"/>
                      <a:pt x="135" y="65"/>
                    </a:cubicBezTo>
                    <a:cubicBezTo>
                      <a:pt x="133" y="66"/>
                      <a:pt x="135" y="65"/>
                      <a:pt x="132" y="66"/>
                    </a:cubicBezTo>
                    <a:cubicBezTo>
                      <a:pt x="132" y="64"/>
                      <a:pt x="132" y="65"/>
                      <a:pt x="132" y="63"/>
                    </a:cubicBezTo>
                    <a:cubicBezTo>
                      <a:pt x="133" y="63"/>
                      <a:pt x="133" y="64"/>
                      <a:pt x="135" y="64"/>
                    </a:cubicBezTo>
                    <a:cubicBezTo>
                      <a:pt x="133" y="52"/>
                      <a:pt x="133" y="52"/>
                      <a:pt x="133" y="52"/>
                    </a:cubicBezTo>
                    <a:cubicBezTo>
                      <a:pt x="133" y="52"/>
                      <a:pt x="133" y="51"/>
                      <a:pt x="132" y="50"/>
                    </a:cubicBezTo>
                    <a:cubicBezTo>
                      <a:pt x="128" y="39"/>
                      <a:pt x="128" y="39"/>
                      <a:pt x="128" y="39"/>
                    </a:cubicBezTo>
                    <a:cubicBezTo>
                      <a:pt x="127" y="37"/>
                      <a:pt x="128" y="37"/>
                      <a:pt x="126" y="35"/>
                    </a:cubicBezTo>
                    <a:cubicBezTo>
                      <a:pt x="125" y="31"/>
                      <a:pt x="125" y="31"/>
                      <a:pt x="125" y="31"/>
                    </a:cubicBezTo>
                    <a:cubicBezTo>
                      <a:pt x="124" y="30"/>
                      <a:pt x="124" y="29"/>
                      <a:pt x="124" y="28"/>
                    </a:cubicBezTo>
                    <a:cubicBezTo>
                      <a:pt x="123" y="26"/>
                      <a:pt x="123" y="26"/>
                      <a:pt x="123" y="26"/>
                    </a:cubicBezTo>
                    <a:cubicBezTo>
                      <a:pt x="123" y="24"/>
                      <a:pt x="122" y="25"/>
                      <a:pt x="122" y="22"/>
                    </a:cubicBezTo>
                    <a:cubicBezTo>
                      <a:pt x="121" y="19"/>
                      <a:pt x="121" y="16"/>
                      <a:pt x="119" y="13"/>
                    </a:cubicBezTo>
                    <a:cubicBezTo>
                      <a:pt x="118" y="13"/>
                      <a:pt x="119" y="14"/>
                      <a:pt x="118" y="12"/>
                    </a:cubicBezTo>
                    <a:cubicBezTo>
                      <a:pt x="115" y="7"/>
                      <a:pt x="115" y="7"/>
                      <a:pt x="115" y="7"/>
                    </a:cubicBezTo>
                    <a:cubicBezTo>
                      <a:pt x="109" y="1"/>
                      <a:pt x="110" y="5"/>
                      <a:pt x="107" y="3"/>
                    </a:cubicBezTo>
                    <a:cubicBezTo>
                      <a:pt x="105" y="2"/>
                      <a:pt x="105" y="2"/>
                      <a:pt x="105" y="2"/>
                    </a:cubicBezTo>
                    <a:cubicBezTo>
                      <a:pt x="105" y="2"/>
                      <a:pt x="105" y="2"/>
                      <a:pt x="105" y="1"/>
                    </a:cubicBezTo>
                    <a:cubicBezTo>
                      <a:pt x="104" y="1"/>
                      <a:pt x="103" y="0"/>
                      <a:pt x="103" y="1"/>
                    </a:cubicBezTo>
                    <a:cubicBezTo>
                      <a:pt x="99" y="3"/>
                      <a:pt x="99" y="3"/>
                      <a:pt x="99" y="3"/>
                    </a:cubicBezTo>
                    <a:cubicBezTo>
                      <a:pt x="99" y="3"/>
                      <a:pt x="99" y="4"/>
                      <a:pt x="99" y="4"/>
                    </a:cubicBezTo>
                    <a:cubicBezTo>
                      <a:pt x="94" y="8"/>
                      <a:pt x="96" y="12"/>
                      <a:pt x="95" y="13"/>
                    </a:cubicBezTo>
                    <a:cubicBezTo>
                      <a:pt x="95" y="16"/>
                      <a:pt x="96" y="15"/>
                      <a:pt x="96" y="17"/>
                    </a:cubicBezTo>
                    <a:cubicBezTo>
                      <a:pt x="96" y="20"/>
                      <a:pt x="95" y="17"/>
                      <a:pt x="95" y="20"/>
                    </a:cubicBezTo>
                    <a:cubicBezTo>
                      <a:pt x="95" y="22"/>
                      <a:pt x="95" y="20"/>
                      <a:pt x="95" y="23"/>
                    </a:cubicBezTo>
                    <a:cubicBezTo>
                      <a:pt x="95" y="25"/>
                      <a:pt x="95" y="26"/>
                      <a:pt x="95" y="28"/>
                    </a:cubicBezTo>
                    <a:cubicBezTo>
                      <a:pt x="94" y="29"/>
                      <a:pt x="94" y="28"/>
                      <a:pt x="93" y="30"/>
                    </a:cubicBezTo>
                    <a:cubicBezTo>
                      <a:pt x="93" y="31"/>
                      <a:pt x="93" y="32"/>
                      <a:pt x="93" y="32"/>
                    </a:cubicBezTo>
                    <a:cubicBezTo>
                      <a:pt x="90" y="43"/>
                      <a:pt x="90" y="43"/>
                      <a:pt x="90" y="43"/>
                    </a:cubicBezTo>
                    <a:cubicBezTo>
                      <a:pt x="88" y="48"/>
                      <a:pt x="89" y="53"/>
                      <a:pt x="88" y="58"/>
                    </a:cubicBezTo>
                    <a:cubicBezTo>
                      <a:pt x="88" y="60"/>
                      <a:pt x="88" y="60"/>
                      <a:pt x="88" y="60"/>
                    </a:cubicBezTo>
                    <a:cubicBezTo>
                      <a:pt x="87" y="60"/>
                      <a:pt x="87" y="61"/>
                      <a:pt x="87" y="61"/>
                    </a:cubicBezTo>
                    <a:cubicBezTo>
                      <a:pt x="87" y="61"/>
                      <a:pt x="87" y="61"/>
                      <a:pt x="87" y="61"/>
                    </a:cubicBezTo>
                    <a:cubicBezTo>
                      <a:pt x="87" y="62"/>
                      <a:pt x="88" y="61"/>
                      <a:pt x="87" y="62"/>
                    </a:cubicBezTo>
                    <a:cubicBezTo>
                      <a:pt x="87" y="64"/>
                      <a:pt x="86" y="65"/>
                      <a:pt x="86" y="66"/>
                    </a:cubicBezTo>
                    <a:cubicBezTo>
                      <a:pt x="86" y="68"/>
                      <a:pt x="86" y="68"/>
                      <a:pt x="86" y="68"/>
                    </a:cubicBezTo>
                    <a:cubicBezTo>
                      <a:pt x="86" y="68"/>
                      <a:pt x="86" y="68"/>
                      <a:pt x="85" y="68"/>
                    </a:cubicBezTo>
                    <a:cubicBezTo>
                      <a:pt x="85" y="68"/>
                      <a:pt x="85" y="68"/>
                      <a:pt x="85" y="68"/>
                    </a:cubicBezTo>
                    <a:cubicBezTo>
                      <a:pt x="85" y="69"/>
                      <a:pt x="85" y="72"/>
                      <a:pt x="85" y="73"/>
                    </a:cubicBezTo>
                    <a:cubicBezTo>
                      <a:pt x="84" y="77"/>
                      <a:pt x="84" y="77"/>
                      <a:pt x="84" y="77"/>
                    </a:cubicBezTo>
                    <a:cubicBezTo>
                      <a:pt x="83" y="78"/>
                      <a:pt x="83" y="81"/>
                      <a:pt x="83" y="83"/>
                    </a:cubicBezTo>
                    <a:cubicBezTo>
                      <a:pt x="83" y="83"/>
                      <a:pt x="83" y="83"/>
                      <a:pt x="83" y="83"/>
                    </a:cubicBezTo>
                    <a:cubicBezTo>
                      <a:pt x="83" y="83"/>
                      <a:pt x="83" y="83"/>
                      <a:pt x="83" y="83"/>
                    </a:cubicBezTo>
                    <a:cubicBezTo>
                      <a:pt x="82" y="84"/>
                      <a:pt x="82" y="84"/>
                      <a:pt x="82" y="84"/>
                    </a:cubicBezTo>
                    <a:cubicBezTo>
                      <a:pt x="82" y="88"/>
                      <a:pt x="81" y="89"/>
                      <a:pt x="81" y="94"/>
                    </a:cubicBezTo>
                    <a:cubicBezTo>
                      <a:pt x="81" y="94"/>
                      <a:pt x="81" y="94"/>
                      <a:pt x="81" y="94"/>
                    </a:cubicBezTo>
                    <a:cubicBezTo>
                      <a:pt x="81" y="99"/>
                      <a:pt x="81" y="99"/>
                      <a:pt x="79" y="102"/>
                    </a:cubicBezTo>
                    <a:cubicBezTo>
                      <a:pt x="75" y="105"/>
                      <a:pt x="75" y="105"/>
                      <a:pt x="75" y="105"/>
                    </a:cubicBezTo>
                    <a:cubicBezTo>
                      <a:pt x="75" y="105"/>
                      <a:pt x="75" y="105"/>
                      <a:pt x="75" y="105"/>
                    </a:cubicBezTo>
                    <a:cubicBezTo>
                      <a:pt x="75" y="105"/>
                      <a:pt x="75" y="105"/>
                      <a:pt x="75" y="105"/>
                    </a:cubicBezTo>
                    <a:cubicBezTo>
                      <a:pt x="73" y="106"/>
                      <a:pt x="73" y="106"/>
                      <a:pt x="73" y="106"/>
                    </a:cubicBezTo>
                    <a:cubicBezTo>
                      <a:pt x="73" y="106"/>
                      <a:pt x="73" y="106"/>
                      <a:pt x="73" y="106"/>
                    </a:cubicBezTo>
                    <a:cubicBezTo>
                      <a:pt x="73" y="106"/>
                      <a:pt x="73" y="106"/>
                      <a:pt x="73" y="106"/>
                    </a:cubicBezTo>
                    <a:cubicBezTo>
                      <a:pt x="71" y="107"/>
                      <a:pt x="69" y="108"/>
                      <a:pt x="67" y="109"/>
                    </a:cubicBezTo>
                    <a:cubicBezTo>
                      <a:pt x="66" y="110"/>
                      <a:pt x="67" y="109"/>
                      <a:pt x="67" y="111"/>
                    </a:cubicBezTo>
                    <a:cubicBezTo>
                      <a:pt x="62" y="111"/>
                      <a:pt x="61" y="114"/>
                      <a:pt x="57" y="116"/>
                    </a:cubicBezTo>
                    <a:cubicBezTo>
                      <a:pt x="54" y="118"/>
                      <a:pt x="54" y="118"/>
                      <a:pt x="54" y="118"/>
                    </a:cubicBezTo>
                    <a:cubicBezTo>
                      <a:pt x="51" y="120"/>
                      <a:pt x="49" y="123"/>
                      <a:pt x="45" y="124"/>
                    </a:cubicBezTo>
                    <a:cubicBezTo>
                      <a:pt x="40" y="128"/>
                      <a:pt x="40" y="128"/>
                      <a:pt x="40" y="128"/>
                    </a:cubicBezTo>
                    <a:cubicBezTo>
                      <a:pt x="40" y="128"/>
                      <a:pt x="40" y="128"/>
                      <a:pt x="39" y="129"/>
                    </a:cubicBezTo>
                    <a:cubicBezTo>
                      <a:pt x="32" y="134"/>
                      <a:pt x="32" y="134"/>
                      <a:pt x="32" y="134"/>
                    </a:cubicBezTo>
                    <a:cubicBezTo>
                      <a:pt x="32" y="135"/>
                      <a:pt x="32" y="135"/>
                      <a:pt x="32" y="135"/>
                    </a:cubicBezTo>
                    <a:cubicBezTo>
                      <a:pt x="30" y="136"/>
                      <a:pt x="30" y="136"/>
                      <a:pt x="30" y="136"/>
                    </a:cubicBezTo>
                    <a:cubicBezTo>
                      <a:pt x="29" y="136"/>
                      <a:pt x="29" y="136"/>
                      <a:pt x="29" y="136"/>
                    </a:cubicBezTo>
                    <a:cubicBezTo>
                      <a:pt x="29" y="135"/>
                      <a:pt x="29" y="136"/>
                      <a:pt x="27" y="135"/>
                    </a:cubicBezTo>
                    <a:cubicBezTo>
                      <a:pt x="16" y="125"/>
                      <a:pt x="16" y="125"/>
                      <a:pt x="16" y="125"/>
                    </a:cubicBezTo>
                    <a:cubicBezTo>
                      <a:pt x="13" y="123"/>
                      <a:pt x="12" y="126"/>
                      <a:pt x="10" y="123"/>
                    </a:cubicBezTo>
                    <a:cubicBezTo>
                      <a:pt x="10" y="122"/>
                      <a:pt x="10" y="122"/>
                      <a:pt x="9" y="121"/>
                    </a:cubicBezTo>
                    <a:cubicBezTo>
                      <a:pt x="8" y="124"/>
                      <a:pt x="9" y="124"/>
                      <a:pt x="10" y="126"/>
                    </a:cubicBezTo>
                    <a:cubicBezTo>
                      <a:pt x="6" y="130"/>
                      <a:pt x="6" y="130"/>
                      <a:pt x="6" y="130"/>
                    </a:cubicBezTo>
                    <a:cubicBezTo>
                      <a:pt x="6" y="131"/>
                      <a:pt x="5" y="131"/>
                      <a:pt x="5" y="132"/>
                    </a:cubicBezTo>
                    <a:cubicBezTo>
                      <a:pt x="4" y="134"/>
                      <a:pt x="5" y="133"/>
                      <a:pt x="4" y="134"/>
                    </a:cubicBezTo>
                    <a:cubicBezTo>
                      <a:pt x="4" y="134"/>
                      <a:pt x="0" y="138"/>
                      <a:pt x="2" y="145"/>
                    </a:cubicBezTo>
                    <a:cubicBezTo>
                      <a:pt x="2" y="146"/>
                      <a:pt x="2" y="146"/>
                      <a:pt x="3" y="147"/>
                    </a:cubicBezTo>
                    <a:cubicBezTo>
                      <a:pt x="3" y="153"/>
                      <a:pt x="3" y="153"/>
                      <a:pt x="3" y="153"/>
                    </a:cubicBezTo>
                    <a:cubicBezTo>
                      <a:pt x="3" y="157"/>
                      <a:pt x="7" y="166"/>
                      <a:pt x="10" y="168"/>
                    </a:cubicBezTo>
                    <a:cubicBezTo>
                      <a:pt x="16" y="175"/>
                      <a:pt x="13" y="172"/>
                      <a:pt x="18" y="177"/>
                    </a:cubicBezTo>
                    <a:cubicBezTo>
                      <a:pt x="23" y="181"/>
                      <a:pt x="23" y="181"/>
                      <a:pt x="23" y="181"/>
                    </a:cubicBezTo>
                    <a:cubicBezTo>
                      <a:pt x="23" y="181"/>
                      <a:pt x="23" y="181"/>
                      <a:pt x="23" y="181"/>
                    </a:cubicBezTo>
                    <a:cubicBezTo>
                      <a:pt x="25" y="183"/>
                      <a:pt x="26" y="184"/>
                      <a:pt x="29" y="185"/>
                    </a:cubicBezTo>
                    <a:cubicBezTo>
                      <a:pt x="31" y="186"/>
                      <a:pt x="32" y="187"/>
                      <a:pt x="37" y="189"/>
                    </a:cubicBezTo>
                    <a:cubicBezTo>
                      <a:pt x="39" y="190"/>
                      <a:pt x="39" y="190"/>
                      <a:pt x="39" y="190"/>
                    </a:cubicBezTo>
                    <a:cubicBezTo>
                      <a:pt x="40" y="191"/>
                      <a:pt x="41" y="191"/>
                      <a:pt x="41" y="191"/>
                    </a:cubicBezTo>
                    <a:cubicBezTo>
                      <a:pt x="42" y="191"/>
                      <a:pt x="43" y="192"/>
                      <a:pt x="44" y="192"/>
                    </a:cubicBezTo>
                    <a:cubicBezTo>
                      <a:pt x="46" y="192"/>
                      <a:pt x="45" y="192"/>
                      <a:pt x="47" y="192"/>
                    </a:cubicBezTo>
                    <a:cubicBezTo>
                      <a:pt x="55" y="193"/>
                      <a:pt x="55" y="193"/>
                      <a:pt x="55" y="193"/>
                    </a:cubicBezTo>
                    <a:cubicBezTo>
                      <a:pt x="56" y="193"/>
                      <a:pt x="55" y="193"/>
                      <a:pt x="58" y="193"/>
                    </a:cubicBezTo>
                    <a:cubicBezTo>
                      <a:pt x="58" y="197"/>
                      <a:pt x="57" y="198"/>
                      <a:pt x="56" y="201"/>
                    </a:cubicBezTo>
                    <a:cubicBezTo>
                      <a:pt x="56" y="201"/>
                      <a:pt x="56" y="201"/>
                      <a:pt x="56" y="201"/>
                    </a:cubicBezTo>
                    <a:cubicBezTo>
                      <a:pt x="55" y="202"/>
                      <a:pt x="56" y="201"/>
                      <a:pt x="55" y="202"/>
                    </a:cubicBezTo>
                    <a:cubicBezTo>
                      <a:pt x="55" y="205"/>
                      <a:pt x="55" y="211"/>
                      <a:pt x="57" y="213"/>
                    </a:cubicBezTo>
                    <a:cubicBezTo>
                      <a:pt x="59" y="215"/>
                      <a:pt x="58" y="214"/>
                      <a:pt x="59" y="215"/>
                    </a:cubicBezTo>
                    <a:cubicBezTo>
                      <a:pt x="63" y="217"/>
                      <a:pt x="63" y="217"/>
                      <a:pt x="63" y="217"/>
                    </a:cubicBezTo>
                    <a:cubicBezTo>
                      <a:pt x="68" y="219"/>
                      <a:pt x="65" y="220"/>
                      <a:pt x="72" y="220"/>
                    </a:cubicBezTo>
                    <a:cubicBezTo>
                      <a:pt x="72" y="223"/>
                      <a:pt x="72" y="223"/>
                      <a:pt x="72" y="226"/>
                    </a:cubicBezTo>
                    <a:cubicBezTo>
                      <a:pt x="74" y="242"/>
                      <a:pt x="74" y="242"/>
                      <a:pt x="74" y="242"/>
                    </a:cubicBezTo>
                    <a:cubicBezTo>
                      <a:pt x="74" y="239"/>
                      <a:pt x="74" y="241"/>
                      <a:pt x="74" y="240"/>
                    </a:cubicBezTo>
                    <a:cubicBezTo>
                      <a:pt x="76" y="244"/>
                      <a:pt x="74" y="253"/>
                      <a:pt x="74" y="257"/>
                    </a:cubicBezTo>
                    <a:cubicBezTo>
                      <a:pt x="74" y="259"/>
                      <a:pt x="75" y="260"/>
                      <a:pt x="74" y="261"/>
                    </a:cubicBezTo>
                    <a:cubicBezTo>
                      <a:pt x="74" y="265"/>
                      <a:pt x="74" y="267"/>
                      <a:pt x="73" y="267"/>
                    </a:cubicBezTo>
                    <a:cubicBezTo>
                      <a:pt x="73" y="270"/>
                      <a:pt x="73" y="270"/>
                      <a:pt x="73" y="270"/>
                    </a:cubicBezTo>
                    <a:cubicBezTo>
                      <a:pt x="70" y="270"/>
                      <a:pt x="70" y="270"/>
                      <a:pt x="70" y="270"/>
                    </a:cubicBezTo>
                    <a:cubicBezTo>
                      <a:pt x="70" y="273"/>
                      <a:pt x="69" y="273"/>
                      <a:pt x="69" y="275"/>
                    </a:cubicBezTo>
                    <a:cubicBezTo>
                      <a:pt x="68" y="277"/>
                      <a:pt x="68" y="278"/>
                      <a:pt x="67" y="279"/>
                    </a:cubicBezTo>
                    <a:cubicBezTo>
                      <a:pt x="66" y="280"/>
                      <a:pt x="67" y="279"/>
                      <a:pt x="66" y="280"/>
                    </a:cubicBezTo>
                    <a:lnTo>
                      <a:pt x="66" y="28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sp>
          <p:nvSpPr>
            <p:cNvPr id="14" name="矩形 13"/>
            <p:cNvSpPr/>
            <p:nvPr/>
          </p:nvSpPr>
          <p:spPr>
            <a:xfrm>
              <a:off x="10633855" y="703992"/>
              <a:ext cx="1070151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600" b="1">
                  <a:solidFill>
                    <a:schemeClr val="bg2">
                      <a:lumMod val="50000"/>
                    </a:schemeClr>
                  </a:solidFill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CHINA UNIVERSITY OF GEOSCIENCES </a:t>
              </a:r>
              <a:endParaRPr lang="zh-CN" altLang="en-US" sz="600" b="1">
                <a:solidFill>
                  <a:schemeClr val="bg2">
                    <a:lumMod val="50000"/>
                  </a:schemeClr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endParaRPr>
            </a:p>
          </p:txBody>
        </p:sp>
      </p:grpSp>
      <p:sp>
        <p:nvSpPr>
          <p:cNvPr id="27" name="Freeform 6"/>
          <p:cNvSpPr>
            <a:spLocks noEditPoints="1"/>
          </p:cNvSpPr>
          <p:nvPr userDrawn="1"/>
        </p:nvSpPr>
        <p:spPr bwMode="auto">
          <a:xfrm>
            <a:off x="8763000" y="19050"/>
            <a:ext cx="6858000" cy="6858000"/>
          </a:xfrm>
          <a:custGeom>
            <a:avLst/>
            <a:gdLst>
              <a:gd name="T0" fmla="*/ 299 w 619"/>
              <a:gd name="T1" fmla="*/ 284 h 605"/>
              <a:gd name="T2" fmla="*/ 299 w 619"/>
              <a:gd name="T3" fmla="*/ 308 h 605"/>
              <a:gd name="T4" fmla="*/ 310 w 619"/>
              <a:gd name="T5" fmla="*/ 605 h 605"/>
              <a:gd name="T6" fmla="*/ 404 w 619"/>
              <a:gd name="T7" fmla="*/ 180 h 605"/>
              <a:gd name="T8" fmla="*/ 213 w 619"/>
              <a:gd name="T9" fmla="*/ 439 h 605"/>
              <a:gd name="T10" fmla="*/ 420 w 619"/>
              <a:gd name="T11" fmla="*/ 511 h 605"/>
              <a:gd name="T12" fmla="*/ 518 w 619"/>
              <a:gd name="T13" fmla="*/ 421 h 605"/>
              <a:gd name="T14" fmla="*/ 140 w 619"/>
              <a:gd name="T15" fmla="*/ 469 h 605"/>
              <a:gd name="T16" fmla="*/ 492 w 619"/>
              <a:gd name="T17" fmla="*/ 312 h 605"/>
              <a:gd name="T18" fmla="*/ 448 w 619"/>
              <a:gd name="T19" fmla="*/ 397 h 605"/>
              <a:gd name="T20" fmla="*/ 100 w 619"/>
              <a:gd name="T21" fmla="*/ 195 h 605"/>
              <a:gd name="T22" fmla="*/ 168 w 619"/>
              <a:gd name="T23" fmla="*/ 231 h 605"/>
              <a:gd name="T24" fmla="*/ 275 w 619"/>
              <a:gd name="T25" fmla="*/ 499 h 605"/>
              <a:gd name="T26" fmla="*/ 302 w 619"/>
              <a:gd name="T27" fmla="*/ 500 h 605"/>
              <a:gd name="T28" fmla="*/ 289 w 619"/>
              <a:gd name="T29" fmla="*/ 523 h 605"/>
              <a:gd name="T30" fmla="*/ 328 w 619"/>
              <a:gd name="T31" fmla="*/ 513 h 605"/>
              <a:gd name="T32" fmla="*/ 317 w 619"/>
              <a:gd name="T33" fmla="*/ 527 h 605"/>
              <a:gd name="T34" fmla="*/ 340 w 619"/>
              <a:gd name="T35" fmla="*/ 504 h 605"/>
              <a:gd name="T36" fmla="*/ 83 w 619"/>
              <a:gd name="T37" fmla="*/ 161 h 605"/>
              <a:gd name="T38" fmla="*/ 108 w 619"/>
              <a:gd name="T39" fmla="*/ 139 h 605"/>
              <a:gd name="T40" fmla="*/ 139 w 619"/>
              <a:gd name="T41" fmla="*/ 76 h 605"/>
              <a:gd name="T42" fmla="*/ 176 w 619"/>
              <a:gd name="T43" fmla="*/ 63 h 605"/>
              <a:gd name="T44" fmla="*/ 227 w 619"/>
              <a:gd name="T45" fmla="*/ 37 h 605"/>
              <a:gd name="T46" fmla="*/ 239 w 619"/>
              <a:gd name="T47" fmla="*/ 26 h 605"/>
              <a:gd name="T48" fmla="*/ 296 w 619"/>
              <a:gd name="T49" fmla="*/ 52 h 605"/>
              <a:gd name="T50" fmla="*/ 274 w 619"/>
              <a:gd name="T51" fmla="*/ 18 h 605"/>
              <a:gd name="T52" fmla="*/ 361 w 619"/>
              <a:gd name="T53" fmla="*/ 43 h 605"/>
              <a:gd name="T54" fmla="*/ 372 w 619"/>
              <a:gd name="T55" fmla="*/ 40 h 605"/>
              <a:gd name="T56" fmla="*/ 429 w 619"/>
              <a:gd name="T57" fmla="*/ 71 h 605"/>
              <a:gd name="T58" fmla="*/ 451 w 619"/>
              <a:gd name="T59" fmla="*/ 65 h 605"/>
              <a:gd name="T60" fmla="*/ 520 w 619"/>
              <a:gd name="T61" fmla="*/ 125 h 605"/>
              <a:gd name="T62" fmla="*/ 545 w 619"/>
              <a:gd name="T63" fmla="*/ 155 h 605"/>
              <a:gd name="T64" fmla="*/ 507 w 619"/>
              <a:gd name="T65" fmla="*/ 97 h 605"/>
              <a:gd name="T66" fmla="*/ 590 w 619"/>
              <a:gd name="T67" fmla="*/ 251 h 605"/>
              <a:gd name="T68" fmla="*/ 553 w 619"/>
              <a:gd name="T69" fmla="*/ 384 h 605"/>
              <a:gd name="T70" fmla="*/ 583 w 619"/>
              <a:gd name="T71" fmla="*/ 405 h 605"/>
              <a:gd name="T72" fmla="*/ 541 w 619"/>
              <a:gd name="T73" fmla="*/ 416 h 605"/>
              <a:gd name="T74" fmla="*/ 55 w 619"/>
              <a:gd name="T75" fmla="*/ 238 h 605"/>
              <a:gd name="T76" fmla="*/ 19 w 619"/>
              <a:gd name="T77" fmla="*/ 290 h 605"/>
              <a:gd name="T78" fmla="*/ 56 w 619"/>
              <a:gd name="T79" fmla="*/ 315 h 605"/>
              <a:gd name="T80" fmla="*/ 50 w 619"/>
              <a:gd name="T81" fmla="*/ 359 h 605"/>
              <a:gd name="T82" fmla="*/ 57 w 619"/>
              <a:gd name="T83" fmla="*/ 436 h 605"/>
              <a:gd name="T84" fmla="*/ 86 w 619"/>
              <a:gd name="T85" fmla="*/ 471 h 605"/>
              <a:gd name="T86" fmla="*/ 118 w 619"/>
              <a:gd name="T87" fmla="*/ 465 h 605"/>
              <a:gd name="T88" fmla="*/ 113 w 619"/>
              <a:gd name="T89" fmla="*/ 513 h 605"/>
              <a:gd name="T90" fmla="*/ 177 w 619"/>
              <a:gd name="T91" fmla="*/ 521 h 605"/>
              <a:gd name="T92" fmla="*/ 186 w 619"/>
              <a:gd name="T93" fmla="*/ 548 h 605"/>
              <a:gd name="T94" fmla="*/ 211 w 619"/>
              <a:gd name="T95" fmla="*/ 567 h 605"/>
              <a:gd name="T96" fmla="*/ 216 w 619"/>
              <a:gd name="T97" fmla="*/ 537 h 605"/>
              <a:gd name="T98" fmla="*/ 272 w 619"/>
              <a:gd name="T99" fmla="*/ 553 h 605"/>
              <a:gd name="T100" fmla="*/ 306 w 619"/>
              <a:gd name="T101" fmla="*/ 553 h 605"/>
              <a:gd name="T102" fmla="*/ 374 w 619"/>
              <a:gd name="T103" fmla="*/ 578 h 605"/>
              <a:gd name="T104" fmla="*/ 464 w 619"/>
              <a:gd name="T105" fmla="*/ 514 h 605"/>
              <a:gd name="T106" fmla="*/ 471 w 619"/>
              <a:gd name="T107" fmla="*/ 534 h 605"/>
              <a:gd name="T108" fmla="*/ 494 w 619"/>
              <a:gd name="T109" fmla="*/ 502 h 605"/>
              <a:gd name="T110" fmla="*/ 498 w 619"/>
              <a:gd name="T111" fmla="*/ 470 h 605"/>
              <a:gd name="T112" fmla="*/ 538 w 619"/>
              <a:gd name="T113" fmla="*/ 455 h 605"/>
              <a:gd name="T114" fmla="*/ 529 w 619"/>
              <a:gd name="T115" fmla="*/ 457 h 605"/>
              <a:gd name="T116" fmla="*/ 597 w 619"/>
              <a:gd name="T117" fmla="*/ 359 h 605"/>
              <a:gd name="T118" fmla="*/ 597 w 619"/>
              <a:gd name="T119" fmla="*/ 319 h 605"/>
              <a:gd name="T120" fmla="*/ 597 w 619"/>
              <a:gd name="T121" fmla="*/ 261 h 6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619" h="605">
                <a:moveTo>
                  <a:pt x="321" y="293"/>
                </a:moveTo>
                <a:cubicBezTo>
                  <a:pt x="321" y="308"/>
                  <a:pt x="321" y="308"/>
                  <a:pt x="321" y="308"/>
                </a:cubicBezTo>
                <a:cubicBezTo>
                  <a:pt x="440" y="308"/>
                  <a:pt x="440" y="308"/>
                  <a:pt x="440" y="308"/>
                </a:cubicBezTo>
                <a:cubicBezTo>
                  <a:pt x="321" y="293"/>
                  <a:pt x="321" y="293"/>
                  <a:pt x="321" y="293"/>
                </a:cubicBezTo>
                <a:close/>
                <a:moveTo>
                  <a:pt x="321" y="234"/>
                </a:moveTo>
                <a:cubicBezTo>
                  <a:pt x="320" y="216"/>
                  <a:pt x="354" y="219"/>
                  <a:pt x="365" y="219"/>
                </a:cubicBezTo>
                <a:cubicBezTo>
                  <a:pt x="391" y="219"/>
                  <a:pt x="424" y="220"/>
                  <a:pt x="424" y="220"/>
                </a:cubicBezTo>
                <a:cubicBezTo>
                  <a:pt x="422" y="217"/>
                  <a:pt x="417" y="214"/>
                  <a:pt x="411" y="210"/>
                </a:cubicBezTo>
                <a:cubicBezTo>
                  <a:pt x="385" y="195"/>
                  <a:pt x="322" y="188"/>
                  <a:pt x="307" y="188"/>
                </a:cubicBezTo>
                <a:cubicBezTo>
                  <a:pt x="265" y="188"/>
                  <a:pt x="216" y="198"/>
                  <a:pt x="216" y="198"/>
                </a:cubicBezTo>
                <a:cubicBezTo>
                  <a:pt x="216" y="218"/>
                  <a:pt x="216" y="218"/>
                  <a:pt x="216" y="218"/>
                </a:cubicBezTo>
                <a:cubicBezTo>
                  <a:pt x="216" y="218"/>
                  <a:pt x="279" y="218"/>
                  <a:pt x="284" y="219"/>
                </a:cubicBezTo>
                <a:cubicBezTo>
                  <a:pt x="286" y="220"/>
                  <a:pt x="290" y="220"/>
                  <a:pt x="293" y="222"/>
                </a:cubicBezTo>
                <a:cubicBezTo>
                  <a:pt x="297" y="224"/>
                  <a:pt x="299" y="231"/>
                  <a:pt x="299" y="234"/>
                </a:cubicBezTo>
                <a:cubicBezTo>
                  <a:pt x="299" y="243"/>
                  <a:pt x="299" y="251"/>
                  <a:pt x="299" y="284"/>
                </a:cubicBezTo>
                <a:cubicBezTo>
                  <a:pt x="154" y="304"/>
                  <a:pt x="154" y="304"/>
                  <a:pt x="154" y="304"/>
                </a:cubicBezTo>
                <a:cubicBezTo>
                  <a:pt x="155" y="266"/>
                  <a:pt x="172" y="230"/>
                  <a:pt x="199" y="204"/>
                </a:cubicBezTo>
                <a:cubicBezTo>
                  <a:pt x="202" y="201"/>
                  <a:pt x="205" y="199"/>
                  <a:pt x="207" y="197"/>
                </a:cubicBezTo>
                <a:cubicBezTo>
                  <a:pt x="208" y="197"/>
                  <a:pt x="208" y="197"/>
                  <a:pt x="208" y="197"/>
                </a:cubicBezTo>
                <a:cubicBezTo>
                  <a:pt x="208" y="196"/>
                  <a:pt x="208" y="196"/>
                  <a:pt x="208" y="196"/>
                </a:cubicBezTo>
                <a:cubicBezTo>
                  <a:pt x="235" y="173"/>
                  <a:pt x="271" y="159"/>
                  <a:pt x="310" y="159"/>
                </a:cubicBezTo>
                <a:cubicBezTo>
                  <a:pt x="353" y="159"/>
                  <a:pt x="392" y="176"/>
                  <a:pt x="420" y="204"/>
                </a:cubicBezTo>
                <a:cubicBezTo>
                  <a:pt x="447" y="229"/>
                  <a:pt x="464" y="264"/>
                  <a:pt x="466" y="303"/>
                </a:cubicBezTo>
                <a:cubicBezTo>
                  <a:pt x="461" y="303"/>
                  <a:pt x="461" y="303"/>
                  <a:pt x="461" y="303"/>
                </a:cubicBezTo>
                <a:cubicBezTo>
                  <a:pt x="321" y="284"/>
                  <a:pt x="321" y="284"/>
                  <a:pt x="321" y="284"/>
                </a:cubicBezTo>
                <a:cubicBezTo>
                  <a:pt x="321" y="234"/>
                  <a:pt x="321" y="234"/>
                  <a:pt x="321" y="234"/>
                </a:cubicBezTo>
                <a:close/>
                <a:moveTo>
                  <a:pt x="299" y="308"/>
                </a:moveTo>
                <a:cubicBezTo>
                  <a:pt x="176" y="308"/>
                  <a:pt x="176" y="308"/>
                  <a:pt x="176" y="308"/>
                </a:cubicBezTo>
                <a:cubicBezTo>
                  <a:pt x="299" y="324"/>
                  <a:pt x="299" y="324"/>
                  <a:pt x="299" y="324"/>
                </a:cubicBezTo>
                <a:cubicBezTo>
                  <a:pt x="299" y="318"/>
                  <a:pt x="299" y="314"/>
                  <a:pt x="299" y="308"/>
                </a:cubicBezTo>
                <a:close/>
                <a:moveTo>
                  <a:pt x="299" y="332"/>
                </a:moveTo>
                <a:cubicBezTo>
                  <a:pt x="299" y="452"/>
                  <a:pt x="299" y="452"/>
                  <a:pt x="299" y="452"/>
                </a:cubicBezTo>
                <a:cubicBezTo>
                  <a:pt x="321" y="452"/>
                  <a:pt x="321" y="452"/>
                  <a:pt x="321" y="452"/>
                </a:cubicBezTo>
                <a:cubicBezTo>
                  <a:pt x="321" y="332"/>
                  <a:pt x="321" y="332"/>
                  <a:pt x="321" y="332"/>
                </a:cubicBezTo>
                <a:cubicBezTo>
                  <a:pt x="466" y="313"/>
                  <a:pt x="466" y="313"/>
                  <a:pt x="466" y="313"/>
                </a:cubicBezTo>
                <a:cubicBezTo>
                  <a:pt x="465" y="354"/>
                  <a:pt x="448" y="390"/>
                  <a:pt x="420" y="417"/>
                </a:cubicBezTo>
                <a:cubicBezTo>
                  <a:pt x="392" y="444"/>
                  <a:pt x="353" y="461"/>
                  <a:pt x="310" y="461"/>
                </a:cubicBezTo>
                <a:cubicBezTo>
                  <a:pt x="267" y="461"/>
                  <a:pt x="228" y="444"/>
                  <a:pt x="199" y="417"/>
                </a:cubicBezTo>
                <a:cubicBezTo>
                  <a:pt x="172" y="390"/>
                  <a:pt x="155" y="354"/>
                  <a:pt x="154" y="314"/>
                </a:cubicBezTo>
                <a:cubicBezTo>
                  <a:pt x="299" y="332"/>
                  <a:pt x="299" y="332"/>
                  <a:pt x="299" y="332"/>
                </a:cubicBezTo>
                <a:close/>
                <a:moveTo>
                  <a:pt x="310" y="0"/>
                </a:moveTo>
                <a:cubicBezTo>
                  <a:pt x="395" y="0"/>
                  <a:pt x="473" y="34"/>
                  <a:pt x="529" y="89"/>
                </a:cubicBezTo>
                <a:cubicBezTo>
                  <a:pt x="585" y="144"/>
                  <a:pt x="619" y="219"/>
                  <a:pt x="619" y="303"/>
                </a:cubicBezTo>
                <a:cubicBezTo>
                  <a:pt x="619" y="386"/>
                  <a:pt x="585" y="462"/>
                  <a:pt x="529" y="517"/>
                </a:cubicBezTo>
                <a:cubicBezTo>
                  <a:pt x="473" y="571"/>
                  <a:pt x="395" y="605"/>
                  <a:pt x="310" y="605"/>
                </a:cubicBezTo>
                <a:cubicBezTo>
                  <a:pt x="224" y="605"/>
                  <a:pt x="147" y="571"/>
                  <a:pt x="91" y="517"/>
                </a:cubicBezTo>
                <a:cubicBezTo>
                  <a:pt x="35" y="462"/>
                  <a:pt x="0" y="386"/>
                  <a:pt x="0" y="303"/>
                </a:cubicBezTo>
                <a:cubicBezTo>
                  <a:pt x="0" y="219"/>
                  <a:pt x="35" y="144"/>
                  <a:pt x="91" y="89"/>
                </a:cubicBezTo>
                <a:cubicBezTo>
                  <a:pt x="147" y="34"/>
                  <a:pt x="224" y="0"/>
                  <a:pt x="310" y="0"/>
                </a:cubicBezTo>
                <a:close/>
                <a:moveTo>
                  <a:pt x="523" y="95"/>
                </a:moveTo>
                <a:cubicBezTo>
                  <a:pt x="577" y="148"/>
                  <a:pt x="611" y="222"/>
                  <a:pt x="611" y="303"/>
                </a:cubicBezTo>
                <a:cubicBezTo>
                  <a:pt x="611" y="384"/>
                  <a:pt x="577" y="458"/>
                  <a:pt x="523" y="511"/>
                </a:cubicBezTo>
                <a:cubicBezTo>
                  <a:pt x="468" y="564"/>
                  <a:pt x="393" y="597"/>
                  <a:pt x="310" y="597"/>
                </a:cubicBezTo>
                <a:cubicBezTo>
                  <a:pt x="227" y="597"/>
                  <a:pt x="151" y="564"/>
                  <a:pt x="97" y="511"/>
                </a:cubicBezTo>
                <a:cubicBezTo>
                  <a:pt x="42" y="458"/>
                  <a:pt x="9" y="384"/>
                  <a:pt x="9" y="303"/>
                </a:cubicBezTo>
                <a:cubicBezTo>
                  <a:pt x="9" y="222"/>
                  <a:pt x="42" y="148"/>
                  <a:pt x="97" y="95"/>
                </a:cubicBezTo>
                <a:cubicBezTo>
                  <a:pt x="151" y="42"/>
                  <a:pt x="227" y="9"/>
                  <a:pt x="310" y="9"/>
                </a:cubicBezTo>
                <a:cubicBezTo>
                  <a:pt x="393" y="9"/>
                  <a:pt x="468" y="42"/>
                  <a:pt x="523" y="95"/>
                </a:cubicBezTo>
                <a:close/>
                <a:moveTo>
                  <a:pt x="314" y="151"/>
                </a:moveTo>
                <a:cubicBezTo>
                  <a:pt x="348" y="152"/>
                  <a:pt x="379" y="163"/>
                  <a:pt x="404" y="180"/>
                </a:cubicBezTo>
                <a:cubicBezTo>
                  <a:pt x="387" y="147"/>
                  <a:pt x="367" y="127"/>
                  <a:pt x="360" y="120"/>
                </a:cubicBezTo>
                <a:cubicBezTo>
                  <a:pt x="347" y="123"/>
                  <a:pt x="332" y="125"/>
                  <a:pt x="314" y="125"/>
                </a:cubicBezTo>
                <a:cubicBezTo>
                  <a:pt x="314" y="151"/>
                  <a:pt x="314" y="151"/>
                  <a:pt x="314" y="151"/>
                </a:cubicBezTo>
                <a:close/>
                <a:moveTo>
                  <a:pt x="167" y="390"/>
                </a:moveTo>
                <a:cubicBezTo>
                  <a:pt x="154" y="367"/>
                  <a:pt x="146" y="341"/>
                  <a:pt x="145" y="313"/>
                </a:cubicBezTo>
                <a:cubicBezTo>
                  <a:pt x="126" y="313"/>
                  <a:pt x="126" y="313"/>
                  <a:pt x="126" y="313"/>
                </a:cubicBezTo>
                <a:cubicBezTo>
                  <a:pt x="127" y="344"/>
                  <a:pt x="135" y="373"/>
                  <a:pt x="147" y="398"/>
                </a:cubicBezTo>
                <a:cubicBezTo>
                  <a:pt x="153" y="395"/>
                  <a:pt x="160" y="392"/>
                  <a:pt x="167" y="390"/>
                </a:cubicBezTo>
                <a:close/>
                <a:moveTo>
                  <a:pt x="213" y="439"/>
                </a:moveTo>
                <a:cubicBezTo>
                  <a:pt x="206" y="434"/>
                  <a:pt x="200" y="429"/>
                  <a:pt x="194" y="423"/>
                </a:cubicBezTo>
                <a:cubicBezTo>
                  <a:pt x="185" y="415"/>
                  <a:pt x="178" y="406"/>
                  <a:pt x="172" y="397"/>
                </a:cubicBezTo>
                <a:cubicBezTo>
                  <a:pt x="164" y="400"/>
                  <a:pt x="157" y="402"/>
                  <a:pt x="151" y="405"/>
                </a:cubicBezTo>
                <a:cubicBezTo>
                  <a:pt x="178" y="457"/>
                  <a:pt x="217" y="491"/>
                  <a:pt x="227" y="499"/>
                </a:cubicBezTo>
                <a:cubicBezTo>
                  <a:pt x="234" y="496"/>
                  <a:pt x="242" y="493"/>
                  <a:pt x="252" y="491"/>
                </a:cubicBezTo>
                <a:cubicBezTo>
                  <a:pt x="243" y="483"/>
                  <a:pt x="228" y="466"/>
                  <a:pt x="213" y="439"/>
                </a:cubicBezTo>
                <a:close/>
                <a:moveTo>
                  <a:pt x="306" y="469"/>
                </a:moveTo>
                <a:cubicBezTo>
                  <a:pt x="278" y="469"/>
                  <a:pt x="252" y="461"/>
                  <a:pt x="229" y="449"/>
                </a:cubicBezTo>
                <a:cubicBezTo>
                  <a:pt x="243" y="472"/>
                  <a:pt x="257" y="485"/>
                  <a:pt x="261" y="489"/>
                </a:cubicBezTo>
                <a:cubicBezTo>
                  <a:pt x="274" y="486"/>
                  <a:pt x="289" y="485"/>
                  <a:pt x="306" y="484"/>
                </a:cubicBezTo>
                <a:cubicBezTo>
                  <a:pt x="306" y="469"/>
                  <a:pt x="306" y="469"/>
                  <a:pt x="306" y="469"/>
                </a:cubicBezTo>
                <a:close/>
                <a:moveTo>
                  <a:pt x="389" y="450"/>
                </a:moveTo>
                <a:cubicBezTo>
                  <a:pt x="367" y="462"/>
                  <a:pt x="341" y="469"/>
                  <a:pt x="314" y="469"/>
                </a:cubicBezTo>
                <a:cubicBezTo>
                  <a:pt x="314" y="484"/>
                  <a:pt x="314" y="484"/>
                  <a:pt x="314" y="484"/>
                </a:cubicBezTo>
                <a:cubicBezTo>
                  <a:pt x="331" y="485"/>
                  <a:pt x="346" y="487"/>
                  <a:pt x="359" y="489"/>
                </a:cubicBezTo>
                <a:cubicBezTo>
                  <a:pt x="363" y="485"/>
                  <a:pt x="376" y="472"/>
                  <a:pt x="389" y="450"/>
                </a:cubicBezTo>
                <a:close/>
                <a:moveTo>
                  <a:pt x="480" y="469"/>
                </a:moveTo>
                <a:cubicBezTo>
                  <a:pt x="493" y="457"/>
                  <a:pt x="504" y="443"/>
                  <a:pt x="514" y="428"/>
                </a:cubicBezTo>
                <a:cubicBezTo>
                  <a:pt x="508" y="425"/>
                  <a:pt x="495" y="417"/>
                  <a:pt x="477" y="409"/>
                </a:cubicBezTo>
                <a:cubicBezTo>
                  <a:pt x="453" y="458"/>
                  <a:pt x="417" y="492"/>
                  <a:pt x="404" y="503"/>
                </a:cubicBezTo>
                <a:cubicBezTo>
                  <a:pt x="412" y="507"/>
                  <a:pt x="417" y="510"/>
                  <a:pt x="420" y="511"/>
                </a:cubicBezTo>
                <a:cubicBezTo>
                  <a:pt x="442" y="500"/>
                  <a:pt x="462" y="486"/>
                  <a:pt x="480" y="469"/>
                </a:cubicBezTo>
                <a:close/>
                <a:moveTo>
                  <a:pt x="550" y="304"/>
                </a:moveTo>
                <a:cubicBezTo>
                  <a:pt x="550" y="265"/>
                  <a:pt x="539" y="228"/>
                  <a:pt x="521" y="196"/>
                </a:cubicBezTo>
                <a:cubicBezTo>
                  <a:pt x="515" y="200"/>
                  <a:pt x="501" y="209"/>
                  <a:pt x="481" y="218"/>
                </a:cubicBezTo>
                <a:cubicBezTo>
                  <a:pt x="492" y="244"/>
                  <a:pt x="500" y="273"/>
                  <a:pt x="501" y="304"/>
                </a:cubicBezTo>
                <a:cubicBezTo>
                  <a:pt x="550" y="304"/>
                  <a:pt x="550" y="304"/>
                  <a:pt x="550" y="304"/>
                </a:cubicBezTo>
                <a:close/>
                <a:moveTo>
                  <a:pt x="310" y="537"/>
                </a:moveTo>
                <a:cubicBezTo>
                  <a:pt x="346" y="537"/>
                  <a:pt x="380" y="529"/>
                  <a:pt x="411" y="516"/>
                </a:cubicBezTo>
                <a:cubicBezTo>
                  <a:pt x="407" y="514"/>
                  <a:pt x="402" y="511"/>
                  <a:pt x="395" y="508"/>
                </a:cubicBezTo>
                <a:cubicBezTo>
                  <a:pt x="395" y="508"/>
                  <a:pt x="395" y="508"/>
                  <a:pt x="395" y="508"/>
                </a:cubicBezTo>
                <a:cubicBezTo>
                  <a:pt x="395" y="508"/>
                  <a:pt x="394" y="508"/>
                  <a:pt x="394" y="508"/>
                </a:cubicBezTo>
                <a:cubicBezTo>
                  <a:pt x="377" y="501"/>
                  <a:pt x="349" y="493"/>
                  <a:pt x="311" y="493"/>
                </a:cubicBezTo>
                <a:cubicBezTo>
                  <a:pt x="255" y="492"/>
                  <a:pt x="223" y="509"/>
                  <a:pt x="211" y="516"/>
                </a:cubicBezTo>
                <a:cubicBezTo>
                  <a:pt x="241" y="530"/>
                  <a:pt x="275" y="537"/>
                  <a:pt x="310" y="537"/>
                </a:cubicBezTo>
                <a:close/>
                <a:moveTo>
                  <a:pt x="518" y="421"/>
                </a:moveTo>
                <a:cubicBezTo>
                  <a:pt x="537" y="389"/>
                  <a:pt x="549" y="352"/>
                  <a:pt x="550" y="312"/>
                </a:cubicBezTo>
                <a:cubicBezTo>
                  <a:pt x="501" y="312"/>
                  <a:pt x="501" y="312"/>
                  <a:pt x="501" y="312"/>
                </a:cubicBezTo>
                <a:cubicBezTo>
                  <a:pt x="500" y="345"/>
                  <a:pt x="492" y="375"/>
                  <a:pt x="480" y="401"/>
                </a:cubicBezTo>
                <a:cubicBezTo>
                  <a:pt x="499" y="410"/>
                  <a:pt x="512" y="418"/>
                  <a:pt x="518" y="421"/>
                </a:cubicBezTo>
                <a:close/>
                <a:moveTo>
                  <a:pt x="70" y="312"/>
                </a:moveTo>
                <a:cubicBezTo>
                  <a:pt x="71" y="352"/>
                  <a:pt x="83" y="390"/>
                  <a:pt x="103" y="422"/>
                </a:cubicBezTo>
                <a:cubicBezTo>
                  <a:pt x="109" y="418"/>
                  <a:pt x="121" y="410"/>
                  <a:pt x="140" y="401"/>
                </a:cubicBezTo>
                <a:cubicBezTo>
                  <a:pt x="128" y="375"/>
                  <a:pt x="119" y="346"/>
                  <a:pt x="118" y="313"/>
                </a:cubicBezTo>
                <a:cubicBezTo>
                  <a:pt x="70" y="312"/>
                  <a:pt x="70" y="312"/>
                  <a:pt x="70" y="312"/>
                </a:cubicBezTo>
                <a:close/>
                <a:moveTo>
                  <a:pt x="140" y="469"/>
                </a:moveTo>
                <a:cubicBezTo>
                  <a:pt x="158" y="487"/>
                  <a:pt x="179" y="501"/>
                  <a:pt x="202" y="512"/>
                </a:cubicBezTo>
                <a:cubicBezTo>
                  <a:pt x="205" y="510"/>
                  <a:pt x="210" y="507"/>
                  <a:pt x="218" y="503"/>
                </a:cubicBezTo>
                <a:cubicBezTo>
                  <a:pt x="205" y="491"/>
                  <a:pt x="169" y="457"/>
                  <a:pt x="144" y="409"/>
                </a:cubicBezTo>
                <a:cubicBezTo>
                  <a:pt x="125" y="418"/>
                  <a:pt x="113" y="426"/>
                  <a:pt x="107" y="429"/>
                </a:cubicBezTo>
                <a:cubicBezTo>
                  <a:pt x="117" y="444"/>
                  <a:pt x="128" y="457"/>
                  <a:pt x="140" y="469"/>
                </a:cubicBezTo>
                <a:close/>
                <a:moveTo>
                  <a:pt x="140" y="142"/>
                </a:moveTo>
                <a:cubicBezTo>
                  <a:pt x="126" y="156"/>
                  <a:pt x="114" y="171"/>
                  <a:pt x="104" y="188"/>
                </a:cubicBezTo>
                <a:cubicBezTo>
                  <a:pt x="109" y="192"/>
                  <a:pt x="122" y="200"/>
                  <a:pt x="141" y="210"/>
                </a:cubicBezTo>
                <a:cubicBezTo>
                  <a:pt x="167" y="157"/>
                  <a:pt x="204" y="120"/>
                  <a:pt x="218" y="107"/>
                </a:cubicBezTo>
                <a:cubicBezTo>
                  <a:pt x="210" y="104"/>
                  <a:pt x="204" y="101"/>
                  <a:pt x="201" y="99"/>
                </a:cubicBezTo>
                <a:cubicBezTo>
                  <a:pt x="179" y="111"/>
                  <a:pt x="158" y="125"/>
                  <a:pt x="140" y="142"/>
                </a:cubicBezTo>
                <a:close/>
                <a:moveTo>
                  <a:pt x="216" y="180"/>
                </a:moveTo>
                <a:cubicBezTo>
                  <a:pt x="241" y="162"/>
                  <a:pt x="272" y="152"/>
                  <a:pt x="306" y="151"/>
                </a:cubicBezTo>
                <a:cubicBezTo>
                  <a:pt x="306" y="125"/>
                  <a:pt x="306" y="125"/>
                  <a:pt x="306" y="125"/>
                </a:cubicBezTo>
                <a:cubicBezTo>
                  <a:pt x="289" y="125"/>
                  <a:pt x="273" y="123"/>
                  <a:pt x="259" y="120"/>
                </a:cubicBezTo>
                <a:cubicBezTo>
                  <a:pt x="252" y="127"/>
                  <a:pt x="233" y="147"/>
                  <a:pt x="216" y="180"/>
                </a:cubicBezTo>
                <a:close/>
                <a:moveTo>
                  <a:pt x="474" y="312"/>
                </a:moveTo>
                <a:cubicBezTo>
                  <a:pt x="474" y="341"/>
                  <a:pt x="466" y="367"/>
                  <a:pt x="452" y="390"/>
                </a:cubicBezTo>
                <a:cubicBezTo>
                  <a:pt x="459" y="393"/>
                  <a:pt x="466" y="395"/>
                  <a:pt x="473" y="398"/>
                </a:cubicBezTo>
                <a:cubicBezTo>
                  <a:pt x="484" y="373"/>
                  <a:pt x="492" y="344"/>
                  <a:pt x="492" y="312"/>
                </a:cubicBezTo>
                <a:cubicBezTo>
                  <a:pt x="474" y="312"/>
                  <a:pt x="474" y="312"/>
                  <a:pt x="474" y="312"/>
                </a:cubicBezTo>
                <a:close/>
                <a:moveTo>
                  <a:pt x="172" y="224"/>
                </a:moveTo>
                <a:cubicBezTo>
                  <a:pt x="178" y="214"/>
                  <a:pt x="186" y="206"/>
                  <a:pt x="194" y="198"/>
                </a:cubicBezTo>
                <a:cubicBezTo>
                  <a:pt x="196" y="195"/>
                  <a:pt x="199" y="193"/>
                  <a:pt x="201" y="191"/>
                </a:cubicBezTo>
                <a:cubicBezTo>
                  <a:pt x="218" y="154"/>
                  <a:pt x="239" y="129"/>
                  <a:pt x="250" y="118"/>
                </a:cubicBezTo>
                <a:cubicBezTo>
                  <a:pt x="241" y="116"/>
                  <a:pt x="233" y="113"/>
                  <a:pt x="226" y="111"/>
                </a:cubicBezTo>
                <a:cubicBezTo>
                  <a:pt x="217" y="119"/>
                  <a:pt x="176" y="158"/>
                  <a:pt x="149" y="214"/>
                </a:cubicBezTo>
                <a:cubicBezTo>
                  <a:pt x="156" y="217"/>
                  <a:pt x="164" y="220"/>
                  <a:pt x="172" y="224"/>
                </a:cubicBezTo>
                <a:close/>
                <a:moveTo>
                  <a:pt x="448" y="397"/>
                </a:moveTo>
                <a:cubicBezTo>
                  <a:pt x="441" y="406"/>
                  <a:pt x="434" y="415"/>
                  <a:pt x="426" y="423"/>
                </a:cubicBezTo>
                <a:cubicBezTo>
                  <a:pt x="419" y="429"/>
                  <a:pt x="412" y="435"/>
                  <a:pt x="404" y="441"/>
                </a:cubicBezTo>
                <a:cubicBezTo>
                  <a:pt x="390" y="466"/>
                  <a:pt x="376" y="483"/>
                  <a:pt x="368" y="491"/>
                </a:cubicBezTo>
                <a:cubicBezTo>
                  <a:pt x="379" y="494"/>
                  <a:pt x="388" y="497"/>
                  <a:pt x="396" y="500"/>
                </a:cubicBezTo>
                <a:cubicBezTo>
                  <a:pt x="405" y="492"/>
                  <a:pt x="443" y="458"/>
                  <a:pt x="469" y="405"/>
                </a:cubicBezTo>
                <a:cubicBezTo>
                  <a:pt x="463" y="403"/>
                  <a:pt x="455" y="400"/>
                  <a:pt x="448" y="397"/>
                </a:cubicBezTo>
                <a:close/>
                <a:moveTo>
                  <a:pt x="409" y="95"/>
                </a:moveTo>
                <a:cubicBezTo>
                  <a:pt x="379" y="82"/>
                  <a:pt x="345" y="74"/>
                  <a:pt x="310" y="74"/>
                </a:cubicBezTo>
                <a:cubicBezTo>
                  <a:pt x="275" y="74"/>
                  <a:pt x="241" y="82"/>
                  <a:pt x="211" y="95"/>
                </a:cubicBezTo>
                <a:cubicBezTo>
                  <a:pt x="225" y="102"/>
                  <a:pt x="262" y="118"/>
                  <a:pt x="310" y="117"/>
                </a:cubicBezTo>
                <a:cubicBezTo>
                  <a:pt x="367" y="116"/>
                  <a:pt x="397" y="102"/>
                  <a:pt x="409" y="95"/>
                </a:cubicBezTo>
                <a:close/>
                <a:moveTo>
                  <a:pt x="452" y="231"/>
                </a:moveTo>
                <a:cubicBezTo>
                  <a:pt x="465" y="253"/>
                  <a:pt x="473" y="278"/>
                  <a:pt x="474" y="304"/>
                </a:cubicBezTo>
                <a:cubicBezTo>
                  <a:pt x="492" y="304"/>
                  <a:pt x="492" y="304"/>
                  <a:pt x="492" y="304"/>
                </a:cubicBezTo>
                <a:cubicBezTo>
                  <a:pt x="492" y="274"/>
                  <a:pt x="484" y="246"/>
                  <a:pt x="474" y="222"/>
                </a:cubicBezTo>
                <a:cubicBezTo>
                  <a:pt x="467" y="225"/>
                  <a:pt x="460" y="228"/>
                  <a:pt x="452" y="231"/>
                </a:cubicBezTo>
                <a:close/>
                <a:moveTo>
                  <a:pt x="100" y="195"/>
                </a:moveTo>
                <a:cubicBezTo>
                  <a:pt x="81" y="227"/>
                  <a:pt x="70" y="264"/>
                  <a:pt x="70" y="304"/>
                </a:cubicBezTo>
                <a:cubicBezTo>
                  <a:pt x="118" y="305"/>
                  <a:pt x="118" y="305"/>
                  <a:pt x="118" y="305"/>
                </a:cubicBezTo>
                <a:cubicBezTo>
                  <a:pt x="118" y="273"/>
                  <a:pt x="127" y="243"/>
                  <a:pt x="138" y="217"/>
                </a:cubicBezTo>
                <a:cubicBezTo>
                  <a:pt x="119" y="208"/>
                  <a:pt x="106" y="199"/>
                  <a:pt x="100" y="195"/>
                </a:cubicBezTo>
                <a:close/>
                <a:moveTo>
                  <a:pt x="480" y="142"/>
                </a:moveTo>
                <a:cubicBezTo>
                  <a:pt x="462" y="125"/>
                  <a:pt x="441" y="110"/>
                  <a:pt x="418" y="99"/>
                </a:cubicBezTo>
                <a:cubicBezTo>
                  <a:pt x="415" y="101"/>
                  <a:pt x="410" y="104"/>
                  <a:pt x="402" y="107"/>
                </a:cubicBezTo>
                <a:cubicBezTo>
                  <a:pt x="416" y="120"/>
                  <a:pt x="453" y="157"/>
                  <a:pt x="478" y="211"/>
                </a:cubicBezTo>
                <a:cubicBezTo>
                  <a:pt x="498" y="201"/>
                  <a:pt x="511" y="192"/>
                  <a:pt x="517" y="189"/>
                </a:cubicBezTo>
                <a:cubicBezTo>
                  <a:pt x="507" y="172"/>
                  <a:pt x="494" y="156"/>
                  <a:pt x="480" y="142"/>
                </a:cubicBezTo>
                <a:close/>
                <a:moveTo>
                  <a:pt x="419" y="191"/>
                </a:moveTo>
                <a:cubicBezTo>
                  <a:pt x="421" y="193"/>
                  <a:pt x="424" y="195"/>
                  <a:pt x="426" y="198"/>
                </a:cubicBezTo>
                <a:cubicBezTo>
                  <a:pt x="434" y="206"/>
                  <a:pt x="441" y="214"/>
                  <a:pt x="448" y="224"/>
                </a:cubicBezTo>
                <a:cubicBezTo>
                  <a:pt x="456" y="221"/>
                  <a:pt x="464" y="218"/>
                  <a:pt x="470" y="214"/>
                </a:cubicBezTo>
                <a:cubicBezTo>
                  <a:pt x="444" y="158"/>
                  <a:pt x="403" y="119"/>
                  <a:pt x="394" y="111"/>
                </a:cubicBezTo>
                <a:cubicBezTo>
                  <a:pt x="387" y="114"/>
                  <a:pt x="379" y="116"/>
                  <a:pt x="370" y="118"/>
                </a:cubicBezTo>
                <a:cubicBezTo>
                  <a:pt x="381" y="129"/>
                  <a:pt x="402" y="154"/>
                  <a:pt x="419" y="191"/>
                </a:cubicBezTo>
                <a:close/>
                <a:moveTo>
                  <a:pt x="146" y="305"/>
                </a:moveTo>
                <a:cubicBezTo>
                  <a:pt x="147" y="278"/>
                  <a:pt x="154" y="253"/>
                  <a:pt x="168" y="231"/>
                </a:cubicBezTo>
                <a:cubicBezTo>
                  <a:pt x="160" y="228"/>
                  <a:pt x="152" y="224"/>
                  <a:pt x="145" y="221"/>
                </a:cubicBezTo>
                <a:cubicBezTo>
                  <a:pt x="134" y="246"/>
                  <a:pt x="127" y="274"/>
                  <a:pt x="126" y="305"/>
                </a:cubicBezTo>
                <a:cubicBezTo>
                  <a:pt x="146" y="305"/>
                  <a:pt x="146" y="305"/>
                  <a:pt x="146" y="305"/>
                </a:cubicBezTo>
                <a:close/>
                <a:moveTo>
                  <a:pt x="310" y="66"/>
                </a:moveTo>
                <a:cubicBezTo>
                  <a:pt x="379" y="66"/>
                  <a:pt x="441" y="93"/>
                  <a:pt x="486" y="136"/>
                </a:cubicBezTo>
                <a:cubicBezTo>
                  <a:pt x="531" y="180"/>
                  <a:pt x="558" y="239"/>
                  <a:pt x="558" y="306"/>
                </a:cubicBezTo>
                <a:cubicBezTo>
                  <a:pt x="558" y="372"/>
                  <a:pt x="531" y="432"/>
                  <a:pt x="486" y="475"/>
                </a:cubicBezTo>
                <a:cubicBezTo>
                  <a:pt x="441" y="518"/>
                  <a:pt x="379" y="545"/>
                  <a:pt x="310" y="545"/>
                </a:cubicBezTo>
                <a:cubicBezTo>
                  <a:pt x="242" y="545"/>
                  <a:pt x="180" y="518"/>
                  <a:pt x="135" y="475"/>
                </a:cubicBezTo>
                <a:cubicBezTo>
                  <a:pt x="90" y="432"/>
                  <a:pt x="62" y="372"/>
                  <a:pt x="62" y="306"/>
                </a:cubicBezTo>
                <a:cubicBezTo>
                  <a:pt x="62" y="239"/>
                  <a:pt x="90" y="180"/>
                  <a:pt x="135" y="136"/>
                </a:cubicBezTo>
                <a:cubicBezTo>
                  <a:pt x="180" y="93"/>
                  <a:pt x="242" y="66"/>
                  <a:pt x="310" y="66"/>
                </a:cubicBezTo>
                <a:close/>
                <a:moveTo>
                  <a:pt x="278" y="531"/>
                </a:moveTo>
                <a:cubicBezTo>
                  <a:pt x="278" y="499"/>
                  <a:pt x="278" y="499"/>
                  <a:pt x="278" y="499"/>
                </a:cubicBezTo>
                <a:cubicBezTo>
                  <a:pt x="275" y="499"/>
                  <a:pt x="275" y="499"/>
                  <a:pt x="275" y="499"/>
                </a:cubicBezTo>
                <a:cubicBezTo>
                  <a:pt x="275" y="500"/>
                  <a:pt x="274" y="502"/>
                  <a:pt x="272" y="503"/>
                </a:cubicBezTo>
                <a:cubicBezTo>
                  <a:pt x="271" y="505"/>
                  <a:pt x="269" y="506"/>
                  <a:pt x="267" y="507"/>
                </a:cubicBezTo>
                <a:cubicBezTo>
                  <a:pt x="267" y="511"/>
                  <a:pt x="267" y="511"/>
                  <a:pt x="267" y="511"/>
                </a:cubicBezTo>
                <a:cubicBezTo>
                  <a:pt x="269" y="510"/>
                  <a:pt x="270" y="509"/>
                  <a:pt x="271" y="509"/>
                </a:cubicBezTo>
                <a:cubicBezTo>
                  <a:pt x="272" y="508"/>
                  <a:pt x="273" y="507"/>
                  <a:pt x="274" y="506"/>
                </a:cubicBezTo>
                <a:cubicBezTo>
                  <a:pt x="274" y="531"/>
                  <a:pt x="274" y="531"/>
                  <a:pt x="274" y="531"/>
                </a:cubicBezTo>
                <a:cubicBezTo>
                  <a:pt x="278" y="531"/>
                  <a:pt x="278" y="531"/>
                  <a:pt x="278" y="531"/>
                </a:cubicBezTo>
                <a:close/>
                <a:moveTo>
                  <a:pt x="289" y="523"/>
                </a:moveTo>
                <a:cubicBezTo>
                  <a:pt x="289" y="526"/>
                  <a:pt x="290" y="528"/>
                  <a:pt x="291" y="529"/>
                </a:cubicBezTo>
                <a:cubicBezTo>
                  <a:pt x="293" y="531"/>
                  <a:pt x="294" y="531"/>
                  <a:pt x="297" y="531"/>
                </a:cubicBezTo>
                <a:cubicBezTo>
                  <a:pt x="299" y="531"/>
                  <a:pt x="300" y="531"/>
                  <a:pt x="302" y="529"/>
                </a:cubicBezTo>
                <a:cubicBezTo>
                  <a:pt x="303" y="528"/>
                  <a:pt x="304" y="526"/>
                  <a:pt x="305" y="524"/>
                </a:cubicBezTo>
                <a:cubicBezTo>
                  <a:pt x="306" y="521"/>
                  <a:pt x="306" y="518"/>
                  <a:pt x="306" y="514"/>
                </a:cubicBezTo>
                <a:cubicBezTo>
                  <a:pt x="306" y="510"/>
                  <a:pt x="306" y="507"/>
                  <a:pt x="305" y="505"/>
                </a:cubicBezTo>
                <a:cubicBezTo>
                  <a:pt x="304" y="503"/>
                  <a:pt x="303" y="502"/>
                  <a:pt x="302" y="500"/>
                </a:cubicBezTo>
                <a:cubicBezTo>
                  <a:pt x="300" y="499"/>
                  <a:pt x="299" y="499"/>
                  <a:pt x="297" y="499"/>
                </a:cubicBezTo>
                <a:cubicBezTo>
                  <a:pt x="295" y="499"/>
                  <a:pt x="292" y="500"/>
                  <a:pt x="291" y="502"/>
                </a:cubicBezTo>
                <a:cubicBezTo>
                  <a:pt x="289" y="504"/>
                  <a:pt x="288" y="506"/>
                  <a:pt x="288" y="510"/>
                </a:cubicBezTo>
                <a:cubicBezTo>
                  <a:pt x="288" y="513"/>
                  <a:pt x="289" y="515"/>
                  <a:pt x="291" y="517"/>
                </a:cubicBezTo>
                <a:cubicBezTo>
                  <a:pt x="292" y="519"/>
                  <a:pt x="294" y="520"/>
                  <a:pt x="296" y="520"/>
                </a:cubicBezTo>
                <a:cubicBezTo>
                  <a:pt x="298" y="520"/>
                  <a:pt x="299" y="520"/>
                  <a:pt x="300" y="519"/>
                </a:cubicBezTo>
                <a:cubicBezTo>
                  <a:pt x="301" y="518"/>
                  <a:pt x="302" y="517"/>
                  <a:pt x="303" y="516"/>
                </a:cubicBezTo>
                <a:cubicBezTo>
                  <a:pt x="303" y="516"/>
                  <a:pt x="303" y="516"/>
                  <a:pt x="303" y="517"/>
                </a:cubicBezTo>
                <a:cubicBezTo>
                  <a:pt x="303" y="518"/>
                  <a:pt x="303" y="520"/>
                  <a:pt x="303" y="521"/>
                </a:cubicBezTo>
                <a:cubicBezTo>
                  <a:pt x="302" y="523"/>
                  <a:pt x="302" y="524"/>
                  <a:pt x="301" y="525"/>
                </a:cubicBezTo>
                <a:cubicBezTo>
                  <a:pt x="301" y="526"/>
                  <a:pt x="300" y="527"/>
                  <a:pt x="299" y="527"/>
                </a:cubicBezTo>
                <a:cubicBezTo>
                  <a:pt x="299" y="528"/>
                  <a:pt x="298" y="528"/>
                  <a:pt x="297" y="528"/>
                </a:cubicBezTo>
                <a:cubicBezTo>
                  <a:pt x="295" y="528"/>
                  <a:pt x="294" y="528"/>
                  <a:pt x="294" y="527"/>
                </a:cubicBezTo>
                <a:cubicBezTo>
                  <a:pt x="293" y="526"/>
                  <a:pt x="292" y="525"/>
                  <a:pt x="292" y="523"/>
                </a:cubicBezTo>
                <a:cubicBezTo>
                  <a:pt x="289" y="523"/>
                  <a:pt x="289" y="523"/>
                  <a:pt x="289" y="523"/>
                </a:cubicBezTo>
                <a:close/>
                <a:moveTo>
                  <a:pt x="303" y="509"/>
                </a:moveTo>
                <a:cubicBezTo>
                  <a:pt x="303" y="507"/>
                  <a:pt x="302" y="505"/>
                  <a:pt x="301" y="504"/>
                </a:cubicBezTo>
                <a:cubicBezTo>
                  <a:pt x="300" y="503"/>
                  <a:pt x="299" y="502"/>
                  <a:pt x="297" y="502"/>
                </a:cubicBezTo>
                <a:cubicBezTo>
                  <a:pt x="296" y="502"/>
                  <a:pt x="295" y="503"/>
                  <a:pt x="293" y="504"/>
                </a:cubicBezTo>
                <a:cubicBezTo>
                  <a:pt x="292" y="506"/>
                  <a:pt x="292" y="507"/>
                  <a:pt x="292" y="510"/>
                </a:cubicBezTo>
                <a:cubicBezTo>
                  <a:pt x="292" y="512"/>
                  <a:pt x="292" y="513"/>
                  <a:pt x="293" y="515"/>
                </a:cubicBezTo>
                <a:cubicBezTo>
                  <a:pt x="294" y="516"/>
                  <a:pt x="296" y="516"/>
                  <a:pt x="297" y="516"/>
                </a:cubicBezTo>
                <a:cubicBezTo>
                  <a:pt x="299" y="516"/>
                  <a:pt x="300" y="516"/>
                  <a:pt x="301" y="515"/>
                </a:cubicBezTo>
                <a:cubicBezTo>
                  <a:pt x="302" y="513"/>
                  <a:pt x="303" y="512"/>
                  <a:pt x="303" y="509"/>
                </a:cubicBezTo>
                <a:close/>
                <a:moveTo>
                  <a:pt x="312" y="522"/>
                </a:moveTo>
                <a:cubicBezTo>
                  <a:pt x="312" y="525"/>
                  <a:pt x="313" y="527"/>
                  <a:pt x="315" y="529"/>
                </a:cubicBezTo>
                <a:cubicBezTo>
                  <a:pt x="316" y="530"/>
                  <a:pt x="318" y="531"/>
                  <a:pt x="321" y="531"/>
                </a:cubicBezTo>
                <a:cubicBezTo>
                  <a:pt x="324" y="531"/>
                  <a:pt x="326" y="530"/>
                  <a:pt x="328" y="527"/>
                </a:cubicBezTo>
                <a:cubicBezTo>
                  <a:pt x="329" y="525"/>
                  <a:pt x="330" y="523"/>
                  <a:pt x="330" y="520"/>
                </a:cubicBezTo>
                <a:cubicBezTo>
                  <a:pt x="330" y="517"/>
                  <a:pt x="329" y="514"/>
                  <a:pt x="328" y="513"/>
                </a:cubicBezTo>
                <a:cubicBezTo>
                  <a:pt x="326" y="511"/>
                  <a:pt x="324" y="510"/>
                  <a:pt x="321" y="510"/>
                </a:cubicBezTo>
                <a:cubicBezTo>
                  <a:pt x="320" y="510"/>
                  <a:pt x="318" y="510"/>
                  <a:pt x="316" y="512"/>
                </a:cubicBezTo>
                <a:cubicBezTo>
                  <a:pt x="318" y="503"/>
                  <a:pt x="318" y="503"/>
                  <a:pt x="318" y="503"/>
                </a:cubicBezTo>
                <a:cubicBezTo>
                  <a:pt x="329" y="503"/>
                  <a:pt x="329" y="503"/>
                  <a:pt x="329" y="503"/>
                </a:cubicBezTo>
                <a:cubicBezTo>
                  <a:pt x="329" y="499"/>
                  <a:pt x="329" y="499"/>
                  <a:pt x="329" y="499"/>
                </a:cubicBezTo>
                <a:cubicBezTo>
                  <a:pt x="315" y="499"/>
                  <a:pt x="315" y="499"/>
                  <a:pt x="315" y="499"/>
                </a:cubicBezTo>
                <a:cubicBezTo>
                  <a:pt x="312" y="516"/>
                  <a:pt x="312" y="516"/>
                  <a:pt x="312" y="516"/>
                </a:cubicBezTo>
                <a:cubicBezTo>
                  <a:pt x="316" y="516"/>
                  <a:pt x="316" y="516"/>
                  <a:pt x="316" y="516"/>
                </a:cubicBezTo>
                <a:cubicBezTo>
                  <a:pt x="316" y="515"/>
                  <a:pt x="317" y="515"/>
                  <a:pt x="318" y="514"/>
                </a:cubicBezTo>
                <a:cubicBezTo>
                  <a:pt x="319" y="513"/>
                  <a:pt x="319" y="513"/>
                  <a:pt x="321" y="513"/>
                </a:cubicBezTo>
                <a:cubicBezTo>
                  <a:pt x="322" y="513"/>
                  <a:pt x="324" y="514"/>
                  <a:pt x="325" y="515"/>
                </a:cubicBezTo>
                <a:cubicBezTo>
                  <a:pt x="326" y="516"/>
                  <a:pt x="326" y="518"/>
                  <a:pt x="326" y="520"/>
                </a:cubicBezTo>
                <a:cubicBezTo>
                  <a:pt x="326" y="523"/>
                  <a:pt x="326" y="524"/>
                  <a:pt x="325" y="526"/>
                </a:cubicBezTo>
                <a:cubicBezTo>
                  <a:pt x="324" y="527"/>
                  <a:pt x="322" y="528"/>
                  <a:pt x="321" y="528"/>
                </a:cubicBezTo>
                <a:cubicBezTo>
                  <a:pt x="319" y="528"/>
                  <a:pt x="318" y="528"/>
                  <a:pt x="317" y="527"/>
                </a:cubicBezTo>
                <a:cubicBezTo>
                  <a:pt x="316" y="526"/>
                  <a:pt x="316" y="524"/>
                  <a:pt x="315" y="522"/>
                </a:cubicBezTo>
                <a:cubicBezTo>
                  <a:pt x="312" y="522"/>
                  <a:pt x="312" y="522"/>
                  <a:pt x="312" y="522"/>
                </a:cubicBezTo>
                <a:close/>
                <a:moveTo>
                  <a:pt x="353" y="527"/>
                </a:moveTo>
                <a:cubicBezTo>
                  <a:pt x="339" y="527"/>
                  <a:pt x="339" y="527"/>
                  <a:pt x="339" y="527"/>
                </a:cubicBezTo>
                <a:cubicBezTo>
                  <a:pt x="340" y="526"/>
                  <a:pt x="340" y="526"/>
                  <a:pt x="341" y="525"/>
                </a:cubicBezTo>
                <a:cubicBezTo>
                  <a:pt x="341" y="524"/>
                  <a:pt x="343" y="523"/>
                  <a:pt x="345" y="521"/>
                </a:cubicBezTo>
                <a:cubicBezTo>
                  <a:pt x="347" y="518"/>
                  <a:pt x="349" y="517"/>
                  <a:pt x="350" y="515"/>
                </a:cubicBezTo>
                <a:cubicBezTo>
                  <a:pt x="351" y="514"/>
                  <a:pt x="352" y="513"/>
                  <a:pt x="352" y="511"/>
                </a:cubicBezTo>
                <a:cubicBezTo>
                  <a:pt x="353" y="510"/>
                  <a:pt x="353" y="509"/>
                  <a:pt x="353" y="508"/>
                </a:cubicBezTo>
                <a:cubicBezTo>
                  <a:pt x="353" y="505"/>
                  <a:pt x="352" y="503"/>
                  <a:pt x="351" y="501"/>
                </a:cubicBezTo>
                <a:cubicBezTo>
                  <a:pt x="349" y="500"/>
                  <a:pt x="347" y="499"/>
                  <a:pt x="344" y="499"/>
                </a:cubicBezTo>
                <a:cubicBezTo>
                  <a:pt x="342" y="499"/>
                  <a:pt x="340" y="500"/>
                  <a:pt x="338" y="501"/>
                </a:cubicBezTo>
                <a:cubicBezTo>
                  <a:pt x="337" y="503"/>
                  <a:pt x="336" y="505"/>
                  <a:pt x="335" y="508"/>
                </a:cubicBezTo>
                <a:cubicBezTo>
                  <a:pt x="339" y="508"/>
                  <a:pt x="339" y="508"/>
                  <a:pt x="339" y="508"/>
                </a:cubicBezTo>
                <a:cubicBezTo>
                  <a:pt x="339" y="506"/>
                  <a:pt x="339" y="505"/>
                  <a:pt x="340" y="504"/>
                </a:cubicBezTo>
                <a:cubicBezTo>
                  <a:pt x="341" y="503"/>
                  <a:pt x="343" y="502"/>
                  <a:pt x="344" y="502"/>
                </a:cubicBezTo>
                <a:cubicBezTo>
                  <a:pt x="346" y="502"/>
                  <a:pt x="347" y="503"/>
                  <a:pt x="348" y="504"/>
                </a:cubicBezTo>
                <a:cubicBezTo>
                  <a:pt x="349" y="505"/>
                  <a:pt x="349" y="506"/>
                  <a:pt x="349" y="508"/>
                </a:cubicBezTo>
                <a:cubicBezTo>
                  <a:pt x="349" y="509"/>
                  <a:pt x="349" y="511"/>
                  <a:pt x="348" y="512"/>
                </a:cubicBezTo>
                <a:cubicBezTo>
                  <a:pt x="347" y="514"/>
                  <a:pt x="345" y="516"/>
                  <a:pt x="342" y="519"/>
                </a:cubicBezTo>
                <a:cubicBezTo>
                  <a:pt x="340" y="521"/>
                  <a:pt x="338" y="522"/>
                  <a:pt x="337" y="524"/>
                </a:cubicBezTo>
                <a:cubicBezTo>
                  <a:pt x="336" y="525"/>
                  <a:pt x="336" y="527"/>
                  <a:pt x="335" y="528"/>
                </a:cubicBezTo>
                <a:cubicBezTo>
                  <a:pt x="335" y="529"/>
                  <a:pt x="335" y="530"/>
                  <a:pt x="335" y="531"/>
                </a:cubicBezTo>
                <a:cubicBezTo>
                  <a:pt x="353" y="531"/>
                  <a:pt x="353" y="531"/>
                  <a:pt x="353" y="531"/>
                </a:cubicBezTo>
                <a:cubicBezTo>
                  <a:pt x="353" y="527"/>
                  <a:pt x="353" y="527"/>
                  <a:pt x="353" y="527"/>
                </a:cubicBezTo>
                <a:close/>
                <a:moveTo>
                  <a:pt x="83" y="161"/>
                </a:moveTo>
                <a:cubicBezTo>
                  <a:pt x="95" y="145"/>
                  <a:pt x="95" y="145"/>
                  <a:pt x="95" y="145"/>
                </a:cubicBezTo>
                <a:cubicBezTo>
                  <a:pt x="85" y="138"/>
                  <a:pt x="85" y="138"/>
                  <a:pt x="85" y="138"/>
                </a:cubicBezTo>
                <a:cubicBezTo>
                  <a:pt x="74" y="153"/>
                  <a:pt x="74" y="153"/>
                  <a:pt x="74" y="153"/>
                </a:cubicBezTo>
                <a:cubicBezTo>
                  <a:pt x="83" y="161"/>
                  <a:pt x="83" y="161"/>
                  <a:pt x="83" y="161"/>
                </a:cubicBezTo>
                <a:close/>
                <a:moveTo>
                  <a:pt x="108" y="111"/>
                </a:moveTo>
                <a:cubicBezTo>
                  <a:pt x="93" y="128"/>
                  <a:pt x="93" y="128"/>
                  <a:pt x="93" y="128"/>
                </a:cubicBezTo>
                <a:cubicBezTo>
                  <a:pt x="103" y="136"/>
                  <a:pt x="103" y="136"/>
                  <a:pt x="103" y="136"/>
                </a:cubicBezTo>
                <a:cubicBezTo>
                  <a:pt x="117" y="118"/>
                  <a:pt x="117" y="118"/>
                  <a:pt x="117" y="118"/>
                </a:cubicBezTo>
                <a:cubicBezTo>
                  <a:pt x="108" y="111"/>
                  <a:pt x="108" y="111"/>
                  <a:pt x="108" y="111"/>
                </a:cubicBezTo>
                <a:close/>
                <a:moveTo>
                  <a:pt x="89" y="125"/>
                </a:moveTo>
                <a:cubicBezTo>
                  <a:pt x="83" y="121"/>
                  <a:pt x="83" y="121"/>
                  <a:pt x="83" y="121"/>
                </a:cubicBezTo>
                <a:cubicBezTo>
                  <a:pt x="75" y="130"/>
                  <a:pt x="75" y="130"/>
                  <a:pt x="75" y="130"/>
                </a:cubicBezTo>
                <a:cubicBezTo>
                  <a:pt x="81" y="135"/>
                  <a:pt x="81" y="135"/>
                  <a:pt x="81" y="135"/>
                </a:cubicBezTo>
                <a:cubicBezTo>
                  <a:pt x="60" y="160"/>
                  <a:pt x="60" y="160"/>
                  <a:pt x="60" y="160"/>
                </a:cubicBezTo>
                <a:cubicBezTo>
                  <a:pt x="80" y="175"/>
                  <a:pt x="80" y="175"/>
                  <a:pt x="80" y="175"/>
                </a:cubicBezTo>
                <a:cubicBezTo>
                  <a:pt x="100" y="149"/>
                  <a:pt x="100" y="149"/>
                  <a:pt x="100" y="149"/>
                </a:cubicBezTo>
                <a:cubicBezTo>
                  <a:pt x="107" y="155"/>
                  <a:pt x="107" y="155"/>
                  <a:pt x="107" y="155"/>
                </a:cubicBezTo>
                <a:cubicBezTo>
                  <a:pt x="115" y="145"/>
                  <a:pt x="115" y="145"/>
                  <a:pt x="115" y="145"/>
                </a:cubicBezTo>
                <a:cubicBezTo>
                  <a:pt x="108" y="139"/>
                  <a:pt x="108" y="139"/>
                  <a:pt x="108" y="139"/>
                </a:cubicBezTo>
                <a:cubicBezTo>
                  <a:pt x="131" y="113"/>
                  <a:pt x="131" y="113"/>
                  <a:pt x="131" y="113"/>
                </a:cubicBezTo>
                <a:cubicBezTo>
                  <a:pt x="113" y="98"/>
                  <a:pt x="113" y="98"/>
                  <a:pt x="113" y="98"/>
                </a:cubicBezTo>
                <a:cubicBezTo>
                  <a:pt x="89" y="125"/>
                  <a:pt x="89" y="125"/>
                  <a:pt x="89" y="125"/>
                </a:cubicBezTo>
                <a:close/>
                <a:moveTo>
                  <a:pt x="124" y="80"/>
                </a:moveTo>
                <a:cubicBezTo>
                  <a:pt x="150" y="111"/>
                  <a:pt x="150" y="111"/>
                  <a:pt x="150" y="111"/>
                </a:cubicBezTo>
                <a:cubicBezTo>
                  <a:pt x="214" y="70"/>
                  <a:pt x="214" y="70"/>
                  <a:pt x="214" y="70"/>
                </a:cubicBezTo>
                <a:cubicBezTo>
                  <a:pt x="196" y="36"/>
                  <a:pt x="196" y="36"/>
                  <a:pt x="196" y="36"/>
                </a:cubicBezTo>
                <a:cubicBezTo>
                  <a:pt x="182" y="43"/>
                  <a:pt x="171" y="50"/>
                  <a:pt x="159" y="57"/>
                </a:cubicBezTo>
                <a:cubicBezTo>
                  <a:pt x="147" y="65"/>
                  <a:pt x="136" y="72"/>
                  <a:pt x="124" y="80"/>
                </a:cubicBezTo>
                <a:close/>
                <a:moveTo>
                  <a:pt x="156" y="99"/>
                </a:moveTo>
                <a:cubicBezTo>
                  <a:pt x="178" y="84"/>
                  <a:pt x="178" y="84"/>
                  <a:pt x="178" y="84"/>
                </a:cubicBezTo>
                <a:cubicBezTo>
                  <a:pt x="202" y="70"/>
                  <a:pt x="202" y="70"/>
                  <a:pt x="202" y="70"/>
                </a:cubicBezTo>
                <a:cubicBezTo>
                  <a:pt x="187" y="47"/>
                  <a:pt x="187" y="47"/>
                  <a:pt x="187" y="47"/>
                </a:cubicBezTo>
                <a:cubicBezTo>
                  <a:pt x="163" y="61"/>
                  <a:pt x="163" y="61"/>
                  <a:pt x="163" y="61"/>
                </a:cubicBezTo>
                <a:cubicBezTo>
                  <a:pt x="139" y="76"/>
                  <a:pt x="139" y="76"/>
                  <a:pt x="139" y="76"/>
                </a:cubicBezTo>
                <a:cubicBezTo>
                  <a:pt x="156" y="99"/>
                  <a:pt x="156" y="99"/>
                  <a:pt x="156" y="99"/>
                </a:cubicBezTo>
                <a:close/>
                <a:moveTo>
                  <a:pt x="187" y="71"/>
                </a:moveTo>
                <a:cubicBezTo>
                  <a:pt x="184" y="68"/>
                  <a:pt x="184" y="68"/>
                  <a:pt x="184" y="68"/>
                </a:cubicBezTo>
                <a:cubicBezTo>
                  <a:pt x="180" y="70"/>
                  <a:pt x="180" y="70"/>
                  <a:pt x="180" y="70"/>
                </a:cubicBezTo>
                <a:cubicBezTo>
                  <a:pt x="183" y="74"/>
                  <a:pt x="183" y="74"/>
                  <a:pt x="183" y="74"/>
                </a:cubicBezTo>
                <a:cubicBezTo>
                  <a:pt x="187" y="71"/>
                  <a:pt x="187" y="71"/>
                  <a:pt x="187" y="71"/>
                </a:cubicBezTo>
                <a:close/>
                <a:moveTo>
                  <a:pt x="180" y="80"/>
                </a:moveTo>
                <a:cubicBezTo>
                  <a:pt x="197" y="70"/>
                  <a:pt x="197" y="70"/>
                  <a:pt x="197" y="70"/>
                </a:cubicBezTo>
                <a:cubicBezTo>
                  <a:pt x="194" y="66"/>
                  <a:pt x="194" y="66"/>
                  <a:pt x="194" y="66"/>
                </a:cubicBezTo>
                <a:cubicBezTo>
                  <a:pt x="189" y="69"/>
                  <a:pt x="189" y="69"/>
                  <a:pt x="189" y="69"/>
                </a:cubicBezTo>
                <a:cubicBezTo>
                  <a:pt x="187" y="66"/>
                  <a:pt x="187" y="66"/>
                  <a:pt x="187" y="66"/>
                </a:cubicBezTo>
                <a:cubicBezTo>
                  <a:pt x="192" y="63"/>
                  <a:pt x="192" y="63"/>
                  <a:pt x="192" y="63"/>
                </a:cubicBezTo>
                <a:cubicBezTo>
                  <a:pt x="190" y="59"/>
                  <a:pt x="190" y="59"/>
                  <a:pt x="190" y="59"/>
                </a:cubicBezTo>
                <a:cubicBezTo>
                  <a:pt x="178" y="66"/>
                  <a:pt x="178" y="66"/>
                  <a:pt x="178" y="66"/>
                </a:cubicBezTo>
                <a:cubicBezTo>
                  <a:pt x="176" y="63"/>
                  <a:pt x="176" y="63"/>
                  <a:pt x="176" y="63"/>
                </a:cubicBezTo>
                <a:cubicBezTo>
                  <a:pt x="188" y="56"/>
                  <a:pt x="188" y="56"/>
                  <a:pt x="188" y="56"/>
                </a:cubicBezTo>
                <a:cubicBezTo>
                  <a:pt x="186" y="52"/>
                  <a:pt x="186" y="52"/>
                  <a:pt x="186" y="52"/>
                </a:cubicBezTo>
                <a:cubicBezTo>
                  <a:pt x="172" y="61"/>
                  <a:pt x="158" y="69"/>
                  <a:pt x="145" y="78"/>
                </a:cubicBezTo>
                <a:cubicBezTo>
                  <a:pt x="147" y="81"/>
                  <a:pt x="147" y="81"/>
                  <a:pt x="147" y="81"/>
                </a:cubicBezTo>
                <a:cubicBezTo>
                  <a:pt x="160" y="73"/>
                  <a:pt x="160" y="73"/>
                  <a:pt x="160" y="73"/>
                </a:cubicBezTo>
                <a:cubicBezTo>
                  <a:pt x="162" y="76"/>
                  <a:pt x="162" y="76"/>
                  <a:pt x="162" y="76"/>
                </a:cubicBezTo>
                <a:cubicBezTo>
                  <a:pt x="149" y="84"/>
                  <a:pt x="149" y="84"/>
                  <a:pt x="149" y="84"/>
                </a:cubicBezTo>
                <a:cubicBezTo>
                  <a:pt x="152" y="87"/>
                  <a:pt x="152" y="87"/>
                  <a:pt x="152" y="87"/>
                </a:cubicBezTo>
                <a:cubicBezTo>
                  <a:pt x="165" y="80"/>
                  <a:pt x="165" y="80"/>
                  <a:pt x="165" y="80"/>
                </a:cubicBezTo>
                <a:cubicBezTo>
                  <a:pt x="167" y="83"/>
                  <a:pt x="167" y="83"/>
                  <a:pt x="167" y="83"/>
                </a:cubicBezTo>
                <a:cubicBezTo>
                  <a:pt x="155" y="91"/>
                  <a:pt x="155" y="91"/>
                  <a:pt x="155" y="91"/>
                </a:cubicBezTo>
                <a:cubicBezTo>
                  <a:pt x="157" y="94"/>
                  <a:pt x="157" y="94"/>
                  <a:pt x="157" y="94"/>
                </a:cubicBezTo>
                <a:cubicBezTo>
                  <a:pt x="180" y="80"/>
                  <a:pt x="180" y="80"/>
                  <a:pt x="180" y="80"/>
                </a:cubicBezTo>
                <a:close/>
                <a:moveTo>
                  <a:pt x="225" y="27"/>
                </a:moveTo>
                <a:cubicBezTo>
                  <a:pt x="227" y="37"/>
                  <a:pt x="227" y="37"/>
                  <a:pt x="227" y="37"/>
                </a:cubicBezTo>
                <a:cubicBezTo>
                  <a:pt x="219" y="39"/>
                  <a:pt x="219" y="39"/>
                  <a:pt x="219" y="39"/>
                </a:cubicBezTo>
                <a:cubicBezTo>
                  <a:pt x="219" y="43"/>
                  <a:pt x="219" y="43"/>
                  <a:pt x="219" y="43"/>
                </a:cubicBezTo>
                <a:cubicBezTo>
                  <a:pt x="227" y="42"/>
                  <a:pt x="227" y="42"/>
                  <a:pt x="227" y="42"/>
                </a:cubicBezTo>
                <a:cubicBezTo>
                  <a:pt x="230" y="60"/>
                  <a:pt x="230" y="60"/>
                  <a:pt x="230" y="60"/>
                </a:cubicBezTo>
                <a:cubicBezTo>
                  <a:pt x="225" y="61"/>
                  <a:pt x="225" y="61"/>
                  <a:pt x="225" y="61"/>
                </a:cubicBezTo>
                <a:cubicBezTo>
                  <a:pt x="226" y="65"/>
                  <a:pt x="226" y="65"/>
                  <a:pt x="226" y="65"/>
                </a:cubicBezTo>
                <a:cubicBezTo>
                  <a:pt x="251" y="61"/>
                  <a:pt x="251" y="61"/>
                  <a:pt x="251" y="61"/>
                </a:cubicBezTo>
                <a:cubicBezTo>
                  <a:pt x="250" y="56"/>
                  <a:pt x="250" y="56"/>
                  <a:pt x="250" y="56"/>
                </a:cubicBezTo>
                <a:cubicBezTo>
                  <a:pt x="243" y="58"/>
                  <a:pt x="243" y="58"/>
                  <a:pt x="243" y="58"/>
                </a:cubicBezTo>
                <a:cubicBezTo>
                  <a:pt x="242" y="49"/>
                  <a:pt x="242" y="49"/>
                  <a:pt x="242" y="49"/>
                </a:cubicBezTo>
                <a:cubicBezTo>
                  <a:pt x="241" y="40"/>
                  <a:pt x="241" y="40"/>
                  <a:pt x="241" y="40"/>
                </a:cubicBezTo>
                <a:cubicBezTo>
                  <a:pt x="246" y="39"/>
                  <a:pt x="246" y="39"/>
                  <a:pt x="246" y="39"/>
                </a:cubicBezTo>
                <a:cubicBezTo>
                  <a:pt x="246" y="35"/>
                  <a:pt x="246" y="35"/>
                  <a:pt x="246" y="35"/>
                </a:cubicBezTo>
                <a:cubicBezTo>
                  <a:pt x="240" y="35"/>
                  <a:pt x="240" y="35"/>
                  <a:pt x="240" y="35"/>
                </a:cubicBezTo>
                <a:cubicBezTo>
                  <a:pt x="239" y="26"/>
                  <a:pt x="239" y="26"/>
                  <a:pt x="239" y="26"/>
                </a:cubicBezTo>
                <a:cubicBezTo>
                  <a:pt x="225" y="27"/>
                  <a:pt x="225" y="27"/>
                  <a:pt x="225" y="27"/>
                </a:cubicBezTo>
                <a:close/>
                <a:moveTo>
                  <a:pt x="267" y="32"/>
                </a:moveTo>
                <a:cubicBezTo>
                  <a:pt x="267" y="27"/>
                  <a:pt x="267" y="27"/>
                  <a:pt x="267" y="27"/>
                </a:cubicBezTo>
                <a:cubicBezTo>
                  <a:pt x="254" y="27"/>
                  <a:pt x="254" y="27"/>
                  <a:pt x="254" y="27"/>
                </a:cubicBezTo>
                <a:cubicBezTo>
                  <a:pt x="254" y="34"/>
                  <a:pt x="254" y="34"/>
                  <a:pt x="254" y="34"/>
                </a:cubicBezTo>
                <a:cubicBezTo>
                  <a:pt x="251" y="34"/>
                  <a:pt x="251" y="34"/>
                  <a:pt x="251" y="34"/>
                </a:cubicBezTo>
                <a:cubicBezTo>
                  <a:pt x="252" y="38"/>
                  <a:pt x="252" y="38"/>
                  <a:pt x="252" y="38"/>
                </a:cubicBezTo>
                <a:cubicBezTo>
                  <a:pt x="254" y="38"/>
                  <a:pt x="254" y="38"/>
                  <a:pt x="254" y="38"/>
                </a:cubicBezTo>
                <a:cubicBezTo>
                  <a:pt x="256" y="58"/>
                  <a:pt x="256" y="58"/>
                  <a:pt x="256" y="58"/>
                </a:cubicBezTo>
                <a:cubicBezTo>
                  <a:pt x="268" y="57"/>
                  <a:pt x="268" y="57"/>
                  <a:pt x="268" y="57"/>
                </a:cubicBezTo>
                <a:cubicBezTo>
                  <a:pt x="281" y="56"/>
                  <a:pt x="281" y="56"/>
                  <a:pt x="281" y="56"/>
                </a:cubicBezTo>
                <a:cubicBezTo>
                  <a:pt x="290" y="56"/>
                  <a:pt x="300" y="56"/>
                  <a:pt x="310" y="56"/>
                </a:cubicBezTo>
                <a:cubicBezTo>
                  <a:pt x="310" y="46"/>
                  <a:pt x="310" y="46"/>
                  <a:pt x="310" y="46"/>
                </a:cubicBezTo>
                <a:cubicBezTo>
                  <a:pt x="296" y="46"/>
                  <a:pt x="296" y="46"/>
                  <a:pt x="296" y="46"/>
                </a:cubicBezTo>
                <a:cubicBezTo>
                  <a:pt x="296" y="52"/>
                  <a:pt x="296" y="52"/>
                  <a:pt x="296" y="52"/>
                </a:cubicBezTo>
                <a:cubicBezTo>
                  <a:pt x="268" y="52"/>
                  <a:pt x="268" y="52"/>
                  <a:pt x="268" y="52"/>
                </a:cubicBezTo>
                <a:cubicBezTo>
                  <a:pt x="267" y="36"/>
                  <a:pt x="267" y="36"/>
                  <a:pt x="267" y="36"/>
                </a:cubicBezTo>
                <a:cubicBezTo>
                  <a:pt x="275" y="35"/>
                  <a:pt x="275" y="35"/>
                  <a:pt x="275" y="35"/>
                </a:cubicBezTo>
                <a:cubicBezTo>
                  <a:pt x="275" y="45"/>
                  <a:pt x="275" y="45"/>
                  <a:pt x="275" y="45"/>
                </a:cubicBezTo>
                <a:cubicBezTo>
                  <a:pt x="287" y="44"/>
                  <a:pt x="287" y="44"/>
                  <a:pt x="287" y="44"/>
                </a:cubicBezTo>
                <a:cubicBezTo>
                  <a:pt x="287" y="33"/>
                  <a:pt x="287" y="33"/>
                  <a:pt x="287" y="33"/>
                </a:cubicBezTo>
                <a:cubicBezTo>
                  <a:pt x="295" y="32"/>
                  <a:pt x="295" y="32"/>
                  <a:pt x="295" y="32"/>
                </a:cubicBezTo>
                <a:cubicBezTo>
                  <a:pt x="295" y="37"/>
                  <a:pt x="295" y="37"/>
                  <a:pt x="295" y="37"/>
                </a:cubicBezTo>
                <a:cubicBezTo>
                  <a:pt x="293" y="37"/>
                  <a:pt x="293" y="37"/>
                  <a:pt x="293" y="37"/>
                </a:cubicBezTo>
                <a:cubicBezTo>
                  <a:pt x="293" y="42"/>
                  <a:pt x="293" y="42"/>
                  <a:pt x="293" y="42"/>
                </a:cubicBezTo>
                <a:cubicBezTo>
                  <a:pt x="308" y="42"/>
                  <a:pt x="308" y="42"/>
                  <a:pt x="308" y="42"/>
                </a:cubicBezTo>
                <a:cubicBezTo>
                  <a:pt x="308" y="26"/>
                  <a:pt x="308" y="26"/>
                  <a:pt x="308" y="26"/>
                </a:cubicBezTo>
                <a:cubicBezTo>
                  <a:pt x="287" y="29"/>
                  <a:pt x="287" y="29"/>
                  <a:pt x="287" y="29"/>
                </a:cubicBezTo>
                <a:cubicBezTo>
                  <a:pt x="287" y="18"/>
                  <a:pt x="287" y="18"/>
                  <a:pt x="287" y="18"/>
                </a:cubicBezTo>
                <a:cubicBezTo>
                  <a:pt x="274" y="18"/>
                  <a:pt x="274" y="18"/>
                  <a:pt x="274" y="18"/>
                </a:cubicBezTo>
                <a:cubicBezTo>
                  <a:pt x="274" y="31"/>
                  <a:pt x="274" y="31"/>
                  <a:pt x="274" y="31"/>
                </a:cubicBezTo>
                <a:cubicBezTo>
                  <a:pt x="267" y="32"/>
                  <a:pt x="267" y="32"/>
                  <a:pt x="267" y="32"/>
                </a:cubicBezTo>
                <a:close/>
                <a:moveTo>
                  <a:pt x="319" y="53"/>
                </a:moveTo>
                <a:cubicBezTo>
                  <a:pt x="339" y="51"/>
                  <a:pt x="336" y="45"/>
                  <a:pt x="338" y="24"/>
                </a:cubicBezTo>
                <a:cubicBezTo>
                  <a:pt x="362" y="27"/>
                  <a:pt x="362" y="27"/>
                  <a:pt x="362" y="27"/>
                </a:cubicBezTo>
                <a:cubicBezTo>
                  <a:pt x="362" y="31"/>
                  <a:pt x="362" y="31"/>
                  <a:pt x="362" y="31"/>
                </a:cubicBezTo>
                <a:cubicBezTo>
                  <a:pt x="341" y="29"/>
                  <a:pt x="341" y="29"/>
                  <a:pt x="341" y="29"/>
                </a:cubicBezTo>
                <a:cubicBezTo>
                  <a:pt x="341" y="33"/>
                  <a:pt x="341" y="33"/>
                  <a:pt x="341" y="33"/>
                </a:cubicBezTo>
                <a:cubicBezTo>
                  <a:pt x="362" y="35"/>
                  <a:pt x="362" y="35"/>
                  <a:pt x="362" y="35"/>
                </a:cubicBezTo>
                <a:cubicBezTo>
                  <a:pt x="361" y="38"/>
                  <a:pt x="361" y="38"/>
                  <a:pt x="361" y="38"/>
                </a:cubicBezTo>
                <a:cubicBezTo>
                  <a:pt x="341" y="37"/>
                  <a:pt x="341" y="37"/>
                  <a:pt x="341" y="37"/>
                </a:cubicBezTo>
                <a:cubicBezTo>
                  <a:pt x="341" y="47"/>
                  <a:pt x="341" y="47"/>
                  <a:pt x="341" y="47"/>
                </a:cubicBezTo>
                <a:cubicBezTo>
                  <a:pt x="352" y="47"/>
                  <a:pt x="352" y="47"/>
                  <a:pt x="352" y="47"/>
                </a:cubicBezTo>
                <a:cubicBezTo>
                  <a:pt x="351" y="42"/>
                  <a:pt x="351" y="42"/>
                  <a:pt x="351" y="42"/>
                </a:cubicBezTo>
                <a:cubicBezTo>
                  <a:pt x="361" y="43"/>
                  <a:pt x="361" y="43"/>
                  <a:pt x="361" y="43"/>
                </a:cubicBezTo>
                <a:cubicBezTo>
                  <a:pt x="359" y="49"/>
                  <a:pt x="352" y="51"/>
                  <a:pt x="345" y="52"/>
                </a:cubicBezTo>
                <a:cubicBezTo>
                  <a:pt x="333" y="55"/>
                  <a:pt x="333" y="55"/>
                  <a:pt x="333" y="55"/>
                </a:cubicBezTo>
                <a:cubicBezTo>
                  <a:pt x="333" y="57"/>
                  <a:pt x="333" y="57"/>
                  <a:pt x="333" y="57"/>
                </a:cubicBezTo>
                <a:cubicBezTo>
                  <a:pt x="341" y="58"/>
                  <a:pt x="347" y="57"/>
                  <a:pt x="349" y="57"/>
                </a:cubicBezTo>
                <a:cubicBezTo>
                  <a:pt x="353" y="57"/>
                  <a:pt x="360" y="55"/>
                  <a:pt x="365" y="53"/>
                </a:cubicBezTo>
                <a:cubicBezTo>
                  <a:pt x="368" y="58"/>
                  <a:pt x="375" y="62"/>
                  <a:pt x="381" y="64"/>
                </a:cubicBezTo>
                <a:cubicBezTo>
                  <a:pt x="386" y="66"/>
                  <a:pt x="391" y="67"/>
                  <a:pt x="395" y="68"/>
                </a:cubicBezTo>
                <a:cubicBezTo>
                  <a:pt x="396" y="65"/>
                  <a:pt x="396" y="65"/>
                  <a:pt x="396" y="65"/>
                </a:cubicBezTo>
                <a:cubicBezTo>
                  <a:pt x="381" y="59"/>
                  <a:pt x="381" y="59"/>
                  <a:pt x="381" y="59"/>
                </a:cubicBezTo>
                <a:cubicBezTo>
                  <a:pt x="374" y="55"/>
                  <a:pt x="374" y="53"/>
                  <a:pt x="372" y="45"/>
                </a:cubicBezTo>
                <a:cubicBezTo>
                  <a:pt x="383" y="47"/>
                  <a:pt x="383" y="47"/>
                  <a:pt x="383" y="47"/>
                </a:cubicBezTo>
                <a:cubicBezTo>
                  <a:pt x="383" y="54"/>
                  <a:pt x="383" y="54"/>
                  <a:pt x="383" y="54"/>
                </a:cubicBezTo>
                <a:cubicBezTo>
                  <a:pt x="394" y="56"/>
                  <a:pt x="394" y="56"/>
                  <a:pt x="394" y="56"/>
                </a:cubicBezTo>
                <a:cubicBezTo>
                  <a:pt x="396" y="46"/>
                  <a:pt x="396" y="46"/>
                  <a:pt x="396" y="46"/>
                </a:cubicBezTo>
                <a:cubicBezTo>
                  <a:pt x="372" y="40"/>
                  <a:pt x="372" y="40"/>
                  <a:pt x="372" y="40"/>
                </a:cubicBezTo>
                <a:cubicBezTo>
                  <a:pt x="372" y="37"/>
                  <a:pt x="372" y="37"/>
                  <a:pt x="372" y="37"/>
                </a:cubicBezTo>
                <a:cubicBezTo>
                  <a:pt x="400" y="43"/>
                  <a:pt x="400" y="43"/>
                  <a:pt x="400" y="43"/>
                </a:cubicBezTo>
                <a:cubicBezTo>
                  <a:pt x="401" y="39"/>
                  <a:pt x="401" y="39"/>
                  <a:pt x="401" y="39"/>
                </a:cubicBezTo>
                <a:cubicBezTo>
                  <a:pt x="373" y="34"/>
                  <a:pt x="373" y="34"/>
                  <a:pt x="373" y="34"/>
                </a:cubicBezTo>
                <a:cubicBezTo>
                  <a:pt x="373" y="30"/>
                  <a:pt x="373" y="30"/>
                  <a:pt x="373" y="30"/>
                </a:cubicBezTo>
                <a:cubicBezTo>
                  <a:pt x="380" y="31"/>
                  <a:pt x="384" y="32"/>
                  <a:pt x="390" y="34"/>
                </a:cubicBezTo>
                <a:cubicBezTo>
                  <a:pt x="403" y="37"/>
                  <a:pt x="403" y="37"/>
                  <a:pt x="403" y="37"/>
                </a:cubicBezTo>
                <a:cubicBezTo>
                  <a:pt x="404" y="33"/>
                  <a:pt x="404" y="33"/>
                  <a:pt x="404" y="33"/>
                </a:cubicBezTo>
                <a:cubicBezTo>
                  <a:pt x="393" y="30"/>
                  <a:pt x="377" y="25"/>
                  <a:pt x="366" y="23"/>
                </a:cubicBezTo>
                <a:cubicBezTo>
                  <a:pt x="351" y="21"/>
                  <a:pt x="342" y="20"/>
                  <a:pt x="328" y="19"/>
                </a:cubicBezTo>
                <a:cubicBezTo>
                  <a:pt x="327" y="31"/>
                  <a:pt x="329" y="39"/>
                  <a:pt x="326" y="47"/>
                </a:cubicBezTo>
                <a:cubicBezTo>
                  <a:pt x="325" y="50"/>
                  <a:pt x="322" y="50"/>
                  <a:pt x="319" y="53"/>
                </a:cubicBezTo>
                <a:close/>
                <a:moveTo>
                  <a:pt x="418" y="53"/>
                </a:moveTo>
                <a:cubicBezTo>
                  <a:pt x="448" y="69"/>
                  <a:pt x="448" y="69"/>
                  <a:pt x="448" y="69"/>
                </a:cubicBezTo>
                <a:cubicBezTo>
                  <a:pt x="442" y="70"/>
                  <a:pt x="435" y="71"/>
                  <a:pt x="429" y="71"/>
                </a:cubicBezTo>
                <a:cubicBezTo>
                  <a:pt x="422" y="71"/>
                  <a:pt x="414" y="70"/>
                  <a:pt x="408" y="69"/>
                </a:cubicBezTo>
                <a:cubicBezTo>
                  <a:pt x="407" y="75"/>
                  <a:pt x="426" y="77"/>
                  <a:pt x="430" y="78"/>
                </a:cubicBezTo>
                <a:cubicBezTo>
                  <a:pt x="435" y="79"/>
                  <a:pt x="446" y="78"/>
                  <a:pt x="451" y="78"/>
                </a:cubicBezTo>
                <a:cubicBezTo>
                  <a:pt x="455" y="89"/>
                  <a:pt x="460" y="96"/>
                  <a:pt x="464" y="100"/>
                </a:cubicBezTo>
                <a:cubicBezTo>
                  <a:pt x="477" y="113"/>
                  <a:pt x="477" y="113"/>
                  <a:pt x="477" y="113"/>
                </a:cubicBezTo>
                <a:cubicBezTo>
                  <a:pt x="481" y="110"/>
                  <a:pt x="481" y="110"/>
                  <a:pt x="481" y="110"/>
                </a:cubicBezTo>
                <a:cubicBezTo>
                  <a:pt x="475" y="102"/>
                  <a:pt x="475" y="102"/>
                  <a:pt x="475" y="102"/>
                </a:cubicBezTo>
                <a:cubicBezTo>
                  <a:pt x="471" y="97"/>
                  <a:pt x="468" y="93"/>
                  <a:pt x="466" y="91"/>
                </a:cubicBezTo>
                <a:cubicBezTo>
                  <a:pt x="463" y="86"/>
                  <a:pt x="461" y="81"/>
                  <a:pt x="460" y="77"/>
                </a:cubicBezTo>
                <a:cubicBezTo>
                  <a:pt x="486" y="94"/>
                  <a:pt x="486" y="94"/>
                  <a:pt x="486" y="94"/>
                </a:cubicBezTo>
                <a:cubicBezTo>
                  <a:pt x="489" y="90"/>
                  <a:pt x="489" y="90"/>
                  <a:pt x="489" y="90"/>
                </a:cubicBezTo>
                <a:cubicBezTo>
                  <a:pt x="463" y="72"/>
                  <a:pt x="463" y="72"/>
                  <a:pt x="463" y="72"/>
                </a:cubicBezTo>
                <a:cubicBezTo>
                  <a:pt x="468" y="63"/>
                  <a:pt x="468" y="63"/>
                  <a:pt x="468" y="63"/>
                </a:cubicBezTo>
                <a:cubicBezTo>
                  <a:pt x="457" y="55"/>
                  <a:pt x="457" y="55"/>
                  <a:pt x="457" y="55"/>
                </a:cubicBezTo>
                <a:cubicBezTo>
                  <a:pt x="451" y="65"/>
                  <a:pt x="451" y="65"/>
                  <a:pt x="451" y="65"/>
                </a:cubicBezTo>
                <a:cubicBezTo>
                  <a:pt x="441" y="60"/>
                  <a:pt x="431" y="54"/>
                  <a:pt x="421" y="48"/>
                </a:cubicBezTo>
                <a:cubicBezTo>
                  <a:pt x="418" y="53"/>
                  <a:pt x="418" y="53"/>
                  <a:pt x="418" y="53"/>
                </a:cubicBezTo>
                <a:close/>
                <a:moveTo>
                  <a:pt x="510" y="141"/>
                </a:moveTo>
                <a:cubicBezTo>
                  <a:pt x="498" y="128"/>
                  <a:pt x="498" y="128"/>
                  <a:pt x="498" y="128"/>
                </a:cubicBezTo>
                <a:cubicBezTo>
                  <a:pt x="494" y="131"/>
                  <a:pt x="494" y="131"/>
                  <a:pt x="494" y="131"/>
                </a:cubicBezTo>
                <a:cubicBezTo>
                  <a:pt x="507" y="145"/>
                  <a:pt x="507" y="145"/>
                  <a:pt x="507" y="145"/>
                </a:cubicBezTo>
                <a:cubicBezTo>
                  <a:pt x="516" y="157"/>
                  <a:pt x="516" y="157"/>
                  <a:pt x="516" y="157"/>
                </a:cubicBezTo>
                <a:cubicBezTo>
                  <a:pt x="523" y="152"/>
                  <a:pt x="523" y="152"/>
                  <a:pt x="523" y="152"/>
                </a:cubicBezTo>
                <a:cubicBezTo>
                  <a:pt x="541" y="175"/>
                  <a:pt x="541" y="175"/>
                  <a:pt x="541" y="175"/>
                </a:cubicBezTo>
                <a:cubicBezTo>
                  <a:pt x="545" y="172"/>
                  <a:pt x="545" y="172"/>
                  <a:pt x="545" y="172"/>
                </a:cubicBezTo>
                <a:cubicBezTo>
                  <a:pt x="527" y="149"/>
                  <a:pt x="527" y="149"/>
                  <a:pt x="527" y="149"/>
                </a:cubicBezTo>
                <a:cubicBezTo>
                  <a:pt x="541" y="150"/>
                  <a:pt x="541" y="150"/>
                  <a:pt x="541" y="150"/>
                </a:cubicBezTo>
                <a:cubicBezTo>
                  <a:pt x="534" y="142"/>
                  <a:pt x="534" y="142"/>
                  <a:pt x="534" y="142"/>
                </a:cubicBezTo>
                <a:cubicBezTo>
                  <a:pt x="528" y="134"/>
                  <a:pt x="528" y="134"/>
                  <a:pt x="528" y="134"/>
                </a:cubicBezTo>
                <a:cubicBezTo>
                  <a:pt x="520" y="125"/>
                  <a:pt x="520" y="125"/>
                  <a:pt x="520" y="125"/>
                </a:cubicBezTo>
                <a:cubicBezTo>
                  <a:pt x="513" y="117"/>
                  <a:pt x="513" y="117"/>
                  <a:pt x="513" y="117"/>
                </a:cubicBezTo>
                <a:cubicBezTo>
                  <a:pt x="509" y="120"/>
                  <a:pt x="509" y="120"/>
                  <a:pt x="509" y="120"/>
                </a:cubicBezTo>
                <a:cubicBezTo>
                  <a:pt x="524" y="136"/>
                  <a:pt x="524" y="136"/>
                  <a:pt x="524" y="136"/>
                </a:cubicBezTo>
                <a:cubicBezTo>
                  <a:pt x="516" y="136"/>
                  <a:pt x="516" y="136"/>
                  <a:pt x="516" y="136"/>
                </a:cubicBezTo>
                <a:cubicBezTo>
                  <a:pt x="494" y="112"/>
                  <a:pt x="494" y="112"/>
                  <a:pt x="494" y="112"/>
                </a:cubicBezTo>
                <a:cubicBezTo>
                  <a:pt x="491" y="115"/>
                  <a:pt x="491" y="115"/>
                  <a:pt x="491" y="115"/>
                </a:cubicBezTo>
                <a:cubicBezTo>
                  <a:pt x="513" y="139"/>
                  <a:pt x="513" y="139"/>
                  <a:pt x="513" y="139"/>
                </a:cubicBezTo>
                <a:cubicBezTo>
                  <a:pt x="510" y="141"/>
                  <a:pt x="510" y="141"/>
                  <a:pt x="510" y="141"/>
                </a:cubicBezTo>
                <a:close/>
                <a:moveTo>
                  <a:pt x="500" y="103"/>
                </a:moveTo>
                <a:cubicBezTo>
                  <a:pt x="509" y="113"/>
                  <a:pt x="509" y="113"/>
                  <a:pt x="509" y="113"/>
                </a:cubicBezTo>
                <a:cubicBezTo>
                  <a:pt x="512" y="110"/>
                  <a:pt x="512" y="110"/>
                  <a:pt x="512" y="110"/>
                </a:cubicBezTo>
                <a:cubicBezTo>
                  <a:pt x="526" y="126"/>
                  <a:pt x="526" y="126"/>
                  <a:pt x="526" y="126"/>
                </a:cubicBezTo>
                <a:cubicBezTo>
                  <a:pt x="539" y="141"/>
                  <a:pt x="539" y="141"/>
                  <a:pt x="539" y="141"/>
                </a:cubicBezTo>
                <a:cubicBezTo>
                  <a:pt x="548" y="152"/>
                  <a:pt x="548" y="152"/>
                  <a:pt x="548" y="152"/>
                </a:cubicBezTo>
                <a:cubicBezTo>
                  <a:pt x="545" y="155"/>
                  <a:pt x="545" y="155"/>
                  <a:pt x="545" y="155"/>
                </a:cubicBezTo>
                <a:cubicBezTo>
                  <a:pt x="553" y="166"/>
                  <a:pt x="553" y="166"/>
                  <a:pt x="553" y="166"/>
                </a:cubicBezTo>
                <a:cubicBezTo>
                  <a:pt x="560" y="161"/>
                  <a:pt x="560" y="161"/>
                  <a:pt x="560" y="161"/>
                </a:cubicBezTo>
                <a:cubicBezTo>
                  <a:pt x="555" y="154"/>
                  <a:pt x="555" y="154"/>
                  <a:pt x="555" y="154"/>
                </a:cubicBezTo>
                <a:cubicBezTo>
                  <a:pt x="559" y="151"/>
                  <a:pt x="559" y="151"/>
                  <a:pt x="559" y="151"/>
                </a:cubicBezTo>
                <a:cubicBezTo>
                  <a:pt x="550" y="139"/>
                  <a:pt x="550" y="139"/>
                  <a:pt x="550" y="139"/>
                </a:cubicBezTo>
                <a:cubicBezTo>
                  <a:pt x="546" y="142"/>
                  <a:pt x="546" y="142"/>
                  <a:pt x="546" y="142"/>
                </a:cubicBezTo>
                <a:cubicBezTo>
                  <a:pt x="540" y="135"/>
                  <a:pt x="540" y="135"/>
                  <a:pt x="540" y="135"/>
                </a:cubicBezTo>
                <a:cubicBezTo>
                  <a:pt x="541" y="128"/>
                  <a:pt x="541" y="128"/>
                  <a:pt x="541" y="128"/>
                </a:cubicBezTo>
                <a:cubicBezTo>
                  <a:pt x="530" y="115"/>
                  <a:pt x="530" y="115"/>
                  <a:pt x="530" y="115"/>
                </a:cubicBezTo>
                <a:cubicBezTo>
                  <a:pt x="529" y="122"/>
                  <a:pt x="529" y="122"/>
                  <a:pt x="529" y="122"/>
                </a:cubicBezTo>
                <a:cubicBezTo>
                  <a:pt x="524" y="116"/>
                  <a:pt x="524" y="116"/>
                  <a:pt x="524" y="116"/>
                </a:cubicBezTo>
                <a:cubicBezTo>
                  <a:pt x="525" y="110"/>
                  <a:pt x="525" y="110"/>
                  <a:pt x="525" y="110"/>
                </a:cubicBezTo>
                <a:cubicBezTo>
                  <a:pt x="515" y="100"/>
                  <a:pt x="515" y="100"/>
                  <a:pt x="515" y="100"/>
                </a:cubicBezTo>
                <a:cubicBezTo>
                  <a:pt x="514" y="105"/>
                  <a:pt x="514" y="105"/>
                  <a:pt x="514" y="105"/>
                </a:cubicBezTo>
                <a:cubicBezTo>
                  <a:pt x="507" y="97"/>
                  <a:pt x="507" y="97"/>
                  <a:pt x="507" y="97"/>
                </a:cubicBezTo>
                <a:cubicBezTo>
                  <a:pt x="500" y="103"/>
                  <a:pt x="500" y="103"/>
                  <a:pt x="500" y="103"/>
                </a:cubicBezTo>
                <a:close/>
                <a:moveTo>
                  <a:pt x="565" y="231"/>
                </a:moveTo>
                <a:cubicBezTo>
                  <a:pt x="559" y="234"/>
                  <a:pt x="557" y="239"/>
                  <a:pt x="559" y="245"/>
                </a:cubicBezTo>
                <a:cubicBezTo>
                  <a:pt x="560" y="248"/>
                  <a:pt x="561" y="251"/>
                  <a:pt x="563" y="253"/>
                </a:cubicBezTo>
                <a:cubicBezTo>
                  <a:pt x="566" y="254"/>
                  <a:pt x="568" y="255"/>
                  <a:pt x="571" y="254"/>
                </a:cubicBezTo>
                <a:cubicBezTo>
                  <a:pt x="574" y="254"/>
                  <a:pt x="575" y="253"/>
                  <a:pt x="577" y="251"/>
                </a:cubicBezTo>
                <a:cubicBezTo>
                  <a:pt x="578" y="249"/>
                  <a:pt x="579" y="246"/>
                  <a:pt x="579" y="242"/>
                </a:cubicBezTo>
                <a:cubicBezTo>
                  <a:pt x="579" y="240"/>
                  <a:pt x="579" y="240"/>
                  <a:pt x="579" y="240"/>
                </a:cubicBezTo>
                <a:cubicBezTo>
                  <a:pt x="579" y="237"/>
                  <a:pt x="580" y="235"/>
                  <a:pt x="580" y="233"/>
                </a:cubicBezTo>
                <a:cubicBezTo>
                  <a:pt x="581" y="232"/>
                  <a:pt x="583" y="231"/>
                  <a:pt x="585" y="230"/>
                </a:cubicBezTo>
                <a:cubicBezTo>
                  <a:pt x="586" y="230"/>
                  <a:pt x="588" y="230"/>
                  <a:pt x="589" y="231"/>
                </a:cubicBezTo>
                <a:cubicBezTo>
                  <a:pt x="591" y="232"/>
                  <a:pt x="592" y="234"/>
                  <a:pt x="593" y="237"/>
                </a:cubicBezTo>
                <a:cubicBezTo>
                  <a:pt x="593" y="239"/>
                  <a:pt x="593" y="241"/>
                  <a:pt x="593" y="243"/>
                </a:cubicBezTo>
                <a:cubicBezTo>
                  <a:pt x="592" y="245"/>
                  <a:pt x="590" y="246"/>
                  <a:pt x="588" y="247"/>
                </a:cubicBezTo>
                <a:cubicBezTo>
                  <a:pt x="590" y="251"/>
                  <a:pt x="590" y="251"/>
                  <a:pt x="590" y="251"/>
                </a:cubicBezTo>
                <a:cubicBezTo>
                  <a:pt x="593" y="250"/>
                  <a:pt x="595" y="248"/>
                  <a:pt x="596" y="246"/>
                </a:cubicBezTo>
                <a:cubicBezTo>
                  <a:pt x="597" y="243"/>
                  <a:pt x="597" y="240"/>
                  <a:pt x="596" y="236"/>
                </a:cubicBezTo>
                <a:cubicBezTo>
                  <a:pt x="595" y="232"/>
                  <a:pt x="594" y="230"/>
                  <a:pt x="592" y="228"/>
                </a:cubicBezTo>
                <a:cubicBezTo>
                  <a:pt x="589" y="226"/>
                  <a:pt x="586" y="225"/>
                  <a:pt x="583" y="226"/>
                </a:cubicBezTo>
                <a:cubicBezTo>
                  <a:pt x="581" y="227"/>
                  <a:pt x="579" y="228"/>
                  <a:pt x="577" y="229"/>
                </a:cubicBezTo>
                <a:cubicBezTo>
                  <a:pt x="576" y="231"/>
                  <a:pt x="575" y="235"/>
                  <a:pt x="575" y="239"/>
                </a:cubicBezTo>
                <a:cubicBezTo>
                  <a:pt x="575" y="241"/>
                  <a:pt x="575" y="241"/>
                  <a:pt x="575" y="241"/>
                </a:cubicBezTo>
                <a:cubicBezTo>
                  <a:pt x="575" y="244"/>
                  <a:pt x="575" y="246"/>
                  <a:pt x="574" y="247"/>
                </a:cubicBezTo>
                <a:cubicBezTo>
                  <a:pt x="573" y="249"/>
                  <a:pt x="572" y="250"/>
                  <a:pt x="570" y="250"/>
                </a:cubicBezTo>
                <a:cubicBezTo>
                  <a:pt x="568" y="251"/>
                  <a:pt x="567" y="250"/>
                  <a:pt x="565" y="249"/>
                </a:cubicBezTo>
                <a:cubicBezTo>
                  <a:pt x="564" y="248"/>
                  <a:pt x="563" y="247"/>
                  <a:pt x="562" y="244"/>
                </a:cubicBezTo>
                <a:cubicBezTo>
                  <a:pt x="561" y="240"/>
                  <a:pt x="563" y="237"/>
                  <a:pt x="567" y="235"/>
                </a:cubicBezTo>
                <a:cubicBezTo>
                  <a:pt x="565" y="231"/>
                  <a:pt x="565" y="231"/>
                  <a:pt x="565" y="231"/>
                </a:cubicBezTo>
                <a:close/>
                <a:moveTo>
                  <a:pt x="558" y="361"/>
                </a:moveTo>
                <a:cubicBezTo>
                  <a:pt x="553" y="384"/>
                  <a:pt x="553" y="384"/>
                  <a:pt x="553" y="384"/>
                </a:cubicBezTo>
                <a:cubicBezTo>
                  <a:pt x="589" y="393"/>
                  <a:pt x="589" y="393"/>
                  <a:pt x="589" y="393"/>
                </a:cubicBezTo>
                <a:cubicBezTo>
                  <a:pt x="595" y="369"/>
                  <a:pt x="595" y="369"/>
                  <a:pt x="595" y="369"/>
                </a:cubicBezTo>
                <a:cubicBezTo>
                  <a:pt x="591" y="369"/>
                  <a:pt x="591" y="369"/>
                  <a:pt x="591" y="369"/>
                </a:cubicBezTo>
                <a:cubicBezTo>
                  <a:pt x="587" y="388"/>
                  <a:pt x="587" y="388"/>
                  <a:pt x="587" y="388"/>
                </a:cubicBezTo>
                <a:cubicBezTo>
                  <a:pt x="573" y="384"/>
                  <a:pt x="573" y="384"/>
                  <a:pt x="573" y="384"/>
                </a:cubicBezTo>
                <a:cubicBezTo>
                  <a:pt x="576" y="370"/>
                  <a:pt x="576" y="370"/>
                  <a:pt x="576" y="370"/>
                </a:cubicBezTo>
                <a:cubicBezTo>
                  <a:pt x="572" y="369"/>
                  <a:pt x="572" y="369"/>
                  <a:pt x="572" y="369"/>
                </a:cubicBezTo>
                <a:cubicBezTo>
                  <a:pt x="569" y="383"/>
                  <a:pt x="569" y="383"/>
                  <a:pt x="569" y="383"/>
                </a:cubicBezTo>
                <a:cubicBezTo>
                  <a:pt x="557" y="381"/>
                  <a:pt x="557" y="381"/>
                  <a:pt x="557" y="381"/>
                </a:cubicBezTo>
                <a:cubicBezTo>
                  <a:pt x="562" y="362"/>
                  <a:pt x="562" y="362"/>
                  <a:pt x="562" y="362"/>
                </a:cubicBezTo>
                <a:cubicBezTo>
                  <a:pt x="558" y="361"/>
                  <a:pt x="558" y="361"/>
                  <a:pt x="558" y="361"/>
                </a:cubicBezTo>
                <a:close/>
                <a:moveTo>
                  <a:pt x="549" y="392"/>
                </a:moveTo>
                <a:cubicBezTo>
                  <a:pt x="547" y="396"/>
                  <a:pt x="547" y="396"/>
                  <a:pt x="547" y="396"/>
                </a:cubicBezTo>
                <a:cubicBezTo>
                  <a:pt x="581" y="410"/>
                  <a:pt x="581" y="410"/>
                  <a:pt x="581" y="410"/>
                </a:cubicBezTo>
                <a:cubicBezTo>
                  <a:pt x="583" y="405"/>
                  <a:pt x="583" y="405"/>
                  <a:pt x="583" y="405"/>
                </a:cubicBezTo>
                <a:cubicBezTo>
                  <a:pt x="549" y="392"/>
                  <a:pt x="549" y="392"/>
                  <a:pt x="549" y="392"/>
                </a:cubicBezTo>
                <a:close/>
                <a:moveTo>
                  <a:pt x="554" y="407"/>
                </a:moveTo>
                <a:cubicBezTo>
                  <a:pt x="551" y="407"/>
                  <a:pt x="548" y="407"/>
                  <a:pt x="545" y="408"/>
                </a:cubicBezTo>
                <a:cubicBezTo>
                  <a:pt x="542" y="409"/>
                  <a:pt x="540" y="411"/>
                  <a:pt x="538" y="414"/>
                </a:cubicBezTo>
                <a:cubicBezTo>
                  <a:pt x="536" y="418"/>
                  <a:pt x="536" y="422"/>
                  <a:pt x="537" y="426"/>
                </a:cubicBezTo>
                <a:cubicBezTo>
                  <a:pt x="539" y="430"/>
                  <a:pt x="542" y="434"/>
                  <a:pt x="548" y="437"/>
                </a:cubicBezTo>
                <a:cubicBezTo>
                  <a:pt x="553" y="440"/>
                  <a:pt x="558" y="441"/>
                  <a:pt x="562" y="440"/>
                </a:cubicBezTo>
                <a:cubicBezTo>
                  <a:pt x="567" y="439"/>
                  <a:pt x="570" y="437"/>
                  <a:pt x="572" y="432"/>
                </a:cubicBezTo>
                <a:cubicBezTo>
                  <a:pt x="576" y="426"/>
                  <a:pt x="575" y="420"/>
                  <a:pt x="569" y="415"/>
                </a:cubicBezTo>
                <a:cubicBezTo>
                  <a:pt x="566" y="418"/>
                  <a:pt x="566" y="418"/>
                  <a:pt x="566" y="418"/>
                </a:cubicBezTo>
                <a:cubicBezTo>
                  <a:pt x="570" y="422"/>
                  <a:pt x="572" y="426"/>
                  <a:pt x="569" y="431"/>
                </a:cubicBezTo>
                <a:cubicBezTo>
                  <a:pt x="568" y="433"/>
                  <a:pt x="566" y="435"/>
                  <a:pt x="563" y="436"/>
                </a:cubicBezTo>
                <a:cubicBezTo>
                  <a:pt x="559" y="436"/>
                  <a:pt x="555" y="435"/>
                  <a:pt x="550" y="433"/>
                </a:cubicBezTo>
                <a:cubicBezTo>
                  <a:pt x="546" y="431"/>
                  <a:pt x="543" y="428"/>
                  <a:pt x="542" y="425"/>
                </a:cubicBezTo>
                <a:cubicBezTo>
                  <a:pt x="540" y="422"/>
                  <a:pt x="540" y="419"/>
                  <a:pt x="541" y="416"/>
                </a:cubicBezTo>
                <a:cubicBezTo>
                  <a:pt x="544" y="412"/>
                  <a:pt x="547" y="410"/>
                  <a:pt x="553" y="412"/>
                </a:cubicBezTo>
                <a:cubicBezTo>
                  <a:pt x="554" y="407"/>
                  <a:pt x="554" y="407"/>
                  <a:pt x="554" y="407"/>
                </a:cubicBezTo>
                <a:close/>
                <a:moveTo>
                  <a:pt x="48" y="258"/>
                </a:moveTo>
                <a:cubicBezTo>
                  <a:pt x="51" y="258"/>
                  <a:pt x="54" y="257"/>
                  <a:pt x="56" y="256"/>
                </a:cubicBezTo>
                <a:cubicBezTo>
                  <a:pt x="59" y="254"/>
                  <a:pt x="60" y="251"/>
                  <a:pt x="61" y="248"/>
                </a:cubicBezTo>
                <a:cubicBezTo>
                  <a:pt x="62" y="243"/>
                  <a:pt x="62" y="240"/>
                  <a:pt x="59" y="236"/>
                </a:cubicBezTo>
                <a:cubicBezTo>
                  <a:pt x="57" y="232"/>
                  <a:pt x="53" y="230"/>
                  <a:pt x="47" y="228"/>
                </a:cubicBezTo>
                <a:cubicBezTo>
                  <a:pt x="41" y="227"/>
                  <a:pt x="37" y="227"/>
                  <a:pt x="33" y="229"/>
                </a:cubicBezTo>
                <a:cubicBezTo>
                  <a:pt x="29" y="231"/>
                  <a:pt x="26" y="234"/>
                  <a:pt x="25" y="239"/>
                </a:cubicBezTo>
                <a:cubicBezTo>
                  <a:pt x="24" y="246"/>
                  <a:pt x="26" y="251"/>
                  <a:pt x="32" y="255"/>
                </a:cubicBezTo>
                <a:cubicBezTo>
                  <a:pt x="34" y="251"/>
                  <a:pt x="34" y="251"/>
                  <a:pt x="34" y="251"/>
                </a:cubicBezTo>
                <a:cubicBezTo>
                  <a:pt x="29" y="248"/>
                  <a:pt x="27" y="245"/>
                  <a:pt x="29" y="240"/>
                </a:cubicBezTo>
                <a:cubicBezTo>
                  <a:pt x="29" y="237"/>
                  <a:pt x="31" y="235"/>
                  <a:pt x="33" y="233"/>
                </a:cubicBezTo>
                <a:cubicBezTo>
                  <a:pt x="37" y="232"/>
                  <a:pt x="41" y="231"/>
                  <a:pt x="46" y="233"/>
                </a:cubicBezTo>
                <a:cubicBezTo>
                  <a:pt x="50" y="234"/>
                  <a:pt x="53" y="235"/>
                  <a:pt x="55" y="238"/>
                </a:cubicBezTo>
                <a:cubicBezTo>
                  <a:pt x="58" y="240"/>
                  <a:pt x="59" y="243"/>
                  <a:pt x="58" y="247"/>
                </a:cubicBezTo>
                <a:cubicBezTo>
                  <a:pt x="57" y="251"/>
                  <a:pt x="54" y="254"/>
                  <a:pt x="48" y="254"/>
                </a:cubicBezTo>
                <a:cubicBezTo>
                  <a:pt x="48" y="258"/>
                  <a:pt x="48" y="258"/>
                  <a:pt x="48" y="258"/>
                </a:cubicBezTo>
                <a:close/>
                <a:moveTo>
                  <a:pt x="56" y="292"/>
                </a:moveTo>
                <a:cubicBezTo>
                  <a:pt x="56" y="288"/>
                  <a:pt x="56" y="288"/>
                  <a:pt x="56" y="288"/>
                </a:cubicBezTo>
                <a:cubicBezTo>
                  <a:pt x="40" y="287"/>
                  <a:pt x="40" y="287"/>
                  <a:pt x="40" y="287"/>
                </a:cubicBezTo>
                <a:cubicBezTo>
                  <a:pt x="41" y="269"/>
                  <a:pt x="41" y="269"/>
                  <a:pt x="41" y="269"/>
                </a:cubicBezTo>
                <a:cubicBezTo>
                  <a:pt x="57" y="269"/>
                  <a:pt x="57" y="269"/>
                  <a:pt x="57" y="269"/>
                </a:cubicBezTo>
                <a:cubicBezTo>
                  <a:pt x="57" y="265"/>
                  <a:pt x="57" y="265"/>
                  <a:pt x="57" y="265"/>
                </a:cubicBezTo>
                <a:cubicBezTo>
                  <a:pt x="20" y="263"/>
                  <a:pt x="20" y="263"/>
                  <a:pt x="20" y="263"/>
                </a:cubicBezTo>
                <a:cubicBezTo>
                  <a:pt x="20" y="268"/>
                  <a:pt x="20" y="268"/>
                  <a:pt x="20" y="268"/>
                </a:cubicBezTo>
                <a:cubicBezTo>
                  <a:pt x="37" y="268"/>
                  <a:pt x="37" y="268"/>
                  <a:pt x="37" y="268"/>
                </a:cubicBezTo>
                <a:cubicBezTo>
                  <a:pt x="37" y="287"/>
                  <a:pt x="37" y="287"/>
                  <a:pt x="37" y="287"/>
                </a:cubicBezTo>
                <a:cubicBezTo>
                  <a:pt x="19" y="286"/>
                  <a:pt x="19" y="286"/>
                  <a:pt x="19" y="286"/>
                </a:cubicBezTo>
                <a:cubicBezTo>
                  <a:pt x="19" y="290"/>
                  <a:pt x="19" y="290"/>
                  <a:pt x="19" y="290"/>
                </a:cubicBezTo>
                <a:cubicBezTo>
                  <a:pt x="56" y="292"/>
                  <a:pt x="56" y="292"/>
                  <a:pt x="56" y="292"/>
                </a:cubicBezTo>
                <a:close/>
                <a:moveTo>
                  <a:pt x="56" y="306"/>
                </a:moveTo>
                <a:cubicBezTo>
                  <a:pt x="56" y="301"/>
                  <a:pt x="56" y="301"/>
                  <a:pt x="56" y="301"/>
                </a:cubicBezTo>
                <a:cubicBezTo>
                  <a:pt x="19" y="302"/>
                  <a:pt x="19" y="302"/>
                  <a:pt x="19" y="302"/>
                </a:cubicBezTo>
                <a:cubicBezTo>
                  <a:pt x="19" y="307"/>
                  <a:pt x="19" y="307"/>
                  <a:pt x="19" y="307"/>
                </a:cubicBezTo>
                <a:cubicBezTo>
                  <a:pt x="56" y="306"/>
                  <a:pt x="56" y="306"/>
                  <a:pt x="56" y="306"/>
                </a:cubicBezTo>
                <a:close/>
                <a:moveTo>
                  <a:pt x="58" y="342"/>
                </a:moveTo>
                <a:cubicBezTo>
                  <a:pt x="58" y="338"/>
                  <a:pt x="58" y="338"/>
                  <a:pt x="58" y="338"/>
                </a:cubicBezTo>
                <a:cubicBezTo>
                  <a:pt x="38" y="340"/>
                  <a:pt x="38" y="340"/>
                  <a:pt x="38" y="340"/>
                </a:cubicBezTo>
                <a:cubicBezTo>
                  <a:pt x="37" y="340"/>
                  <a:pt x="33" y="340"/>
                  <a:pt x="26" y="341"/>
                </a:cubicBezTo>
                <a:cubicBezTo>
                  <a:pt x="26" y="340"/>
                  <a:pt x="26" y="340"/>
                  <a:pt x="26" y="340"/>
                </a:cubicBezTo>
                <a:cubicBezTo>
                  <a:pt x="27" y="340"/>
                  <a:pt x="28" y="339"/>
                  <a:pt x="31" y="338"/>
                </a:cubicBezTo>
                <a:cubicBezTo>
                  <a:pt x="33" y="336"/>
                  <a:pt x="35" y="335"/>
                  <a:pt x="37" y="334"/>
                </a:cubicBezTo>
                <a:cubicBezTo>
                  <a:pt x="57" y="322"/>
                  <a:pt x="57" y="322"/>
                  <a:pt x="57" y="322"/>
                </a:cubicBezTo>
                <a:cubicBezTo>
                  <a:pt x="56" y="315"/>
                  <a:pt x="56" y="315"/>
                  <a:pt x="56" y="315"/>
                </a:cubicBezTo>
                <a:cubicBezTo>
                  <a:pt x="19" y="318"/>
                  <a:pt x="19" y="318"/>
                  <a:pt x="19" y="318"/>
                </a:cubicBezTo>
                <a:cubicBezTo>
                  <a:pt x="19" y="322"/>
                  <a:pt x="19" y="322"/>
                  <a:pt x="19" y="322"/>
                </a:cubicBezTo>
                <a:cubicBezTo>
                  <a:pt x="41" y="320"/>
                  <a:pt x="41" y="320"/>
                  <a:pt x="41" y="320"/>
                </a:cubicBezTo>
                <a:cubicBezTo>
                  <a:pt x="42" y="320"/>
                  <a:pt x="44" y="320"/>
                  <a:pt x="46" y="320"/>
                </a:cubicBezTo>
                <a:cubicBezTo>
                  <a:pt x="50" y="320"/>
                  <a:pt x="52" y="319"/>
                  <a:pt x="53" y="319"/>
                </a:cubicBezTo>
                <a:cubicBezTo>
                  <a:pt x="53" y="320"/>
                  <a:pt x="53" y="320"/>
                  <a:pt x="53" y="320"/>
                </a:cubicBezTo>
                <a:cubicBezTo>
                  <a:pt x="46" y="324"/>
                  <a:pt x="43" y="326"/>
                  <a:pt x="42" y="326"/>
                </a:cubicBezTo>
                <a:cubicBezTo>
                  <a:pt x="21" y="339"/>
                  <a:pt x="21" y="339"/>
                  <a:pt x="21" y="339"/>
                </a:cubicBezTo>
                <a:cubicBezTo>
                  <a:pt x="21" y="345"/>
                  <a:pt x="21" y="345"/>
                  <a:pt x="21" y="345"/>
                </a:cubicBezTo>
                <a:cubicBezTo>
                  <a:pt x="58" y="342"/>
                  <a:pt x="58" y="342"/>
                  <a:pt x="58" y="342"/>
                </a:cubicBezTo>
                <a:close/>
                <a:moveTo>
                  <a:pt x="43" y="370"/>
                </a:moveTo>
                <a:cubicBezTo>
                  <a:pt x="51" y="365"/>
                  <a:pt x="51" y="365"/>
                  <a:pt x="51" y="365"/>
                </a:cubicBezTo>
                <a:cubicBezTo>
                  <a:pt x="53" y="364"/>
                  <a:pt x="56" y="363"/>
                  <a:pt x="60" y="361"/>
                </a:cubicBezTo>
                <a:cubicBezTo>
                  <a:pt x="59" y="360"/>
                  <a:pt x="59" y="360"/>
                  <a:pt x="59" y="360"/>
                </a:cubicBezTo>
                <a:cubicBezTo>
                  <a:pt x="56" y="360"/>
                  <a:pt x="52" y="360"/>
                  <a:pt x="50" y="359"/>
                </a:cubicBezTo>
                <a:cubicBezTo>
                  <a:pt x="40" y="359"/>
                  <a:pt x="40" y="359"/>
                  <a:pt x="40" y="359"/>
                </a:cubicBezTo>
                <a:cubicBezTo>
                  <a:pt x="43" y="370"/>
                  <a:pt x="43" y="370"/>
                  <a:pt x="43" y="370"/>
                </a:cubicBezTo>
                <a:close/>
                <a:moveTo>
                  <a:pt x="63" y="362"/>
                </a:moveTo>
                <a:cubicBezTo>
                  <a:pt x="62" y="357"/>
                  <a:pt x="62" y="357"/>
                  <a:pt x="62" y="357"/>
                </a:cubicBezTo>
                <a:cubicBezTo>
                  <a:pt x="23" y="354"/>
                  <a:pt x="23" y="354"/>
                  <a:pt x="23" y="354"/>
                </a:cubicBezTo>
                <a:cubicBezTo>
                  <a:pt x="24" y="358"/>
                  <a:pt x="24" y="358"/>
                  <a:pt x="24" y="358"/>
                </a:cubicBezTo>
                <a:cubicBezTo>
                  <a:pt x="37" y="359"/>
                  <a:pt x="37" y="359"/>
                  <a:pt x="37" y="359"/>
                </a:cubicBezTo>
                <a:cubicBezTo>
                  <a:pt x="40" y="372"/>
                  <a:pt x="40" y="372"/>
                  <a:pt x="40" y="372"/>
                </a:cubicBezTo>
                <a:cubicBezTo>
                  <a:pt x="29" y="378"/>
                  <a:pt x="29" y="378"/>
                  <a:pt x="29" y="378"/>
                </a:cubicBezTo>
                <a:cubicBezTo>
                  <a:pt x="30" y="382"/>
                  <a:pt x="30" y="382"/>
                  <a:pt x="30" y="382"/>
                </a:cubicBezTo>
                <a:cubicBezTo>
                  <a:pt x="63" y="362"/>
                  <a:pt x="63" y="362"/>
                  <a:pt x="63" y="362"/>
                </a:cubicBezTo>
                <a:close/>
                <a:moveTo>
                  <a:pt x="93" y="431"/>
                </a:moveTo>
                <a:cubicBezTo>
                  <a:pt x="91" y="427"/>
                  <a:pt x="91" y="427"/>
                  <a:pt x="91" y="427"/>
                </a:cubicBezTo>
                <a:cubicBezTo>
                  <a:pt x="70" y="439"/>
                  <a:pt x="70" y="439"/>
                  <a:pt x="70" y="439"/>
                </a:cubicBezTo>
                <a:cubicBezTo>
                  <a:pt x="64" y="443"/>
                  <a:pt x="60" y="442"/>
                  <a:pt x="57" y="436"/>
                </a:cubicBezTo>
                <a:cubicBezTo>
                  <a:pt x="54" y="431"/>
                  <a:pt x="55" y="427"/>
                  <a:pt x="60" y="424"/>
                </a:cubicBezTo>
                <a:cubicBezTo>
                  <a:pt x="82" y="411"/>
                  <a:pt x="82" y="411"/>
                  <a:pt x="82" y="411"/>
                </a:cubicBezTo>
                <a:cubicBezTo>
                  <a:pt x="80" y="407"/>
                  <a:pt x="80" y="407"/>
                  <a:pt x="80" y="407"/>
                </a:cubicBezTo>
                <a:cubicBezTo>
                  <a:pt x="58" y="420"/>
                  <a:pt x="58" y="420"/>
                  <a:pt x="58" y="420"/>
                </a:cubicBezTo>
                <a:cubicBezTo>
                  <a:pt x="55" y="422"/>
                  <a:pt x="52" y="424"/>
                  <a:pt x="52" y="427"/>
                </a:cubicBezTo>
                <a:cubicBezTo>
                  <a:pt x="51" y="431"/>
                  <a:pt x="51" y="434"/>
                  <a:pt x="54" y="438"/>
                </a:cubicBezTo>
                <a:cubicBezTo>
                  <a:pt x="55" y="441"/>
                  <a:pt x="58" y="443"/>
                  <a:pt x="61" y="445"/>
                </a:cubicBezTo>
                <a:cubicBezTo>
                  <a:pt x="64" y="446"/>
                  <a:pt x="68" y="445"/>
                  <a:pt x="72" y="443"/>
                </a:cubicBezTo>
                <a:cubicBezTo>
                  <a:pt x="93" y="431"/>
                  <a:pt x="93" y="431"/>
                  <a:pt x="93" y="431"/>
                </a:cubicBezTo>
                <a:close/>
                <a:moveTo>
                  <a:pt x="111" y="459"/>
                </a:moveTo>
                <a:cubicBezTo>
                  <a:pt x="108" y="456"/>
                  <a:pt x="108" y="456"/>
                  <a:pt x="108" y="456"/>
                </a:cubicBezTo>
                <a:cubicBezTo>
                  <a:pt x="93" y="468"/>
                  <a:pt x="93" y="468"/>
                  <a:pt x="93" y="468"/>
                </a:cubicBezTo>
                <a:cubicBezTo>
                  <a:pt x="92" y="469"/>
                  <a:pt x="89" y="472"/>
                  <a:pt x="84" y="476"/>
                </a:cubicBezTo>
                <a:cubicBezTo>
                  <a:pt x="83" y="476"/>
                  <a:pt x="83" y="476"/>
                  <a:pt x="83" y="476"/>
                </a:cubicBezTo>
                <a:cubicBezTo>
                  <a:pt x="83" y="475"/>
                  <a:pt x="84" y="473"/>
                  <a:pt x="86" y="471"/>
                </a:cubicBezTo>
                <a:cubicBezTo>
                  <a:pt x="87" y="468"/>
                  <a:pt x="88" y="466"/>
                  <a:pt x="89" y="464"/>
                </a:cubicBezTo>
                <a:cubicBezTo>
                  <a:pt x="98" y="443"/>
                  <a:pt x="98" y="443"/>
                  <a:pt x="98" y="443"/>
                </a:cubicBezTo>
                <a:cubicBezTo>
                  <a:pt x="94" y="438"/>
                  <a:pt x="94" y="438"/>
                  <a:pt x="94" y="438"/>
                </a:cubicBezTo>
                <a:cubicBezTo>
                  <a:pt x="65" y="461"/>
                  <a:pt x="65" y="461"/>
                  <a:pt x="65" y="461"/>
                </a:cubicBezTo>
                <a:cubicBezTo>
                  <a:pt x="67" y="464"/>
                  <a:pt x="67" y="464"/>
                  <a:pt x="67" y="464"/>
                </a:cubicBezTo>
                <a:cubicBezTo>
                  <a:pt x="84" y="451"/>
                  <a:pt x="84" y="451"/>
                  <a:pt x="84" y="451"/>
                </a:cubicBezTo>
                <a:cubicBezTo>
                  <a:pt x="85" y="450"/>
                  <a:pt x="87" y="449"/>
                  <a:pt x="89" y="447"/>
                </a:cubicBezTo>
                <a:cubicBezTo>
                  <a:pt x="91" y="445"/>
                  <a:pt x="93" y="444"/>
                  <a:pt x="94" y="443"/>
                </a:cubicBezTo>
                <a:cubicBezTo>
                  <a:pt x="94" y="444"/>
                  <a:pt x="94" y="444"/>
                  <a:pt x="94" y="444"/>
                </a:cubicBezTo>
                <a:cubicBezTo>
                  <a:pt x="91" y="451"/>
                  <a:pt x="89" y="454"/>
                  <a:pt x="89" y="455"/>
                </a:cubicBezTo>
                <a:cubicBezTo>
                  <a:pt x="78" y="478"/>
                  <a:pt x="78" y="478"/>
                  <a:pt x="78" y="478"/>
                </a:cubicBezTo>
                <a:cubicBezTo>
                  <a:pt x="82" y="482"/>
                  <a:pt x="82" y="482"/>
                  <a:pt x="82" y="482"/>
                </a:cubicBezTo>
                <a:cubicBezTo>
                  <a:pt x="111" y="459"/>
                  <a:pt x="111" y="459"/>
                  <a:pt x="111" y="459"/>
                </a:cubicBezTo>
                <a:close/>
                <a:moveTo>
                  <a:pt x="121" y="469"/>
                </a:moveTo>
                <a:cubicBezTo>
                  <a:pt x="118" y="465"/>
                  <a:pt x="118" y="465"/>
                  <a:pt x="118" y="465"/>
                </a:cubicBezTo>
                <a:cubicBezTo>
                  <a:pt x="90" y="491"/>
                  <a:pt x="90" y="491"/>
                  <a:pt x="90" y="491"/>
                </a:cubicBezTo>
                <a:cubicBezTo>
                  <a:pt x="93" y="494"/>
                  <a:pt x="93" y="494"/>
                  <a:pt x="93" y="494"/>
                </a:cubicBezTo>
                <a:cubicBezTo>
                  <a:pt x="121" y="469"/>
                  <a:pt x="121" y="469"/>
                  <a:pt x="121" y="469"/>
                </a:cubicBezTo>
                <a:close/>
                <a:moveTo>
                  <a:pt x="147" y="493"/>
                </a:moveTo>
                <a:cubicBezTo>
                  <a:pt x="143" y="490"/>
                  <a:pt x="143" y="490"/>
                  <a:pt x="143" y="490"/>
                </a:cubicBezTo>
                <a:cubicBezTo>
                  <a:pt x="124" y="502"/>
                  <a:pt x="124" y="502"/>
                  <a:pt x="124" y="502"/>
                </a:cubicBezTo>
                <a:cubicBezTo>
                  <a:pt x="123" y="503"/>
                  <a:pt x="122" y="504"/>
                  <a:pt x="120" y="505"/>
                </a:cubicBezTo>
                <a:cubicBezTo>
                  <a:pt x="117" y="507"/>
                  <a:pt x="115" y="508"/>
                  <a:pt x="114" y="509"/>
                </a:cubicBezTo>
                <a:cubicBezTo>
                  <a:pt x="114" y="508"/>
                  <a:pt x="114" y="508"/>
                  <a:pt x="114" y="508"/>
                </a:cubicBezTo>
                <a:cubicBezTo>
                  <a:pt x="114" y="507"/>
                  <a:pt x="115" y="505"/>
                  <a:pt x="116" y="503"/>
                </a:cubicBezTo>
                <a:cubicBezTo>
                  <a:pt x="117" y="500"/>
                  <a:pt x="118" y="498"/>
                  <a:pt x="119" y="497"/>
                </a:cubicBezTo>
                <a:cubicBezTo>
                  <a:pt x="128" y="477"/>
                  <a:pt x="128" y="477"/>
                  <a:pt x="128" y="477"/>
                </a:cubicBezTo>
                <a:cubicBezTo>
                  <a:pt x="125" y="474"/>
                  <a:pt x="125" y="474"/>
                  <a:pt x="125" y="474"/>
                </a:cubicBezTo>
                <a:cubicBezTo>
                  <a:pt x="109" y="510"/>
                  <a:pt x="109" y="510"/>
                  <a:pt x="109" y="510"/>
                </a:cubicBezTo>
                <a:cubicBezTo>
                  <a:pt x="113" y="513"/>
                  <a:pt x="113" y="513"/>
                  <a:pt x="113" y="513"/>
                </a:cubicBezTo>
                <a:cubicBezTo>
                  <a:pt x="147" y="493"/>
                  <a:pt x="147" y="493"/>
                  <a:pt x="147" y="493"/>
                </a:cubicBezTo>
                <a:close/>
                <a:moveTo>
                  <a:pt x="169" y="511"/>
                </a:moveTo>
                <a:cubicBezTo>
                  <a:pt x="151" y="497"/>
                  <a:pt x="151" y="497"/>
                  <a:pt x="151" y="497"/>
                </a:cubicBezTo>
                <a:cubicBezTo>
                  <a:pt x="129" y="527"/>
                  <a:pt x="129" y="527"/>
                  <a:pt x="129" y="527"/>
                </a:cubicBezTo>
                <a:cubicBezTo>
                  <a:pt x="148" y="541"/>
                  <a:pt x="148" y="541"/>
                  <a:pt x="148" y="541"/>
                </a:cubicBezTo>
                <a:cubicBezTo>
                  <a:pt x="150" y="538"/>
                  <a:pt x="150" y="538"/>
                  <a:pt x="150" y="538"/>
                </a:cubicBezTo>
                <a:cubicBezTo>
                  <a:pt x="134" y="527"/>
                  <a:pt x="134" y="527"/>
                  <a:pt x="134" y="527"/>
                </a:cubicBezTo>
                <a:cubicBezTo>
                  <a:pt x="143" y="515"/>
                  <a:pt x="143" y="515"/>
                  <a:pt x="143" y="515"/>
                </a:cubicBezTo>
                <a:cubicBezTo>
                  <a:pt x="154" y="524"/>
                  <a:pt x="154" y="524"/>
                  <a:pt x="154" y="524"/>
                </a:cubicBezTo>
                <a:cubicBezTo>
                  <a:pt x="157" y="521"/>
                  <a:pt x="157" y="521"/>
                  <a:pt x="157" y="521"/>
                </a:cubicBezTo>
                <a:cubicBezTo>
                  <a:pt x="145" y="512"/>
                  <a:pt x="145" y="512"/>
                  <a:pt x="145" y="512"/>
                </a:cubicBezTo>
                <a:cubicBezTo>
                  <a:pt x="152" y="503"/>
                  <a:pt x="152" y="503"/>
                  <a:pt x="152" y="503"/>
                </a:cubicBezTo>
                <a:cubicBezTo>
                  <a:pt x="167" y="514"/>
                  <a:pt x="167" y="514"/>
                  <a:pt x="167" y="514"/>
                </a:cubicBezTo>
                <a:cubicBezTo>
                  <a:pt x="169" y="511"/>
                  <a:pt x="169" y="511"/>
                  <a:pt x="169" y="511"/>
                </a:cubicBezTo>
                <a:close/>
                <a:moveTo>
                  <a:pt x="177" y="521"/>
                </a:moveTo>
                <a:cubicBezTo>
                  <a:pt x="171" y="533"/>
                  <a:pt x="171" y="533"/>
                  <a:pt x="171" y="533"/>
                </a:cubicBezTo>
                <a:cubicBezTo>
                  <a:pt x="178" y="536"/>
                  <a:pt x="178" y="536"/>
                  <a:pt x="178" y="536"/>
                </a:cubicBezTo>
                <a:cubicBezTo>
                  <a:pt x="183" y="539"/>
                  <a:pt x="187" y="538"/>
                  <a:pt x="189" y="534"/>
                </a:cubicBezTo>
                <a:cubicBezTo>
                  <a:pt x="190" y="532"/>
                  <a:pt x="190" y="531"/>
                  <a:pt x="189" y="529"/>
                </a:cubicBezTo>
                <a:cubicBezTo>
                  <a:pt x="188" y="528"/>
                  <a:pt x="187" y="526"/>
                  <a:pt x="184" y="525"/>
                </a:cubicBezTo>
                <a:cubicBezTo>
                  <a:pt x="177" y="521"/>
                  <a:pt x="177" y="521"/>
                  <a:pt x="177" y="521"/>
                </a:cubicBezTo>
                <a:close/>
                <a:moveTo>
                  <a:pt x="175" y="516"/>
                </a:moveTo>
                <a:cubicBezTo>
                  <a:pt x="158" y="549"/>
                  <a:pt x="158" y="549"/>
                  <a:pt x="158" y="549"/>
                </a:cubicBezTo>
                <a:cubicBezTo>
                  <a:pt x="162" y="551"/>
                  <a:pt x="162" y="551"/>
                  <a:pt x="162" y="551"/>
                </a:cubicBezTo>
                <a:cubicBezTo>
                  <a:pt x="169" y="536"/>
                  <a:pt x="169" y="536"/>
                  <a:pt x="169" y="536"/>
                </a:cubicBezTo>
                <a:cubicBezTo>
                  <a:pt x="182" y="541"/>
                  <a:pt x="182" y="541"/>
                  <a:pt x="182" y="541"/>
                </a:cubicBezTo>
                <a:cubicBezTo>
                  <a:pt x="182" y="541"/>
                  <a:pt x="182" y="543"/>
                  <a:pt x="182" y="544"/>
                </a:cubicBezTo>
                <a:cubicBezTo>
                  <a:pt x="181" y="550"/>
                  <a:pt x="179" y="553"/>
                  <a:pt x="177" y="559"/>
                </a:cubicBezTo>
                <a:cubicBezTo>
                  <a:pt x="181" y="561"/>
                  <a:pt x="181" y="561"/>
                  <a:pt x="181" y="561"/>
                </a:cubicBezTo>
                <a:cubicBezTo>
                  <a:pt x="182" y="560"/>
                  <a:pt x="185" y="553"/>
                  <a:pt x="186" y="548"/>
                </a:cubicBezTo>
                <a:cubicBezTo>
                  <a:pt x="187" y="545"/>
                  <a:pt x="186" y="541"/>
                  <a:pt x="187" y="541"/>
                </a:cubicBezTo>
                <a:cubicBezTo>
                  <a:pt x="187" y="541"/>
                  <a:pt x="188" y="541"/>
                  <a:pt x="188" y="541"/>
                </a:cubicBezTo>
                <a:cubicBezTo>
                  <a:pt x="190" y="540"/>
                  <a:pt x="192" y="539"/>
                  <a:pt x="193" y="536"/>
                </a:cubicBezTo>
                <a:cubicBezTo>
                  <a:pt x="196" y="530"/>
                  <a:pt x="193" y="526"/>
                  <a:pt x="186" y="522"/>
                </a:cubicBezTo>
                <a:cubicBezTo>
                  <a:pt x="175" y="516"/>
                  <a:pt x="175" y="516"/>
                  <a:pt x="175" y="516"/>
                </a:cubicBezTo>
                <a:close/>
                <a:moveTo>
                  <a:pt x="225" y="547"/>
                </a:moveTo>
                <a:cubicBezTo>
                  <a:pt x="226" y="541"/>
                  <a:pt x="223" y="536"/>
                  <a:pt x="217" y="534"/>
                </a:cubicBezTo>
                <a:cubicBezTo>
                  <a:pt x="214" y="533"/>
                  <a:pt x="211" y="533"/>
                  <a:pt x="208" y="533"/>
                </a:cubicBezTo>
                <a:cubicBezTo>
                  <a:pt x="205" y="534"/>
                  <a:pt x="204" y="536"/>
                  <a:pt x="202" y="539"/>
                </a:cubicBezTo>
                <a:cubicBezTo>
                  <a:pt x="202" y="541"/>
                  <a:pt x="201" y="544"/>
                  <a:pt x="202" y="546"/>
                </a:cubicBezTo>
                <a:cubicBezTo>
                  <a:pt x="203" y="548"/>
                  <a:pt x="205" y="550"/>
                  <a:pt x="208" y="553"/>
                </a:cubicBezTo>
                <a:cubicBezTo>
                  <a:pt x="210" y="554"/>
                  <a:pt x="210" y="554"/>
                  <a:pt x="210" y="554"/>
                </a:cubicBezTo>
                <a:cubicBezTo>
                  <a:pt x="212" y="556"/>
                  <a:pt x="214" y="557"/>
                  <a:pt x="215" y="559"/>
                </a:cubicBezTo>
                <a:cubicBezTo>
                  <a:pt x="215" y="560"/>
                  <a:pt x="215" y="562"/>
                  <a:pt x="215" y="564"/>
                </a:cubicBezTo>
                <a:cubicBezTo>
                  <a:pt x="214" y="565"/>
                  <a:pt x="213" y="567"/>
                  <a:pt x="211" y="567"/>
                </a:cubicBezTo>
                <a:cubicBezTo>
                  <a:pt x="210" y="568"/>
                  <a:pt x="207" y="568"/>
                  <a:pt x="204" y="567"/>
                </a:cubicBezTo>
                <a:cubicBezTo>
                  <a:pt x="203" y="566"/>
                  <a:pt x="201" y="565"/>
                  <a:pt x="200" y="563"/>
                </a:cubicBezTo>
                <a:cubicBezTo>
                  <a:pt x="199" y="562"/>
                  <a:pt x="198" y="559"/>
                  <a:pt x="199" y="557"/>
                </a:cubicBezTo>
                <a:cubicBezTo>
                  <a:pt x="194" y="557"/>
                  <a:pt x="194" y="557"/>
                  <a:pt x="194" y="557"/>
                </a:cubicBezTo>
                <a:cubicBezTo>
                  <a:pt x="194" y="560"/>
                  <a:pt x="194" y="562"/>
                  <a:pt x="196" y="564"/>
                </a:cubicBezTo>
                <a:cubicBezTo>
                  <a:pt x="197" y="567"/>
                  <a:pt x="200" y="569"/>
                  <a:pt x="203" y="570"/>
                </a:cubicBezTo>
                <a:cubicBezTo>
                  <a:pt x="207" y="572"/>
                  <a:pt x="210" y="572"/>
                  <a:pt x="213" y="571"/>
                </a:cubicBezTo>
                <a:cubicBezTo>
                  <a:pt x="216" y="570"/>
                  <a:pt x="218" y="568"/>
                  <a:pt x="219" y="565"/>
                </a:cubicBezTo>
                <a:cubicBezTo>
                  <a:pt x="220" y="562"/>
                  <a:pt x="220" y="560"/>
                  <a:pt x="220" y="558"/>
                </a:cubicBezTo>
                <a:cubicBezTo>
                  <a:pt x="219" y="556"/>
                  <a:pt x="216" y="554"/>
                  <a:pt x="213" y="551"/>
                </a:cubicBezTo>
                <a:cubicBezTo>
                  <a:pt x="211" y="550"/>
                  <a:pt x="211" y="550"/>
                  <a:pt x="211" y="550"/>
                </a:cubicBezTo>
                <a:cubicBezTo>
                  <a:pt x="209" y="548"/>
                  <a:pt x="207" y="547"/>
                  <a:pt x="207" y="545"/>
                </a:cubicBezTo>
                <a:cubicBezTo>
                  <a:pt x="206" y="544"/>
                  <a:pt x="206" y="542"/>
                  <a:pt x="207" y="540"/>
                </a:cubicBezTo>
                <a:cubicBezTo>
                  <a:pt x="207" y="539"/>
                  <a:pt x="208" y="538"/>
                  <a:pt x="210" y="537"/>
                </a:cubicBezTo>
                <a:cubicBezTo>
                  <a:pt x="211" y="536"/>
                  <a:pt x="213" y="537"/>
                  <a:pt x="216" y="537"/>
                </a:cubicBezTo>
                <a:cubicBezTo>
                  <a:pt x="219" y="539"/>
                  <a:pt x="221" y="542"/>
                  <a:pt x="221" y="546"/>
                </a:cubicBezTo>
                <a:cubicBezTo>
                  <a:pt x="225" y="547"/>
                  <a:pt x="225" y="547"/>
                  <a:pt x="225" y="547"/>
                </a:cubicBezTo>
                <a:close/>
                <a:moveTo>
                  <a:pt x="240" y="544"/>
                </a:moveTo>
                <a:cubicBezTo>
                  <a:pt x="236" y="543"/>
                  <a:pt x="236" y="543"/>
                  <a:pt x="236" y="543"/>
                </a:cubicBezTo>
                <a:cubicBezTo>
                  <a:pt x="227" y="579"/>
                  <a:pt x="227" y="579"/>
                  <a:pt x="227" y="579"/>
                </a:cubicBezTo>
                <a:cubicBezTo>
                  <a:pt x="231" y="580"/>
                  <a:pt x="231" y="580"/>
                  <a:pt x="231" y="580"/>
                </a:cubicBezTo>
                <a:cubicBezTo>
                  <a:pt x="240" y="544"/>
                  <a:pt x="240" y="544"/>
                  <a:pt x="240" y="544"/>
                </a:cubicBezTo>
                <a:close/>
                <a:moveTo>
                  <a:pt x="273" y="549"/>
                </a:moveTo>
                <a:cubicBezTo>
                  <a:pt x="245" y="546"/>
                  <a:pt x="245" y="546"/>
                  <a:pt x="245" y="546"/>
                </a:cubicBezTo>
                <a:cubicBezTo>
                  <a:pt x="245" y="549"/>
                  <a:pt x="245" y="549"/>
                  <a:pt x="245" y="549"/>
                </a:cubicBezTo>
                <a:cubicBezTo>
                  <a:pt x="256" y="551"/>
                  <a:pt x="256" y="551"/>
                  <a:pt x="256" y="551"/>
                </a:cubicBezTo>
                <a:cubicBezTo>
                  <a:pt x="252" y="584"/>
                  <a:pt x="252" y="584"/>
                  <a:pt x="252" y="584"/>
                </a:cubicBezTo>
                <a:cubicBezTo>
                  <a:pt x="256" y="585"/>
                  <a:pt x="256" y="585"/>
                  <a:pt x="256" y="585"/>
                </a:cubicBezTo>
                <a:cubicBezTo>
                  <a:pt x="261" y="551"/>
                  <a:pt x="261" y="551"/>
                  <a:pt x="261" y="551"/>
                </a:cubicBezTo>
                <a:cubicBezTo>
                  <a:pt x="272" y="553"/>
                  <a:pt x="272" y="553"/>
                  <a:pt x="272" y="553"/>
                </a:cubicBezTo>
                <a:cubicBezTo>
                  <a:pt x="273" y="549"/>
                  <a:pt x="273" y="549"/>
                  <a:pt x="273" y="549"/>
                </a:cubicBezTo>
                <a:close/>
                <a:moveTo>
                  <a:pt x="306" y="553"/>
                </a:moveTo>
                <a:cubicBezTo>
                  <a:pt x="301" y="553"/>
                  <a:pt x="301" y="553"/>
                  <a:pt x="301" y="553"/>
                </a:cubicBezTo>
                <a:cubicBezTo>
                  <a:pt x="292" y="567"/>
                  <a:pt x="292" y="567"/>
                  <a:pt x="292" y="567"/>
                </a:cubicBezTo>
                <a:cubicBezTo>
                  <a:pt x="292" y="567"/>
                  <a:pt x="291" y="568"/>
                  <a:pt x="291" y="568"/>
                </a:cubicBezTo>
                <a:cubicBezTo>
                  <a:pt x="291" y="569"/>
                  <a:pt x="290" y="569"/>
                  <a:pt x="290" y="570"/>
                </a:cubicBezTo>
                <a:cubicBezTo>
                  <a:pt x="290" y="569"/>
                  <a:pt x="290" y="569"/>
                  <a:pt x="289" y="568"/>
                </a:cubicBezTo>
                <a:cubicBezTo>
                  <a:pt x="289" y="568"/>
                  <a:pt x="289" y="567"/>
                  <a:pt x="289" y="567"/>
                </a:cubicBezTo>
                <a:cubicBezTo>
                  <a:pt x="281" y="551"/>
                  <a:pt x="281" y="551"/>
                  <a:pt x="281" y="551"/>
                </a:cubicBezTo>
                <a:cubicBezTo>
                  <a:pt x="276" y="551"/>
                  <a:pt x="276" y="551"/>
                  <a:pt x="276" y="551"/>
                </a:cubicBezTo>
                <a:cubicBezTo>
                  <a:pt x="287" y="573"/>
                  <a:pt x="287" y="573"/>
                  <a:pt x="287" y="573"/>
                </a:cubicBezTo>
                <a:cubicBezTo>
                  <a:pt x="286" y="589"/>
                  <a:pt x="286" y="589"/>
                  <a:pt x="286" y="589"/>
                </a:cubicBezTo>
                <a:cubicBezTo>
                  <a:pt x="290" y="589"/>
                  <a:pt x="290" y="589"/>
                  <a:pt x="290" y="589"/>
                </a:cubicBezTo>
                <a:cubicBezTo>
                  <a:pt x="292" y="574"/>
                  <a:pt x="292" y="574"/>
                  <a:pt x="292" y="574"/>
                </a:cubicBezTo>
                <a:cubicBezTo>
                  <a:pt x="306" y="553"/>
                  <a:pt x="306" y="553"/>
                  <a:pt x="306" y="553"/>
                </a:cubicBezTo>
                <a:close/>
                <a:moveTo>
                  <a:pt x="357" y="551"/>
                </a:moveTo>
                <a:cubicBezTo>
                  <a:pt x="354" y="551"/>
                  <a:pt x="352" y="554"/>
                  <a:pt x="351" y="557"/>
                </a:cubicBezTo>
                <a:cubicBezTo>
                  <a:pt x="349" y="560"/>
                  <a:pt x="349" y="564"/>
                  <a:pt x="350" y="568"/>
                </a:cubicBezTo>
                <a:cubicBezTo>
                  <a:pt x="352" y="574"/>
                  <a:pt x="354" y="577"/>
                  <a:pt x="356" y="579"/>
                </a:cubicBezTo>
                <a:cubicBezTo>
                  <a:pt x="359" y="581"/>
                  <a:pt x="361" y="582"/>
                  <a:pt x="364" y="581"/>
                </a:cubicBezTo>
                <a:cubicBezTo>
                  <a:pt x="368" y="580"/>
                  <a:pt x="370" y="578"/>
                  <a:pt x="371" y="575"/>
                </a:cubicBezTo>
                <a:cubicBezTo>
                  <a:pt x="372" y="572"/>
                  <a:pt x="372" y="568"/>
                  <a:pt x="371" y="564"/>
                </a:cubicBezTo>
                <a:cubicBezTo>
                  <a:pt x="370" y="558"/>
                  <a:pt x="368" y="555"/>
                  <a:pt x="365" y="552"/>
                </a:cubicBezTo>
                <a:cubicBezTo>
                  <a:pt x="363" y="551"/>
                  <a:pt x="360" y="550"/>
                  <a:pt x="357" y="551"/>
                </a:cubicBezTo>
                <a:close/>
                <a:moveTo>
                  <a:pt x="357" y="547"/>
                </a:moveTo>
                <a:cubicBezTo>
                  <a:pt x="353" y="548"/>
                  <a:pt x="349" y="550"/>
                  <a:pt x="347" y="554"/>
                </a:cubicBezTo>
                <a:cubicBezTo>
                  <a:pt x="345" y="558"/>
                  <a:pt x="345" y="563"/>
                  <a:pt x="346" y="569"/>
                </a:cubicBezTo>
                <a:cubicBezTo>
                  <a:pt x="347" y="575"/>
                  <a:pt x="349" y="579"/>
                  <a:pt x="353" y="582"/>
                </a:cubicBezTo>
                <a:cubicBezTo>
                  <a:pt x="356" y="585"/>
                  <a:pt x="360" y="586"/>
                  <a:pt x="365" y="585"/>
                </a:cubicBezTo>
                <a:cubicBezTo>
                  <a:pt x="369" y="584"/>
                  <a:pt x="372" y="582"/>
                  <a:pt x="374" y="578"/>
                </a:cubicBezTo>
                <a:cubicBezTo>
                  <a:pt x="377" y="574"/>
                  <a:pt x="377" y="569"/>
                  <a:pt x="376" y="562"/>
                </a:cubicBezTo>
                <a:cubicBezTo>
                  <a:pt x="375" y="557"/>
                  <a:pt x="372" y="553"/>
                  <a:pt x="369" y="550"/>
                </a:cubicBezTo>
                <a:cubicBezTo>
                  <a:pt x="366" y="547"/>
                  <a:pt x="361" y="546"/>
                  <a:pt x="357" y="547"/>
                </a:cubicBezTo>
                <a:close/>
                <a:moveTo>
                  <a:pt x="401" y="537"/>
                </a:moveTo>
                <a:cubicBezTo>
                  <a:pt x="379" y="544"/>
                  <a:pt x="379" y="544"/>
                  <a:pt x="379" y="544"/>
                </a:cubicBezTo>
                <a:cubicBezTo>
                  <a:pt x="391" y="580"/>
                  <a:pt x="391" y="580"/>
                  <a:pt x="391" y="580"/>
                </a:cubicBezTo>
                <a:cubicBezTo>
                  <a:pt x="395" y="578"/>
                  <a:pt x="395" y="578"/>
                  <a:pt x="395" y="578"/>
                </a:cubicBezTo>
                <a:cubicBezTo>
                  <a:pt x="389" y="561"/>
                  <a:pt x="389" y="561"/>
                  <a:pt x="389" y="561"/>
                </a:cubicBezTo>
                <a:cubicBezTo>
                  <a:pt x="403" y="557"/>
                  <a:pt x="403" y="557"/>
                  <a:pt x="403" y="557"/>
                </a:cubicBezTo>
                <a:cubicBezTo>
                  <a:pt x="402" y="553"/>
                  <a:pt x="402" y="553"/>
                  <a:pt x="402" y="553"/>
                </a:cubicBezTo>
                <a:cubicBezTo>
                  <a:pt x="388" y="558"/>
                  <a:pt x="388" y="558"/>
                  <a:pt x="388" y="558"/>
                </a:cubicBezTo>
                <a:cubicBezTo>
                  <a:pt x="384" y="546"/>
                  <a:pt x="384" y="546"/>
                  <a:pt x="384" y="546"/>
                </a:cubicBezTo>
                <a:cubicBezTo>
                  <a:pt x="402" y="540"/>
                  <a:pt x="402" y="540"/>
                  <a:pt x="402" y="540"/>
                </a:cubicBezTo>
                <a:cubicBezTo>
                  <a:pt x="401" y="537"/>
                  <a:pt x="401" y="537"/>
                  <a:pt x="401" y="537"/>
                </a:cubicBezTo>
                <a:close/>
                <a:moveTo>
                  <a:pt x="464" y="514"/>
                </a:moveTo>
                <a:cubicBezTo>
                  <a:pt x="462" y="512"/>
                  <a:pt x="460" y="511"/>
                  <a:pt x="457" y="510"/>
                </a:cubicBezTo>
                <a:cubicBezTo>
                  <a:pt x="454" y="510"/>
                  <a:pt x="451" y="511"/>
                  <a:pt x="448" y="513"/>
                </a:cubicBezTo>
                <a:cubicBezTo>
                  <a:pt x="444" y="515"/>
                  <a:pt x="442" y="519"/>
                  <a:pt x="441" y="523"/>
                </a:cubicBezTo>
                <a:cubicBezTo>
                  <a:pt x="441" y="527"/>
                  <a:pt x="442" y="532"/>
                  <a:pt x="446" y="538"/>
                </a:cubicBezTo>
                <a:cubicBezTo>
                  <a:pt x="449" y="542"/>
                  <a:pt x="453" y="545"/>
                  <a:pt x="457" y="547"/>
                </a:cubicBezTo>
                <a:cubicBezTo>
                  <a:pt x="461" y="548"/>
                  <a:pt x="465" y="548"/>
                  <a:pt x="469" y="545"/>
                </a:cubicBezTo>
                <a:cubicBezTo>
                  <a:pt x="471" y="543"/>
                  <a:pt x="473" y="542"/>
                  <a:pt x="473" y="540"/>
                </a:cubicBezTo>
                <a:cubicBezTo>
                  <a:pt x="474" y="538"/>
                  <a:pt x="475" y="536"/>
                  <a:pt x="474" y="533"/>
                </a:cubicBezTo>
                <a:cubicBezTo>
                  <a:pt x="478" y="538"/>
                  <a:pt x="478" y="538"/>
                  <a:pt x="478" y="538"/>
                </a:cubicBezTo>
                <a:cubicBezTo>
                  <a:pt x="481" y="536"/>
                  <a:pt x="481" y="536"/>
                  <a:pt x="481" y="536"/>
                </a:cubicBezTo>
                <a:cubicBezTo>
                  <a:pt x="470" y="521"/>
                  <a:pt x="470" y="521"/>
                  <a:pt x="470" y="521"/>
                </a:cubicBezTo>
                <a:cubicBezTo>
                  <a:pt x="458" y="529"/>
                  <a:pt x="458" y="529"/>
                  <a:pt x="458" y="529"/>
                </a:cubicBezTo>
                <a:cubicBezTo>
                  <a:pt x="460" y="532"/>
                  <a:pt x="460" y="532"/>
                  <a:pt x="460" y="532"/>
                </a:cubicBezTo>
                <a:cubicBezTo>
                  <a:pt x="468" y="526"/>
                  <a:pt x="468" y="526"/>
                  <a:pt x="468" y="526"/>
                </a:cubicBezTo>
                <a:cubicBezTo>
                  <a:pt x="470" y="529"/>
                  <a:pt x="471" y="532"/>
                  <a:pt x="471" y="534"/>
                </a:cubicBezTo>
                <a:cubicBezTo>
                  <a:pt x="471" y="537"/>
                  <a:pt x="470" y="540"/>
                  <a:pt x="468" y="542"/>
                </a:cubicBezTo>
                <a:cubicBezTo>
                  <a:pt x="465" y="543"/>
                  <a:pt x="462" y="544"/>
                  <a:pt x="459" y="543"/>
                </a:cubicBezTo>
                <a:cubicBezTo>
                  <a:pt x="456" y="542"/>
                  <a:pt x="453" y="539"/>
                  <a:pt x="450" y="535"/>
                </a:cubicBezTo>
                <a:cubicBezTo>
                  <a:pt x="447" y="531"/>
                  <a:pt x="446" y="528"/>
                  <a:pt x="446" y="524"/>
                </a:cubicBezTo>
                <a:cubicBezTo>
                  <a:pt x="445" y="521"/>
                  <a:pt x="447" y="518"/>
                  <a:pt x="450" y="516"/>
                </a:cubicBezTo>
                <a:cubicBezTo>
                  <a:pt x="454" y="513"/>
                  <a:pt x="458" y="514"/>
                  <a:pt x="462" y="517"/>
                </a:cubicBezTo>
                <a:cubicBezTo>
                  <a:pt x="464" y="514"/>
                  <a:pt x="464" y="514"/>
                  <a:pt x="464" y="514"/>
                </a:cubicBezTo>
                <a:close/>
                <a:moveTo>
                  <a:pt x="485" y="485"/>
                </a:moveTo>
                <a:cubicBezTo>
                  <a:pt x="467" y="500"/>
                  <a:pt x="467" y="500"/>
                  <a:pt x="467" y="500"/>
                </a:cubicBezTo>
                <a:cubicBezTo>
                  <a:pt x="491" y="528"/>
                  <a:pt x="491" y="528"/>
                  <a:pt x="491" y="528"/>
                </a:cubicBezTo>
                <a:cubicBezTo>
                  <a:pt x="509" y="513"/>
                  <a:pt x="509" y="513"/>
                  <a:pt x="509" y="513"/>
                </a:cubicBezTo>
                <a:cubicBezTo>
                  <a:pt x="507" y="510"/>
                  <a:pt x="507" y="510"/>
                  <a:pt x="507" y="510"/>
                </a:cubicBezTo>
                <a:cubicBezTo>
                  <a:pt x="492" y="523"/>
                  <a:pt x="492" y="523"/>
                  <a:pt x="492" y="523"/>
                </a:cubicBezTo>
                <a:cubicBezTo>
                  <a:pt x="483" y="512"/>
                  <a:pt x="483" y="512"/>
                  <a:pt x="483" y="512"/>
                </a:cubicBezTo>
                <a:cubicBezTo>
                  <a:pt x="494" y="502"/>
                  <a:pt x="494" y="502"/>
                  <a:pt x="494" y="502"/>
                </a:cubicBezTo>
                <a:cubicBezTo>
                  <a:pt x="491" y="500"/>
                  <a:pt x="491" y="500"/>
                  <a:pt x="491" y="500"/>
                </a:cubicBezTo>
                <a:cubicBezTo>
                  <a:pt x="480" y="509"/>
                  <a:pt x="480" y="509"/>
                  <a:pt x="480" y="509"/>
                </a:cubicBezTo>
                <a:cubicBezTo>
                  <a:pt x="473" y="500"/>
                  <a:pt x="473" y="500"/>
                  <a:pt x="473" y="500"/>
                </a:cubicBezTo>
                <a:cubicBezTo>
                  <a:pt x="487" y="488"/>
                  <a:pt x="487" y="488"/>
                  <a:pt x="487" y="488"/>
                </a:cubicBezTo>
                <a:cubicBezTo>
                  <a:pt x="485" y="485"/>
                  <a:pt x="485" y="485"/>
                  <a:pt x="485" y="485"/>
                </a:cubicBezTo>
                <a:close/>
                <a:moveTo>
                  <a:pt x="501" y="472"/>
                </a:moveTo>
                <a:cubicBezTo>
                  <a:pt x="499" y="475"/>
                  <a:pt x="498" y="478"/>
                  <a:pt x="499" y="481"/>
                </a:cubicBezTo>
                <a:cubicBezTo>
                  <a:pt x="500" y="484"/>
                  <a:pt x="502" y="487"/>
                  <a:pt x="506" y="490"/>
                </a:cubicBezTo>
                <a:cubicBezTo>
                  <a:pt x="510" y="494"/>
                  <a:pt x="514" y="496"/>
                  <a:pt x="517" y="496"/>
                </a:cubicBezTo>
                <a:cubicBezTo>
                  <a:pt x="520" y="496"/>
                  <a:pt x="523" y="495"/>
                  <a:pt x="525" y="493"/>
                </a:cubicBezTo>
                <a:cubicBezTo>
                  <a:pt x="527" y="490"/>
                  <a:pt x="528" y="487"/>
                  <a:pt x="526" y="484"/>
                </a:cubicBezTo>
                <a:cubicBezTo>
                  <a:pt x="526" y="480"/>
                  <a:pt x="523" y="477"/>
                  <a:pt x="520" y="474"/>
                </a:cubicBezTo>
                <a:cubicBezTo>
                  <a:pt x="516" y="471"/>
                  <a:pt x="512" y="469"/>
                  <a:pt x="508" y="469"/>
                </a:cubicBezTo>
                <a:cubicBezTo>
                  <a:pt x="506" y="469"/>
                  <a:pt x="503" y="470"/>
                  <a:pt x="501" y="472"/>
                </a:cubicBezTo>
                <a:close/>
                <a:moveTo>
                  <a:pt x="498" y="470"/>
                </a:moveTo>
                <a:cubicBezTo>
                  <a:pt x="496" y="473"/>
                  <a:pt x="494" y="476"/>
                  <a:pt x="495" y="480"/>
                </a:cubicBezTo>
                <a:cubicBezTo>
                  <a:pt x="495" y="485"/>
                  <a:pt x="498" y="490"/>
                  <a:pt x="503" y="494"/>
                </a:cubicBezTo>
                <a:cubicBezTo>
                  <a:pt x="507" y="498"/>
                  <a:pt x="511" y="500"/>
                  <a:pt x="515" y="500"/>
                </a:cubicBezTo>
                <a:cubicBezTo>
                  <a:pt x="520" y="500"/>
                  <a:pt x="524" y="499"/>
                  <a:pt x="527" y="495"/>
                </a:cubicBezTo>
                <a:cubicBezTo>
                  <a:pt x="530" y="492"/>
                  <a:pt x="531" y="488"/>
                  <a:pt x="531" y="484"/>
                </a:cubicBezTo>
                <a:cubicBezTo>
                  <a:pt x="530" y="479"/>
                  <a:pt x="528" y="475"/>
                  <a:pt x="523" y="471"/>
                </a:cubicBezTo>
                <a:cubicBezTo>
                  <a:pt x="519" y="467"/>
                  <a:pt x="514" y="465"/>
                  <a:pt x="510" y="465"/>
                </a:cubicBezTo>
                <a:cubicBezTo>
                  <a:pt x="505" y="464"/>
                  <a:pt x="502" y="466"/>
                  <a:pt x="498" y="470"/>
                </a:cubicBezTo>
                <a:close/>
                <a:moveTo>
                  <a:pt x="534" y="439"/>
                </a:moveTo>
                <a:cubicBezTo>
                  <a:pt x="528" y="437"/>
                  <a:pt x="523" y="439"/>
                  <a:pt x="520" y="444"/>
                </a:cubicBezTo>
                <a:cubicBezTo>
                  <a:pt x="518" y="447"/>
                  <a:pt x="517" y="450"/>
                  <a:pt x="517" y="453"/>
                </a:cubicBezTo>
                <a:cubicBezTo>
                  <a:pt x="518" y="456"/>
                  <a:pt x="519" y="458"/>
                  <a:pt x="522" y="459"/>
                </a:cubicBezTo>
                <a:cubicBezTo>
                  <a:pt x="524" y="461"/>
                  <a:pt x="526" y="462"/>
                  <a:pt x="528" y="461"/>
                </a:cubicBezTo>
                <a:cubicBezTo>
                  <a:pt x="530" y="461"/>
                  <a:pt x="533" y="459"/>
                  <a:pt x="536" y="456"/>
                </a:cubicBezTo>
                <a:cubicBezTo>
                  <a:pt x="538" y="455"/>
                  <a:pt x="538" y="455"/>
                  <a:pt x="538" y="455"/>
                </a:cubicBezTo>
                <a:cubicBezTo>
                  <a:pt x="540" y="453"/>
                  <a:pt x="542" y="452"/>
                  <a:pt x="543" y="452"/>
                </a:cubicBezTo>
                <a:cubicBezTo>
                  <a:pt x="545" y="451"/>
                  <a:pt x="547" y="451"/>
                  <a:pt x="548" y="453"/>
                </a:cubicBezTo>
                <a:cubicBezTo>
                  <a:pt x="550" y="454"/>
                  <a:pt x="551" y="455"/>
                  <a:pt x="551" y="456"/>
                </a:cubicBezTo>
                <a:cubicBezTo>
                  <a:pt x="552" y="458"/>
                  <a:pt x="551" y="461"/>
                  <a:pt x="549" y="463"/>
                </a:cubicBezTo>
                <a:cubicBezTo>
                  <a:pt x="548" y="465"/>
                  <a:pt x="547" y="466"/>
                  <a:pt x="545" y="467"/>
                </a:cubicBezTo>
                <a:cubicBezTo>
                  <a:pt x="543" y="468"/>
                  <a:pt x="541" y="468"/>
                  <a:pt x="538" y="467"/>
                </a:cubicBezTo>
                <a:cubicBezTo>
                  <a:pt x="537" y="471"/>
                  <a:pt x="537" y="471"/>
                  <a:pt x="537" y="471"/>
                </a:cubicBezTo>
                <a:cubicBezTo>
                  <a:pt x="540" y="472"/>
                  <a:pt x="543" y="472"/>
                  <a:pt x="545" y="471"/>
                </a:cubicBezTo>
                <a:cubicBezTo>
                  <a:pt x="548" y="470"/>
                  <a:pt x="550" y="468"/>
                  <a:pt x="552" y="465"/>
                </a:cubicBezTo>
                <a:cubicBezTo>
                  <a:pt x="554" y="462"/>
                  <a:pt x="555" y="459"/>
                  <a:pt x="555" y="456"/>
                </a:cubicBezTo>
                <a:cubicBezTo>
                  <a:pt x="555" y="453"/>
                  <a:pt x="553" y="450"/>
                  <a:pt x="550" y="449"/>
                </a:cubicBezTo>
                <a:cubicBezTo>
                  <a:pt x="548" y="447"/>
                  <a:pt x="546" y="446"/>
                  <a:pt x="544" y="447"/>
                </a:cubicBezTo>
                <a:cubicBezTo>
                  <a:pt x="542" y="447"/>
                  <a:pt x="539" y="449"/>
                  <a:pt x="535" y="452"/>
                </a:cubicBezTo>
                <a:cubicBezTo>
                  <a:pt x="534" y="453"/>
                  <a:pt x="534" y="453"/>
                  <a:pt x="534" y="453"/>
                </a:cubicBezTo>
                <a:cubicBezTo>
                  <a:pt x="532" y="455"/>
                  <a:pt x="530" y="456"/>
                  <a:pt x="529" y="457"/>
                </a:cubicBezTo>
                <a:cubicBezTo>
                  <a:pt x="527" y="457"/>
                  <a:pt x="526" y="457"/>
                  <a:pt x="524" y="456"/>
                </a:cubicBezTo>
                <a:cubicBezTo>
                  <a:pt x="522" y="455"/>
                  <a:pt x="522" y="454"/>
                  <a:pt x="521" y="452"/>
                </a:cubicBezTo>
                <a:cubicBezTo>
                  <a:pt x="521" y="450"/>
                  <a:pt x="522" y="448"/>
                  <a:pt x="523" y="446"/>
                </a:cubicBezTo>
                <a:cubicBezTo>
                  <a:pt x="525" y="443"/>
                  <a:pt x="528" y="442"/>
                  <a:pt x="533" y="443"/>
                </a:cubicBezTo>
                <a:cubicBezTo>
                  <a:pt x="534" y="439"/>
                  <a:pt x="534" y="439"/>
                  <a:pt x="534" y="439"/>
                </a:cubicBezTo>
                <a:close/>
                <a:moveTo>
                  <a:pt x="563" y="328"/>
                </a:moveTo>
                <a:cubicBezTo>
                  <a:pt x="563" y="332"/>
                  <a:pt x="563" y="332"/>
                  <a:pt x="563" y="332"/>
                </a:cubicBezTo>
                <a:cubicBezTo>
                  <a:pt x="582" y="334"/>
                  <a:pt x="582" y="334"/>
                  <a:pt x="582" y="334"/>
                </a:cubicBezTo>
                <a:cubicBezTo>
                  <a:pt x="583" y="334"/>
                  <a:pt x="587" y="335"/>
                  <a:pt x="595" y="335"/>
                </a:cubicBezTo>
                <a:cubicBezTo>
                  <a:pt x="594" y="336"/>
                  <a:pt x="594" y="336"/>
                  <a:pt x="594" y="336"/>
                </a:cubicBezTo>
                <a:cubicBezTo>
                  <a:pt x="594" y="336"/>
                  <a:pt x="592" y="337"/>
                  <a:pt x="589" y="338"/>
                </a:cubicBezTo>
                <a:cubicBezTo>
                  <a:pt x="587" y="339"/>
                  <a:pt x="585" y="339"/>
                  <a:pt x="583" y="340"/>
                </a:cubicBezTo>
                <a:cubicBezTo>
                  <a:pt x="561" y="348"/>
                  <a:pt x="561" y="348"/>
                  <a:pt x="561" y="348"/>
                </a:cubicBezTo>
                <a:cubicBezTo>
                  <a:pt x="560" y="355"/>
                  <a:pt x="560" y="355"/>
                  <a:pt x="560" y="355"/>
                </a:cubicBezTo>
                <a:cubicBezTo>
                  <a:pt x="597" y="359"/>
                  <a:pt x="597" y="359"/>
                  <a:pt x="597" y="359"/>
                </a:cubicBezTo>
                <a:cubicBezTo>
                  <a:pt x="598" y="355"/>
                  <a:pt x="598" y="355"/>
                  <a:pt x="598" y="355"/>
                </a:cubicBezTo>
                <a:cubicBezTo>
                  <a:pt x="576" y="353"/>
                  <a:pt x="576" y="353"/>
                  <a:pt x="576" y="353"/>
                </a:cubicBezTo>
                <a:cubicBezTo>
                  <a:pt x="575" y="353"/>
                  <a:pt x="573" y="352"/>
                  <a:pt x="571" y="352"/>
                </a:cubicBezTo>
                <a:cubicBezTo>
                  <a:pt x="567" y="352"/>
                  <a:pt x="565" y="352"/>
                  <a:pt x="564" y="352"/>
                </a:cubicBezTo>
                <a:cubicBezTo>
                  <a:pt x="564" y="351"/>
                  <a:pt x="564" y="351"/>
                  <a:pt x="564" y="351"/>
                </a:cubicBezTo>
                <a:cubicBezTo>
                  <a:pt x="572" y="348"/>
                  <a:pt x="575" y="347"/>
                  <a:pt x="576" y="347"/>
                </a:cubicBezTo>
                <a:cubicBezTo>
                  <a:pt x="600" y="338"/>
                  <a:pt x="600" y="338"/>
                  <a:pt x="600" y="338"/>
                </a:cubicBezTo>
                <a:cubicBezTo>
                  <a:pt x="600" y="332"/>
                  <a:pt x="600" y="332"/>
                  <a:pt x="600" y="332"/>
                </a:cubicBezTo>
                <a:cubicBezTo>
                  <a:pt x="563" y="328"/>
                  <a:pt x="563" y="328"/>
                  <a:pt x="563" y="328"/>
                </a:cubicBezTo>
                <a:close/>
                <a:moveTo>
                  <a:pt x="575" y="293"/>
                </a:moveTo>
                <a:cubicBezTo>
                  <a:pt x="572" y="294"/>
                  <a:pt x="570" y="295"/>
                  <a:pt x="568" y="297"/>
                </a:cubicBezTo>
                <a:cubicBezTo>
                  <a:pt x="566" y="300"/>
                  <a:pt x="564" y="303"/>
                  <a:pt x="564" y="307"/>
                </a:cubicBezTo>
                <a:cubicBezTo>
                  <a:pt x="564" y="311"/>
                  <a:pt x="566" y="314"/>
                  <a:pt x="569" y="317"/>
                </a:cubicBezTo>
                <a:cubicBezTo>
                  <a:pt x="572" y="321"/>
                  <a:pt x="577" y="322"/>
                  <a:pt x="583" y="323"/>
                </a:cubicBezTo>
                <a:cubicBezTo>
                  <a:pt x="589" y="323"/>
                  <a:pt x="593" y="322"/>
                  <a:pt x="597" y="319"/>
                </a:cubicBezTo>
                <a:cubicBezTo>
                  <a:pt x="601" y="316"/>
                  <a:pt x="603" y="312"/>
                  <a:pt x="603" y="307"/>
                </a:cubicBezTo>
                <a:cubicBezTo>
                  <a:pt x="603" y="300"/>
                  <a:pt x="600" y="296"/>
                  <a:pt x="593" y="294"/>
                </a:cubicBezTo>
                <a:cubicBezTo>
                  <a:pt x="591" y="298"/>
                  <a:pt x="591" y="298"/>
                  <a:pt x="591" y="298"/>
                </a:cubicBezTo>
                <a:cubicBezTo>
                  <a:pt x="597" y="299"/>
                  <a:pt x="599" y="302"/>
                  <a:pt x="599" y="307"/>
                </a:cubicBezTo>
                <a:cubicBezTo>
                  <a:pt x="599" y="310"/>
                  <a:pt x="598" y="313"/>
                  <a:pt x="596" y="315"/>
                </a:cubicBezTo>
                <a:cubicBezTo>
                  <a:pt x="593" y="317"/>
                  <a:pt x="589" y="318"/>
                  <a:pt x="583" y="318"/>
                </a:cubicBezTo>
                <a:cubicBezTo>
                  <a:pt x="579" y="318"/>
                  <a:pt x="575" y="317"/>
                  <a:pt x="572" y="315"/>
                </a:cubicBezTo>
                <a:cubicBezTo>
                  <a:pt x="569" y="313"/>
                  <a:pt x="568" y="310"/>
                  <a:pt x="568" y="307"/>
                </a:cubicBezTo>
                <a:cubicBezTo>
                  <a:pt x="568" y="302"/>
                  <a:pt x="571" y="299"/>
                  <a:pt x="576" y="298"/>
                </a:cubicBezTo>
                <a:cubicBezTo>
                  <a:pt x="575" y="293"/>
                  <a:pt x="575" y="293"/>
                  <a:pt x="575" y="293"/>
                </a:cubicBezTo>
                <a:close/>
                <a:moveTo>
                  <a:pt x="564" y="263"/>
                </a:moveTo>
                <a:cubicBezTo>
                  <a:pt x="565" y="287"/>
                  <a:pt x="565" y="287"/>
                  <a:pt x="565" y="287"/>
                </a:cubicBezTo>
                <a:cubicBezTo>
                  <a:pt x="602" y="284"/>
                  <a:pt x="602" y="284"/>
                  <a:pt x="602" y="284"/>
                </a:cubicBezTo>
                <a:cubicBezTo>
                  <a:pt x="601" y="261"/>
                  <a:pt x="601" y="261"/>
                  <a:pt x="601" y="261"/>
                </a:cubicBezTo>
                <a:cubicBezTo>
                  <a:pt x="597" y="261"/>
                  <a:pt x="597" y="261"/>
                  <a:pt x="597" y="261"/>
                </a:cubicBezTo>
                <a:cubicBezTo>
                  <a:pt x="598" y="280"/>
                  <a:pt x="598" y="280"/>
                  <a:pt x="598" y="280"/>
                </a:cubicBezTo>
                <a:cubicBezTo>
                  <a:pt x="584" y="281"/>
                  <a:pt x="584" y="281"/>
                  <a:pt x="584" y="281"/>
                </a:cubicBezTo>
                <a:cubicBezTo>
                  <a:pt x="583" y="267"/>
                  <a:pt x="583" y="267"/>
                  <a:pt x="583" y="267"/>
                </a:cubicBezTo>
                <a:cubicBezTo>
                  <a:pt x="579" y="267"/>
                  <a:pt x="579" y="267"/>
                  <a:pt x="579" y="267"/>
                </a:cubicBezTo>
                <a:cubicBezTo>
                  <a:pt x="580" y="281"/>
                  <a:pt x="580" y="281"/>
                  <a:pt x="580" y="281"/>
                </a:cubicBezTo>
                <a:cubicBezTo>
                  <a:pt x="568" y="282"/>
                  <a:pt x="568" y="282"/>
                  <a:pt x="568" y="282"/>
                </a:cubicBezTo>
                <a:cubicBezTo>
                  <a:pt x="567" y="263"/>
                  <a:pt x="567" y="263"/>
                  <a:pt x="567" y="263"/>
                </a:cubicBezTo>
                <a:lnTo>
                  <a:pt x="564" y="263"/>
                </a:lnTo>
                <a:close/>
              </a:path>
            </a:pathLst>
          </a:custGeom>
          <a:solidFill>
            <a:srgbClr val="C1C1C3">
              <a:alpha val="5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28" name="组合 27"/>
          <p:cNvGrpSpPr/>
          <p:nvPr userDrawn="1"/>
        </p:nvGrpSpPr>
        <p:grpSpPr bwMode="auto">
          <a:xfrm>
            <a:off x="-2" y="3648868"/>
            <a:ext cx="1692275" cy="787400"/>
            <a:chOff x="0" y="1272662"/>
            <a:chExt cx="1691680" cy="788186"/>
          </a:xfrm>
        </p:grpSpPr>
        <p:sp>
          <p:nvSpPr>
            <p:cNvPr id="29" name="矩形 28"/>
            <p:cNvSpPr/>
            <p:nvPr userDrawn="1"/>
          </p:nvSpPr>
          <p:spPr>
            <a:xfrm>
              <a:off x="0" y="1272662"/>
              <a:ext cx="1691680" cy="788186"/>
            </a:xfrm>
            <a:prstGeom prst="rect">
              <a:avLst/>
            </a:prstGeom>
            <a:solidFill>
              <a:srgbClr val="0062A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16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研究成果与应用</a:t>
              </a:r>
            </a:p>
          </p:txBody>
        </p:sp>
        <p:sp>
          <p:nvSpPr>
            <p:cNvPr id="30" name="等腰三角形 29"/>
            <p:cNvSpPr/>
            <p:nvPr userDrawn="1"/>
          </p:nvSpPr>
          <p:spPr>
            <a:xfrm rot="16200000">
              <a:off x="1547965" y="1594550"/>
              <a:ext cx="143018" cy="144411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5"/>
                    </a14:imgEffect>
                    <a14:imgEffect>
                      <a14:colorTemperature colorTemp="6300"/>
                    </a14:imgEffect>
                    <a14:imgEffect>
                      <a14:sharpenSoften amount="-4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74" t="4359" r="1774" b="424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矩形 5"/>
          <p:cNvSpPr/>
          <p:nvPr userDrawn="1"/>
        </p:nvSpPr>
        <p:spPr>
          <a:xfrm>
            <a:off x="0" y="19051"/>
            <a:ext cx="12192000" cy="6857999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84000">
                <a:schemeClr val="bg1">
                  <a:alpha val="90000"/>
                  <a:lumMod val="95000"/>
                </a:schemeClr>
              </a:gs>
            </a:gsLst>
            <a:lin ang="16200000" scaled="1"/>
            <a:tileRect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1692274" y="9524"/>
            <a:ext cx="10499725" cy="68675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0" y="0"/>
            <a:ext cx="1692275" cy="6858000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graphicFrame>
        <p:nvGraphicFramePr>
          <p:cNvPr id="9" name="表格 8"/>
          <p:cNvGraphicFramePr>
            <a:graphicFrameLocks noGrp="1"/>
          </p:cNvGraphicFramePr>
          <p:nvPr userDrawn="1"/>
        </p:nvGraphicFramePr>
        <p:xfrm>
          <a:off x="0" y="1268413"/>
          <a:ext cx="1692275" cy="396081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92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9216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绪论</a:t>
                      </a:r>
                    </a:p>
                  </a:txBody>
                  <a:tcPr marL="91472" marR="91472" marT="45729" marB="4572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21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研究方法与思路</a:t>
                      </a:r>
                    </a:p>
                  </a:txBody>
                  <a:tcPr marL="91472" marR="91472" marT="45729" marB="4572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1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关键技术与难点</a:t>
                      </a:r>
                    </a:p>
                  </a:txBody>
                  <a:tcPr marL="91472" marR="91472" marT="45729" marB="4572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1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0">
                          <a:solidFill>
                            <a:srgbClr val="2038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研究成果与应用</a:t>
                      </a:r>
                    </a:p>
                  </a:txBody>
                  <a:tcPr marL="91472" marR="91472" marT="45729" marB="4572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2162">
                <a:tc>
                  <a:txBody>
                    <a:bodyPr/>
                    <a:lstStyle/>
                    <a:p>
                      <a:pPr algn="ctr"/>
                      <a:endParaRPr lang="en-US" altLang="zh-CN" sz="1600">
                        <a:solidFill>
                          <a:schemeClr val="accent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72" marR="91472" marT="45729" marB="4572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0" name="组合 9"/>
          <p:cNvGrpSpPr/>
          <p:nvPr userDrawn="1"/>
        </p:nvGrpSpPr>
        <p:grpSpPr>
          <a:xfrm>
            <a:off x="47625" y="337367"/>
            <a:ext cx="1693999" cy="608785"/>
            <a:chOff x="10010007" y="372206"/>
            <a:chExt cx="1693999" cy="608785"/>
          </a:xfrm>
        </p:grpSpPr>
        <p:grpSp>
          <p:nvGrpSpPr>
            <p:cNvPr id="11" name="组合 10"/>
            <p:cNvGrpSpPr/>
            <p:nvPr/>
          </p:nvGrpSpPr>
          <p:grpSpPr>
            <a:xfrm>
              <a:off x="10010007" y="372206"/>
              <a:ext cx="623848" cy="608316"/>
              <a:chOff x="4391057" y="3538897"/>
              <a:chExt cx="1530350" cy="1492250"/>
            </a:xfrm>
          </p:grpSpPr>
          <p:sp>
            <p:nvSpPr>
              <p:cNvPr id="20" name="Freeform 6"/>
              <p:cNvSpPr/>
              <p:nvPr/>
            </p:nvSpPr>
            <p:spPr bwMode="auto">
              <a:xfrm>
                <a:off x="4545045" y="3700822"/>
                <a:ext cx="1225550" cy="1182688"/>
              </a:xfrm>
              <a:custGeom>
                <a:avLst/>
                <a:gdLst>
                  <a:gd name="T0" fmla="*/ 248 w 496"/>
                  <a:gd name="T1" fmla="*/ 0 h 479"/>
                  <a:gd name="T2" fmla="*/ 423 w 496"/>
                  <a:gd name="T3" fmla="*/ 70 h 479"/>
                  <a:gd name="T4" fmla="*/ 496 w 496"/>
                  <a:gd name="T5" fmla="*/ 240 h 479"/>
                  <a:gd name="T6" fmla="*/ 423 w 496"/>
                  <a:gd name="T7" fmla="*/ 409 h 479"/>
                  <a:gd name="T8" fmla="*/ 248 w 496"/>
                  <a:gd name="T9" fmla="*/ 479 h 479"/>
                  <a:gd name="T10" fmla="*/ 72 w 496"/>
                  <a:gd name="T11" fmla="*/ 409 h 479"/>
                  <a:gd name="T12" fmla="*/ 0 w 496"/>
                  <a:gd name="T13" fmla="*/ 240 h 479"/>
                  <a:gd name="T14" fmla="*/ 72 w 496"/>
                  <a:gd name="T15" fmla="*/ 70 h 479"/>
                  <a:gd name="T16" fmla="*/ 248 w 496"/>
                  <a:gd name="T17" fmla="*/ 0 h 4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96" h="479">
                    <a:moveTo>
                      <a:pt x="248" y="0"/>
                    </a:moveTo>
                    <a:cubicBezTo>
                      <a:pt x="316" y="0"/>
                      <a:pt x="378" y="27"/>
                      <a:pt x="423" y="70"/>
                    </a:cubicBezTo>
                    <a:cubicBezTo>
                      <a:pt x="468" y="114"/>
                      <a:pt x="496" y="173"/>
                      <a:pt x="496" y="240"/>
                    </a:cubicBezTo>
                    <a:cubicBezTo>
                      <a:pt x="496" y="306"/>
                      <a:pt x="468" y="366"/>
                      <a:pt x="423" y="409"/>
                    </a:cubicBezTo>
                    <a:cubicBezTo>
                      <a:pt x="378" y="452"/>
                      <a:pt x="316" y="479"/>
                      <a:pt x="248" y="479"/>
                    </a:cubicBezTo>
                    <a:cubicBezTo>
                      <a:pt x="179" y="479"/>
                      <a:pt x="117" y="452"/>
                      <a:pt x="72" y="409"/>
                    </a:cubicBezTo>
                    <a:cubicBezTo>
                      <a:pt x="27" y="366"/>
                      <a:pt x="0" y="306"/>
                      <a:pt x="0" y="240"/>
                    </a:cubicBezTo>
                    <a:cubicBezTo>
                      <a:pt x="0" y="173"/>
                      <a:pt x="27" y="114"/>
                      <a:pt x="72" y="70"/>
                    </a:cubicBezTo>
                    <a:cubicBezTo>
                      <a:pt x="117" y="27"/>
                      <a:pt x="179" y="0"/>
                      <a:pt x="248" y="0"/>
                    </a:cubicBezTo>
                    <a:close/>
                  </a:path>
                </a:pathLst>
              </a:custGeom>
              <a:solidFill>
                <a:srgbClr val="0062A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" name="Freeform 7"/>
              <p:cNvSpPr>
                <a:spLocks noEditPoints="1"/>
              </p:cNvSpPr>
              <p:nvPr/>
            </p:nvSpPr>
            <p:spPr bwMode="auto">
              <a:xfrm>
                <a:off x="4435507" y="4092935"/>
                <a:ext cx="1446213" cy="898525"/>
              </a:xfrm>
              <a:custGeom>
                <a:avLst/>
                <a:gdLst>
                  <a:gd name="T0" fmla="*/ 557 w 585"/>
                  <a:gd name="T1" fmla="*/ 16 h 364"/>
                  <a:gd name="T2" fmla="*/ 572 w 585"/>
                  <a:gd name="T3" fmla="*/ 26 h 364"/>
                  <a:gd name="T4" fmla="*/ 561 w 585"/>
                  <a:gd name="T5" fmla="*/ 15 h 364"/>
                  <a:gd name="T6" fmla="*/ 540 w 585"/>
                  <a:gd name="T7" fmla="*/ 136 h 364"/>
                  <a:gd name="T8" fmla="*/ 568 w 585"/>
                  <a:gd name="T9" fmla="*/ 163 h 364"/>
                  <a:gd name="T10" fmla="*/ 529 w 585"/>
                  <a:gd name="T11" fmla="*/ 171 h 364"/>
                  <a:gd name="T12" fmla="*/ 523 w 585"/>
                  <a:gd name="T13" fmla="*/ 200 h 364"/>
                  <a:gd name="T14" fmla="*/ 543 w 585"/>
                  <a:gd name="T15" fmla="*/ 215 h 364"/>
                  <a:gd name="T16" fmla="*/ 30 w 585"/>
                  <a:gd name="T17" fmla="*/ 29 h 364"/>
                  <a:gd name="T18" fmla="*/ 14 w 585"/>
                  <a:gd name="T19" fmla="*/ 30 h 364"/>
                  <a:gd name="T20" fmla="*/ 30 w 585"/>
                  <a:gd name="T21" fmla="*/ 33 h 364"/>
                  <a:gd name="T22" fmla="*/ 2 w 585"/>
                  <a:gd name="T23" fmla="*/ 38 h 364"/>
                  <a:gd name="T24" fmla="*/ 38 w 585"/>
                  <a:gd name="T25" fmla="*/ 81 h 364"/>
                  <a:gd name="T26" fmla="*/ 2 w 585"/>
                  <a:gd name="T27" fmla="*/ 114 h 364"/>
                  <a:gd name="T28" fmla="*/ 1 w 585"/>
                  <a:gd name="T29" fmla="*/ 93 h 364"/>
                  <a:gd name="T30" fmla="*/ 20 w 585"/>
                  <a:gd name="T31" fmla="*/ 115 h 364"/>
                  <a:gd name="T32" fmla="*/ 31 w 585"/>
                  <a:gd name="T33" fmla="*/ 134 h 364"/>
                  <a:gd name="T34" fmla="*/ 18 w 585"/>
                  <a:gd name="T35" fmla="*/ 134 h 364"/>
                  <a:gd name="T36" fmla="*/ 42 w 585"/>
                  <a:gd name="T37" fmla="*/ 220 h 364"/>
                  <a:gd name="T38" fmla="*/ 38 w 585"/>
                  <a:gd name="T39" fmla="*/ 211 h 364"/>
                  <a:gd name="T40" fmla="*/ 65 w 585"/>
                  <a:gd name="T41" fmla="*/ 251 h 364"/>
                  <a:gd name="T42" fmla="*/ 49 w 585"/>
                  <a:gd name="T43" fmla="*/ 239 h 364"/>
                  <a:gd name="T44" fmla="*/ 63 w 585"/>
                  <a:gd name="T45" fmla="*/ 257 h 364"/>
                  <a:gd name="T46" fmla="*/ 128 w 585"/>
                  <a:gd name="T47" fmla="*/ 268 h 364"/>
                  <a:gd name="T48" fmla="*/ 95 w 585"/>
                  <a:gd name="T49" fmla="*/ 283 h 364"/>
                  <a:gd name="T50" fmla="*/ 132 w 585"/>
                  <a:gd name="T51" fmla="*/ 272 h 364"/>
                  <a:gd name="T52" fmla="*/ 138 w 585"/>
                  <a:gd name="T53" fmla="*/ 296 h 364"/>
                  <a:gd name="T54" fmla="*/ 159 w 585"/>
                  <a:gd name="T55" fmla="*/ 311 h 364"/>
                  <a:gd name="T56" fmla="*/ 174 w 585"/>
                  <a:gd name="T57" fmla="*/ 311 h 364"/>
                  <a:gd name="T58" fmla="*/ 163 w 585"/>
                  <a:gd name="T59" fmla="*/ 316 h 364"/>
                  <a:gd name="T60" fmla="*/ 190 w 585"/>
                  <a:gd name="T61" fmla="*/ 308 h 364"/>
                  <a:gd name="T62" fmla="*/ 193 w 585"/>
                  <a:gd name="T63" fmla="*/ 342 h 364"/>
                  <a:gd name="T64" fmla="*/ 194 w 585"/>
                  <a:gd name="T65" fmla="*/ 346 h 364"/>
                  <a:gd name="T66" fmla="*/ 191 w 585"/>
                  <a:gd name="T67" fmla="*/ 312 h 364"/>
                  <a:gd name="T68" fmla="*/ 218 w 585"/>
                  <a:gd name="T69" fmla="*/ 318 h 364"/>
                  <a:gd name="T70" fmla="*/ 238 w 585"/>
                  <a:gd name="T71" fmla="*/ 326 h 364"/>
                  <a:gd name="T72" fmla="*/ 268 w 585"/>
                  <a:gd name="T73" fmla="*/ 364 h 364"/>
                  <a:gd name="T74" fmla="*/ 273 w 585"/>
                  <a:gd name="T75" fmla="*/ 343 h 364"/>
                  <a:gd name="T76" fmla="*/ 338 w 585"/>
                  <a:gd name="T77" fmla="*/ 354 h 364"/>
                  <a:gd name="T78" fmla="*/ 351 w 585"/>
                  <a:gd name="T79" fmla="*/ 325 h 364"/>
                  <a:gd name="T80" fmla="*/ 338 w 585"/>
                  <a:gd name="T81" fmla="*/ 322 h 364"/>
                  <a:gd name="T82" fmla="*/ 371 w 585"/>
                  <a:gd name="T83" fmla="*/ 336 h 364"/>
                  <a:gd name="T84" fmla="*/ 431 w 585"/>
                  <a:gd name="T85" fmla="*/ 291 h 364"/>
                  <a:gd name="T86" fmla="*/ 442 w 585"/>
                  <a:gd name="T87" fmla="*/ 307 h 364"/>
                  <a:gd name="T88" fmla="*/ 451 w 585"/>
                  <a:gd name="T89" fmla="*/ 320 h 364"/>
                  <a:gd name="T90" fmla="*/ 466 w 585"/>
                  <a:gd name="T91" fmla="*/ 260 h 364"/>
                  <a:gd name="T92" fmla="*/ 475 w 585"/>
                  <a:gd name="T93" fmla="*/ 277 h 364"/>
                  <a:gd name="T94" fmla="*/ 490 w 585"/>
                  <a:gd name="T95" fmla="*/ 244 h 364"/>
                  <a:gd name="T96" fmla="*/ 483 w 585"/>
                  <a:gd name="T97" fmla="*/ 247 h 364"/>
                  <a:gd name="T98" fmla="*/ 484 w 585"/>
                  <a:gd name="T99" fmla="*/ 269 h 364"/>
                  <a:gd name="T100" fmla="*/ 510 w 585"/>
                  <a:gd name="T101" fmla="*/ 236 h 364"/>
                  <a:gd name="T102" fmla="*/ 527 w 585"/>
                  <a:gd name="T103" fmla="*/ 242 h 364"/>
                  <a:gd name="T104" fmla="*/ 526 w 585"/>
                  <a:gd name="T105" fmla="*/ 222 h 364"/>
                  <a:gd name="T106" fmla="*/ 514 w 585"/>
                  <a:gd name="T107" fmla="*/ 218 h 364"/>
                  <a:gd name="T108" fmla="*/ 546 w 585"/>
                  <a:gd name="T109" fmla="*/ 127 h 364"/>
                  <a:gd name="T110" fmla="*/ 564 w 585"/>
                  <a:gd name="T111" fmla="*/ 115 h 364"/>
                  <a:gd name="T112" fmla="*/ 557 w 585"/>
                  <a:gd name="T113" fmla="*/ 68 h 364"/>
                  <a:gd name="T114" fmla="*/ 573 w 585"/>
                  <a:gd name="T115" fmla="*/ 73 h 364"/>
                  <a:gd name="T116" fmla="*/ 549 w 585"/>
                  <a:gd name="T117" fmla="*/ 72 h 364"/>
                  <a:gd name="T118" fmla="*/ 565 w 585"/>
                  <a:gd name="T119" fmla="*/ 42 h 364"/>
                  <a:gd name="T120" fmla="*/ 545 w 585"/>
                  <a:gd name="T121" fmla="*/ 38 h 3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585" h="364">
                    <a:moveTo>
                      <a:pt x="546" y="6"/>
                    </a:moveTo>
                    <a:cubicBezTo>
                      <a:pt x="548" y="10"/>
                      <a:pt x="548" y="10"/>
                      <a:pt x="548" y="10"/>
                    </a:cubicBezTo>
                    <a:cubicBezTo>
                      <a:pt x="544" y="12"/>
                      <a:pt x="543" y="15"/>
                      <a:pt x="544" y="19"/>
                    </a:cubicBezTo>
                    <a:cubicBezTo>
                      <a:pt x="544" y="22"/>
                      <a:pt x="545" y="23"/>
                      <a:pt x="547" y="24"/>
                    </a:cubicBezTo>
                    <a:cubicBezTo>
                      <a:pt x="548" y="25"/>
                      <a:pt x="550" y="25"/>
                      <a:pt x="551" y="25"/>
                    </a:cubicBezTo>
                    <a:cubicBezTo>
                      <a:pt x="553" y="25"/>
                      <a:pt x="555" y="24"/>
                      <a:pt x="556" y="22"/>
                    </a:cubicBezTo>
                    <a:cubicBezTo>
                      <a:pt x="556" y="21"/>
                      <a:pt x="557" y="19"/>
                      <a:pt x="557" y="16"/>
                    </a:cubicBezTo>
                    <a:cubicBezTo>
                      <a:pt x="557" y="14"/>
                      <a:pt x="557" y="14"/>
                      <a:pt x="557" y="14"/>
                    </a:cubicBezTo>
                    <a:cubicBezTo>
                      <a:pt x="557" y="10"/>
                      <a:pt x="558" y="6"/>
                      <a:pt x="559" y="4"/>
                    </a:cubicBezTo>
                    <a:cubicBezTo>
                      <a:pt x="560" y="3"/>
                      <a:pt x="562" y="2"/>
                      <a:pt x="565" y="1"/>
                    </a:cubicBezTo>
                    <a:cubicBezTo>
                      <a:pt x="568" y="0"/>
                      <a:pt x="571" y="1"/>
                      <a:pt x="573" y="3"/>
                    </a:cubicBezTo>
                    <a:cubicBezTo>
                      <a:pt x="576" y="5"/>
                      <a:pt x="577" y="7"/>
                      <a:pt x="578" y="11"/>
                    </a:cubicBezTo>
                    <a:cubicBezTo>
                      <a:pt x="579" y="15"/>
                      <a:pt x="579" y="18"/>
                      <a:pt x="577" y="21"/>
                    </a:cubicBezTo>
                    <a:cubicBezTo>
                      <a:pt x="576" y="23"/>
                      <a:pt x="574" y="25"/>
                      <a:pt x="572" y="26"/>
                    </a:cubicBezTo>
                    <a:cubicBezTo>
                      <a:pt x="569" y="22"/>
                      <a:pt x="569" y="22"/>
                      <a:pt x="569" y="22"/>
                    </a:cubicBezTo>
                    <a:cubicBezTo>
                      <a:pt x="572" y="21"/>
                      <a:pt x="573" y="20"/>
                      <a:pt x="574" y="18"/>
                    </a:cubicBezTo>
                    <a:cubicBezTo>
                      <a:pt x="575" y="16"/>
                      <a:pt x="575" y="14"/>
                      <a:pt x="574" y="12"/>
                    </a:cubicBezTo>
                    <a:cubicBezTo>
                      <a:pt x="574" y="9"/>
                      <a:pt x="573" y="7"/>
                      <a:pt x="571" y="6"/>
                    </a:cubicBezTo>
                    <a:cubicBezTo>
                      <a:pt x="570" y="5"/>
                      <a:pt x="568" y="5"/>
                      <a:pt x="566" y="5"/>
                    </a:cubicBezTo>
                    <a:cubicBezTo>
                      <a:pt x="564" y="6"/>
                      <a:pt x="563" y="7"/>
                      <a:pt x="562" y="8"/>
                    </a:cubicBezTo>
                    <a:cubicBezTo>
                      <a:pt x="561" y="10"/>
                      <a:pt x="561" y="12"/>
                      <a:pt x="561" y="15"/>
                    </a:cubicBezTo>
                    <a:cubicBezTo>
                      <a:pt x="561" y="17"/>
                      <a:pt x="561" y="17"/>
                      <a:pt x="561" y="17"/>
                    </a:cubicBezTo>
                    <a:cubicBezTo>
                      <a:pt x="561" y="21"/>
                      <a:pt x="560" y="24"/>
                      <a:pt x="558" y="26"/>
                    </a:cubicBezTo>
                    <a:cubicBezTo>
                      <a:pt x="557" y="28"/>
                      <a:pt x="555" y="29"/>
                      <a:pt x="553" y="29"/>
                    </a:cubicBezTo>
                    <a:cubicBezTo>
                      <a:pt x="550" y="30"/>
                      <a:pt x="547" y="29"/>
                      <a:pt x="545" y="28"/>
                    </a:cubicBezTo>
                    <a:cubicBezTo>
                      <a:pt x="543" y="26"/>
                      <a:pt x="541" y="23"/>
                      <a:pt x="540" y="20"/>
                    </a:cubicBezTo>
                    <a:cubicBezTo>
                      <a:pt x="539" y="14"/>
                      <a:pt x="541" y="9"/>
                      <a:pt x="546" y="6"/>
                    </a:cubicBezTo>
                    <a:close/>
                    <a:moveTo>
                      <a:pt x="540" y="136"/>
                    </a:moveTo>
                    <a:cubicBezTo>
                      <a:pt x="543" y="137"/>
                      <a:pt x="543" y="137"/>
                      <a:pt x="543" y="137"/>
                    </a:cubicBezTo>
                    <a:cubicBezTo>
                      <a:pt x="539" y="156"/>
                      <a:pt x="539" y="156"/>
                      <a:pt x="539" y="156"/>
                    </a:cubicBezTo>
                    <a:cubicBezTo>
                      <a:pt x="551" y="158"/>
                      <a:pt x="551" y="158"/>
                      <a:pt x="551" y="158"/>
                    </a:cubicBezTo>
                    <a:cubicBezTo>
                      <a:pt x="554" y="144"/>
                      <a:pt x="554" y="144"/>
                      <a:pt x="554" y="144"/>
                    </a:cubicBezTo>
                    <a:cubicBezTo>
                      <a:pt x="558" y="145"/>
                      <a:pt x="558" y="145"/>
                      <a:pt x="558" y="145"/>
                    </a:cubicBezTo>
                    <a:cubicBezTo>
                      <a:pt x="554" y="159"/>
                      <a:pt x="554" y="159"/>
                      <a:pt x="554" y="159"/>
                    </a:cubicBezTo>
                    <a:cubicBezTo>
                      <a:pt x="568" y="163"/>
                      <a:pt x="568" y="163"/>
                      <a:pt x="568" y="163"/>
                    </a:cubicBezTo>
                    <a:cubicBezTo>
                      <a:pt x="573" y="144"/>
                      <a:pt x="573" y="144"/>
                      <a:pt x="573" y="144"/>
                    </a:cubicBezTo>
                    <a:cubicBezTo>
                      <a:pt x="576" y="144"/>
                      <a:pt x="576" y="144"/>
                      <a:pt x="576" y="144"/>
                    </a:cubicBezTo>
                    <a:cubicBezTo>
                      <a:pt x="571" y="168"/>
                      <a:pt x="571" y="168"/>
                      <a:pt x="571" y="168"/>
                    </a:cubicBezTo>
                    <a:cubicBezTo>
                      <a:pt x="535" y="159"/>
                      <a:pt x="535" y="159"/>
                      <a:pt x="535" y="159"/>
                    </a:cubicBezTo>
                    <a:cubicBezTo>
                      <a:pt x="540" y="136"/>
                      <a:pt x="540" y="136"/>
                      <a:pt x="540" y="136"/>
                    </a:cubicBezTo>
                    <a:close/>
                    <a:moveTo>
                      <a:pt x="530" y="167"/>
                    </a:moveTo>
                    <a:cubicBezTo>
                      <a:pt x="529" y="171"/>
                      <a:pt x="529" y="171"/>
                      <a:pt x="529" y="171"/>
                    </a:cubicBezTo>
                    <a:cubicBezTo>
                      <a:pt x="563" y="185"/>
                      <a:pt x="563" y="185"/>
                      <a:pt x="563" y="185"/>
                    </a:cubicBezTo>
                    <a:cubicBezTo>
                      <a:pt x="565" y="180"/>
                      <a:pt x="565" y="180"/>
                      <a:pt x="565" y="180"/>
                    </a:cubicBezTo>
                    <a:cubicBezTo>
                      <a:pt x="530" y="167"/>
                      <a:pt x="530" y="167"/>
                      <a:pt x="530" y="167"/>
                    </a:cubicBezTo>
                    <a:close/>
                    <a:moveTo>
                      <a:pt x="535" y="182"/>
                    </a:moveTo>
                    <a:cubicBezTo>
                      <a:pt x="534" y="187"/>
                      <a:pt x="534" y="187"/>
                      <a:pt x="534" y="187"/>
                    </a:cubicBezTo>
                    <a:cubicBezTo>
                      <a:pt x="529" y="185"/>
                      <a:pt x="525" y="187"/>
                      <a:pt x="523" y="191"/>
                    </a:cubicBezTo>
                    <a:cubicBezTo>
                      <a:pt x="521" y="194"/>
                      <a:pt x="521" y="197"/>
                      <a:pt x="523" y="200"/>
                    </a:cubicBezTo>
                    <a:cubicBezTo>
                      <a:pt x="525" y="203"/>
                      <a:pt x="528" y="206"/>
                      <a:pt x="532" y="208"/>
                    </a:cubicBezTo>
                    <a:cubicBezTo>
                      <a:pt x="537" y="210"/>
                      <a:pt x="541" y="211"/>
                      <a:pt x="544" y="211"/>
                    </a:cubicBezTo>
                    <a:cubicBezTo>
                      <a:pt x="547" y="210"/>
                      <a:pt x="549" y="208"/>
                      <a:pt x="551" y="206"/>
                    </a:cubicBezTo>
                    <a:cubicBezTo>
                      <a:pt x="553" y="201"/>
                      <a:pt x="552" y="197"/>
                      <a:pt x="548" y="193"/>
                    </a:cubicBezTo>
                    <a:cubicBezTo>
                      <a:pt x="551" y="190"/>
                      <a:pt x="551" y="190"/>
                      <a:pt x="551" y="190"/>
                    </a:cubicBezTo>
                    <a:cubicBezTo>
                      <a:pt x="556" y="195"/>
                      <a:pt x="557" y="201"/>
                      <a:pt x="554" y="207"/>
                    </a:cubicBezTo>
                    <a:cubicBezTo>
                      <a:pt x="552" y="212"/>
                      <a:pt x="548" y="214"/>
                      <a:pt x="543" y="215"/>
                    </a:cubicBezTo>
                    <a:cubicBezTo>
                      <a:pt x="539" y="216"/>
                      <a:pt x="535" y="215"/>
                      <a:pt x="530" y="212"/>
                    </a:cubicBezTo>
                    <a:cubicBezTo>
                      <a:pt x="524" y="209"/>
                      <a:pt x="520" y="205"/>
                      <a:pt x="519" y="201"/>
                    </a:cubicBezTo>
                    <a:cubicBezTo>
                      <a:pt x="517" y="197"/>
                      <a:pt x="518" y="193"/>
                      <a:pt x="520" y="189"/>
                    </a:cubicBezTo>
                    <a:cubicBezTo>
                      <a:pt x="521" y="186"/>
                      <a:pt x="524" y="184"/>
                      <a:pt x="527" y="183"/>
                    </a:cubicBezTo>
                    <a:cubicBezTo>
                      <a:pt x="529" y="182"/>
                      <a:pt x="532" y="182"/>
                      <a:pt x="535" y="182"/>
                    </a:cubicBezTo>
                    <a:close/>
                    <a:moveTo>
                      <a:pt x="30" y="33"/>
                    </a:moveTo>
                    <a:cubicBezTo>
                      <a:pt x="30" y="29"/>
                      <a:pt x="30" y="29"/>
                      <a:pt x="30" y="29"/>
                    </a:cubicBezTo>
                    <a:cubicBezTo>
                      <a:pt x="35" y="29"/>
                      <a:pt x="38" y="26"/>
                      <a:pt x="39" y="22"/>
                    </a:cubicBezTo>
                    <a:cubicBezTo>
                      <a:pt x="40" y="18"/>
                      <a:pt x="39" y="15"/>
                      <a:pt x="37" y="13"/>
                    </a:cubicBezTo>
                    <a:cubicBezTo>
                      <a:pt x="35" y="10"/>
                      <a:pt x="32" y="9"/>
                      <a:pt x="27" y="8"/>
                    </a:cubicBezTo>
                    <a:cubicBezTo>
                      <a:pt x="22" y="6"/>
                      <a:pt x="18" y="7"/>
                      <a:pt x="15" y="8"/>
                    </a:cubicBezTo>
                    <a:cubicBezTo>
                      <a:pt x="12" y="10"/>
                      <a:pt x="11" y="12"/>
                      <a:pt x="10" y="15"/>
                    </a:cubicBezTo>
                    <a:cubicBezTo>
                      <a:pt x="9" y="20"/>
                      <a:pt x="11" y="23"/>
                      <a:pt x="16" y="26"/>
                    </a:cubicBezTo>
                    <a:cubicBezTo>
                      <a:pt x="14" y="30"/>
                      <a:pt x="14" y="30"/>
                      <a:pt x="14" y="30"/>
                    </a:cubicBezTo>
                    <a:cubicBezTo>
                      <a:pt x="7" y="26"/>
                      <a:pt x="5" y="21"/>
                      <a:pt x="7" y="14"/>
                    </a:cubicBezTo>
                    <a:cubicBezTo>
                      <a:pt x="8" y="9"/>
                      <a:pt x="10" y="6"/>
                      <a:pt x="15" y="4"/>
                    </a:cubicBezTo>
                    <a:cubicBezTo>
                      <a:pt x="18" y="2"/>
                      <a:pt x="23" y="2"/>
                      <a:pt x="28" y="3"/>
                    </a:cubicBezTo>
                    <a:cubicBezTo>
                      <a:pt x="34" y="4"/>
                      <a:pt x="38" y="7"/>
                      <a:pt x="41" y="11"/>
                    </a:cubicBezTo>
                    <a:cubicBezTo>
                      <a:pt x="43" y="15"/>
                      <a:pt x="44" y="18"/>
                      <a:pt x="43" y="23"/>
                    </a:cubicBezTo>
                    <a:cubicBezTo>
                      <a:pt x="42" y="26"/>
                      <a:pt x="40" y="29"/>
                      <a:pt x="38" y="31"/>
                    </a:cubicBezTo>
                    <a:cubicBezTo>
                      <a:pt x="36" y="32"/>
                      <a:pt x="33" y="33"/>
                      <a:pt x="30" y="33"/>
                    </a:cubicBezTo>
                    <a:close/>
                    <a:moveTo>
                      <a:pt x="38" y="67"/>
                    </a:moveTo>
                    <a:cubicBezTo>
                      <a:pt x="0" y="65"/>
                      <a:pt x="0" y="65"/>
                      <a:pt x="0" y="65"/>
                    </a:cubicBezTo>
                    <a:cubicBezTo>
                      <a:pt x="1" y="61"/>
                      <a:pt x="1" y="61"/>
                      <a:pt x="1" y="61"/>
                    </a:cubicBezTo>
                    <a:cubicBezTo>
                      <a:pt x="18" y="62"/>
                      <a:pt x="18" y="62"/>
                      <a:pt x="18" y="62"/>
                    </a:cubicBezTo>
                    <a:cubicBezTo>
                      <a:pt x="19" y="43"/>
                      <a:pt x="19" y="43"/>
                      <a:pt x="19" y="43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2" y="38"/>
                      <a:pt x="2" y="38"/>
                      <a:pt x="2" y="38"/>
                    </a:cubicBezTo>
                    <a:cubicBezTo>
                      <a:pt x="39" y="40"/>
                      <a:pt x="39" y="40"/>
                      <a:pt x="39" y="40"/>
                    </a:cubicBezTo>
                    <a:cubicBezTo>
                      <a:pt x="39" y="44"/>
                      <a:pt x="39" y="44"/>
                      <a:pt x="39" y="44"/>
                    </a:cubicBezTo>
                    <a:cubicBezTo>
                      <a:pt x="23" y="44"/>
                      <a:pt x="23" y="44"/>
                      <a:pt x="23" y="44"/>
                    </a:cubicBezTo>
                    <a:cubicBezTo>
                      <a:pt x="22" y="62"/>
                      <a:pt x="22" y="62"/>
                      <a:pt x="22" y="62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7"/>
                      <a:pt x="38" y="67"/>
                      <a:pt x="38" y="67"/>
                    </a:cubicBezTo>
                    <a:close/>
                    <a:moveTo>
                      <a:pt x="38" y="81"/>
                    </a:moveTo>
                    <a:cubicBezTo>
                      <a:pt x="0" y="82"/>
                      <a:pt x="0" y="82"/>
                      <a:pt x="0" y="82"/>
                    </a:cubicBezTo>
                    <a:cubicBezTo>
                      <a:pt x="0" y="77"/>
                      <a:pt x="0" y="77"/>
                      <a:pt x="0" y="77"/>
                    </a:cubicBezTo>
                    <a:cubicBezTo>
                      <a:pt x="38" y="76"/>
                      <a:pt x="38" y="76"/>
                      <a:pt x="38" y="76"/>
                    </a:cubicBezTo>
                    <a:cubicBezTo>
                      <a:pt x="38" y="81"/>
                      <a:pt x="38" y="81"/>
                      <a:pt x="38" y="81"/>
                    </a:cubicBezTo>
                    <a:close/>
                    <a:moveTo>
                      <a:pt x="40" y="117"/>
                    </a:moveTo>
                    <a:cubicBezTo>
                      <a:pt x="3" y="120"/>
                      <a:pt x="3" y="120"/>
                      <a:pt x="3" y="120"/>
                    </a:cubicBezTo>
                    <a:cubicBezTo>
                      <a:pt x="2" y="114"/>
                      <a:pt x="2" y="114"/>
                      <a:pt x="2" y="114"/>
                    </a:cubicBezTo>
                    <a:cubicBezTo>
                      <a:pt x="24" y="101"/>
                      <a:pt x="24" y="101"/>
                      <a:pt x="24" y="101"/>
                    </a:cubicBezTo>
                    <a:cubicBezTo>
                      <a:pt x="24" y="101"/>
                      <a:pt x="28" y="99"/>
                      <a:pt x="34" y="95"/>
                    </a:cubicBezTo>
                    <a:cubicBezTo>
                      <a:pt x="34" y="94"/>
                      <a:pt x="34" y="94"/>
                      <a:pt x="34" y="94"/>
                    </a:cubicBezTo>
                    <a:cubicBezTo>
                      <a:pt x="34" y="94"/>
                      <a:pt x="31" y="95"/>
                      <a:pt x="28" y="95"/>
                    </a:cubicBezTo>
                    <a:cubicBezTo>
                      <a:pt x="26" y="95"/>
                      <a:pt x="24" y="95"/>
                      <a:pt x="22" y="95"/>
                    </a:cubicBezTo>
                    <a:cubicBezTo>
                      <a:pt x="1" y="97"/>
                      <a:pt x="1" y="97"/>
                      <a:pt x="1" y="97"/>
                    </a:cubicBezTo>
                    <a:cubicBezTo>
                      <a:pt x="1" y="93"/>
                      <a:pt x="1" y="93"/>
                      <a:pt x="1" y="93"/>
                    </a:cubicBezTo>
                    <a:cubicBezTo>
                      <a:pt x="38" y="90"/>
                      <a:pt x="38" y="90"/>
                      <a:pt x="38" y="90"/>
                    </a:cubicBezTo>
                    <a:cubicBezTo>
                      <a:pt x="38" y="97"/>
                      <a:pt x="38" y="97"/>
                      <a:pt x="38" y="97"/>
                    </a:cubicBezTo>
                    <a:cubicBezTo>
                      <a:pt x="18" y="109"/>
                      <a:pt x="18" y="109"/>
                      <a:pt x="18" y="109"/>
                    </a:cubicBezTo>
                    <a:cubicBezTo>
                      <a:pt x="17" y="110"/>
                      <a:pt x="15" y="111"/>
                      <a:pt x="13" y="112"/>
                    </a:cubicBezTo>
                    <a:cubicBezTo>
                      <a:pt x="10" y="114"/>
                      <a:pt x="8" y="115"/>
                      <a:pt x="8" y="115"/>
                    </a:cubicBezTo>
                    <a:cubicBezTo>
                      <a:pt x="8" y="116"/>
                      <a:pt x="8" y="116"/>
                      <a:pt x="8" y="116"/>
                    </a:cubicBezTo>
                    <a:cubicBezTo>
                      <a:pt x="15" y="115"/>
                      <a:pt x="19" y="115"/>
                      <a:pt x="20" y="115"/>
                    </a:cubicBezTo>
                    <a:cubicBezTo>
                      <a:pt x="40" y="113"/>
                      <a:pt x="40" y="113"/>
                      <a:pt x="40" y="113"/>
                    </a:cubicBezTo>
                    <a:cubicBezTo>
                      <a:pt x="40" y="117"/>
                      <a:pt x="40" y="117"/>
                      <a:pt x="40" y="117"/>
                    </a:cubicBezTo>
                    <a:close/>
                    <a:moveTo>
                      <a:pt x="24" y="145"/>
                    </a:moveTo>
                    <a:cubicBezTo>
                      <a:pt x="32" y="140"/>
                      <a:pt x="32" y="140"/>
                      <a:pt x="32" y="140"/>
                    </a:cubicBezTo>
                    <a:cubicBezTo>
                      <a:pt x="35" y="139"/>
                      <a:pt x="37" y="137"/>
                      <a:pt x="41" y="136"/>
                    </a:cubicBezTo>
                    <a:cubicBezTo>
                      <a:pt x="41" y="135"/>
                      <a:pt x="41" y="135"/>
                      <a:pt x="41" y="135"/>
                    </a:cubicBezTo>
                    <a:cubicBezTo>
                      <a:pt x="37" y="135"/>
                      <a:pt x="34" y="135"/>
                      <a:pt x="31" y="134"/>
                    </a:cubicBezTo>
                    <a:cubicBezTo>
                      <a:pt x="22" y="134"/>
                      <a:pt x="22" y="134"/>
                      <a:pt x="22" y="134"/>
                    </a:cubicBezTo>
                    <a:cubicBezTo>
                      <a:pt x="24" y="145"/>
                      <a:pt x="24" y="145"/>
                      <a:pt x="24" y="145"/>
                    </a:cubicBezTo>
                    <a:close/>
                    <a:moveTo>
                      <a:pt x="45" y="137"/>
                    </a:moveTo>
                    <a:cubicBezTo>
                      <a:pt x="11" y="157"/>
                      <a:pt x="11" y="157"/>
                      <a:pt x="11" y="157"/>
                    </a:cubicBezTo>
                    <a:cubicBezTo>
                      <a:pt x="10" y="153"/>
                      <a:pt x="10" y="153"/>
                      <a:pt x="10" y="153"/>
                    </a:cubicBezTo>
                    <a:cubicBezTo>
                      <a:pt x="21" y="147"/>
                      <a:pt x="21" y="147"/>
                      <a:pt x="21" y="147"/>
                    </a:cubicBezTo>
                    <a:cubicBezTo>
                      <a:pt x="18" y="134"/>
                      <a:pt x="18" y="134"/>
                      <a:pt x="18" y="134"/>
                    </a:cubicBezTo>
                    <a:cubicBezTo>
                      <a:pt x="6" y="133"/>
                      <a:pt x="6" y="133"/>
                      <a:pt x="6" y="133"/>
                    </a:cubicBezTo>
                    <a:cubicBezTo>
                      <a:pt x="5" y="129"/>
                      <a:pt x="5" y="129"/>
                      <a:pt x="5" y="129"/>
                    </a:cubicBezTo>
                    <a:cubicBezTo>
                      <a:pt x="44" y="132"/>
                      <a:pt x="44" y="132"/>
                      <a:pt x="44" y="132"/>
                    </a:cubicBezTo>
                    <a:cubicBezTo>
                      <a:pt x="45" y="137"/>
                      <a:pt x="45" y="137"/>
                      <a:pt x="45" y="137"/>
                    </a:cubicBezTo>
                    <a:close/>
                    <a:moveTo>
                      <a:pt x="75" y="206"/>
                    </a:moveTo>
                    <a:cubicBezTo>
                      <a:pt x="53" y="218"/>
                      <a:pt x="53" y="218"/>
                      <a:pt x="53" y="218"/>
                    </a:cubicBezTo>
                    <a:cubicBezTo>
                      <a:pt x="49" y="220"/>
                      <a:pt x="46" y="221"/>
                      <a:pt x="42" y="220"/>
                    </a:cubicBezTo>
                    <a:cubicBezTo>
                      <a:pt x="39" y="218"/>
                      <a:pt x="37" y="216"/>
                      <a:pt x="35" y="213"/>
                    </a:cubicBezTo>
                    <a:cubicBezTo>
                      <a:pt x="33" y="209"/>
                      <a:pt x="32" y="206"/>
                      <a:pt x="33" y="202"/>
                    </a:cubicBezTo>
                    <a:cubicBezTo>
                      <a:pt x="34" y="199"/>
                      <a:pt x="36" y="197"/>
                      <a:pt x="40" y="195"/>
                    </a:cubicBezTo>
                    <a:cubicBezTo>
                      <a:pt x="61" y="182"/>
                      <a:pt x="61" y="182"/>
                      <a:pt x="61" y="182"/>
                    </a:cubicBezTo>
                    <a:cubicBezTo>
                      <a:pt x="63" y="186"/>
                      <a:pt x="63" y="186"/>
                      <a:pt x="63" y="186"/>
                    </a:cubicBezTo>
                    <a:cubicBezTo>
                      <a:pt x="42" y="198"/>
                      <a:pt x="42" y="198"/>
                      <a:pt x="42" y="198"/>
                    </a:cubicBezTo>
                    <a:cubicBezTo>
                      <a:pt x="37" y="202"/>
                      <a:pt x="35" y="206"/>
                      <a:pt x="38" y="211"/>
                    </a:cubicBezTo>
                    <a:cubicBezTo>
                      <a:pt x="41" y="217"/>
                      <a:pt x="46" y="218"/>
                      <a:pt x="51" y="214"/>
                    </a:cubicBezTo>
                    <a:cubicBezTo>
                      <a:pt x="73" y="202"/>
                      <a:pt x="73" y="202"/>
                      <a:pt x="73" y="202"/>
                    </a:cubicBezTo>
                    <a:cubicBezTo>
                      <a:pt x="75" y="206"/>
                      <a:pt x="75" y="206"/>
                      <a:pt x="75" y="206"/>
                    </a:cubicBezTo>
                    <a:close/>
                    <a:moveTo>
                      <a:pt x="93" y="234"/>
                    </a:moveTo>
                    <a:cubicBezTo>
                      <a:pt x="90" y="231"/>
                      <a:pt x="90" y="231"/>
                      <a:pt x="90" y="231"/>
                    </a:cubicBezTo>
                    <a:cubicBezTo>
                      <a:pt x="75" y="243"/>
                      <a:pt x="75" y="243"/>
                      <a:pt x="75" y="243"/>
                    </a:cubicBezTo>
                    <a:cubicBezTo>
                      <a:pt x="74" y="244"/>
                      <a:pt x="71" y="247"/>
                      <a:pt x="65" y="251"/>
                    </a:cubicBezTo>
                    <a:cubicBezTo>
                      <a:pt x="65" y="251"/>
                      <a:pt x="65" y="251"/>
                      <a:pt x="65" y="251"/>
                    </a:cubicBezTo>
                    <a:cubicBezTo>
                      <a:pt x="65" y="250"/>
                      <a:pt x="66" y="248"/>
                      <a:pt x="67" y="246"/>
                    </a:cubicBezTo>
                    <a:cubicBezTo>
                      <a:pt x="68" y="243"/>
                      <a:pt x="69" y="241"/>
                      <a:pt x="70" y="239"/>
                    </a:cubicBezTo>
                    <a:cubicBezTo>
                      <a:pt x="80" y="218"/>
                      <a:pt x="80" y="218"/>
                      <a:pt x="80" y="218"/>
                    </a:cubicBezTo>
                    <a:cubicBezTo>
                      <a:pt x="76" y="213"/>
                      <a:pt x="76" y="213"/>
                      <a:pt x="76" y="213"/>
                    </a:cubicBezTo>
                    <a:cubicBezTo>
                      <a:pt x="47" y="236"/>
                      <a:pt x="47" y="236"/>
                      <a:pt x="47" y="236"/>
                    </a:cubicBezTo>
                    <a:cubicBezTo>
                      <a:pt x="49" y="239"/>
                      <a:pt x="49" y="239"/>
                      <a:pt x="49" y="239"/>
                    </a:cubicBezTo>
                    <a:cubicBezTo>
                      <a:pt x="66" y="226"/>
                      <a:pt x="66" y="226"/>
                      <a:pt x="66" y="226"/>
                    </a:cubicBezTo>
                    <a:cubicBezTo>
                      <a:pt x="67" y="225"/>
                      <a:pt x="68" y="224"/>
                      <a:pt x="70" y="222"/>
                    </a:cubicBezTo>
                    <a:cubicBezTo>
                      <a:pt x="73" y="220"/>
                      <a:pt x="74" y="219"/>
                      <a:pt x="75" y="218"/>
                    </a:cubicBezTo>
                    <a:cubicBezTo>
                      <a:pt x="76" y="219"/>
                      <a:pt x="76" y="219"/>
                      <a:pt x="76" y="219"/>
                    </a:cubicBezTo>
                    <a:cubicBezTo>
                      <a:pt x="72" y="226"/>
                      <a:pt x="71" y="229"/>
                      <a:pt x="70" y="230"/>
                    </a:cubicBezTo>
                    <a:cubicBezTo>
                      <a:pt x="60" y="253"/>
                      <a:pt x="60" y="253"/>
                      <a:pt x="60" y="253"/>
                    </a:cubicBezTo>
                    <a:cubicBezTo>
                      <a:pt x="63" y="257"/>
                      <a:pt x="63" y="257"/>
                      <a:pt x="63" y="257"/>
                    </a:cubicBezTo>
                    <a:cubicBezTo>
                      <a:pt x="93" y="234"/>
                      <a:pt x="93" y="234"/>
                      <a:pt x="93" y="234"/>
                    </a:cubicBezTo>
                    <a:close/>
                    <a:moveTo>
                      <a:pt x="102" y="244"/>
                    </a:moveTo>
                    <a:cubicBezTo>
                      <a:pt x="75" y="269"/>
                      <a:pt x="75" y="269"/>
                      <a:pt x="75" y="269"/>
                    </a:cubicBezTo>
                    <a:cubicBezTo>
                      <a:pt x="72" y="266"/>
                      <a:pt x="72" y="266"/>
                      <a:pt x="72" y="266"/>
                    </a:cubicBezTo>
                    <a:cubicBezTo>
                      <a:pt x="99" y="240"/>
                      <a:pt x="99" y="240"/>
                      <a:pt x="99" y="240"/>
                    </a:cubicBezTo>
                    <a:cubicBezTo>
                      <a:pt x="102" y="244"/>
                      <a:pt x="102" y="244"/>
                      <a:pt x="102" y="244"/>
                    </a:cubicBezTo>
                    <a:close/>
                    <a:moveTo>
                      <a:pt x="128" y="268"/>
                    </a:moveTo>
                    <a:cubicBezTo>
                      <a:pt x="95" y="288"/>
                      <a:pt x="95" y="288"/>
                      <a:pt x="95" y="288"/>
                    </a:cubicBezTo>
                    <a:cubicBezTo>
                      <a:pt x="91" y="285"/>
                      <a:pt x="91" y="285"/>
                      <a:pt x="91" y="285"/>
                    </a:cubicBezTo>
                    <a:cubicBezTo>
                      <a:pt x="106" y="249"/>
                      <a:pt x="106" y="249"/>
                      <a:pt x="106" y="249"/>
                    </a:cubicBezTo>
                    <a:cubicBezTo>
                      <a:pt x="110" y="252"/>
                      <a:pt x="110" y="252"/>
                      <a:pt x="110" y="252"/>
                    </a:cubicBezTo>
                    <a:cubicBezTo>
                      <a:pt x="101" y="272"/>
                      <a:pt x="101" y="272"/>
                      <a:pt x="101" y="272"/>
                    </a:cubicBezTo>
                    <a:cubicBezTo>
                      <a:pt x="100" y="273"/>
                      <a:pt x="99" y="275"/>
                      <a:pt x="98" y="278"/>
                    </a:cubicBezTo>
                    <a:cubicBezTo>
                      <a:pt x="97" y="280"/>
                      <a:pt x="96" y="282"/>
                      <a:pt x="95" y="283"/>
                    </a:cubicBezTo>
                    <a:cubicBezTo>
                      <a:pt x="96" y="284"/>
                      <a:pt x="96" y="284"/>
                      <a:pt x="96" y="284"/>
                    </a:cubicBezTo>
                    <a:cubicBezTo>
                      <a:pt x="97" y="283"/>
                      <a:pt x="98" y="282"/>
                      <a:pt x="101" y="280"/>
                    </a:cubicBezTo>
                    <a:cubicBezTo>
                      <a:pt x="103" y="279"/>
                      <a:pt x="105" y="278"/>
                      <a:pt x="106" y="277"/>
                    </a:cubicBezTo>
                    <a:cubicBezTo>
                      <a:pt x="125" y="265"/>
                      <a:pt x="125" y="265"/>
                      <a:pt x="125" y="265"/>
                    </a:cubicBezTo>
                    <a:cubicBezTo>
                      <a:pt x="128" y="268"/>
                      <a:pt x="128" y="268"/>
                      <a:pt x="128" y="268"/>
                    </a:cubicBezTo>
                    <a:close/>
                    <a:moveTo>
                      <a:pt x="151" y="286"/>
                    </a:moveTo>
                    <a:cubicBezTo>
                      <a:pt x="132" y="272"/>
                      <a:pt x="132" y="272"/>
                      <a:pt x="132" y="272"/>
                    </a:cubicBezTo>
                    <a:cubicBezTo>
                      <a:pt x="110" y="302"/>
                      <a:pt x="110" y="302"/>
                      <a:pt x="110" y="302"/>
                    </a:cubicBezTo>
                    <a:cubicBezTo>
                      <a:pt x="130" y="316"/>
                      <a:pt x="130" y="316"/>
                      <a:pt x="130" y="316"/>
                    </a:cubicBezTo>
                    <a:cubicBezTo>
                      <a:pt x="132" y="313"/>
                      <a:pt x="132" y="313"/>
                      <a:pt x="132" y="313"/>
                    </a:cubicBezTo>
                    <a:cubicBezTo>
                      <a:pt x="116" y="302"/>
                      <a:pt x="116" y="302"/>
                      <a:pt x="116" y="302"/>
                    </a:cubicBezTo>
                    <a:cubicBezTo>
                      <a:pt x="124" y="290"/>
                      <a:pt x="124" y="290"/>
                      <a:pt x="124" y="290"/>
                    </a:cubicBezTo>
                    <a:cubicBezTo>
                      <a:pt x="136" y="299"/>
                      <a:pt x="136" y="299"/>
                      <a:pt x="136" y="299"/>
                    </a:cubicBezTo>
                    <a:cubicBezTo>
                      <a:pt x="138" y="296"/>
                      <a:pt x="138" y="296"/>
                      <a:pt x="138" y="296"/>
                    </a:cubicBezTo>
                    <a:cubicBezTo>
                      <a:pt x="127" y="287"/>
                      <a:pt x="127" y="287"/>
                      <a:pt x="127" y="287"/>
                    </a:cubicBezTo>
                    <a:cubicBezTo>
                      <a:pt x="134" y="278"/>
                      <a:pt x="134" y="278"/>
                      <a:pt x="134" y="278"/>
                    </a:cubicBezTo>
                    <a:cubicBezTo>
                      <a:pt x="149" y="289"/>
                      <a:pt x="149" y="289"/>
                      <a:pt x="149" y="289"/>
                    </a:cubicBezTo>
                    <a:cubicBezTo>
                      <a:pt x="151" y="286"/>
                      <a:pt x="151" y="286"/>
                      <a:pt x="151" y="286"/>
                    </a:cubicBezTo>
                    <a:close/>
                    <a:moveTo>
                      <a:pt x="158" y="296"/>
                    </a:moveTo>
                    <a:cubicBezTo>
                      <a:pt x="153" y="308"/>
                      <a:pt x="153" y="308"/>
                      <a:pt x="153" y="308"/>
                    </a:cubicBezTo>
                    <a:cubicBezTo>
                      <a:pt x="159" y="311"/>
                      <a:pt x="159" y="311"/>
                      <a:pt x="159" y="311"/>
                    </a:cubicBezTo>
                    <a:cubicBezTo>
                      <a:pt x="165" y="314"/>
                      <a:pt x="168" y="313"/>
                      <a:pt x="170" y="309"/>
                    </a:cubicBezTo>
                    <a:cubicBezTo>
                      <a:pt x="171" y="307"/>
                      <a:pt x="171" y="306"/>
                      <a:pt x="171" y="304"/>
                    </a:cubicBezTo>
                    <a:cubicBezTo>
                      <a:pt x="170" y="302"/>
                      <a:pt x="168" y="301"/>
                      <a:pt x="166" y="300"/>
                    </a:cubicBezTo>
                    <a:cubicBezTo>
                      <a:pt x="158" y="296"/>
                      <a:pt x="158" y="296"/>
                      <a:pt x="158" y="296"/>
                    </a:cubicBezTo>
                    <a:close/>
                    <a:moveTo>
                      <a:pt x="156" y="291"/>
                    </a:moveTo>
                    <a:cubicBezTo>
                      <a:pt x="167" y="297"/>
                      <a:pt x="167" y="297"/>
                      <a:pt x="167" y="297"/>
                    </a:cubicBezTo>
                    <a:cubicBezTo>
                      <a:pt x="175" y="301"/>
                      <a:pt x="177" y="305"/>
                      <a:pt x="174" y="311"/>
                    </a:cubicBezTo>
                    <a:cubicBezTo>
                      <a:pt x="173" y="314"/>
                      <a:pt x="172" y="315"/>
                      <a:pt x="170" y="316"/>
                    </a:cubicBezTo>
                    <a:cubicBezTo>
                      <a:pt x="169" y="316"/>
                      <a:pt x="169" y="316"/>
                      <a:pt x="168" y="316"/>
                    </a:cubicBezTo>
                    <a:cubicBezTo>
                      <a:pt x="168" y="316"/>
                      <a:pt x="169" y="320"/>
                      <a:pt x="168" y="323"/>
                    </a:cubicBezTo>
                    <a:cubicBezTo>
                      <a:pt x="167" y="328"/>
                      <a:pt x="163" y="335"/>
                      <a:pt x="163" y="336"/>
                    </a:cubicBezTo>
                    <a:cubicBezTo>
                      <a:pt x="159" y="334"/>
                      <a:pt x="159" y="334"/>
                      <a:pt x="159" y="334"/>
                    </a:cubicBezTo>
                    <a:cubicBezTo>
                      <a:pt x="161" y="328"/>
                      <a:pt x="163" y="325"/>
                      <a:pt x="164" y="319"/>
                    </a:cubicBezTo>
                    <a:cubicBezTo>
                      <a:pt x="164" y="318"/>
                      <a:pt x="163" y="316"/>
                      <a:pt x="163" y="316"/>
                    </a:cubicBezTo>
                    <a:cubicBezTo>
                      <a:pt x="151" y="311"/>
                      <a:pt x="151" y="311"/>
                      <a:pt x="151" y="311"/>
                    </a:cubicBezTo>
                    <a:cubicBezTo>
                      <a:pt x="143" y="326"/>
                      <a:pt x="143" y="326"/>
                      <a:pt x="143" y="326"/>
                    </a:cubicBezTo>
                    <a:cubicBezTo>
                      <a:pt x="139" y="324"/>
                      <a:pt x="139" y="324"/>
                      <a:pt x="139" y="324"/>
                    </a:cubicBezTo>
                    <a:cubicBezTo>
                      <a:pt x="156" y="291"/>
                      <a:pt x="156" y="291"/>
                      <a:pt x="156" y="291"/>
                    </a:cubicBezTo>
                    <a:close/>
                    <a:moveTo>
                      <a:pt x="207" y="322"/>
                    </a:moveTo>
                    <a:cubicBezTo>
                      <a:pt x="207" y="316"/>
                      <a:pt x="204" y="311"/>
                      <a:pt x="199" y="309"/>
                    </a:cubicBezTo>
                    <a:cubicBezTo>
                      <a:pt x="195" y="308"/>
                      <a:pt x="192" y="308"/>
                      <a:pt x="190" y="308"/>
                    </a:cubicBezTo>
                    <a:cubicBezTo>
                      <a:pt x="187" y="309"/>
                      <a:pt x="185" y="311"/>
                      <a:pt x="184" y="314"/>
                    </a:cubicBezTo>
                    <a:cubicBezTo>
                      <a:pt x="183" y="316"/>
                      <a:pt x="183" y="319"/>
                      <a:pt x="184" y="320"/>
                    </a:cubicBezTo>
                    <a:cubicBezTo>
                      <a:pt x="184" y="323"/>
                      <a:pt x="187" y="325"/>
                      <a:pt x="190" y="328"/>
                    </a:cubicBezTo>
                    <a:cubicBezTo>
                      <a:pt x="191" y="329"/>
                      <a:pt x="191" y="329"/>
                      <a:pt x="191" y="329"/>
                    </a:cubicBezTo>
                    <a:cubicBezTo>
                      <a:pt x="194" y="331"/>
                      <a:pt x="196" y="332"/>
                      <a:pt x="196" y="334"/>
                    </a:cubicBezTo>
                    <a:cubicBezTo>
                      <a:pt x="197" y="335"/>
                      <a:pt x="197" y="337"/>
                      <a:pt x="196" y="339"/>
                    </a:cubicBezTo>
                    <a:cubicBezTo>
                      <a:pt x="196" y="340"/>
                      <a:pt x="195" y="342"/>
                      <a:pt x="193" y="342"/>
                    </a:cubicBezTo>
                    <a:cubicBezTo>
                      <a:pt x="191" y="343"/>
                      <a:pt x="189" y="343"/>
                      <a:pt x="186" y="342"/>
                    </a:cubicBezTo>
                    <a:cubicBezTo>
                      <a:pt x="184" y="341"/>
                      <a:pt x="183" y="340"/>
                      <a:pt x="182" y="338"/>
                    </a:cubicBezTo>
                    <a:cubicBezTo>
                      <a:pt x="180" y="337"/>
                      <a:pt x="180" y="334"/>
                      <a:pt x="180" y="332"/>
                    </a:cubicBezTo>
                    <a:cubicBezTo>
                      <a:pt x="176" y="332"/>
                      <a:pt x="176" y="332"/>
                      <a:pt x="176" y="332"/>
                    </a:cubicBezTo>
                    <a:cubicBezTo>
                      <a:pt x="175" y="335"/>
                      <a:pt x="176" y="337"/>
                      <a:pt x="177" y="339"/>
                    </a:cubicBezTo>
                    <a:cubicBezTo>
                      <a:pt x="179" y="342"/>
                      <a:pt x="181" y="344"/>
                      <a:pt x="185" y="345"/>
                    </a:cubicBezTo>
                    <a:cubicBezTo>
                      <a:pt x="188" y="347"/>
                      <a:pt x="192" y="347"/>
                      <a:pt x="194" y="346"/>
                    </a:cubicBezTo>
                    <a:cubicBezTo>
                      <a:pt x="197" y="345"/>
                      <a:pt x="199" y="343"/>
                      <a:pt x="201" y="340"/>
                    </a:cubicBezTo>
                    <a:cubicBezTo>
                      <a:pt x="202" y="337"/>
                      <a:pt x="202" y="335"/>
                      <a:pt x="201" y="333"/>
                    </a:cubicBezTo>
                    <a:cubicBezTo>
                      <a:pt x="200" y="331"/>
                      <a:pt x="198" y="329"/>
                      <a:pt x="194" y="326"/>
                    </a:cubicBezTo>
                    <a:cubicBezTo>
                      <a:pt x="193" y="325"/>
                      <a:pt x="193" y="325"/>
                      <a:pt x="193" y="325"/>
                    </a:cubicBezTo>
                    <a:cubicBezTo>
                      <a:pt x="191" y="323"/>
                      <a:pt x="189" y="322"/>
                      <a:pt x="188" y="320"/>
                    </a:cubicBezTo>
                    <a:cubicBezTo>
                      <a:pt x="188" y="319"/>
                      <a:pt x="187" y="317"/>
                      <a:pt x="188" y="315"/>
                    </a:cubicBezTo>
                    <a:cubicBezTo>
                      <a:pt x="189" y="314"/>
                      <a:pt x="190" y="313"/>
                      <a:pt x="191" y="312"/>
                    </a:cubicBezTo>
                    <a:cubicBezTo>
                      <a:pt x="193" y="311"/>
                      <a:pt x="195" y="312"/>
                      <a:pt x="197" y="312"/>
                    </a:cubicBezTo>
                    <a:cubicBezTo>
                      <a:pt x="201" y="314"/>
                      <a:pt x="203" y="317"/>
                      <a:pt x="202" y="321"/>
                    </a:cubicBezTo>
                    <a:cubicBezTo>
                      <a:pt x="207" y="322"/>
                      <a:pt x="207" y="322"/>
                      <a:pt x="207" y="322"/>
                    </a:cubicBezTo>
                    <a:close/>
                    <a:moveTo>
                      <a:pt x="222" y="319"/>
                    </a:moveTo>
                    <a:cubicBezTo>
                      <a:pt x="212" y="355"/>
                      <a:pt x="212" y="355"/>
                      <a:pt x="212" y="355"/>
                    </a:cubicBezTo>
                    <a:cubicBezTo>
                      <a:pt x="208" y="354"/>
                      <a:pt x="208" y="354"/>
                      <a:pt x="208" y="354"/>
                    </a:cubicBezTo>
                    <a:cubicBezTo>
                      <a:pt x="218" y="318"/>
                      <a:pt x="218" y="318"/>
                      <a:pt x="218" y="318"/>
                    </a:cubicBezTo>
                    <a:cubicBezTo>
                      <a:pt x="222" y="319"/>
                      <a:pt x="222" y="319"/>
                      <a:pt x="222" y="319"/>
                    </a:cubicBezTo>
                    <a:close/>
                    <a:moveTo>
                      <a:pt x="255" y="324"/>
                    </a:moveTo>
                    <a:cubicBezTo>
                      <a:pt x="254" y="328"/>
                      <a:pt x="254" y="328"/>
                      <a:pt x="254" y="328"/>
                    </a:cubicBezTo>
                    <a:cubicBezTo>
                      <a:pt x="242" y="326"/>
                      <a:pt x="242" y="326"/>
                      <a:pt x="242" y="326"/>
                    </a:cubicBezTo>
                    <a:cubicBezTo>
                      <a:pt x="238" y="360"/>
                      <a:pt x="238" y="360"/>
                      <a:pt x="238" y="360"/>
                    </a:cubicBezTo>
                    <a:cubicBezTo>
                      <a:pt x="233" y="359"/>
                      <a:pt x="233" y="359"/>
                      <a:pt x="233" y="359"/>
                    </a:cubicBezTo>
                    <a:cubicBezTo>
                      <a:pt x="238" y="326"/>
                      <a:pt x="238" y="326"/>
                      <a:pt x="238" y="326"/>
                    </a:cubicBezTo>
                    <a:cubicBezTo>
                      <a:pt x="227" y="324"/>
                      <a:pt x="227" y="324"/>
                      <a:pt x="227" y="324"/>
                    </a:cubicBezTo>
                    <a:cubicBezTo>
                      <a:pt x="227" y="321"/>
                      <a:pt x="227" y="321"/>
                      <a:pt x="227" y="321"/>
                    </a:cubicBezTo>
                    <a:cubicBezTo>
                      <a:pt x="255" y="324"/>
                      <a:pt x="255" y="324"/>
                      <a:pt x="255" y="324"/>
                    </a:cubicBezTo>
                    <a:close/>
                    <a:moveTo>
                      <a:pt x="287" y="328"/>
                    </a:moveTo>
                    <a:cubicBezTo>
                      <a:pt x="273" y="349"/>
                      <a:pt x="273" y="349"/>
                      <a:pt x="273" y="349"/>
                    </a:cubicBezTo>
                    <a:cubicBezTo>
                      <a:pt x="272" y="364"/>
                      <a:pt x="272" y="364"/>
                      <a:pt x="272" y="364"/>
                    </a:cubicBezTo>
                    <a:cubicBezTo>
                      <a:pt x="268" y="364"/>
                      <a:pt x="268" y="364"/>
                      <a:pt x="268" y="364"/>
                    </a:cubicBezTo>
                    <a:cubicBezTo>
                      <a:pt x="269" y="348"/>
                      <a:pt x="269" y="348"/>
                      <a:pt x="269" y="348"/>
                    </a:cubicBezTo>
                    <a:cubicBezTo>
                      <a:pt x="258" y="326"/>
                      <a:pt x="258" y="326"/>
                      <a:pt x="258" y="326"/>
                    </a:cubicBezTo>
                    <a:cubicBezTo>
                      <a:pt x="263" y="326"/>
                      <a:pt x="263" y="326"/>
                      <a:pt x="263" y="326"/>
                    </a:cubicBezTo>
                    <a:cubicBezTo>
                      <a:pt x="270" y="342"/>
                      <a:pt x="270" y="342"/>
                      <a:pt x="270" y="342"/>
                    </a:cubicBezTo>
                    <a:cubicBezTo>
                      <a:pt x="270" y="342"/>
                      <a:pt x="271" y="343"/>
                      <a:pt x="271" y="343"/>
                    </a:cubicBezTo>
                    <a:cubicBezTo>
                      <a:pt x="271" y="344"/>
                      <a:pt x="271" y="344"/>
                      <a:pt x="272" y="345"/>
                    </a:cubicBezTo>
                    <a:cubicBezTo>
                      <a:pt x="272" y="344"/>
                      <a:pt x="272" y="344"/>
                      <a:pt x="273" y="343"/>
                    </a:cubicBezTo>
                    <a:cubicBezTo>
                      <a:pt x="273" y="343"/>
                      <a:pt x="273" y="342"/>
                      <a:pt x="273" y="342"/>
                    </a:cubicBezTo>
                    <a:cubicBezTo>
                      <a:pt x="283" y="328"/>
                      <a:pt x="283" y="328"/>
                      <a:pt x="283" y="328"/>
                    </a:cubicBezTo>
                    <a:cubicBezTo>
                      <a:pt x="287" y="328"/>
                      <a:pt x="287" y="328"/>
                      <a:pt x="287" y="328"/>
                    </a:cubicBezTo>
                    <a:close/>
                    <a:moveTo>
                      <a:pt x="339" y="326"/>
                    </a:moveTo>
                    <a:cubicBezTo>
                      <a:pt x="336" y="326"/>
                      <a:pt x="333" y="329"/>
                      <a:pt x="332" y="332"/>
                    </a:cubicBezTo>
                    <a:cubicBezTo>
                      <a:pt x="331" y="335"/>
                      <a:pt x="331" y="339"/>
                      <a:pt x="332" y="343"/>
                    </a:cubicBezTo>
                    <a:cubicBezTo>
                      <a:pt x="333" y="349"/>
                      <a:pt x="335" y="352"/>
                      <a:pt x="338" y="354"/>
                    </a:cubicBezTo>
                    <a:cubicBezTo>
                      <a:pt x="340" y="356"/>
                      <a:pt x="343" y="357"/>
                      <a:pt x="346" y="356"/>
                    </a:cubicBezTo>
                    <a:cubicBezTo>
                      <a:pt x="349" y="355"/>
                      <a:pt x="352" y="353"/>
                      <a:pt x="353" y="350"/>
                    </a:cubicBezTo>
                    <a:cubicBezTo>
                      <a:pt x="354" y="347"/>
                      <a:pt x="354" y="343"/>
                      <a:pt x="353" y="339"/>
                    </a:cubicBezTo>
                    <a:cubicBezTo>
                      <a:pt x="352" y="333"/>
                      <a:pt x="350" y="330"/>
                      <a:pt x="347" y="327"/>
                    </a:cubicBezTo>
                    <a:cubicBezTo>
                      <a:pt x="345" y="326"/>
                      <a:pt x="342" y="325"/>
                      <a:pt x="339" y="326"/>
                    </a:cubicBezTo>
                    <a:close/>
                    <a:moveTo>
                      <a:pt x="338" y="322"/>
                    </a:moveTo>
                    <a:cubicBezTo>
                      <a:pt x="343" y="321"/>
                      <a:pt x="347" y="322"/>
                      <a:pt x="351" y="325"/>
                    </a:cubicBezTo>
                    <a:cubicBezTo>
                      <a:pt x="354" y="328"/>
                      <a:pt x="356" y="332"/>
                      <a:pt x="357" y="337"/>
                    </a:cubicBezTo>
                    <a:cubicBezTo>
                      <a:pt x="359" y="344"/>
                      <a:pt x="358" y="349"/>
                      <a:pt x="356" y="353"/>
                    </a:cubicBezTo>
                    <a:cubicBezTo>
                      <a:pt x="354" y="357"/>
                      <a:pt x="351" y="359"/>
                      <a:pt x="347" y="360"/>
                    </a:cubicBezTo>
                    <a:cubicBezTo>
                      <a:pt x="342" y="361"/>
                      <a:pt x="338" y="360"/>
                      <a:pt x="334" y="357"/>
                    </a:cubicBezTo>
                    <a:cubicBezTo>
                      <a:pt x="331" y="354"/>
                      <a:pt x="329" y="350"/>
                      <a:pt x="328" y="344"/>
                    </a:cubicBezTo>
                    <a:cubicBezTo>
                      <a:pt x="326" y="338"/>
                      <a:pt x="327" y="333"/>
                      <a:pt x="329" y="329"/>
                    </a:cubicBezTo>
                    <a:cubicBezTo>
                      <a:pt x="331" y="325"/>
                      <a:pt x="334" y="323"/>
                      <a:pt x="338" y="322"/>
                    </a:cubicBezTo>
                    <a:close/>
                    <a:moveTo>
                      <a:pt x="383" y="312"/>
                    </a:moveTo>
                    <a:cubicBezTo>
                      <a:pt x="384" y="315"/>
                      <a:pt x="384" y="315"/>
                      <a:pt x="384" y="315"/>
                    </a:cubicBezTo>
                    <a:cubicBezTo>
                      <a:pt x="366" y="321"/>
                      <a:pt x="366" y="321"/>
                      <a:pt x="366" y="321"/>
                    </a:cubicBezTo>
                    <a:cubicBezTo>
                      <a:pt x="370" y="333"/>
                      <a:pt x="370" y="333"/>
                      <a:pt x="370" y="333"/>
                    </a:cubicBezTo>
                    <a:cubicBezTo>
                      <a:pt x="383" y="328"/>
                      <a:pt x="383" y="328"/>
                      <a:pt x="383" y="328"/>
                    </a:cubicBezTo>
                    <a:cubicBezTo>
                      <a:pt x="385" y="332"/>
                      <a:pt x="385" y="332"/>
                      <a:pt x="385" y="332"/>
                    </a:cubicBezTo>
                    <a:cubicBezTo>
                      <a:pt x="371" y="336"/>
                      <a:pt x="371" y="336"/>
                      <a:pt x="371" y="336"/>
                    </a:cubicBezTo>
                    <a:cubicBezTo>
                      <a:pt x="377" y="353"/>
                      <a:pt x="377" y="353"/>
                      <a:pt x="377" y="353"/>
                    </a:cubicBezTo>
                    <a:cubicBezTo>
                      <a:pt x="372" y="355"/>
                      <a:pt x="372" y="355"/>
                      <a:pt x="372" y="355"/>
                    </a:cubicBezTo>
                    <a:cubicBezTo>
                      <a:pt x="361" y="319"/>
                      <a:pt x="361" y="319"/>
                      <a:pt x="361" y="319"/>
                    </a:cubicBezTo>
                    <a:cubicBezTo>
                      <a:pt x="383" y="312"/>
                      <a:pt x="383" y="312"/>
                      <a:pt x="383" y="312"/>
                    </a:cubicBezTo>
                    <a:close/>
                    <a:moveTo>
                      <a:pt x="446" y="289"/>
                    </a:moveTo>
                    <a:cubicBezTo>
                      <a:pt x="443" y="292"/>
                      <a:pt x="443" y="292"/>
                      <a:pt x="443" y="292"/>
                    </a:cubicBezTo>
                    <a:cubicBezTo>
                      <a:pt x="439" y="289"/>
                      <a:pt x="435" y="288"/>
                      <a:pt x="431" y="291"/>
                    </a:cubicBezTo>
                    <a:cubicBezTo>
                      <a:pt x="428" y="293"/>
                      <a:pt x="427" y="296"/>
                      <a:pt x="427" y="299"/>
                    </a:cubicBezTo>
                    <a:cubicBezTo>
                      <a:pt x="427" y="303"/>
                      <a:pt x="429" y="306"/>
                      <a:pt x="431" y="310"/>
                    </a:cubicBezTo>
                    <a:cubicBezTo>
                      <a:pt x="434" y="314"/>
                      <a:pt x="438" y="317"/>
                      <a:pt x="441" y="318"/>
                    </a:cubicBezTo>
                    <a:cubicBezTo>
                      <a:pt x="444" y="319"/>
                      <a:pt x="447" y="318"/>
                      <a:pt x="449" y="317"/>
                    </a:cubicBezTo>
                    <a:cubicBezTo>
                      <a:pt x="452" y="315"/>
                      <a:pt x="453" y="312"/>
                      <a:pt x="453" y="309"/>
                    </a:cubicBezTo>
                    <a:cubicBezTo>
                      <a:pt x="453" y="307"/>
                      <a:pt x="452" y="304"/>
                      <a:pt x="450" y="301"/>
                    </a:cubicBezTo>
                    <a:cubicBezTo>
                      <a:pt x="442" y="307"/>
                      <a:pt x="442" y="307"/>
                      <a:pt x="442" y="307"/>
                    </a:cubicBezTo>
                    <a:cubicBezTo>
                      <a:pt x="440" y="304"/>
                      <a:pt x="440" y="304"/>
                      <a:pt x="440" y="304"/>
                    </a:cubicBezTo>
                    <a:cubicBezTo>
                      <a:pt x="451" y="296"/>
                      <a:pt x="451" y="296"/>
                      <a:pt x="451" y="296"/>
                    </a:cubicBezTo>
                    <a:cubicBezTo>
                      <a:pt x="462" y="311"/>
                      <a:pt x="462" y="311"/>
                      <a:pt x="462" y="311"/>
                    </a:cubicBezTo>
                    <a:cubicBezTo>
                      <a:pt x="460" y="313"/>
                      <a:pt x="460" y="313"/>
                      <a:pt x="460" y="313"/>
                    </a:cubicBezTo>
                    <a:cubicBezTo>
                      <a:pt x="456" y="308"/>
                      <a:pt x="456" y="308"/>
                      <a:pt x="456" y="308"/>
                    </a:cubicBezTo>
                    <a:cubicBezTo>
                      <a:pt x="456" y="311"/>
                      <a:pt x="456" y="313"/>
                      <a:pt x="455" y="315"/>
                    </a:cubicBezTo>
                    <a:cubicBezTo>
                      <a:pt x="454" y="317"/>
                      <a:pt x="453" y="318"/>
                      <a:pt x="451" y="320"/>
                    </a:cubicBezTo>
                    <a:cubicBezTo>
                      <a:pt x="447" y="323"/>
                      <a:pt x="443" y="323"/>
                      <a:pt x="438" y="322"/>
                    </a:cubicBezTo>
                    <a:cubicBezTo>
                      <a:pt x="434" y="320"/>
                      <a:pt x="431" y="317"/>
                      <a:pt x="428" y="313"/>
                    </a:cubicBezTo>
                    <a:cubicBezTo>
                      <a:pt x="424" y="307"/>
                      <a:pt x="422" y="302"/>
                      <a:pt x="423" y="298"/>
                    </a:cubicBezTo>
                    <a:cubicBezTo>
                      <a:pt x="424" y="294"/>
                      <a:pt x="426" y="290"/>
                      <a:pt x="429" y="288"/>
                    </a:cubicBezTo>
                    <a:cubicBezTo>
                      <a:pt x="432" y="286"/>
                      <a:pt x="435" y="285"/>
                      <a:pt x="438" y="285"/>
                    </a:cubicBezTo>
                    <a:cubicBezTo>
                      <a:pt x="441" y="286"/>
                      <a:pt x="444" y="287"/>
                      <a:pt x="446" y="289"/>
                    </a:cubicBezTo>
                    <a:close/>
                    <a:moveTo>
                      <a:pt x="466" y="260"/>
                    </a:moveTo>
                    <a:cubicBezTo>
                      <a:pt x="449" y="275"/>
                      <a:pt x="449" y="275"/>
                      <a:pt x="449" y="275"/>
                    </a:cubicBezTo>
                    <a:cubicBezTo>
                      <a:pt x="473" y="303"/>
                      <a:pt x="473" y="303"/>
                      <a:pt x="473" y="303"/>
                    </a:cubicBezTo>
                    <a:cubicBezTo>
                      <a:pt x="491" y="288"/>
                      <a:pt x="491" y="288"/>
                      <a:pt x="491" y="288"/>
                    </a:cubicBezTo>
                    <a:cubicBezTo>
                      <a:pt x="488" y="285"/>
                      <a:pt x="488" y="285"/>
                      <a:pt x="488" y="285"/>
                    </a:cubicBezTo>
                    <a:cubicBezTo>
                      <a:pt x="474" y="298"/>
                      <a:pt x="474" y="298"/>
                      <a:pt x="474" y="298"/>
                    </a:cubicBezTo>
                    <a:cubicBezTo>
                      <a:pt x="464" y="287"/>
                      <a:pt x="464" y="287"/>
                      <a:pt x="464" y="287"/>
                    </a:cubicBezTo>
                    <a:cubicBezTo>
                      <a:pt x="475" y="277"/>
                      <a:pt x="475" y="277"/>
                      <a:pt x="475" y="277"/>
                    </a:cubicBezTo>
                    <a:cubicBezTo>
                      <a:pt x="473" y="275"/>
                      <a:pt x="473" y="275"/>
                      <a:pt x="473" y="275"/>
                    </a:cubicBezTo>
                    <a:cubicBezTo>
                      <a:pt x="462" y="284"/>
                      <a:pt x="462" y="284"/>
                      <a:pt x="462" y="284"/>
                    </a:cubicBezTo>
                    <a:cubicBezTo>
                      <a:pt x="454" y="275"/>
                      <a:pt x="454" y="275"/>
                      <a:pt x="454" y="275"/>
                    </a:cubicBezTo>
                    <a:cubicBezTo>
                      <a:pt x="469" y="263"/>
                      <a:pt x="469" y="263"/>
                      <a:pt x="469" y="263"/>
                    </a:cubicBezTo>
                    <a:cubicBezTo>
                      <a:pt x="466" y="260"/>
                      <a:pt x="466" y="260"/>
                      <a:pt x="466" y="260"/>
                    </a:cubicBezTo>
                    <a:close/>
                    <a:moveTo>
                      <a:pt x="483" y="247"/>
                    </a:moveTo>
                    <a:cubicBezTo>
                      <a:pt x="485" y="245"/>
                      <a:pt x="487" y="244"/>
                      <a:pt x="490" y="244"/>
                    </a:cubicBezTo>
                    <a:cubicBezTo>
                      <a:pt x="494" y="244"/>
                      <a:pt x="497" y="246"/>
                      <a:pt x="501" y="249"/>
                    </a:cubicBezTo>
                    <a:cubicBezTo>
                      <a:pt x="505" y="252"/>
                      <a:pt x="507" y="255"/>
                      <a:pt x="508" y="258"/>
                    </a:cubicBezTo>
                    <a:cubicBezTo>
                      <a:pt x="509" y="262"/>
                      <a:pt x="508" y="265"/>
                      <a:pt x="506" y="268"/>
                    </a:cubicBezTo>
                    <a:cubicBezTo>
                      <a:pt x="504" y="270"/>
                      <a:pt x="502" y="271"/>
                      <a:pt x="499" y="271"/>
                    </a:cubicBezTo>
                    <a:cubicBezTo>
                      <a:pt x="495" y="271"/>
                      <a:pt x="491" y="269"/>
                      <a:pt x="487" y="265"/>
                    </a:cubicBezTo>
                    <a:cubicBezTo>
                      <a:pt x="484" y="262"/>
                      <a:pt x="482" y="259"/>
                      <a:pt x="481" y="256"/>
                    </a:cubicBezTo>
                    <a:cubicBezTo>
                      <a:pt x="480" y="253"/>
                      <a:pt x="480" y="250"/>
                      <a:pt x="483" y="247"/>
                    </a:cubicBezTo>
                    <a:close/>
                    <a:moveTo>
                      <a:pt x="480" y="245"/>
                    </a:moveTo>
                    <a:cubicBezTo>
                      <a:pt x="483" y="241"/>
                      <a:pt x="487" y="239"/>
                      <a:pt x="492" y="240"/>
                    </a:cubicBezTo>
                    <a:cubicBezTo>
                      <a:pt x="496" y="240"/>
                      <a:pt x="500" y="242"/>
                      <a:pt x="504" y="246"/>
                    </a:cubicBezTo>
                    <a:cubicBezTo>
                      <a:pt x="509" y="250"/>
                      <a:pt x="512" y="254"/>
                      <a:pt x="512" y="259"/>
                    </a:cubicBezTo>
                    <a:cubicBezTo>
                      <a:pt x="513" y="263"/>
                      <a:pt x="512" y="267"/>
                      <a:pt x="509" y="270"/>
                    </a:cubicBezTo>
                    <a:cubicBezTo>
                      <a:pt x="506" y="274"/>
                      <a:pt x="502" y="275"/>
                      <a:pt x="497" y="275"/>
                    </a:cubicBezTo>
                    <a:cubicBezTo>
                      <a:pt x="493" y="275"/>
                      <a:pt x="488" y="273"/>
                      <a:pt x="484" y="269"/>
                    </a:cubicBezTo>
                    <a:cubicBezTo>
                      <a:pt x="479" y="265"/>
                      <a:pt x="477" y="260"/>
                      <a:pt x="476" y="255"/>
                    </a:cubicBezTo>
                    <a:cubicBezTo>
                      <a:pt x="476" y="251"/>
                      <a:pt x="477" y="248"/>
                      <a:pt x="480" y="245"/>
                    </a:cubicBezTo>
                    <a:close/>
                    <a:moveTo>
                      <a:pt x="516" y="214"/>
                    </a:moveTo>
                    <a:cubicBezTo>
                      <a:pt x="510" y="212"/>
                      <a:pt x="505" y="214"/>
                      <a:pt x="501" y="219"/>
                    </a:cubicBezTo>
                    <a:cubicBezTo>
                      <a:pt x="500" y="222"/>
                      <a:pt x="499" y="225"/>
                      <a:pt x="499" y="228"/>
                    </a:cubicBezTo>
                    <a:cubicBezTo>
                      <a:pt x="499" y="231"/>
                      <a:pt x="501" y="233"/>
                      <a:pt x="503" y="234"/>
                    </a:cubicBezTo>
                    <a:cubicBezTo>
                      <a:pt x="505" y="236"/>
                      <a:pt x="508" y="237"/>
                      <a:pt x="510" y="236"/>
                    </a:cubicBezTo>
                    <a:cubicBezTo>
                      <a:pt x="512" y="236"/>
                      <a:pt x="515" y="234"/>
                      <a:pt x="518" y="231"/>
                    </a:cubicBezTo>
                    <a:cubicBezTo>
                      <a:pt x="519" y="230"/>
                      <a:pt x="519" y="230"/>
                      <a:pt x="519" y="230"/>
                    </a:cubicBezTo>
                    <a:cubicBezTo>
                      <a:pt x="522" y="228"/>
                      <a:pt x="524" y="227"/>
                      <a:pt x="525" y="227"/>
                    </a:cubicBezTo>
                    <a:cubicBezTo>
                      <a:pt x="527" y="226"/>
                      <a:pt x="528" y="226"/>
                      <a:pt x="530" y="228"/>
                    </a:cubicBezTo>
                    <a:cubicBezTo>
                      <a:pt x="532" y="229"/>
                      <a:pt x="533" y="230"/>
                      <a:pt x="533" y="231"/>
                    </a:cubicBezTo>
                    <a:cubicBezTo>
                      <a:pt x="533" y="233"/>
                      <a:pt x="533" y="236"/>
                      <a:pt x="531" y="238"/>
                    </a:cubicBezTo>
                    <a:cubicBezTo>
                      <a:pt x="530" y="240"/>
                      <a:pt x="528" y="241"/>
                      <a:pt x="527" y="242"/>
                    </a:cubicBezTo>
                    <a:cubicBezTo>
                      <a:pt x="525" y="243"/>
                      <a:pt x="522" y="243"/>
                      <a:pt x="520" y="242"/>
                    </a:cubicBezTo>
                    <a:cubicBezTo>
                      <a:pt x="519" y="246"/>
                      <a:pt x="519" y="246"/>
                      <a:pt x="519" y="246"/>
                    </a:cubicBezTo>
                    <a:cubicBezTo>
                      <a:pt x="522" y="247"/>
                      <a:pt x="524" y="247"/>
                      <a:pt x="527" y="246"/>
                    </a:cubicBezTo>
                    <a:cubicBezTo>
                      <a:pt x="530" y="245"/>
                      <a:pt x="532" y="243"/>
                      <a:pt x="534" y="240"/>
                    </a:cubicBezTo>
                    <a:cubicBezTo>
                      <a:pt x="536" y="237"/>
                      <a:pt x="537" y="234"/>
                      <a:pt x="537" y="231"/>
                    </a:cubicBezTo>
                    <a:cubicBezTo>
                      <a:pt x="537" y="228"/>
                      <a:pt x="535" y="225"/>
                      <a:pt x="532" y="224"/>
                    </a:cubicBezTo>
                    <a:cubicBezTo>
                      <a:pt x="530" y="222"/>
                      <a:pt x="528" y="221"/>
                      <a:pt x="526" y="222"/>
                    </a:cubicBezTo>
                    <a:cubicBezTo>
                      <a:pt x="523" y="222"/>
                      <a:pt x="520" y="224"/>
                      <a:pt x="517" y="227"/>
                    </a:cubicBezTo>
                    <a:cubicBezTo>
                      <a:pt x="516" y="228"/>
                      <a:pt x="516" y="228"/>
                      <a:pt x="516" y="228"/>
                    </a:cubicBezTo>
                    <a:cubicBezTo>
                      <a:pt x="514" y="230"/>
                      <a:pt x="512" y="231"/>
                      <a:pt x="510" y="232"/>
                    </a:cubicBezTo>
                    <a:cubicBezTo>
                      <a:pt x="509" y="232"/>
                      <a:pt x="507" y="232"/>
                      <a:pt x="505" y="231"/>
                    </a:cubicBezTo>
                    <a:cubicBezTo>
                      <a:pt x="504" y="230"/>
                      <a:pt x="503" y="228"/>
                      <a:pt x="503" y="227"/>
                    </a:cubicBezTo>
                    <a:cubicBezTo>
                      <a:pt x="503" y="225"/>
                      <a:pt x="503" y="223"/>
                      <a:pt x="505" y="221"/>
                    </a:cubicBezTo>
                    <a:cubicBezTo>
                      <a:pt x="507" y="218"/>
                      <a:pt x="510" y="217"/>
                      <a:pt x="514" y="218"/>
                    </a:cubicBezTo>
                    <a:cubicBezTo>
                      <a:pt x="516" y="214"/>
                      <a:pt x="516" y="214"/>
                      <a:pt x="516" y="214"/>
                    </a:cubicBezTo>
                    <a:close/>
                    <a:moveTo>
                      <a:pt x="545" y="103"/>
                    </a:moveTo>
                    <a:cubicBezTo>
                      <a:pt x="582" y="107"/>
                      <a:pt x="582" y="107"/>
                      <a:pt x="582" y="107"/>
                    </a:cubicBezTo>
                    <a:cubicBezTo>
                      <a:pt x="581" y="113"/>
                      <a:pt x="581" y="113"/>
                      <a:pt x="581" y="113"/>
                    </a:cubicBezTo>
                    <a:cubicBezTo>
                      <a:pt x="557" y="122"/>
                      <a:pt x="557" y="122"/>
                      <a:pt x="557" y="122"/>
                    </a:cubicBezTo>
                    <a:cubicBezTo>
                      <a:pt x="557" y="122"/>
                      <a:pt x="553" y="123"/>
                      <a:pt x="546" y="126"/>
                    </a:cubicBezTo>
                    <a:cubicBezTo>
                      <a:pt x="546" y="127"/>
                      <a:pt x="546" y="127"/>
                      <a:pt x="546" y="127"/>
                    </a:cubicBezTo>
                    <a:cubicBezTo>
                      <a:pt x="547" y="127"/>
                      <a:pt x="549" y="127"/>
                      <a:pt x="552" y="127"/>
                    </a:cubicBezTo>
                    <a:cubicBezTo>
                      <a:pt x="555" y="127"/>
                      <a:pt x="556" y="128"/>
                      <a:pt x="558" y="128"/>
                    </a:cubicBezTo>
                    <a:cubicBezTo>
                      <a:pt x="579" y="130"/>
                      <a:pt x="579" y="130"/>
                      <a:pt x="579" y="130"/>
                    </a:cubicBezTo>
                    <a:cubicBezTo>
                      <a:pt x="579" y="134"/>
                      <a:pt x="579" y="134"/>
                      <a:pt x="579" y="134"/>
                    </a:cubicBezTo>
                    <a:cubicBezTo>
                      <a:pt x="542" y="130"/>
                      <a:pt x="542" y="130"/>
                      <a:pt x="542" y="130"/>
                    </a:cubicBezTo>
                    <a:cubicBezTo>
                      <a:pt x="542" y="123"/>
                      <a:pt x="542" y="123"/>
                      <a:pt x="542" y="123"/>
                    </a:cubicBezTo>
                    <a:cubicBezTo>
                      <a:pt x="564" y="115"/>
                      <a:pt x="564" y="115"/>
                      <a:pt x="564" y="115"/>
                    </a:cubicBezTo>
                    <a:cubicBezTo>
                      <a:pt x="566" y="114"/>
                      <a:pt x="568" y="114"/>
                      <a:pt x="571" y="113"/>
                    </a:cubicBezTo>
                    <a:cubicBezTo>
                      <a:pt x="574" y="112"/>
                      <a:pt x="575" y="111"/>
                      <a:pt x="576" y="111"/>
                    </a:cubicBezTo>
                    <a:cubicBezTo>
                      <a:pt x="576" y="110"/>
                      <a:pt x="576" y="110"/>
                      <a:pt x="576" y="110"/>
                    </a:cubicBezTo>
                    <a:cubicBezTo>
                      <a:pt x="569" y="110"/>
                      <a:pt x="565" y="109"/>
                      <a:pt x="564" y="109"/>
                    </a:cubicBezTo>
                    <a:cubicBezTo>
                      <a:pt x="544" y="107"/>
                      <a:pt x="544" y="107"/>
                      <a:pt x="544" y="107"/>
                    </a:cubicBezTo>
                    <a:cubicBezTo>
                      <a:pt x="545" y="103"/>
                      <a:pt x="545" y="103"/>
                      <a:pt x="545" y="103"/>
                    </a:cubicBezTo>
                    <a:close/>
                    <a:moveTo>
                      <a:pt x="557" y="68"/>
                    </a:moveTo>
                    <a:cubicBezTo>
                      <a:pt x="558" y="73"/>
                      <a:pt x="558" y="73"/>
                      <a:pt x="558" y="73"/>
                    </a:cubicBezTo>
                    <a:cubicBezTo>
                      <a:pt x="553" y="74"/>
                      <a:pt x="550" y="77"/>
                      <a:pt x="550" y="82"/>
                    </a:cubicBezTo>
                    <a:cubicBezTo>
                      <a:pt x="550" y="85"/>
                      <a:pt x="551" y="88"/>
                      <a:pt x="554" y="90"/>
                    </a:cubicBezTo>
                    <a:cubicBezTo>
                      <a:pt x="557" y="92"/>
                      <a:pt x="560" y="93"/>
                      <a:pt x="565" y="93"/>
                    </a:cubicBezTo>
                    <a:cubicBezTo>
                      <a:pt x="570" y="93"/>
                      <a:pt x="574" y="92"/>
                      <a:pt x="577" y="90"/>
                    </a:cubicBezTo>
                    <a:cubicBezTo>
                      <a:pt x="580" y="88"/>
                      <a:pt x="581" y="85"/>
                      <a:pt x="581" y="82"/>
                    </a:cubicBezTo>
                    <a:cubicBezTo>
                      <a:pt x="581" y="77"/>
                      <a:pt x="578" y="74"/>
                      <a:pt x="573" y="73"/>
                    </a:cubicBezTo>
                    <a:cubicBezTo>
                      <a:pt x="574" y="68"/>
                      <a:pt x="574" y="68"/>
                      <a:pt x="574" y="68"/>
                    </a:cubicBezTo>
                    <a:cubicBezTo>
                      <a:pt x="581" y="71"/>
                      <a:pt x="585" y="75"/>
                      <a:pt x="585" y="82"/>
                    </a:cubicBezTo>
                    <a:cubicBezTo>
                      <a:pt x="584" y="87"/>
                      <a:pt x="582" y="91"/>
                      <a:pt x="579" y="94"/>
                    </a:cubicBezTo>
                    <a:cubicBezTo>
                      <a:pt x="575" y="96"/>
                      <a:pt x="571" y="98"/>
                      <a:pt x="565" y="98"/>
                    </a:cubicBezTo>
                    <a:cubicBezTo>
                      <a:pt x="559" y="97"/>
                      <a:pt x="554" y="96"/>
                      <a:pt x="550" y="92"/>
                    </a:cubicBezTo>
                    <a:cubicBezTo>
                      <a:pt x="547" y="89"/>
                      <a:pt x="546" y="86"/>
                      <a:pt x="546" y="82"/>
                    </a:cubicBezTo>
                    <a:cubicBezTo>
                      <a:pt x="546" y="78"/>
                      <a:pt x="547" y="75"/>
                      <a:pt x="549" y="72"/>
                    </a:cubicBezTo>
                    <a:cubicBezTo>
                      <a:pt x="551" y="70"/>
                      <a:pt x="554" y="69"/>
                      <a:pt x="557" y="68"/>
                    </a:cubicBezTo>
                    <a:close/>
                    <a:moveTo>
                      <a:pt x="545" y="38"/>
                    </a:moveTo>
                    <a:cubicBezTo>
                      <a:pt x="549" y="38"/>
                      <a:pt x="549" y="38"/>
                      <a:pt x="549" y="38"/>
                    </a:cubicBezTo>
                    <a:cubicBezTo>
                      <a:pt x="550" y="57"/>
                      <a:pt x="550" y="57"/>
                      <a:pt x="550" y="57"/>
                    </a:cubicBezTo>
                    <a:cubicBezTo>
                      <a:pt x="562" y="56"/>
                      <a:pt x="562" y="56"/>
                      <a:pt x="562" y="56"/>
                    </a:cubicBezTo>
                    <a:cubicBezTo>
                      <a:pt x="561" y="42"/>
                      <a:pt x="561" y="42"/>
                      <a:pt x="561" y="42"/>
                    </a:cubicBezTo>
                    <a:cubicBezTo>
                      <a:pt x="565" y="42"/>
                      <a:pt x="565" y="42"/>
                      <a:pt x="565" y="42"/>
                    </a:cubicBezTo>
                    <a:cubicBezTo>
                      <a:pt x="566" y="56"/>
                      <a:pt x="566" y="56"/>
                      <a:pt x="566" y="56"/>
                    </a:cubicBezTo>
                    <a:cubicBezTo>
                      <a:pt x="580" y="55"/>
                      <a:pt x="580" y="55"/>
                      <a:pt x="580" y="55"/>
                    </a:cubicBezTo>
                    <a:cubicBezTo>
                      <a:pt x="579" y="36"/>
                      <a:pt x="579" y="36"/>
                      <a:pt x="579" y="36"/>
                    </a:cubicBezTo>
                    <a:cubicBezTo>
                      <a:pt x="582" y="36"/>
                      <a:pt x="582" y="36"/>
                      <a:pt x="582" y="36"/>
                    </a:cubicBezTo>
                    <a:cubicBezTo>
                      <a:pt x="584" y="59"/>
                      <a:pt x="584" y="59"/>
                      <a:pt x="584" y="59"/>
                    </a:cubicBezTo>
                    <a:cubicBezTo>
                      <a:pt x="547" y="62"/>
                      <a:pt x="547" y="62"/>
                      <a:pt x="547" y="62"/>
                    </a:cubicBezTo>
                    <a:lnTo>
                      <a:pt x="545" y="38"/>
                    </a:lnTo>
                    <a:close/>
                  </a:path>
                </a:pathLst>
              </a:custGeom>
              <a:solidFill>
                <a:srgbClr val="0062A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" name="Freeform 8"/>
              <p:cNvSpPr>
                <a:spLocks noEditPoints="1"/>
              </p:cNvSpPr>
              <p:nvPr/>
            </p:nvSpPr>
            <p:spPr bwMode="auto">
              <a:xfrm>
                <a:off x="4537107" y="3583347"/>
                <a:ext cx="1238250" cy="387350"/>
              </a:xfrm>
              <a:custGeom>
                <a:avLst/>
                <a:gdLst>
                  <a:gd name="T0" fmla="*/ 36 w 501"/>
                  <a:gd name="T1" fmla="*/ 127 h 157"/>
                  <a:gd name="T2" fmla="*/ 43 w 501"/>
                  <a:gd name="T3" fmla="*/ 118 h 157"/>
                  <a:gd name="T4" fmla="*/ 23 w 501"/>
                  <a:gd name="T5" fmla="*/ 103 h 157"/>
                  <a:gd name="T6" fmla="*/ 20 w 501"/>
                  <a:gd name="T7" fmla="*/ 157 h 157"/>
                  <a:gd name="T8" fmla="*/ 48 w 501"/>
                  <a:gd name="T9" fmla="*/ 121 h 157"/>
                  <a:gd name="T10" fmla="*/ 65 w 501"/>
                  <a:gd name="T11" fmla="*/ 62 h 157"/>
                  <a:gd name="T12" fmla="*/ 90 w 501"/>
                  <a:gd name="T13" fmla="*/ 93 h 157"/>
                  <a:gd name="T14" fmla="*/ 142 w 501"/>
                  <a:gd name="T15" fmla="*/ 52 h 157"/>
                  <a:gd name="T16" fmla="*/ 127 w 501"/>
                  <a:gd name="T17" fmla="*/ 53 h 157"/>
                  <a:gd name="T18" fmla="*/ 127 w 501"/>
                  <a:gd name="T19" fmla="*/ 53 h 157"/>
                  <a:gd name="T20" fmla="*/ 130 w 501"/>
                  <a:gd name="T21" fmla="*/ 51 h 157"/>
                  <a:gd name="T22" fmla="*/ 119 w 501"/>
                  <a:gd name="T23" fmla="*/ 48 h 157"/>
                  <a:gd name="T24" fmla="*/ 85 w 501"/>
                  <a:gd name="T25" fmla="*/ 60 h 157"/>
                  <a:gd name="T26" fmla="*/ 90 w 501"/>
                  <a:gd name="T27" fmla="*/ 66 h 157"/>
                  <a:gd name="T28" fmla="*/ 95 w 501"/>
                  <a:gd name="T29" fmla="*/ 73 h 157"/>
                  <a:gd name="T30" fmla="*/ 167 w 501"/>
                  <a:gd name="T31" fmla="*/ 19 h 157"/>
                  <a:gd name="T32" fmla="*/ 171 w 501"/>
                  <a:gd name="T33" fmla="*/ 42 h 157"/>
                  <a:gd name="T34" fmla="*/ 191 w 501"/>
                  <a:gd name="T35" fmla="*/ 38 h 157"/>
                  <a:gd name="T36" fmla="*/ 187 w 501"/>
                  <a:gd name="T37" fmla="*/ 21 h 157"/>
                  <a:gd name="T38" fmla="*/ 165 w 501"/>
                  <a:gd name="T39" fmla="*/ 9 h 157"/>
                  <a:gd name="T40" fmla="*/ 195 w 501"/>
                  <a:gd name="T41" fmla="*/ 16 h 157"/>
                  <a:gd name="T42" fmla="*/ 197 w 501"/>
                  <a:gd name="T43" fmla="*/ 40 h 157"/>
                  <a:gd name="T44" fmla="*/ 250 w 501"/>
                  <a:gd name="T45" fmla="*/ 28 h 157"/>
                  <a:gd name="T46" fmla="*/ 208 w 501"/>
                  <a:gd name="T47" fmla="*/ 18 h 157"/>
                  <a:gd name="T48" fmla="*/ 228 w 501"/>
                  <a:gd name="T49" fmla="*/ 15 h 157"/>
                  <a:gd name="T50" fmla="*/ 234 w 501"/>
                  <a:gd name="T51" fmla="*/ 24 h 157"/>
                  <a:gd name="T52" fmla="*/ 228 w 501"/>
                  <a:gd name="T53" fmla="*/ 0 h 157"/>
                  <a:gd name="T54" fmla="*/ 260 w 501"/>
                  <a:gd name="T55" fmla="*/ 35 h 157"/>
                  <a:gd name="T56" fmla="*/ 282 w 501"/>
                  <a:gd name="T57" fmla="*/ 11 h 157"/>
                  <a:gd name="T58" fmla="*/ 282 w 501"/>
                  <a:gd name="T59" fmla="*/ 19 h 157"/>
                  <a:gd name="T60" fmla="*/ 301 w 501"/>
                  <a:gd name="T61" fmla="*/ 25 h 157"/>
                  <a:gd name="T62" fmla="*/ 290 w 501"/>
                  <a:gd name="T63" fmla="*/ 39 h 157"/>
                  <a:gd name="T64" fmla="*/ 336 w 501"/>
                  <a:gd name="T65" fmla="*/ 47 h 157"/>
                  <a:gd name="T66" fmla="*/ 323 w 501"/>
                  <a:gd name="T67" fmla="*/ 36 h 157"/>
                  <a:gd name="T68" fmla="*/ 313 w 501"/>
                  <a:gd name="T69" fmla="*/ 19 h 157"/>
                  <a:gd name="T70" fmla="*/ 314 w 501"/>
                  <a:gd name="T71" fmla="*/ 12 h 157"/>
                  <a:gd name="T72" fmla="*/ 306 w 501"/>
                  <a:gd name="T73" fmla="*/ 5 h 157"/>
                  <a:gd name="T74" fmla="*/ 359 w 501"/>
                  <a:gd name="T75" fmla="*/ 35 h 157"/>
                  <a:gd name="T76" fmla="*/ 370 w 501"/>
                  <a:gd name="T77" fmla="*/ 60 h 157"/>
                  <a:gd name="T78" fmla="*/ 422 w 501"/>
                  <a:gd name="T79" fmla="*/ 92 h 157"/>
                  <a:gd name="T80" fmla="*/ 427 w 501"/>
                  <a:gd name="T81" fmla="*/ 76 h 157"/>
                  <a:gd name="T82" fmla="*/ 397 w 501"/>
                  <a:gd name="T83" fmla="*/ 37 h 157"/>
                  <a:gd name="T84" fmla="*/ 451 w 501"/>
                  <a:gd name="T85" fmla="*/ 123 h 157"/>
                  <a:gd name="T86" fmla="*/ 457 w 501"/>
                  <a:gd name="T87" fmla="*/ 139 h 157"/>
                  <a:gd name="T88" fmla="*/ 468 w 501"/>
                  <a:gd name="T89" fmla="*/ 131 h 157"/>
                  <a:gd name="T90" fmla="*/ 461 w 501"/>
                  <a:gd name="T91" fmla="*/ 107 h 157"/>
                  <a:gd name="T92" fmla="*/ 457 w 501"/>
                  <a:gd name="T93" fmla="*/ 118 h 157"/>
                  <a:gd name="T94" fmla="*/ 451 w 501"/>
                  <a:gd name="T95" fmla="*/ 123 h 157"/>
                  <a:gd name="T96" fmla="*/ 456 w 501"/>
                  <a:gd name="T97" fmla="*/ 82 h 157"/>
                  <a:gd name="T98" fmla="*/ 470 w 501"/>
                  <a:gd name="T99" fmla="*/ 97 h 157"/>
                  <a:gd name="T100" fmla="*/ 490 w 501"/>
                  <a:gd name="T101" fmla="*/ 121 h 157"/>
                  <a:gd name="T102" fmla="*/ 493 w 501"/>
                  <a:gd name="T103" fmla="*/ 148 h 157"/>
                  <a:gd name="T104" fmla="*/ 466 w 501"/>
                  <a:gd name="T105" fmla="*/ 108 h 1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501" h="157">
                    <a:moveTo>
                      <a:pt x="24" y="143"/>
                    </a:moveTo>
                    <a:cubicBezTo>
                      <a:pt x="14" y="135"/>
                      <a:pt x="14" y="135"/>
                      <a:pt x="14" y="135"/>
                    </a:cubicBezTo>
                    <a:cubicBezTo>
                      <a:pt x="26" y="120"/>
                      <a:pt x="26" y="120"/>
                      <a:pt x="26" y="120"/>
                    </a:cubicBezTo>
                    <a:cubicBezTo>
                      <a:pt x="36" y="127"/>
                      <a:pt x="36" y="127"/>
                      <a:pt x="36" y="127"/>
                    </a:cubicBezTo>
                    <a:cubicBezTo>
                      <a:pt x="24" y="143"/>
                      <a:pt x="24" y="143"/>
                      <a:pt x="24" y="143"/>
                    </a:cubicBezTo>
                    <a:close/>
                    <a:moveTo>
                      <a:pt x="49" y="93"/>
                    </a:moveTo>
                    <a:cubicBezTo>
                      <a:pt x="58" y="100"/>
                      <a:pt x="58" y="100"/>
                      <a:pt x="58" y="100"/>
                    </a:cubicBezTo>
                    <a:cubicBezTo>
                      <a:pt x="43" y="118"/>
                      <a:pt x="43" y="118"/>
                      <a:pt x="43" y="118"/>
                    </a:cubicBezTo>
                    <a:cubicBezTo>
                      <a:pt x="34" y="110"/>
                      <a:pt x="34" y="110"/>
                      <a:pt x="34" y="110"/>
                    </a:cubicBezTo>
                    <a:cubicBezTo>
                      <a:pt x="49" y="93"/>
                      <a:pt x="49" y="93"/>
                      <a:pt x="49" y="93"/>
                    </a:cubicBezTo>
                    <a:close/>
                    <a:moveTo>
                      <a:pt x="30" y="107"/>
                    </a:moveTo>
                    <a:cubicBezTo>
                      <a:pt x="23" y="103"/>
                      <a:pt x="23" y="103"/>
                      <a:pt x="23" y="103"/>
                    </a:cubicBezTo>
                    <a:cubicBezTo>
                      <a:pt x="15" y="112"/>
                      <a:pt x="15" y="112"/>
                      <a:pt x="15" y="112"/>
                    </a:cubicBezTo>
                    <a:cubicBezTo>
                      <a:pt x="22" y="117"/>
                      <a:pt x="22" y="117"/>
                      <a:pt x="22" y="117"/>
                    </a:cubicBezTo>
                    <a:cubicBezTo>
                      <a:pt x="0" y="142"/>
                      <a:pt x="0" y="142"/>
                      <a:pt x="0" y="142"/>
                    </a:cubicBezTo>
                    <a:cubicBezTo>
                      <a:pt x="20" y="157"/>
                      <a:pt x="20" y="157"/>
                      <a:pt x="20" y="157"/>
                    </a:cubicBezTo>
                    <a:cubicBezTo>
                      <a:pt x="40" y="131"/>
                      <a:pt x="40" y="131"/>
                      <a:pt x="40" y="131"/>
                    </a:cubicBezTo>
                    <a:cubicBezTo>
                      <a:pt x="48" y="137"/>
                      <a:pt x="48" y="137"/>
                      <a:pt x="48" y="137"/>
                    </a:cubicBezTo>
                    <a:cubicBezTo>
                      <a:pt x="55" y="127"/>
                      <a:pt x="55" y="127"/>
                      <a:pt x="55" y="127"/>
                    </a:cubicBezTo>
                    <a:cubicBezTo>
                      <a:pt x="48" y="121"/>
                      <a:pt x="48" y="121"/>
                      <a:pt x="48" y="121"/>
                    </a:cubicBezTo>
                    <a:cubicBezTo>
                      <a:pt x="71" y="95"/>
                      <a:pt x="71" y="95"/>
                      <a:pt x="71" y="95"/>
                    </a:cubicBezTo>
                    <a:cubicBezTo>
                      <a:pt x="53" y="80"/>
                      <a:pt x="53" y="80"/>
                      <a:pt x="53" y="80"/>
                    </a:cubicBezTo>
                    <a:cubicBezTo>
                      <a:pt x="30" y="107"/>
                      <a:pt x="30" y="107"/>
                      <a:pt x="30" y="107"/>
                    </a:cubicBezTo>
                    <a:close/>
                    <a:moveTo>
                      <a:pt x="65" y="62"/>
                    </a:moveTo>
                    <a:cubicBezTo>
                      <a:pt x="77" y="54"/>
                      <a:pt x="87" y="47"/>
                      <a:pt x="99" y="40"/>
                    </a:cubicBezTo>
                    <a:cubicBezTo>
                      <a:pt x="111" y="32"/>
                      <a:pt x="123" y="25"/>
                      <a:pt x="136" y="18"/>
                    </a:cubicBezTo>
                    <a:cubicBezTo>
                      <a:pt x="155" y="52"/>
                      <a:pt x="155" y="52"/>
                      <a:pt x="155" y="52"/>
                    </a:cubicBezTo>
                    <a:cubicBezTo>
                      <a:pt x="90" y="93"/>
                      <a:pt x="90" y="93"/>
                      <a:pt x="90" y="93"/>
                    </a:cubicBezTo>
                    <a:cubicBezTo>
                      <a:pt x="65" y="62"/>
                      <a:pt x="65" y="62"/>
                      <a:pt x="65" y="62"/>
                    </a:cubicBezTo>
                    <a:close/>
                    <a:moveTo>
                      <a:pt x="96" y="81"/>
                    </a:moveTo>
                    <a:cubicBezTo>
                      <a:pt x="119" y="66"/>
                      <a:pt x="119" y="66"/>
                      <a:pt x="119" y="66"/>
                    </a:cubicBezTo>
                    <a:cubicBezTo>
                      <a:pt x="142" y="52"/>
                      <a:pt x="142" y="52"/>
                      <a:pt x="142" y="52"/>
                    </a:cubicBezTo>
                    <a:cubicBezTo>
                      <a:pt x="128" y="29"/>
                      <a:pt x="128" y="29"/>
                      <a:pt x="128" y="29"/>
                    </a:cubicBezTo>
                    <a:cubicBezTo>
                      <a:pt x="79" y="58"/>
                      <a:pt x="79" y="58"/>
                      <a:pt x="79" y="58"/>
                    </a:cubicBezTo>
                    <a:cubicBezTo>
                      <a:pt x="96" y="81"/>
                      <a:pt x="96" y="81"/>
                      <a:pt x="96" y="81"/>
                    </a:cubicBezTo>
                    <a:close/>
                    <a:moveTo>
                      <a:pt x="127" y="53"/>
                    </a:moveTo>
                    <a:cubicBezTo>
                      <a:pt x="125" y="50"/>
                      <a:pt x="125" y="50"/>
                      <a:pt x="125" y="50"/>
                    </a:cubicBezTo>
                    <a:cubicBezTo>
                      <a:pt x="121" y="52"/>
                      <a:pt x="121" y="52"/>
                      <a:pt x="121" y="52"/>
                    </a:cubicBezTo>
                    <a:cubicBezTo>
                      <a:pt x="123" y="56"/>
                      <a:pt x="123" y="56"/>
                      <a:pt x="123" y="56"/>
                    </a:cubicBezTo>
                    <a:cubicBezTo>
                      <a:pt x="127" y="53"/>
                      <a:pt x="127" y="53"/>
                      <a:pt x="127" y="53"/>
                    </a:cubicBezTo>
                    <a:close/>
                    <a:moveTo>
                      <a:pt x="120" y="62"/>
                    </a:moveTo>
                    <a:cubicBezTo>
                      <a:pt x="137" y="52"/>
                      <a:pt x="137" y="52"/>
                      <a:pt x="137" y="52"/>
                    </a:cubicBezTo>
                    <a:cubicBezTo>
                      <a:pt x="135" y="48"/>
                      <a:pt x="135" y="48"/>
                      <a:pt x="135" y="48"/>
                    </a:cubicBezTo>
                    <a:cubicBezTo>
                      <a:pt x="130" y="51"/>
                      <a:pt x="130" y="51"/>
                      <a:pt x="130" y="51"/>
                    </a:cubicBezTo>
                    <a:cubicBezTo>
                      <a:pt x="128" y="48"/>
                      <a:pt x="128" y="48"/>
                      <a:pt x="128" y="48"/>
                    </a:cubicBezTo>
                    <a:cubicBezTo>
                      <a:pt x="133" y="45"/>
                      <a:pt x="133" y="45"/>
                      <a:pt x="133" y="45"/>
                    </a:cubicBezTo>
                    <a:cubicBezTo>
                      <a:pt x="130" y="41"/>
                      <a:pt x="130" y="41"/>
                      <a:pt x="130" y="41"/>
                    </a:cubicBezTo>
                    <a:cubicBezTo>
                      <a:pt x="119" y="48"/>
                      <a:pt x="119" y="48"/>
                      <a:pt x="119" y="48"/>
                    </a:cubicBezTo>
                    <a:cubicBezTo>
                      <a:pt x="117" y="45"/>
                      <a:pt x="117" y="45"/>
                      <a:pt x="117" y="45"/>
                    </a:cubicBezTo>
                    <a:cubicBezTo>
                      <a:pt x="128" y="38"/>
                      <a:pt x="128" y="38"/>
                      <a:pt x="128" y="38"/>
                    </a:cubicBezTo>
                    <a:cubicBezTo>
                      <a:pt x="126" y="34"/>
                      <a:pt x="126" y="34"/>
                      <a:pt x="126" y="34"/>
                    </a:cubicBezTo>
                    <a:cubicBezTo>
                      <a:pt x="112" y="43"/>
                      <a:pt x="99" y="51"/>
                      <a:pt x="85" y="60"/>
                    </a:cubicBezTo>
                    <a:cubicBezTo>
                      <a:pt x="88" y="63"/>
                      <a:pt x="88" y="63"/>
                      <a:pt x="88" y="63"/>
                    </a:cubicBezTo>
                    <a:cubicBezTo>
                      <a:pt x="101" y="55"/>
                      <a:pt x="101" y="55"/>
                      <a:pt x="101" y="55"/>
                    </a:cubicBezTo>
                    <a:cubicBezTo>
                      <a:pt x="103" y="58"/>
                      <a:pt x="103" y="58"/>
                      <a:pt x="103" y="58"/>
                    </a:cubicBezTo>
                    <a:cubicBezTo>
                      <a:pt x="90" y="66"/>
                      <a:pt x="90" y="66"/>
                      <a:pt x="90" y="66"/>
                    </a:cubicBezTo>
                    <a:cubicBezTo>
                      <a:pt x="93" y="69"/>
                      <a:pt x="93" y="69"/>
                      <a:pt x="93" y="69"/>
                    </a:cubicBezTo>
                    <a:cubicBezTo>
                      <a:pt x="106" y="62"/>
                      <a:pt x="106" y="62"/>
                      <a:pt x="106" y="62"/>
                    </a:cubicBezTo>
                    <a:cubicBezTo>
                      <a:pt x="108" y="65"/>
                      <a:pt x="108" y="65"/>
                      <a:pt x="108" y="65"/>
                    </a:cubicBezTo>
                    <a:cubicBezTo>
                      <a:pt x="95" y="73"/>
                      <a:pt x="95" y="73"/>
                      <a:pt x="95" y="73"/>
                    </a:cubicBezTo>
                    <a:cubicBezTo>
                      <a:pt x="98" y="76"/>
                      <a:pt x="98" y="76"/>
                      <a:pt x="98" y="76"/>
                    </a:cubicBezTo>
                    <a:cubicBezTo>
                      <a:pt x="120" y="62"/>
                      <a:pt x="120" y="62"/>
                      <a:pt x="120" y="62"/>
                    </a:cubicBezTo>
                    <a:close/>
                    <a:moveTo>
                      <a:pt x="165" y="9"/>
                    </a:moveTo>
                    <a:cubicBezTo>
                      <a:pt x="167" y="19"/>
                      <a:pt x="167" y="19"/>
                      <a:pt x="167" y="19"/>
                    </a:cubicBezTo>
                    <a:cubicBezTo>
                      <a:pt x="159" y="20"/>
                      <a:pt x="159" y="20"/>
                      <a:pt x="159" y="20"/>
                    </a:cubicBezTo>
                    <a:cubicBezTo>
                      <a:pt x="160" y="25"/>
                      <a:pt x="160" y="25"/>
                      <a:pt x="160" y="25"/>
                    </a:cubicBezTo>
                    <a:cubicBezTo>
                      <a:pt x="168" y="24"/>
                      <a:pt x="168" y="24"/>
                      <a:pt x="168" y="24"/>
                    </a:cubicBezTo>
                    <a:cubicBezTo>
                      <a:pt x="171" y="42"/>
                      <a:pt x="171" y="42"/>
                      <a:pt x="171" y="42"/>
                    </a:cubicBezTo>
                    <a:cubicBezTo>
                      <a:pt x="166" y="43"/>
                      <a:pt x="166" y="43"/>
                      <a:pt x="166" y="43"/>
                    </a:cubicBezTo>
                    <a:cubicBezTo>
                      <a:pt x="166" y="47"/>
                      <a:pt x="166" y="47"/>
                      <a:pt x="166" y="47"/>
                    </a:cubicBezTo>
                    <a:cubicBezTo>
                      <a:pt x="191" y="43"/>
                      <a:pt x="191" y="43"/>
                      <a:pt x="191" y="43"/>
                    </a:cubicBezTo>
                    <a:cubicBezTo>
                      <a:pt x="191" y="38"/>
                      <a:pt x="191" y="38"/>
                      <a:pt x="191" y="38"/>
                    </a:cubicBezTo>
                    <a:cubicBezTo>
                      <a:pt x="184" y="40"/>
                      <a:pt x="184" y="40"/>
                      <a:pt x="184" y="40"/>
                    </a:cubicBezTo>
                    <a:cubicBezTo>
                      <a:pt x="183" y="31"/>
                      <a:pt x="183" y="31"/>
                      <a:pt x="183" y="31"/>
                    </a:cubicBezTo>
                    <a:cubicBezTo>
                      <a:pt x="181" y="22"/>
                      <a:pt x="181" y="22"/>
                      <a:pt x="181" y="22"/>
                    </a:cubicBezTo>
                    <a:cubicBezTo>
                      <a:pt x="187" y="21"/>
                      <a:pt x="187" y="21"/>
                      <a:pt x="187" y="21"/>
                    </a:cubicBezTo>
                    <a:cubicBezTo>
                      <a:pt x="186" y="17"/>
                      <a:pt x="186" y="17"/>
                      <a:pt x="186" y="17"/>
                    </a:cubicBezTo>
                    <a:cubicBezTo>
                      <a:pt x="181" y="17"/>
                      <a:pt x="181" y="17"/>
                      <a:pt x="181" y="17"/>
                    </a:cubicBezTo>
                    <a:cubicBezTo>
                      <a:pt x="180" y="7"/>
                      <a:pt x="180" y="7"/>
                      <a:pt x="180" y="7"/>
                    </a:cubicBezTo>
                    <a:cubicBezTo>
                      <a:pt x="165" y="9"/>
                      <a:pt x="165" y="9"/>
                      <a:pt x="165" y="9"/>
                    </a:cubicBezTo>
                    <a:close/>
                    <a:moveTo>
                      <a:pt x="208" y="14"/>
                    </a:moveTo>
                    <a:cubicBezTo>
                      <a:pt x="208" y="9"/>
                      <a:pt x="208" y="9"/>
                      <a:pt x="208" y="9"/>
                    </a:cubicBezTo>
                    <a:cubicBezTo>
                      <a:pt x="194" y="9"/>
                      <a:pt x="194" y="9"/>
                      <a:pt x="194" y="9"/>
                    </a:cubicBezTo>
                    <a:cubicBezTo>
                      <a:pt x="195" y="16"/>
                      <a:pt x="195" y="16"/>
                      <a:pt x="195" y="16"/>
                    </a:cubicBezTo>
                    <a:cubicBezTo>
                      <a:pt x="192" y="16"/>
                      <a:pt x="192" y="16"/>
                      <a:pt x="192" y="16"/>
                    </a:cubicBezTo>
                    <a:cubicBezTo>
                      <a:pt x="192" y="20"/>
                      <a:pt x="192" y="20"/>
                      <a:pt x="192" y="20"/>
                    </a:cubicBezTo>
                    <a:cubicBezTo>
                      <a:pt x="195" y="20"/>
                      <a:pt x="195" y="20"/>
                      <a:pt x="195" y="20"/>
                    </a:cubicBezTo>
                    <a:cubicBezTo>
                      <a:pt x="197" y="40"/>
                      <a:pt x="197" y="40"/>
                      <a:pt x="197" y="40"/>
                    </a:cubicBezTo>
                    <a:cubicBezTo>
                      <a:pt x="209" y="39"/>
                      <a:pt x="209" y="39"/>
                      <a:pt x="209" y="39"/>
                    </a:cubicBezTo>
                    <a:cubicBezTo>
                      <a:pt x="222" y="38"/>
                      <a:pt x="222" y="38"/>
                      <a:pt x="222" y="38"/>
                    </a:cubicBezTo>
                    <a:cubicBezTo>
                      <a:pt x="231" y="38"/>
                      <a:pt x="241" y="38"/>
                      <a:pt x="250" y="38"/>
                    </a:cubicBezTo>
                    <a:cubicBezTo>
                      <a:pt x="250" y="28"/>
                      <a:pt x="250" y="28"/>
                      <a:pt x="250" y="28"/>
                    </a:cubicBezTo>
                    <a:cubicBezTo>
                      <a:pt x="236" y="28"/>
                      <a:pt x="236" y="28"/>
                      <a:pt x="236" y="28"/>
                    </a:cubicBezTo>
                    <a:cubicBezTo>
                      <a:pt x="236" y="34"/>
                      <a:pt x="236" y="34"/>
                      <a:pt x="236" y="34"/>
                    </a:cubicBezTo>
                    <a:cubicBezTo>
                      <a:pt x="209" y="34"/>
                      <a:pt x="209" y="34"/>
                      <a:pt x="209" y="34"/>
                    </a:cubicBezTo>
                    <a:cubicBezTo>
                      <a:pt x="208" y="18"/>
                      <a:pt x="208" y="18"/>
                      <a:pt x="208" y="18"/>
                    </a:cubicBezTo>
                    <a:cubicBezTo>
                      <a:pt x="215" y="17"/>
                      <a:pt x="215" y="17"/>
                      <a:pt x="215" y="17"/>
                    </a:cubicBezTo>
                    <a:cubicBezTo>
                      <a:pt x="216" y="27"/>
                      <a:pt x="216" y="27"/>
                      <a:pt x="216" y="27"/>
                    </a:cubicBezTo>
                    <a:cubicBezTo>
                      <a:pt x="228" y="26"/>
                      <a:pt x="228" y="26"/>
                      <a:pt x="228" y="26"/>
                    </a:cubicBezTo>
                    <a:cubicBezTo>
                      <a:pt x="228" y="15"/>
                      <a:pt x="228" y="15"/>
                      <a:pt x="228" y="15"/>
                    </a:cubicBezTo>
                    <a:cubicBezTo>
                      <a:pt x="236" y="14"/>
                      <a:pt x="236" y="14"/>
                      <a:pt x="236" y="14"/>
                    </a:cubicBezTo>
                    <a:cubicBezTo>
                      <a:pt x="236" y="19"/>
                      <a:pt x="236" y="19"/>
                      <a:pt x="236" y="19"/>
                    </a:cubicBezTo>
                    <a:cubicBezTo>
                      <a:pt x="234" y="19"/>
                      <a:pt x="234" y="19"/>
                      <a:pt x="234" y="19"/>
                    </a:cubicBezTo>
                    <a:cubicBezTo>
                      <a:pt x="234" y="24"/>
                      <a:pt x="234" y="24"/>
                      <a:pt x="234" y="24"/>
                    </a:cubicBezTo>
                    <a:cubicBezTo>
                      <a:pt x="248" y="24"/>
                      <a:pt x="248" y="24"/>
                      <a:pt x="248" y="24"/>
                    </a:cubicBezTo>
                    <a:cubicBezTo>
                      <a:pt x="248" y="8"/>
                      <a:pt x="248" y="8"/>
                      <a:pt x="248" y="8"/>
                    </a:cubicBezTo>
                    <a:cubicBezTo>
                      <a:pt x="228" y="11"/>
                      <a:pt x="228" y="11"/>
                      <a:pt x="228" y="11"/>
                    </a:cubicBezTo>
                    <a:cubicBezTo>
                      <a:pt x="228" y="0"/>
                      <a:pt x="228" y="0"/>
                      <a:pt x="228" y="0"/>
                    </a:cubicBezTo>
                    <a:cubicBezTo>
                      <a:pt x="214" y="0"/>
                      <a:pt x="214" y="0"/>
                      <a:pt x="214" y="0"/>
                    </a:cubicBezTo>
                    <a:cubicBezTo>
                      <a:pt x="215" y="13"/>
                      <a:pt x="215" y="13"/>
                      <a:pt x="215" y="13"/>
                    </a:cubicBezTo>
                    <a:cubicBezTo>
                      <a:pt x="208" y="14"/>
                      <a:pt x="208" y="14"/>
                      <a:pt x="208" y="14"/>
                    </a:cubicBezTo>
                    <a:close/>
                    <a:moveTo>
                      <a:pt x="260" y="35"/>
                    </a:moveTo>
                    <a:cubicBezTo>
                      <a:pt x="280" y="33"/>
                      <a:pt x="277" y="27"/>
                      <a:pt x="278" y="6"/>
                    </a:cubicBezTo>
                    <a:cubicBezTo>
                      <a:pt x="303" y="9"/>
                      <a:pt x="303" y="9"/>
                      <a:pt x="303" y="9"/>
                    </a:cubicBezTo>
                    <a:cubicBezTo>
                      <a:pt x="303" y="13"/>
                      <a:pt x="303" y="13"/>
                      <a:pt x="303" y="13"/>
                    </a:cubicBezTo>
                    <a:cubicBezTo>
                      <a:pt x="282" y="11"/>
                      <a:pt x="282" y="11"/>
                      <a:pt x="282" y="11"/>
                    </a:cubicBezTo>
                    <a:cubicBezTo>
                      <a:pt x="282" y="15"/>
                      <a:pt x="282" y="15"/>
                      <a:pt x="282" y="15"/>
                    </a:cubicBezTo>
                    <a:cubicBezTo>
                      <a:pt x="302" y="17"/>
                      <a:pt x="302" y="17"/>
                      <a:pt x="302" y="17"/>
                    </a:cubicBezTo>
                    <a:cubicBezTo>
                      <a:pt x="302" y="20"/>
                      <a:pt x="302" y="20"/>
                      <a:pt x="302" y="20"/>
                    </a:cubicBezTo>
                    <a:cubicBezTo>
                      <a:pt x="282" y="19"/>
                      <a:pt x="282" y="19"/>
                      <a:pt x="282" y="19"/>
                    </a:cubicBezTo>
                    <a:cubicBezTo>
                      <a:pt x="281" y="29"/>
                      <a:pt x="281" y="29"/>
                      <a:pt x="281" y="29"/>
                    </a:cubicBezTo>
                    <a:cubicBezTo>
                      <a:pt x="292" y="29"/>
                      <a:pt x="292" y="29"/>
                      <a:pt x="292" y="29"/>
                    </a:cubicBezTo>
                    <a:cubicBezTo>
                      <a:pt x="292" y="24"/>
                      <a:pt x="292" y="24"/>
                      <a:pt x="292" y="24"/>
                    </a:cubicBezTo>
                    <a:cubicBezTo>
                      <a:pt x="301" y="25"/>
                      <a:pt x="301" y="25"/>
                      <a:pt x="301" y="25"/>
                    </a:cubicBezTo>
                    <a:cubicBezTo>
                      <a:pt x="299" y="31"/>
                      <a:pt x="292" y="33"/>
                      <a:pt x="285" y="34"/>
                    </a:cubicBezTo>
                    <a:cubicBezTo>
                      <a:pt x="273" y="37"/>
                      <a:pt x="273" y="37"/>
                      <a:pt x="273" y="37"/>
                    </a:cubicBezTo>
                    <a:cubicBezTo>
                      <a:pt x="273" y="39"/>
                      <a:pt x="273" y="39"/>
                      <a:pt x="273" y="39"/>
                    </a:cubicBezTo>
                    <a:cubicBezTo>
                      <a:pt x="282" y="40"/>
                      <a:pt x="287" y="39"/>
                      <a:pt x="290" y="39"/>
                    </a:cubicBezTo>
                    <a:cubicBezTo>
                      <a:pt x="294" y="39"/>
                      <a:pt x="300" y="37"/>
                      <a:pt x="306" y="35"/>
                    </a:cubicBezTo>
                    <a:cubicBezTo>
                      <a:pt x="308" y="40"/>
                      <a:pt x="315" y="44"/>
                      <a:pt x="322" y="46"/>
                    </a:cubicBezTo>
                    <a:cubicBezTo>
                      <a:pt x="327" y="48"/>
                      <a:pt x="331" y="49"/>
                      <a:pt x="335" y="50"/>
                    </a:cubicBezTo>
                    <a:cubicBezTo>
                      <a:pt x="336" y="47"/>
                      <a:pt x="336" y="47"/>
                      <a:pt x="336" y="47"/>
                    </a:cubicBezTo>
                    <a:cubicBezTo>
                      <a:pt x="322" y="41"/>
                      <a:pt x="322" y="41"/>
                      <a:pt x="322" y="41"/>
                    </a:cubicBezTo>
                    <a:cubicBezTo>
                      <a:pt x="315" y="37"/>
                      <a:pt x="314" y="35"/>
                      <a:pt x="312" y="27"/>
                    </a:cubicBezTo>
                    <a:cubicBezTo>
                      <a:pt x="324" y="29"/>
                      <a:pt x="324" y="29"/>
                      <a:pt x="324" y="29"/>
                    </a:cubicBezTo>
                    <a:cubicBezTo>
                      <a:pt x="323" y="36"/>
                      <a:pt x="323" y="36"/>
                      <a:pt x="323" y="36"/>
                    </a:cubicBezTo>
                    <a:cubicBezTo>
                      <a:pt x="335" y="38"/>
                      <a:pt x="335" y="38"/>
                      <a:pt x="335" y="38"/>
                    </a:cubicBezTo>
                    <a:cubicBezTo>
                      <a:pt x="337" y="28"/>
                      <a:pt x="337" y="28"/>
                      <a:pt x="337" y="28"/>
                    </a:cubicBezTo>
                    <a:cubicBezTo>
                      <a:pt x="313" y="22"/>
                      <a:pt x="313" y="22"/>
                      <a:pt x="313" y="22"/>
                    </a:cubicBezTo>
                    <a:cubicBezTo>
                      <a:pt x="313" y="19"/>
                      <a:pt x="313" y="19"/>
                      <a:pt x="313" y="19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2" y="21"/>
                      <a:pt x="342" y="21"/>
                      <a:pt x="342" y="21"/>
                    </a:cubicBezTo>
                    <a:cubicBezTo>
                      <a:pt x="313" y="16"/>
                      <a:pt x="313" y="16"/>
                      <a:pt x="313" y="16"/>
                    </a:cubicBezTo>
                    <a:cubicBezTo>
                      <a:pt x="314" y="12"/>
                      <a:pt x="314" y="12"/>
                      <a:pt x="314" y="12"/>
                    </a:cubicBezTo>
                    <a:cubicBezTo>
                      <a:pt x="320" y="13"/>
                      <a:pt x="325" y="14"/>
                      <a:pt x="330" y="16"/>
                    </a:cubicBezTo>
                    <a:cubicBezTo>
                      <a:pt x="344" y="19"/>
                      <a:pt x="344" y="19"/>
                      <a:pt x="344" y="19"/>
                    </a:cubicBezTo>
                    <a:cubicBezTo>
                      <a:pt x="345" y="15"/>
                      <a:pt x="345" y="15"/>
                      <a:pt x="345" y="15"/>
                    </a:cubicBezTo>
                    <a:cubicBezTo>
                      <a:pt x="333" y="12"/>
                      <a:pt x="317" y="7"/>
                      <a:pt x="306" y="5"/>
                    </a:cubicBezTo>
                    <a:cubicBezTo>
                      <a:pt x="292" y="3"/>
                      <a:pt x="283" y="2"/>
                      <a:pt x="269" y="1"/>
                    </a:cubicBezTo>
                    <a:cubicBezTo>
                      <a:pt x="268" y="13"/>
                      <a:pt x="270" y="21"/>
                      <a:pt x="266" y="29"/>
                    </a:cubicBezTo>
                    <a:cubicBezTo>
                      <a:pt x="265" y="32"/>
                      <a:pt x="263" y="32"/>
                      <a:pt x="260" y="35"/>
                    </a:cubicBezTo>
                    <a:close/>
                    <a:moveTo>
                      <a:pt x="359" y="35"/>
                    </a:moveTo>
                    <a:cubicBezTo>
                      <a:pt x="388" y="51"/>
                      <a:pt x="388" y="51"/>
                      <a:pt x="388" y="51"/>
                    </a:cubicBezTo>
                    <a:cubicBezTo>
                      <a:pt x="382" y="52"/>
                      <a:pt x="375" y="53"/>
                      <a:pt x="370" y="53"/>
                    </a:cubicBezTo>
                    <a:cubicBezTo>
                      <a:pt x="362" y="53"/>
                      <a:pt x="355" y="52"/>
                      <a:pt x="348" y="51"/>
                    </a:cubicBezTo>
                    <a:cubicBezTo>
                      <a:pt x="347" y="57"/>
                      <a:pt x="366" y="59"/>
                      <a:pt x="370" y="60"/>
                    </a:cubicBezTo>
                    <a:cubicBezTo>
                      <a:pt x="376" y="61"/>
                      <a:pt x="386" y="60"/>
                      <a:pt x="392" y="60"/>
                    </a:cubicBezTo>
                    <a:cubicBezTo>
                      <a:pt x="396" y="71"/>
                      <a:pt x="401" y="78"/>
                      <a:pt x="405" y="82"/>
                    </a:cubicBezTo>
                    <a:cubicBezTo>
                      <a:pt x="418" y="95"/>
                      <a:pt x="418" y="95"/>
                      <a:pt x="418" y="95"/>
                    </a:cubicBezTo>
                    <a:cubicBezTo>
                      <a:pt x="422" y="92"/>
                      <a:pt x="422" y="92"/>
                      <a:pt x="422" y="92"/>
                    </a:cubicBezTo>
                    <a:cubicBezTo>
                      <a:pt x="416" y="84"/>
                      <a:pt x="416" y="84"/>
                      <a:pt x="416" y="84"/>
                    </a:cubicBezTo>
                    <a:cubicBezTo>
                      <a:pt x="412" y="79"/>
                      <a:pt x="408" y="75"/>
                      <a:pt x="407" y="73"/>
                    </a:cubicBezTo>
                    <a:cubicBezTo>
                      <a:pt x="404" y="68"/>
                      <a:pt x="402" y="63"/>
                      <a:pt x="401" y="59"/>
                    </a:cubicBezTo>
                    <a:cubicBezTo>
                      <a:pt x="427" y="76"/>
                      <a:pt x="427" y="76"/>
                      <a:pt x="427" y="76"/>
                    </a:cubicBezTo>
                    <a:cubicBezTo>
                      <a:pt x="430" y="72"/>
                      <a:pt x="430" y="72"/>
                      <a:pt x="430" y="72"/>
                    </a:cubicBezTo>
                    <a:cubicBezTo>
                      <a:pt x="403" y="54"/>
                      <a:pt x="403" y="54"/>
                      <a:pt x="403" y="54"/>
                    </a:cubicBezTo>
                    <a:cubicBezTo>
                      <a:pt x="409" y="45"/>
                      <a:pt x="409" y="45"/>
                      <a:pt x="409" y="45"/>
                    </a:cubicBezTo>
                    <a:cubicBezTo>
                      <a:pt x="397" y="37"/>
                      <a:pt x="397" y="37"/>
                      <a:pt x="397" y="37"/>
                    </a:cubicBezTo>
                    <a:cubicBezTo>
                      <a:pt x="391" y="47"/>
                      <a:pt x="391" y="47"/>
                      <a:pt x="391" y="47"/>
                    </a:cubicBezTo>
                    <a:cubicBezTo>
                      <a:pt x="381" y="42"/>
                      <a:pt x="371" y="36"/>
                      <a:pt x="361" y="30"/>
                    </a:cubicBezTo>
                    <a:cubicBezTo>
                      <a:pt x="359" y="35"/>
                      <a:pt x="359" y="35"/>
                      <a:pt x="359" y="35"/>
                    </a:cubicBezTo>
                    <a:close/>
                    <a:moveTo>
                      <a:pt x="451" y="123"/>
                    </a:moveTo>
                    <a:cubicBezTo>
                      <a:pt x="439" y="110"/>
                      <a:pt x="439" y="110"/>
                      <a:pt x="439" y="110"/>
                    </a:cubicBezTo>
                    <a:cubicBezTo>
                      <a:pt x="435" y="113"/>
                      <a:pt x="435" y="113"/>
                      <a:pt x="435" y="113"/>
                    </a:cubicBezTo>
                    <a:cubicBezTo>
                      <a:pt x="447" y="127"/>
                      <a:pt x="447" y="127"/>
                      <a:pt x="447" y="127"/>
                    </a:cubicBezTo>
                    <a:cubicBezTo>
                      <a:pt x="457" y="139"/>
                      <a:pt x="457" y="139"/>
                      <a:pt x="457" y="139"/>
                    </a:cubicBezTo>
                    <a:cubicBezTo>
                      <a:pt x="464" y="134"/>
                      <a:pt x="464" y="134"/>
                      <a:pt x="464" y="134"/>
                    </a:cubicBezTo>
                    <a:cubicBezTo>
                      <a:pt x="482" y="157"/>
                      <a:pt x="482" y="157"/>
                      <a:pt x="482" y="157"/>
                    </a:cubicBezTo>
                    <a:cubicBezTo>
                      <a:pt x="485" y="154"/>
                      <a:pt x="485" y="154"/>
                      <a:pt x="485" y="154"/>
                    </a:cubicBezTo>
                    <a:cubicBezTo>
                      <a:pt x="468" y="131"/>
                      <a:pt x="468" y="131"/>
                      <a:pt x="468" y="131"/>
                    </a:cubicBezTo>
                    <a:cubicBezTo>
                      <a:pt x="481" y="132"/>
                      <a:pt x="481" y="132"/>
                      <a:pt x="481" y="132"/>
                    </a:cubicBezTo>
                    <a:cubicBezTo>
                      <a:pt x="475" y="124"/>
                      <a:pt x="475" y="124"/>
                      <a:pt x="475" y="124"/>
                    </a:cubicBezTo>
                    <a:cubicBezTo>
                      <a:pt x="468" y="116"/>
                      <a:pt x="468" y="116"/>
                      <a:pt x="468" y="116"/>
                    </a:cubicBezTo>
                    <a:cubicBezTo>
                      <a:pt x="461" y="107"/>
                      <a:pt x="461" y="107"/>
                      <a:pt x="461" y="107"/>
                    </a:cubicBezTo>
                    <a:cubicBezTo>
                      <a:pt x="453" y="99"/>
                      <a:pt x="453" y="99"/>
                      <a:pt x="453" y="99"/>
                    </a:cubicBezTo>
                    <a:cubicBezTo>
                      <a:pt x="450" y="102"/>
                      <a:pt x="450" y="102"/>
                      <a:pt x="450" y="102"/>
                    </a:cubicBezTo>
                    <a:cubicBezTo>
                      <a:pt x="464" y="118"/>
                      <a:pt x="464" y="118"/>
                      <a:pt x="464" y="118"/>
                    </a:cubicBezTo>
                    <a:cubicBezTo>
                      <a:pt x="457" y="118"/>
                      <a:pt x="457" y="118"/>
                      <a:pt x="457" y="118"/>
                    </a:cubicBezTo>
                    <a:cubicBezTo>
                      <a:pt x="435" y="94"/>
                      <a:pt x="435" y="94"/>
                      <a:pt x="435" y="94"/>
                    </a:cubicBezTo>
                    <a:cubicBezTo>
                      <a:pt x="431" y="97"/>
                      <a:pt x="431" y="97"/>
                      <a:pt x="431" y="97"/>
                    </a:cubicBezTo>
                    <a:cubicBezTo>
                      <a:pt x="453" y="121"/>
                      <a:pt x="453" y="121"/>
                      <a:pt x="453" y="121"/>
                    </a:cubicBezTo>
                    <a:cubicBezTo>
                      <a:pt x="451" y="123"/>
                      <a:pt x="451" y="123"/>
                      <a:pt x="451" y="123"/>
                    </a:cubicBezTo>
                    <a:close/>
                    <a:moveTo>
                      <a:pt x="441" y="85"/>
                    </a:moveTo>
                    <a:cubicBezTo>
                      <a:pt x="447" y="79"/>
                      <a:pt x="447" y="79"/>
                      <a:pt x="447" y="79"/>
                    </a:cubicBezTo>
                    <a:cubicBezTo>
                      <a:pt x="455" y="87"/>
                      <a:pt x="455" y="87"/>
                      <a:pt x="455" y="87"/>
                    </a:cubicBezTo>
                    <a:cubicBezTo>
                      <a:pt x="456" y="82"/>
                      <a:pt x="456" y="82"/>
                      <a:pt x="456" y="82"/>
                    </a:cubicBezTo>
                    <a:cubicBezTo>
                      <a:pt x="465" y="92"/>
                      <a:pt x="465" y="92"/>
                      <a:pt x="465" y="92"/>
                    </a:cubicBezTo>
                    <a:cubicBezTo>
                      <a:pt x="465" y="98"/>
                      <a:pt x="465" y="98"/>
                      <a:pt x="465" y="98"/>
                    </a:cubicBezTo>
                    <a:cubicBezTo>
                      <a:pt x="470" y="104"/>
                      <a:pt x="470" y="104"/>
                      <a:pt x="470" y="104"/>
                    </a:cubicBezTo>
                    <a:cubicBezTo>
                      <a:pt x="470" y="97"/>
                      <a:pt x="470" y="97"/>
                      <a:pt x="470" y="97"/>
                    </a:cubicBezTo>
                    <a:cubicBezTo>
                      <a:pt x="482" y="110"/>
                      <a:pt x="482" y="110"/>
                      <a:pt x="482" y="110"/>
                    </a:cubicBezTo>
                    <a:cubicBezTo>
                      <a:pt x="481" y="117"/>
                      <a:pt x="481" y="117"/>
                      <a:pt x="481" y="117"/>
                    </a:cubicBezTo>
                    <a:cubicBezTo>
                      <a:pt x="486" y="124"/>
                      <a:pt x="486" y="124"/>
                      <a:pt x="486" y="124"/>
                    </a:cubicBezTo>
                    <a:cubicBezTo>
                      <a:pt x="490" y="121"/>
                      <a:pt x="490" y="121"/>
                      <a:pt x="490" y="121"/>
                    </a:cubicBezTo>
                    <a:cubicBezTo>
                      <a:pt x="500" y="133"/>
                      <a:pt x="500" y="133"/>
                      <a:pt x="500" y="133"/>
                    </a:cubicBezTo>
                    <a:cubicBezTo>
                      <a:pt x="496" y="136"/>
                      <a:pt x="496" y="136"/>
                      <a:pt x="496" y="136"/>
                    </a:cubicBezTo>
                    <a:cubicBezTo>
                      <a:pt x="501" y="143"/>
                      <a:pt x="501" y="143"/>
                      <a:pt x="501" y="143"/>
                    </a:cubicBezTo>
                    <a:cubicBezTo>
                      <a:pt x="493" y="148"/>
                      <a:pt x="493" y="148"/>
                      <a:pt x="493" y="148"/>
                    </a:cubicBezTo>
                    <a:cubicBezTo>
                      <a:pt x="485" y="137"/>
                      <a:pt x="485" y="137"/>
                      <a:pt x="485" y="137"/>
                    </a:cubicBezTo>
                    <a:cubicBezTo>
                      <a:pt x="488" y="134"/>
                      <a:pt x="488" y="134"/>
                      <a:pt x="488" y="134"/>
                    </a:cubicBezTo>
                    <a:cubicBezTo>
                      <a:pt x="479" y="123"/>
                      <a:pt x="479" y="123"/>
                      <a:pt x="479" y="123"/>
                    </a:cubicBezTo>
                    <a:cubicBezTo>
                      <a:pt x="466" y="108"/>
                      <a:pt x="466" y="108"/>
                      <a:pt x="466" y="108"/>
                    </a:cubicBezTo>
                    <a:cubicBezTo>
                      <a:pt x="453" y="92"/>
                      <a:pt x="453" y="92"/>
                      <a:pt x="453" y="92"/>
                    </a:cubicBezTo>
                    <a:cubicBezTo>
                      <a:pt x="450" y="95"/>
                      <a:pt x="450" y="95"/>
                      <a:pt x="450" y="95"/>
                    </a:cubicBezTo>
                    <a:lnTo>
                      <a:pt x="441" y="85"/>
                    </a:lnTo>
                    <a:close/>
                  </a:path>
                </a:pathLst>
              </a:custGeom>
              <a:solidFill>
                <a:srgbClr val="0062A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" name="Freeform 9"/>
              <p:cNvSpPr>
                <a:spLocks noEditPoints="1"/>
              </p:cNvSpPr>
              <p:nvPr/>
            </p:nvSpPr>
            <p:spPr bwMode="auto">
              <a:xfrm>
                <a:off x="5051457" y="4769210"/>
                <a:ext cx="212725" cy="79375"/>
              </a:xfrm>
              <a:custGeom>
                <a:avLst/>
                <a:gdLst>
                  <a:gd name="T0" fmla="*/ 7 w 86"/>
                  <a:gd name="T1" fmla="*/ 32 h 32"/>
                  <a:gd name="T2" fmla="*/ 4 w 86"/>
                  <a:gd name="T3" fmla="*/ 10 h 32"/>
                  <a:gd name="T4" fmla="*/ 0 w 86"/>
                  <a:gd name="T5" fmla="*/ 8 h 32"/>
                  <a:gd name="T6" fmla="*/ 8 w 86"/>
                  <a:gd name="T7" fmla="*/ 0 h 32"/>
                  <a:gd name="T8" fmla="*/ 10 w 86"/>
                  <a:gd name="T9" fmla="*/ 32 h 32"/>
                  <a:gd name="T10" fmla="*/ 25 w 86"/>
                  <a:gd name="T11" fmla="*/ 24 h 32"/>
                  <a:gd name="T12" fmla="*/ 29 w 86"/>
                  <a:gd name="T13" fmla="*/ 29 h 32"/>
                  <a:gd name="T14" fmla="*/ 34 w 86"/>
                  <a:gd name="T15" fmla="*/ 26 h 32"/>
                  <a:gd name="T16" fmla="*/ 36 w 86"/>
                  <a:gd name="T17" fmla="*/ 17 h 32"/>
                  <a:gd name="T18" fmla="*/ 33 w 86"/>
                  <a:gd name="T19" fmla="*/ 20 h 32"/>
                  <a:gd name="T20" fmla="*/ 23 w 86"/>
                  <a:gd name="T21" fmla="*/ 18 h 32"/>
                  <a:gd name="T22" fmla="*/ 23 w 86"/>
                  <a:gd name="T23" fmla="*/ 3 h 32"/>
                  <a:gd name="T24" fmla="*/ 34 w 86"/>
                  <a:gd name="T25" fmla="*/ 1 h 32"/>
                  <a:gd name="T26" fmla="*/ 39 w 86"/>
                  <a:gd name="T27" fmla="*/ 15 h 32"/>
                  <a:gd name="T28" fmla="*/ 34 w 86"/>
                  <a:gd name="T29" fmla="*/ 30 h 32"/>
                  <a:gd name="T30" fmla="*/ 24 w 86"/>
                  <a:gd name="T31" fmla="*/ 30 h 32"/>
                  <a:gd name="T32" fmla="*/ 35 w 86"/>
                  <a:gd name="T33" fmla="*/ 10 h 32"/>
                  <a:gd name="T34" fmla="*/ 30 w 86"/>
                  <a:gd name="T35" fmla="*/ 3 h 32"/>
                  <a:gd name="T36" fmla="*/ 24 w 86"/>
                  <a:gd name="T37" fmla="*/ 11 h 32"/>
                  <a:gd name="T38" fmla="*/ 30 w 86"/>
                  <a:gd name="T39" fmla="*/ 17 h 32"/>
                  <a:gd name="T40" fmla="*/ 35 w 86"/>
                  <a:gd name="T41" fmla="*/ 10 h 32"/>
                  <a:gd name="T42" fmla="*/ 48 w 86"/>
                  <a:gd name="T43" fmla="*/ 23 h 32"/>
                  <a:gd name="T44" fmla="*/ 53 w 86"/>
                  <a:gd name="T45" fmla="*/ 29 h 32"/>
                  <a:gd name="T46" fmla="*/ 59 w 86"/>
                  <a:gd name="T47" fmla="*/ 21 h 32"/>
                  <a:gd name="T48" fmla="*/ 53 w 86"/>
                  <a:gd name="T49" fmla="*/ 14 h 32"/>
                  <a:gd name="T50" fmla="*/ 48 w 86"/>
                  <a:gd name="T51" fmla="*/ 17 h 32"/>
                  <a:gd name="T52" fmla="*/ 48 w 86"/>
                  <a:gd name="T53" fmla="*/ 0 h 32"/>
                  <a:gd name="T54" fmla="*/ 61 w 86"/>
                  <a:gd name="T55" fmla="*/ 4 h 32"/>
                  <a:gd name="T56" fmla="*/ 49 w 86"/>
                  <a:gd name="T57" fmla="*/ 13 h 32"/>
                  <a:gd name="T58" fmla="*/ 60 w 86"/>
                  <a:gd name="T59" fmla="*/ 13 h 32"/>
                  <a:gd name="T60" fmla="*/ 60 w 86"/>
                  <a:gd name="T61" fmla="*/ 28 h 32"/>
                  <a:gd name="T62" fmla="*/ 47 w 86"/>
                  <a:gd name="T63" fmla="*/ 30 h 32"/>
                  <a:gd name="T64" fmla="*/ 86 w 86"/>
                  <a:gd name="T65" fmla="*/ 28 h 32"/>
                  <a:gd name="T66" fmla="*/ 67 w 86"/>
                  <a:gd name="T67" fmla="*/ 32 h 32"/>
                  <a:gd name="T68" fmla="*/ 70 w 86"/>
                  <a:gd name="T69" fmla="*/ 25 h 32"/>
                  <a:gd name="T70" fmla="*/ 80 w 86"/>
                  <a:gd name="T71" fmla="*/ 13 h 32"/>
                  <a:gd name="T72" fmla="*/ 81 w 86"/>
                  <a:gd name="T73" fmla="*/ 5 h 32"/>
                  <a:gd name="T74" fmla="*/ 73 w 86"/>
                  <a:gd name="T75" fmla="*/ 5 h 32"/>
                  <a:gd name="T76" fmla="*/ 68 w 86"/>
                  <a:gd name="T77" fmla="*/ 9 h 32"/>
                  <a:gd name="T78" fmla="*/ 77 w 86"/>
                  <a:gd name="T79" fmla="*/ 0 h 32"/>
                  <a:gd name="T80" fmla="*/ 85 w 86"/>
                  <a:gd name="T81" fmla="*/ 9 h 32"/>
                  <a:gd name="T82" fmla="*/ 83 w 86"/>
                  <a:gd name="T83" fmla="*/ 16 h 32"/>
                  <a:gd name="T84" fmla="*/ 73 w 86"/>
                  <a:gd name="T85" fmla="*/ 26 h 32"/>
                  <a:gd name="T86" fmla="*/ 86 w 86"/>
                  <a:gd name="T87" fmla="*/ 28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86" h="32">
                    <a:moveTo>
                      <a:pt x="10" y="32"/>
                    </a:moveTo>
                    <a:cubicBezTo>
                      <a:pt x="7" y="32"/>
                      <a:pt x="7" y="32"/>
                      <a:pt x="7" y="32"/>
                    </a:cubicBezTo>
                    <a:cubicBezTo>
                      <a:pt x="7" y="7"/>
                      <a:pt x="7" y="7"/>
                      <a:pt x="7" y="7"/>
                    </a:cubicBezTo>
                    <a:cubicBezTo>
                      <a:pt x="6" y="8"/>
                      <a:pt x="5" y="9"/>
                      <a:pt x="4" y="10"/>
                    </a:cubicBezTo>
                    <a:cubicBezTo>
                      <a:pt x="2" y="10"/>
                      <a:pt x="1" y="11"/>
                      <a:pt x="0" y="12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2" y="7"/>
                      <a:pt x="4" y="5"/>
                      <a:pt x="5" y="4"/>
                    </a:cubicBezTo>
                    <a:cubicBezTo>
                      <a:pt x="6" y="3"/>
                      <a:pt x="7" y="1"/>
                      <a:pt x="8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0" y="32"/>
                      <a:pt x="10" y="32"/>
                      <a:pt x="10" y="32"/>
                    </a:cubicBezTo>
                    <a:close/>
                    <a:moveTo>
                      <a:pt x="21" y="24"/>
                    </a:move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6"/>
                      <a:pt x="26" y="27"/>
                      <a:pt x="26" y="28"/>
                    </a:cubicBezTo>
                    <a:cubicBezTo>
                      <a:pt x="27" y="29"/>
                      <a:pt x="28" y="29"/>
                      <a:pt x="29" y="29"/>
                    </a:cubicBezTo>
                    <a:cubicBezTo>
                      <a:pt x="30" y="29"/>
                      <a:pt x="31" y="29"/>
                      <a:pt x="32" y="28"/>
                    </a:cubicBezTo>
                    <a:cubicBezTo>
                      <a:pt x="33" y="28"/>
                      <a:pt x="33" y="27"/>
                      <a:pt x="34" y="26"/>
                    </a:cubicBezTo>
                    <a:cubicBezTo>
                      <a:pt x="34" y="25"/>
                      <a:pt x="35" y="24"/>
                      <a:pt x="35" y="22"/>
                    </a:cubicBezTo>
                    <a:cubicBezTo>
                      <a:pt x="35" y="21"/>
                      <a:pt x="36" y="19"/>
                      <a:pt x="36" y="17"/>
                    </a:cubicBezTo>
                    <a:cubicBezTo>
                      <a:pt x="36" y="17"/>
                      <a:pt x="36" y="17"/>
                      <a:pt x="36" y="17"/>
                    </a:cubicBezTo>
                    <a:cubicBezTo>
                      <a:pt x="35" y="18"/>
                      <a:pt x="34" y="19"/>
                      <a:pt x="33" y="20"/>
                    </a:cubicBezTo>
                    <a:cubicBezTo>
                      <a:pt x="32" y="21"/>
                      <a:pt x="30" y="21"/>
                      <a:pt x="29" y="21"/>
                    </a:cubicBezTo>
                    <a:cubicBezTo>
                      <a:pt x="27" y="21"/>
                      <a:pt x="25" y="20"/>
                      <a:pt x="23" y="18"/>
                    </a:cubicBezTo>
                    <a:cubicBezTo>
                      <a:pt x="22" y="16"/>
                      <a:pt x="21" y="14"/>
                      <a:pt x="21" y="11"/>
                    </a:cubicBezTo>
                    <a:cubicBezTo>
                      <a:pt x="21" y="7"/>
                      <a:pt x="22" y="5"/>
                      <a:pt x="23" y="3"/>
                    </a:cubicBezTo>
                    <a:cubicBezTo>
                      <a:pt x="25" y="1"/>
                      <a:pt x="27" y="0"/>
                      <a:pt x="30" y="0"/>
                    </a:cubicBezTo>
                    <a:cubicBezTo>
                      <a:pt x="31" y="0"/>
                      <a:pt x="33" y="0"/>
                      <a:pt x="34" y="1"/>
                    </a:cubicBezTo>
                    <a:cubicBezTo>
                      <a:pt x="36" y="3"/>
                      <a:pt x="37" y="4"/>
                      <a:pt x="38" y="6"/>
                    </a:cubicBezTo>
                    <a:cubicBezTo>
                      <a:pt x="39" y="8"/>
                      <a:pt x="39" y="11"/>
                      <a:pt x="39" y="15"/>
                    </a:cubicBezTo>
                    <a:cubicBezTo>
                      <a:pt x="39" y="19"/>
                      <a:pt x="39" y="22"/>
                      <a:pt x="38" y="25"/>
                    </a:cubicBezTo>
                    <a:cubicBezTo>
                      <a:pt x="37" y="27"/>
                      <a:pt x="36" y="29"/>
                      <a:pt x="34" y="30"/>
                    </a:cubicBezTo>
                    <a:cubicBezTo>
                      <a:pt x="33" y="32"/>
                      <a:pt x="31" y="32"/>
                      <a:pt x="29" y="32"/>
                    </a:cubicBezTo>
                    <a:cubicBezTo>
                      <a:pt x="27" y="32"/>
                      <a:pt x="25" y="32"/>
                      <a:pt x="24" y="30"/>
                    </a:cubicBezTo>
                    <a:cubicBezTo>
                      <a:pt x="23" y="29"/>
                      <a:pt x="22" y="27"/>
                      <a:pt x="21" y="24"/>
                    </a:cubicBezTo>
                    <a:close/>
                    <a:moveTo>
                      <a:pt x="35" y="10"/>
                    </a:moveTo>
                    <a:cubicBezTo>
                      <a:pt x="35" y="8"/>
                      <a:pt x="35" y="6"/>
                      <a:pt x="34" y="5"/>
                    </a:cubicBezTo>
                    <a:cubicBezTo>
                      <a:pt x="33" y="4"/>
                      <a:pt x="31" y="3"/>
                      <a:pt x="30" y="3"/>
                    </a:cubicBezTo>
                    <a:cubicBezTo>
                      <a:pt x="28" y="3"/>
                      <a:pt x="27" y="4"/>
                      <a:pt x="26" y="5"/>
                    </a:cubicBezTo>
                    <a:cubicBezTo>
                      <a:pt x="25" y="7"/>
                      <a:pt x="24" y="8"/>
                      <a:pt x="24" y="11"/>
                    </a:cubicBezTo>
                    <a:cubicBezTo>
                      <a:pt x="24" y="13"/>
                      <a:pt x="25" y="14"/>
                      <a:pt x="26" y="16"/>
                    </a:cubicBezTo>
                    <a:cubicBezTo>
                      <a:pt x="27" y="17"/>
                      <a:pt x="28" y="17"/>
                      <a:pt x="30" y="17"/>
                    </a:cubicBezTo>
                    <a:cubicBezTo>
                      <a:pt x="31" y="17"/>
                      <a:pt x="33" y="17"/>
                      <a:pt x="34" y="16"/>
                    </a:cubicBezTo>
                    <a:cubicBezTo>
                      <a:pt x="35" y="14"/>
                      <a:pt x="35" y="13"/>
                      <a:pt x="35" y="10"/>
                    </a:cubicBezTo>
                    <a:close/>
                    <a:moveTo>
                      <a:pt x="44" y="23"/>
                    </a:moveTo>
                    <a:cubicBezTo>
                      <a:pt x="48" y="23"/>
                      <a:pt x="48" y="23"/>
                      <a:pt x="48" y="23"/>
                    </a:cubicBezTo>
                    <a:cubicBezTo>
                      <a:pt x="48" y="25"/>
                      <a:pt x="49" y="27"/>
                      <a:pt x="50" y="28"/>
                    </a:cubicBezTo>
                    <a:cubicBezTo>
                      <a:pt x="51" y="29"/>
                      <a:pt x="52" y="29"/>
                      <a:pt x="53" y="29"/>
                    </a:cubicBezTo>
                    <a:cubicBezTo>
                      <a:pt x="55" y="29"/>
                      <a:pt x="56" y="28"/>
                      <a:pt x="57" y="27"/>
                    </a:cubicBezTo>
                    <a:cubicBezTo>
                      <a:pt x="58" y="25"/>
                      <a:pt x="59" y="24"/>
                      <a:pt x="59" y="21"/>
                    </a:cubicBezTo>
                    <a:cubicBezTo>
                      <a:pt x="59" y="19"/>
                      <a:pt x="58" y="17"/>
                      <a:pt x="57" y="16"/>
                    </a:cubicBezTo>
                    <a:cubicBezTo>
                      <a:pt x="56" y="15"/>
                      <a:pt x="55" y="14"/>
                      <a:pt x="53" y="14"/>
                    </a:cubicBezTo>
                    <a:cubicBezTo>
                      <a:pt x="52" y="14"/>
                      <a:pt x="51" y="14"/>
                      <a:pt x="50" y="15"/>
                    </a:cubicBezTo>
                    <a:cubicBezTo>
                      <a:pt x="49" y="16"/>
                      <a:pt x="49" y="16"/>
                      <a:pt x="48" y="17"/>
                    </a:cubicBezTo>
                    <a:cubicBezTo>
                      <a:pt x="45" y="17"/>
                      <a:pt x="45" y="17"/>
                      <a:pt x="45" y="17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50" y="4"/>
                      <a:pt x="50" y="4"/>
                      <a:pt x="50" y="4"/>
                    </a:cubicBezTo>
                    <a:cubicBezTo>
                      <a:pt x="49" y="13"/>
                      <a:pt x="49" y="13"/>
                      <a:pt x="49" y="13"/>
                    </a:cubicBezTo>
                    <a:cubicBezTo>
                      <a:pt x="51" y="11"/>
                      <a:pt x="52" y="11"/>
                      <a:pt x="54" y="11"/>
                    </a:cubicBezTo>
                    <a:cubicBezTo>
                      <a:pt x="56" y="11"/>
                      <a:pt x="58" y="12"/>
                      <a:pt x="60" y="13"/>
                    </a:cubicBezTo>
                    <a:cubicBezTo>
                      <a:pt x="62" y="15"/>
                      <a:pt x="63" y="18"/>
                      <a:pt x="63" y="21"/>
                    </a:cubicBezTo>
                    <a:cubicBezTo>
                      <a:pt x="63" y="24"/>
                      <a:pt x="62" y="26"/>
                      <a:pt x="60" y="28"/>
                    </a:cubicBezTo>
                    <a:cubicBezTo>
                      <a:pt x="59" y="31"/>
                      <a:pt x="56" y="32"/>
                      <a:pt x="53" y="32"/>
                    </a:cubicBezTo>
                    <a:cubicBezTo>
                      <a:pt x="51" y="32"/>
                      <a:pt x="49" y="31"/>
                      <a:pt x="47" y="30"/>
                    </a:cubicBezTo>
                    <a:cubicBezTo>
                      <a:pt x="46" y="28"/>
                      <a:pt x="45" y="26"/>
                      <a:pt x="44" y="23"/>
                    </a:cubicBezTo>
                    <a:close/>
                    <a:moveTo>
                      <a:pt x="86" y="28"/>
                    </a:moveTo>
                    <a:cubicBezTo>
                      <a:pt x="86" y="32"/>
                      <a:pt x="86" y="32"/>
                      <a:pt x="86" y="32"/>
                    </a:cubicBezTo>
                    <a:cubicBezTo>
                      <a:pt x="67" y="32"/>
                      <a:pt x="67" y="32"/>
                      <a:pt x="67" y="32"/>
                    </a:cubicBezTo>
                    <a:cubicBezTo>
                      <a:pt x="67" y="31"/>
                      <a:pt x="67" y="30"/>
                      <a:pt x="68" y="29"/>
                    </a:cubicBezTo>
                    <a:cubicBezTo>
                      <a:pt x="68" y="28"/>
                      <a:pt x="69" y="26"/>
                      <a:pt x="70" y="25"/>
                    </a:cubicBezTo>
                    <a:cubicBezTo>
                      <a:pt x="71" y="23"/>
                      <a:pt x="72" y="22"/>
                      <a:pt x="74" y="20"/>
                    </a:cubicBezTo>
                    <a:cubicBezTo>
                      <a:pt x="77" y="17"/>
                      <a:pt x="79" y="15"/>
                      <a:pt x="80" y="13"/>
                    </a:cubicBezTo>
                    <a:cubicBezTo>
                      <a:pt x="81" y="12"/>
                      <a:pt x="82" y="10"/>
                      <a:pt x="82" y="9"/>
                    </a:cubicBezTo>
                    <a:cubicBezTo>
                      <a:pt x="82" y="7"/>
                      <a:pt x="82" y="6"/>
                      <a:pt x="81" y="5"/>
                    </a:cubicBezTo>
                    <a:cubicBezTo>
                      <a:pt x="80" y="4"/>
                      <a:pt x="78" y="3"/>
                      <a:pt x="77" y="3"/>
                    </a:cubicBezTo>
                    <a:cubicBezTo>
                      <a:pt x="75" y="3"/>
                      <a:pt x="74" y="4"/>
                      <a:pt x="73" y="5"/>
                    </a:cubicBezTo>
                    <a:cubicBezTo>
                      <a:pt x="72" y="6"/>
                      <a:pt x="71" y="7"/>
                      <a:pt x="71" y="9"/>
                    </a:cubicBezTo>
                    <a:cubicBezTo>
                      <a:pt x="68" y="9"/>
                      <a:pt x="68" y="9"/>
                      <a:pt x="68" y="9"/>
                    </a:cubicBezTo>
                    <a:cubicBezTo>
                      <a:pt x="68" y="6"/>
                      <a:pt x="69" y="4"/>
                      <a:pt x="71" y="2"/>
                    </a:cubicBezTo>
                    <a:cubicBezTo>
                      <a:pt x="72" y="1"/>
                      <a:pt x="74" y="0"/>
                      <a:pt x="77" y="0"/>
                    </a:cubicBezTo>
                    <a:cubicBezTo>
                      <a:pt x="80" y="0"/>
                      <a:pt x="82" y="1"/>
                      <a:pt x="83" y="2"/>
                    </a:cubicBezTo>
                    <a:cubicBezTo>
                      <a:pt x="85" y="4"/>
                      <a:pt x="85" y="6"/>
                      <a:pt x="85" y="9"/>
                    </a:cubicBezTo>
                    <a:cubicBezTo>
                      <a:pt x="85" y="10"/>
                      <a:pt x="85" y="11"/>
                      <a:pt x="85" y="12"/>
                    </a:cubicBezTo>
                    <a:cubicBezTo>
                      <a:pt x="84" y="14"/>
                      <a:pt x="84" y="15"/>
                      <a:pt x="83" y="16"/>
                    </a:cubicBezTo>
                    <a:cubicBezTo>
                      <a:pt x="82" y="18"/>
                      <a:pt x="80" y="19"/>
                      <a:pt x="77" y="22"/>
                    </a:cubicBezTo>
                    <a:cubicBezTo>
                      <a:pt x="75" y="24"/>
                      <a:pt x="74" y="25"/>
                      <a:pt x="73" y="26"/>
                    </a:cubicBezTo>
                    <a:cubicBezTo>
                      <a:pt x="73" y="27"/>
                      <a:pt x="72" y="27"/>
                      <a:pt x="72" y="28"/>
                    </a:cubicBezTo>
                    <a:lnTo>
                      <a:pt x="86" y="28"/>
                    </a:lnTo>
                    <a:close/>
                  </a:path>
                </a:pathLst>
              </a:custGeom>
              <a:solidFill>
                <a:srgbClr val="E1E8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" name="Freeform 10"/>
              <p:cNvSpPr>
                <a:spLocks noEditPoints="1"/>
              </p:cNvSpPr>
              <p:nvPr/>
            </p:nvSpPr>
            <p:spPr bwMode="auto">
              <a:xfrm>
                <a:off x="4545044" y="3700823"/>
                <a:ext cx="1225550" cy="1182688"/>
              </a:xfrm>
              <a:custGeom>
                <a:avLst/>
                <a:gdLst>
                  <a:gd name="T0" fmla="*/ 376 w 496"/>
                  <a:gd name="T1" fmla="*/ 242 h 479"/>
                  <a:gd name="T2" fmla="*/ 302 w 496"/>
                  <a:gd name="T3" fmla="*/ 153 h 479"/>
                  <a:gd name="T4" fmla="*/ 245 w 496"/>
                  <a:gd name="T5" fmla="*/ 122 h 479"/>
                  <a:gd name="T6" fmla="*/ 221 w 496"/>
                  <a:gd name="T7" fmla="*/ 153 h 479"/>
                  <a:gd name="T8" fmla="*/ 237 w 496"/>
                  <a:gd name="T9" fmla="*/ 218 h 479"/>
                  <a:gd name="T10" fmla="*/ 145 w 496"/>
                  <a:gd name="T11" fmla="*/ 131 h 479"/>
                  <a:gd name="T12" fmla="*/ 248 w 496"/>
                  <a:gd name="T13" fmla="*/ 93 h 479"/>
                  <a:gd name="T14" fmla="*/ 398 w 496"/>
                  <a:gd name="T15" fmla="*/ 237 h 479"/>
                  <a:gd name="T16" fmla="*/ 237 w 496"/>
                  <a:gd name="T17" fmla="*/ 242 h 479"/>
                  <a:gd name="T18" fmla="*/ 237 w 496"/>
                  <a:gd name="T19" fmla="*/ 242 h 479"/>
                  <a:gd name="T20" fmla="*/ 259 w 496"/>
                  <a:gd name="T21" fmla="*/ 386 h 479"/>
                  <a:gd name="T22" fmla="*/ 358 w 496"/>
                  <a:gd name="T23" fmla="*/ 351 h 479"/>
                  <a:gd name="T24" fmla="*/ 91 w 496"/>
                  <a:gd name="T25" fmla="*/ 248 h 479"/>
                  <a:gd name="T26" fmla="*/ 342 w 496"/>
                  <a:gd name="T27" fmla="*/ 114 h 479"/>
                  <a:gd name="T28" fmla="*/ 252 w 496"/>
                  <a:gd name="T29" fmla="*/ 85 h 479"/>
                  <a:gd name="T30" fmla="*/ 64 w 496"/>
                  <a:gd name="T31" fmla="*/ 247 h 479"/>
                  <a:gd name="T32" fmla="*/ 151 w 496"/>
                  <a:gd name="T33" fmla="*/ 373 h 479"/>
                  <a:gd name="T34" fmla="*/ 89 w 496"/>
                  <a:gd name="T35" fmla="*/ 339 h 479"/>
                  <a:gd name="T36" fmla="*/ 151 w 496"/>
                  <a:gd name="T37" fmla="*/ 373 h 479"/>
                  <a:gd name="T38" fmla="*/ 199 w 496"/>
                  <a:gd name="T39" fmla="*/ 423 h 479"/>
                  <a:gd name="T40" fmla="*/ 327 w 496"/>
                  <a:gd name="T41" fmla="*/ 384 h 479"/>
                  <a:gd name="T42" fmla="*/ 296 w 496"/>
                  <a:gd name="T43" fmla="*/ 423 h 479"/>
                  <a:gd name="T44" fmla="*/ 451 w 496"/>
                  <a:gd name="T45" fmla="*/ 362 h 479"/>
                  <a:gd name="T46" fmla="*/ 357 w 496"/>
                  <a:gd name="T47" fmla="*/ 445 h 479"/>
                  <a:gd name="T48" fmla="*/ 459 w 496"/>
                  <a:gd name="T49" fmla="*/ 130 h 479"/>
                  <a:gd name="T50" fmla="*/ 488 w 496"/>
                  <a:gd name="T51" fmla="*/ 238 h 479"/>
                  <a:gd name="T52" fmla="*/ 248 w 496"/>
                  <a:gd name="T53" fmla="*/ 427 h 479"/>
                  <a:gd name="T54" fmla="*/ 333 w 496"/>
                  <a:gd name="T55" fmla="*/ 442 h 479"/>
                  <a:gd name="T56" fmla="*/ 456 w 496"/>
                  <a:gd name="T57" fmla="*/ 355 h 479"/>
                  <a:gd name="T58" fmla="*/ 488 w 496"/>
                  <a:gd name="T59" fmla="*/ 246 h 479"/>
                  <a:gd name="T60" fmla="*/ 55 w 496"/>
                  <a:gd name="T61" fmla="*/ 247 h 479"/>
                  <a:gd name="T62" fmla="*/ 8 w 496"/>
                  <a:gd name="T63" fmla="*/ 246 h 479"/>
                  <a:gd name="T64" fmla="*/ 156 w 496"/>
                  <a:gd name="T65" fmla="*/ 437 h 479"/>
                  <a:gd name="T66" fmla="*/ 78 w 496"/>
                  <a:gd name="T67" fmla="*/ 403 h 479"/>
                  <a:gd name="T68" fmla="*/ 79 w 496"/>
                  <a:gd name="T69" fmla="*/ 144 h 479"/>
                  <a:gd name="T70" fmla="*/ 78 w 496"/>
                  <a:gd name="T71" fmla="*/ 76 h 479"/>
                  <a:gd name="T72" fmla="*/ 243 w 496"/>
                  <a:gd name="T73" fmla="*/ 59 h 479"/>
                  <a:gd name="T74" fmla="*/ 412 w 496"/>
                  <a:gd name="T75" fmla="*/ 246 h 479"/>
                  <a:gd name="T76" fmla="*/ 430 w 496"/>
                  <a:gd name="T77" fmla="*/ 246 h 479"/>
                  <a:gd name="T78" fmla="*/ 131 w 496"/>
                  <a:gd name="T79" fmla="*/ 132 h 479"/>
                  <a:gd name="T80" fmla="*/ 164 w 496"/>
                  <a:gd name="T81" fmla="*/ 45 h 479"/>
                  <a:gd name="T82" fmla="*/ 385 w 496"/>
                  <a:gd name="T83" fmla="*/ 331 h 479"/>
                  <a:gd name="T84" fmla="*/ 306 w 496"/>
                  <a:gd name="T85" fmla="*/ 425 h 479"/>
                  <a:gd name="T86" fmla="*/ 385 w 496"/>
                  <a:gd name="T87" fmla="*/ 331 h 479"/>
                  <a:gd name="T88" fmla="*/ 148 w 496"/>
                  <a:gd name="T89" fmla="*/ 29 h 479"/>
                  <a:gd name="T90" fmla="*/ 390 w 496"/>
                  <a:gd name="T91" fmla="*/ 165 h 479"/>
                  <a:gd name="T92" fmla="*/ 411 w 496"/>
                  <a:gd name="T93" fmla="*/ 156 h 479"/>
                  <a:gd name="T94" fmla="*/ 76 w 496"/>
                  <a:gd name="T95" fmla="*/ 151 h 479"/>
                  <a:gd name="T96" fmla="*/ 37 w 496"/>
                  <a:gd name="T97" fmla="*/ 129 h 479"/>
                  <a:gd name="T98" fmla="*/ 340 w 496"/>
                  <a:gd name="T99" fmla="*/ 41 h 479"/>
                  <a:gd name="T100" fmla="*/ 418 w 496"/>
                  <a:gd name="T101" fmla="*/ 76 h 479"/>
                  <a:gd name="T102" fmla="*/ 385 w 496"/>
                  <a:gd name="T103" fmla="*/ 158 h 479"/>
                  <a:gd name="T104" fmla="*/ 308 w 496"/>
                  <a:gd name="T105" fmla="*/ 52 h 479"/>
                  <a:gd name="T106" fmla="*/ 105 w 496"/>
                  <a:gd name="T107" fmla="*/ 165 h 479"/>
                  <a:gd name="T108" fmla="*/ 83 w 496"/>
                  <a:gd name="T109" fmla="*/ 239 h 479"/>
                  <a:gd name="T110" fmla="*/ 496 w 496"/>
                  <a:gd name="T111" fmla="*/ 240 h 479"/>
                  <a:gd name="T112" fmla="*/ 72 w 496"/>
                  <a:gd name="T113" fmla="*/ 409 h 479"/>
                  <a:gd name="T114" fmla="*/ 248 w 496"/>
                  <a:gd name="T115" fmla="*/ 0 h 4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496" h="479">
                    <a:moveTo>
                      <a:pt x="259" y="227"/>
                    </a:moveTo>
                    <a:cubicBezTo>
                      <a:pt x="259" y="242"/>
                      <a:pt x="259" y="242"/>
                      <a:pt x="259" y="242"/>
                    </a:cubicBezTo>
                    <a:cubicBezTo>
                      <a:pt x="376" y="242"/>
                      <a:pt x="376" y="242"/>
                      <a:pt x="376" y="242"/>
                    </a:cubicBezTo>
                    <a:cubicBezTo>
                      <a:pt x="259" y="227"/>
                      <a:pt x="259" y="227"/>
                      <a:pt x="259" y="227"/>
                    </a:cubicBezTo>
                    <a:close/>
                    <a:moveTo>
                      <a:pt x="259" y="168"/>
                    </a:moveTo>
                    <a:cubicBezTo>
                      <a:pt x="258" y="150"/>
                      <a:pt x="291" y="153"/>
                      <a:pt x="302" y="153"/>
                    </a:cubicBezTo>
                    <a:cubicBezTo>
                      <a:pt x="329" y="153"/>
                      <a:pt x="362" y="154"/>
                      <a:pt x="362" y="154"/>
                    </a:cubicBezTo>
                    <a:cubicBezTo>
                      <a:pt x="360" y="151"/>
                      <a:pt x="354" y="147"/>
                      <a:pt x="349" y="144"/>
                    </a:cubicBezTo>
                    <a:cubicBezTo>
                      <a:pt x="322" y="129"/>
                      <a:pt x="260" y="122"/>
                      <a:pt x="245" y="122"/>
                    </a:cubicBezTo>
                    <a:cubicBezTo>
                      <a:pt x="203" y="122"/>
                      <a:pt x="153" y="132"/>
                      <a:pt x="153" y="132"/>
                    </a:cubicBezTo>
                    <a:cubicBezTo>
                      <a:pt x="153" y="151"/>
                      <a:pt x="153" y="151"/>
                      <a:pt x="153" y="151"/>
                    </a:cubicBezTo>
                    <a:cubicBezTo>
                      <a:pt x="153" y="151"/>
                      <a:pt x="216" y="152"/>
                      <a:pt x="221" y="153"/>
                    </a:cubicBezTo>
                    <a:cubicBezTo>
                      <a:pt x="224" y="154"/>
                      <a:pt x="228" y="154"/>
                      <a:pt x="231" y="156"/>
                    </a:cubicBezTo>
                    <a:cubicBezTo>
                      <a:pt x="234" y="158"/>
                      <a:pt x="236" y="165"/>
                      <a:pt x="236" y="168"/>
                    </a:cubicBezTo>
                    <a:cubicBezTo>
                      <a:pt x="237" y="177"/>
                      <a:pt x="237" y="185"/>
                      <a:pt x="237" y="218"/>
                    </a:cubicBezTo>
                    <a:cubicBezTo>
                      <a:pt x="91" y="238"/>
                      <a:pt x="91" y="238"/>
                      <a:pt x="91" y="238"/>
                    </a:cubicBezTo>
                    <a:cubicBezTo>
                      <a:pt x="93" y="200"/>
                      <a:pt x="110" y="164"/>
                      <a:pt x="137" y="138"/>
                    </a:cubicBezTo>
                    <a:cubicBezTo>
                      <a:pt x="140" y="135"/>
                      <a:pt x="142" y="133"/>
                      <a:pt x="145" y="131"/>
                    </a:cubicBezTo>
                    <a:cubicBezTo>
                      <a:pt x="145" y="131"/>
                      <a:pt x="145" y="131"/>
                      <a:pt x="145" y="131"/>
                    </a:cubicBezTo>
                    <a:cubicBezTo>
                      <a:pt x="146" y="130"/>
                      <a:pt x="146" y="130"/>
                      <a:pt x="146" y="130"/>
                    </a:cubicBezTo>
                    <a:cubicBezTo>
                      <a:pt x="173" y="107"/>
                      <a:pt x="209" y="93"/>
                      <a:pt x="248" y="93"/>
                    </a:cubicBezTo>
                    <a:cubicBezTo>
                      <a:pt x="291" y="93"/>
                      <a:pt x="330" y="110"/>
                      <a:pt x="358" y="138"/>
                    </a:cubicBezTo>
                    <a:cubicBezTo>
                      <a:pt x="384" y="163"/>
                      <a:pt x="401" y="198"/>
                      <a:pt x="403" y="237"/>
                    </a:cubicBezTo>
                    <a:cubicBezTo>
                      <a:pt x="398" y="237"/>
                      <a:pt x="398" y="237"/>
                      <a:pt x="398" y="237"/>
                    </a:cubicBezTo>
                    <a:cubicBezTo>
                      <a:pt x="259" y="218"/>
                      <a:pt x="259" y="218"/>
                      <a:pt x="259" y="218"/>
                    </a:cubicBezTo>
                    <a:cubicBezTo>
                      <a:pt x="259" y="168"/>
                      <a:pt x="259" y="168"/>
                      <a:pt x="259" y="168"/>
                    </a:cubicBezTo>
                    <a:close/>
                    <a:moveTo>
                      <a:pt x="237" y="242"/>
                    </a:moveTo>
                    <a:cubicBezTo>
                      <a:pt x="114" y="242"/>
                      <a:pt x="114" y="242"/>
                      <a:pt x="114" y="242"/>
                    </a:cubicBezTo>
                    <a:cubicBezTo>
                      <a:pt x="237" y="258"/>
                      <a:pt x="237" y="258"/>
                      <a:pt x="237" y="258"/>
                    </a:cubicBezTo>
                    <a:cubicBezTo>
                      <a:pt x="237" y="251"/>
                      <a:pt x="237" y="249"/>
                      <a:pt x="237" y="242"/>
                    </a:cubicBezTo>
                    <a:close/>
                    <a:moveTo>
                      <a:pt x="237" y="266"/>
                    </a:moveTo>
                    <a:cubicBezTo>
                      <a:pt x="237" y="386"/>
                      <a:pt x="237" y="386"/>
                      <a:pt x="237" y="386"/>
                    </a:cubicBezTo>
                    <a:cubicBezTo>
                      <a:pt x="259" y="386"/>
                      <a:pt x="259" y="386"/>
                      <a:pt x="259" y="386"/>
                    </a:cubicBezTo>
                    <a:cubicBezTo>
                      <a:pt x="259" y="266"/>
                      <a:pt x="259" y="266"/>
                      <a:pt x="259" y="266"/>
                    </a:cubicBezTo>
                    <a:cubicBezTo>
                      <a:pt x="403" y="247"/>
                      <a:pt x="403" y="247"/>
                      <a:pt x="403" y="247"/>
                    </a:cubicBezTo>
                    <a:cubicBezTo>
                      <a:pt x="403" y="288"/>
                      <a:pt x="385" y="324"/>
                      <a:pt x="358" y="351"/>
                    </a:cubicBezTo>
                    <a:cubicBezTo>
                      <a:pt x="329" y="378"/>
                      <a:pt x="290" y="395"/>
                      <a:pt x="247" y="395"/>
                    </a:cubicBezTo>
                    <a:cubicBezTo>
                      <a:pt x="204" y="395"/>
                      <a:pt x="165" y="378"/>
                      <a:pt x="137" y="351"/>
                    </a:cubicBezTo>
                    <a:cubicBezTo>
                      <a:pt x="110" y="324"/>
                      <a:pt x="92" y="288"/>
                      <a:pt x="91" y="248"/>
                    </a:cubicBezTo>
                    <a:cubicBezTo>
                      <a:pt x="237" y="266"/>
                      <a:pt x="237" y="266"/>
                      <a:pt x="237" y="266"/>
                    </a:cubicBezTo>
                    <a:close/>
                    <a:moveTo>
                      <a:pt x="252" y="85"/>
                    </a:moveTo>
                    <a:cubicBezTo>
                      <a:pt x="285" y="86"/>
                      <a:pt x="316" y="97"/>
                      <a:pt x="342" y="114"/>
                    </a:cubicBezTo>
                    <a:cubicBezTo>
                      <a:pt x="325" y="81"/>
                      <a:pt x="305" y="61"/>
                      <a:pt x="298" y="54"/>
                    </a:cubicBezTo>
                    <a:cubicBezTo>
                      <a:pt x="285" y="57"/>
                      <a:pt x="270" y="59"/>
                      <a:pt x="252" y="59"/>
                    </a:cubicBezTo>
                    <a:cubicBezTo>
                      <a:pt x="252" y="85"/>
                      <a:pt x="252" y="85"/>
                      <a:pt x="252" y="85"/>
                    </a:cubicBezTo>
                    <a:close/>
                    <a:moveTo>
                      <a:pt x="105" y="324"/>
                    </a:moveTo>
                    <a:cubicBezTo>
                      <a:pt x="91" y="301"/>
                      <a:pt x="84" y="275"/>
                      <a:pt x="83" y="247"/>
                    </a:cubicBezTo>
                    <a:cubicBezTo>
                      <a:pt x="64" y="247"/>
                      <a:pt x="64" y="247"/>
                      <a:pt x="64" y="247"/>
                    </a:cubicBezTo>
                    <a:cubicBezTo>
                      <a:pt x="64" y="278"/>
                      <a:pt x="73" y="307"/>
                      <a:pt x="85" y="332"/>
                    </a:cubicBezTo>
                    <a:cubicBezTo>
                      <a:pt x="91" y="329"/>
                      <a:pt x="98" y="326"/>
                      <a:pt x="105" y="324"/>
                    </a:cubicBezTo>
                    <a:close/>
                    <a:moveTo>
                      <a:pt x="151" y="373"/>
                    </a:moveTo>
                    <a:cubicBezTo>
                      <a:pt x="144" y="368"/>
                      <a:pt x="137" y="363"/>
                      <a:pt x="131" y="357"/>
                    </a:cubicBezTo>
                    <a:cubicBezTo>
                      <a:pt x="123" y="349"/>
                      <a:pt x="116" y="340"/>
                      <a:pt x="109" y="331"/>
                    </a:cubicBezTo>
                    <a:cubicBezTo>
                      <a:pt x="102" y="334"/>
                      <a:pt x="95" y="336"/>
                      <a:pt x="89" y="339"/>
                    </a:cubicBezTo>
                    <a:cubicBezTo>
                      <a:pt x="115" y="391"/>
                      <a:pt x="155" y="425"/>
                      <a:pt x="164" y="433"/>
                    </a:cubicBezTo>
                    <a:cubicBezTo>
                      <a:pt x="171" y="430"/>
                      <a:pt x="180" y="427"/>
                      <a:pt x="189" y="425"/>
                    </a:cubicBezTo>
                    <a:cubicBezTo>
                      <a:pt x="181" y="417"/>
                      <a:pt x="166" y="400"/>
                      <a:pt x="151" y="373"/>
                    </a:cubicBezTo>
                    <a:close/>
                    <a:moveTo>
                      <a:pt x="243" y="403"/>
                    </a:moveTo>
                    <a:cubicBezTo>
                      <a:pt x="215" y="403"/>
                      <a:pt x="189" y="395"/>
                      <a:pt x="166" y="383"/>
                    </a:cubicBezTo>
                    <a:cubicBezTo>
                      <a:pt x="181" y="406"/>
                      <a:pt x="194" y="419"/>
                      <a:pt x="199" y="423"/>
                    </a:cubicBezTo>
                    <a:cubicBezTo>
                      <a:pt x="212" y="420"/>
                      <a:pt x="226" y="419"/>
                      <a:pt x="243" y="418"/>
                    </a:cubicBezTo>
                    <a:cubicBezTo>
                      <a:pt x="243" y="403"/>
                      <a:pt x="243" y="403"/>
                      <a:pt x="243" y="403"/>
                    </a:cubicBezTo>
                    <a:close/>
                    <a:moveTo>
                      <a:pt x="327" y="384"/>
                    </a:moveTo>
                    <a:cubicBezTo>
                      <a:pt x="304" y="396"/>
                      <a:pt x="279" y="403"/>
                      <a:pt x="252" y="403"/>
                    </a:cubicBezTo>
                    <a:cubicBezTo>
                      <a:pt x="252" y="418"/>
                      <a:pt x="252" y="418"/>
                      <a:pt x="252" y="418"/>
                    </a:cubicBezTo>
                    <a:cubicBezTo>
                      <a:pt x="269" y="419"/>
                      <a:pt x="284" y="421"/>
                      <a:pt x="296" y="423"/>
                    </a:cubicBezTo>
                    <a:cubicBezTo>
                      <a:pt x="301" y="419"/>
                      <a:pt x="313" y="406"/>
                      <a:pt x="327" y="384"/>
                    </a:cubicBezTo>
                    <a:close/>
                    <a:moveTo>
                      <a:pt x="418" y="403"/>
                    </a:moveTo>
                    <a:cubicBezTo>
                      <a:pt x="430" y="391"/>
                      <a:pt x="442" y="377"/>
                      <a:pt x="451" y="362"/>
                    </a:cubicBezTo>
                    <a:cubicBezTo>
                      <a:pt x="446" y="359"/>
                      <a:pt x="433" y="351"/>
                      <a:pt x="414" y="343"/>
                    </a:cubicBezTo>
                    <a:cubicBezTo>
                      <a:pt x="390" y="392"/>
                      <a:pt x="355" y="426"/>
                      <a:pt x="342" y="437"/>
                    </a:cubicBezTo>
                    <a:cubicBezTo>
                      <a:pt x="350" y="441"/>
                      <a:pt x="355" y="444"/>
                      <a:pt x="357" y="445"/>
                    </a:cubicBezTo>
                    <a:cubicBezTo>
                      <a:pt x="380" y="434"/>
                      <a:pt x="400" y="420"/>
                      <a:pt x="418" y="403"/>
                    </a:cubicBezTo>
                    <a:close/>
                    <a:moveTo>
                      <a:pt x="488" y="238"/>
                    </a:moveTo>
                    <a:cubicBezTo>
                      <a:pt x="487" y="199"/>
                      <a:pt x="477" y="162"/>
                      <a:pt x="459" y="130"/>
                    </a:cubicBezTo>
                    <a:cubicBezTo>
                      <a:pt x="453" y="134"/>
                      <a:pt x="439" y="143"/>
                      <a:pt x="419" y="152"/>
                    </a:cubicBezTo>
                    <a:cubicBezTo>
                      <a:pt x="430" y="178"/>
                      <a:pt x="437" y="207"/>
                      <a:pt x="438" y="238"/>
                    </a:cubicBezTo>
                    <a:cubicBezTo>
                      <a:pt x="488" y="238"/>
                      <a:pt x="488" y="238"/>
                      <a:pt x="488" y="238"/>
                    </a:cubicBezTo>
                    <a:close/>
                    <a:moveTo>
                      <a:pt x="248" y="471"/>
                    </a:moveTo>
                    <a:cubicBezTo>
                      <a:pt x="212" y="471"/>
                      <a:pt x="179" y="464"/>
                      <a:pt x="148" y="450"/>
                    </a:cubicBezTo>
                    <a:cubicBezTo>
                      <a:pt x="161" y="443"/>
                      <a:pt x="193" y="426"/>
                      <a:pt x="248" y="427"/>
                    </a:cubicBezTo>
                    <a:cubicBezTo>
                      <a:pt x="287" y="427"/>
                      <a:pt x="314" y="435"/>
                      <a:pt x="332" y="442"/>
                    </a:cubicBezTo>
                    <a:cubicBezTo>
                      <a:pt x="332" y="442"/>
                      <a:pt x="332" y="442"/>
                      <a:pt x="333" y="442"/>
                    </a:cubicBezTo>
                    <a:cubicBezTo>
                      <a:pt x="333" y="442"/>
                      <a:pt x="333" y="442"/>
                      <a:pt x="333" y="442"/>
                    </a:cubicBezTo>
                    <a:cubicBezTo>
                      <a:pt x="340" y="445"/>
                      <a:pt x="345" y="448"/>
                      <a:pt x="348" y="450"/>
                    </a:cubicBezTo>
                    <a:cubicBezTo>
                      <a:pt x="318" y="463"/>
                      <a:pt x="284" y="471"/>
                      <a:pt x="248" y="471"/>
                    </a:cubicBezTo>
                    <a:close/>
                    <a:moveTo>
                      <a:pt x="456" y="355"/>
                    </a:moveTo>
                    <a:cubicBezTo>
                      <a:pt x="450" y="352"/>
                      <a:pt x="437" y="344"/>
                      <a:pt x="418" y="335"/>
                    </a:cubicBezTo>
                    <a:cubicBezTo>
                      <a:pt x="429" y="309"/>
                      <a:pt x="438" y="279"/>
                      <a:pt x="438" y="246"/>
                    </a:cubicBezTo>
                    <a:cubicBezTo>
                      <a:pt x="488" y="246"/>
                      <a:pt x="488" y="246"/>
                      <a:pt x="488" y="246"/>
                    </a:cubicBezTo>
                    <a:cubicBezTo>
                      <a:pt x="486" y="286"/>
                      <a:pt x="475" y="323"/>
                      <a:pt x="456" y="355"/>
                    </a:cubicBezTo>
                    <a:close/>
                    <a:moveTo>
                      <a:pt x="8" y="246"/>
                    </a:moveTo>
                    <a:cubicBezTo>
                      <a:pt x="55" y="247"/>
                      <a:pt x="55" y="247"/>
                      <a:pt x="55" y="247"/>
                    </a:cubicBezTo>
                    <a:cubicBezTo>
                      <a:pt x="56" y="280"/>
                      <a:pt x="65" y="309"/>
                      <a:pt x="78" y="335"/>
                    </a:cubicBezTo>
                    <a:cubicBezTo>
                      <a:pt x="59" y="344"/>
                      <a:pt x="46" y="352"/>
                      <a:pt x="41" y="356"/>
                    </a:cubicBezTo>
                    <a:cubicBezTo>
                      <a:pt x="21" y="324"/>
                      <a:pt x="9" y="286"/>
                      <a:pt x="8" y="246"/>
                    </a:cubicBezTo>
                    <a:close/>
                    <a:moveTo>
                      <a:pt x="78" y="403"/>
                    </a:moveTo>
                    <a:cubicBezTo>
                      <a:pt x="96" y="421"/>
                      <a:pt x="117" y="435"/>
                      <a:pt x="140" y="446"/>
                    </a:cubicBezTo>
                    <a:cubicBezTo>
                      <a:pt x="143" y="444"/>
                      <a:pt x="148" y="441"/>
                      <a:pt x="156" y="437"/>
                    </a:cubicBezTo>
                    <a:cubicBezTo>
                      <a:pt x="142" y="425"/>
                      <a:pt x="106" y="391"/>
                      <a:pt x="81" y="343"/>
                    </a:cubicBezTo>
                    <a:cubicBezTo>
                      <a:pt x="63" y="352"/>
                      <a:pt x="50" y="360"/>
                      <a:pt x="45" y="363"/>
                    </a:cubicBezTo>
                    <a:cubicBezTo>
                      <a:pt x="54" y="378"/>
                      <a:pt x="66" y="391"/>
                      <a:pt x="78" y="403"/>
                    </a:cubicBezTo>
                    <a:close/>
                    <a:moveTo>
                      <a:pt x="78" y="76"/>
                    </a:moveTo>
                    <a:cubicBezTo>
                      <a:pt x="64" y="90"/>
                      <a:pt x="52" y="105"/>
                      <a:pt x="41" y="122"/>
                    </a:cubicBezTo>
                    <a:cubicBezTo>
                      <a:pt x="47" y="126"/>
                      <a:pt x="60" y="134"/>
                      <a:pt x="79" y="144"/>
                    </a:cubicBezTo>
                    <a:cubicBezTo>
                      <a:pt x="104" y="91"/>
                      <a:pt x="142" y="54"/>
                      <a:pt x="155" y="41"/>
                    </a:cubicBezTo>
                    <a:cubicBezTo>
                      <a:pt x="147" y="38"/>
                      <a:pt x="142" y="35"/>
                      <a:pt x="139" y="33"/>
                    </a:cubicBezTo>
                    <a:cubicBezTo>
                      <a:pt x="116" y="45"/>
                      <a:pt x="96" y="59"/>
                      <a:pt x="78" y="76"/>
                    </a:cubicBezTo>
                    <a:close/>
                    <a:moveTo>
                      <a:pt x="153" y="114"/>
                    </a:moveTo>
                    <a:cubicBezTo>
                      <a:pt x="179" y="96"/>
                      <a:pt x="210" y="86"/>
                      <a:pt x="243" y="85"/>
                    </a:cubicBezTo>
                    <a:cubicBezTo>
                      <a:pt x="243" y="59"/>
                      <a:pt x="243" y="59"/>
                      <a:pt x="243" y="59"/>
                    </a:cubicBezTo>
                    <a:cubicBezTo>
                      <a:pt x="226" y="59"/>
                      <a:pt x="210" y="57"/>
                      <a:pt x="197" y="54"/>
                    </a:cubicBezTo>
                    <a:cubicBezTo>
                      <a:pt x="190" y="61"/>
                      <a:pt x="170" y="81"/>
                      <a:pt x="153" y="114"/>
                    </a:cubicBezTo>
                    <a:close/>
                    <a:moveTo>
                      <a:pt x="412" y="246"/>
                    </a:moveTo>
                    <a:cubicBezTo>
                      <a:pt x="411" y="275"/>
                      <a:pt x="403" y="301"/>
                      <a:pt x="390" y="324"/>
                    </a:cubicBezTo>
                    <a:cubicBezTo>
                      <a:pt x="397" y="327"/>
                      <a:pt x="404" y="329"/>
                      <a:pt x="410" y="332"/>
                    </a:cubicBezTo>
                    <a:cubicBezTo>
                      <a:pt x="421" y="307"/>
                      <a:pt x="429" y="278"/>
                      <a:pt x="430" y="246"/>
                    </a:cubicBezTo>
                    <a:cubicBezTo>
                      <a:pt x="412" y="246"/>
                      <a:pt x="412" y="246"/>
                      <a:pt x="412" y="246"/>
                    </a:cubicBezTo>
                    <a:close/>
                    <a:moveTo>
                      <a:pt x="110" y="158"/>
                    </a:moveTo>
                    <a:cubicBezTo>
                      <a:pt x="116" y="148"/>
                      <a:pt x="123" y="140"/>
                      <a:pt x="131" y="132"/>
                    </a:cubicBezTo>
                    <a:cubicBezTo>
                      <a:pt x="134" y="129"/>
                      <a:pt x="136" y="127"/>
                      <a:pt x="139" y="125"/>
                    </a:cubicBezTo>
                    <a:cubicBezTo>
                      <a:pt x="155" y="88"/>
                      <a:pt x="177" y="63"/>
                      <a:pt x="187" y="52"/>
                    </a:cubicBezTo>
                    <a:cubicBezTo>
                      <a:pt x="178" y="50"/>
                      <a:pt x="171" y="47"/>
                      <a:pt x="164" y="45"/>
                    </a:cubicBezTo>
                    <a:cubicBezTo>
                      <a:pt x="155" y="53"/>
                      <a:pt x="113" y="91"/>
                      <a:pt x="86" y="148"/>
                    </a:cubicBezTo>
                    <a:cubicBezTo>
                      <a:pt x="93" y="151"/>
                      <a:pt x="101" y="154"/>
                      <a:pt x="110" y="158"/>
                    </a:cubicBezTo>
                    <a:close/>
                    <a:moveTo>
                      <a:pt x="385" y="331"/>
                    </a:moveTo>
                    <a:cubicBezTo>
                      <a:pt x="379" y="340"/>
                      <a:pt x="372" y="349"/>
                      <a:pt x="363" y="357"/>
                    </a:cubicBezTo>
                    <a:cubicBezTo>
                      <a:pt x="357" y="363"/>
                      <a:pt x="349" y="369"/>
                      <a:pt x="341" y="375"/>
                    </a:cubicBezTo>
                    <a:cubicBezTo>
                      <a:pt x="328" y="400"/>
                      <a:pt x="314" y="417"/>
                      <a:pt x="306" y="425"/>
                    </a:cubicBezTo>
                    <a:cubicBezTo>
                      <a:pt x="317" y="428"/>
                      <a:pt x="326" y="431"/>
                      <a:pt x="334" y="434"/>
                    </a:cubicBezTo>
                    <a:cubicBezTo>
                      <a:pt x="342" y="426"/>
                      <a:pt x="381" y="392"/>
                      <a:pt x="407" y="339"/>
                    </a:cubicBezTo>
                    <a:cubicBezTo>
                      <a:pt x="400" y="337"/>
                      <a:pt x="393" y="334"/>
                      <a:pt x="385" y="331"/>
                    </a:cubicBezTo>
                    <a:close/>
                    <a:moveTo>
                      <a:pt x="346" y="29"/>
                    </a:moveTo>
                    <a:cubicBezTo>
                      <a:pt x="335" y="36"/>
                      <a:pt x="305" y="50"/>
                      <a:pt x="248" y="51"/>
                    </a:cubicBezTo>
                    <a:cubicBezTo>
                      <a:pt x="199" y="52"/>
                      <a:pt x="163" y="36"/>
                      <a:pt x="148" y="29"/>
                    </a:cubicBezTo>
                    <a:cubicBezTo>
                      <a:pt x="179" y="16"/>
                      <a:pt x="212" y="8"/>
                      <a:pt x="248" y="8"/>
                    </a:cubicBezTo>
                    <a:cubicBezTo>
                      <a:pt x="283" y="8"/>
                      <a:pt x="316" y="16"/>
                      <a:pt x="346" y="29"/>
                    </a:cubicBezTo>
                    <a:close/>
                    <a:moveTo>
                      <a:pt x="390" y="165"/>
                    </a:moveTo>
                    <a:cubicBezTo>
                      <a:pt x="403" y="187"/>
                      <a:pt x="410" y="212"/>
                      <a:pt x="411" y="238"/>
                    </a:cubicBezTo>
                    <a:cubicBezTo>
                      <a:pt x="430" y="238"/>
                      <a:pt x="430" y="238"/>
                      <a:pt x="430" y="238"/>
                    </a:cubicBezTo>
                    <a:cubicBezTo>
                      <a:pt x="429" y="208"/>
                      <a:pt x="422" y="180"/>
                      <a:pt x="411" y="156"/>
                    </a:cubicBezTo>
                    <a:cubicBezTo>
                      <a:pt x="405" y="159"/>
                      <a:pt x="398" y="162"/>
                      <a:pt x="390" y="165"/>
                    </a:cubicBezTo>
                    <a:close/>
                    <a:moveTo>
                      <a:pt x="37" y="129"/>
                    </a:moveTo>
                    <a:cubicBezTo>
                      <a:pt x="43" y="133"/>
                      <a:pt x="56" y="142"/>
                      <a:pt x="76" y="151"/>
                    </a:cubicBezTo>
                    <a:cubicBezTo>
                      <a:pt x="64" y="177"/>
                      <a:pt x="56" y="207"/>
                      <a:pt x="55" y="238"/>
                    </a:cubicBezTo>
                    <a:cubicBezTo>
                      <a:pt x="8" y="238"/>
                      <a:pt x="8" y="238"/>
                      <a:pt x="8" y="238"/>
                    </a:cubicBezTo>
                    <a:cubicBezTo>
                      <a:pt x="8" y="198"/>
                      <a:pt x="19" y="161"/>
                      <a:pt x="37" y="129"/>
                    </a:cubicBezTo>
                    <a:close/>
                    <a:moveTo>
                      <a:pt x="418" y="76"/>
                    </a:moveTo>
                    <a:cubicBezTo>
                      <a:pt x="399" y="59"/>
                      <a:pt x="378" y="44"/>
                      <a:pt x="355" y="33"/>
                    </a:cubicBezTo>
                    <a:cubicBezTo>
                      <a:pt x="353" y="35"/>
                      <a:pt x="348" y="38"/>
                      <a:pt x="340" y="41"/>
                    </a:cubicBezTo>
                    <a:cubicBezTo>
                      <a:pt x="353" y="54"/>
                      <a:pt x="391" y="91"/>
                      <a:pt x="416" y="145"/>
                    </a:cubicBezTo>
                    <a:cubicBezTo>
                      <a:pt x="436" y="135"/>
                      <a:pt x="449" y="126"/>
                      <a:pt x="455" y="123"/>
                    </a:cubicBezTo>
                    <a:cubicBezTo>
                      <a:pt x="444" y="106"/>
                      <a:pt x="432" y="90"/>
                      <a:pt x="418" y="76"/>
                    </a:cubicBezTo>
                    <a:close/>
                    <a:moveTo>
                      <a:pt x="356" y="125"/>
                    </a:moveTo>
                    <a:cubicBezTo>
                      <a:pt x="359" y="127"/>
                      <a:pt x="361" y="129"/>
                      <a:pt x="364" y="132"/>
                    </a:cubicBezTo>
                    <a:cubicBezTo>
                      <a:pt x="372" y="140"/>
                      <a:pt x="379" y="148"/>
                      <a:pt x="385" y="158"/>
                    </a:cubicBezTo>
                    <a:cubicBezTo>
                      <a:pt x="394" y="155"/>
                      <a:pt x="401" y="152"/>
                      <a:pt x="408" y="148"/>
                    </a:cubicBezTo>
                    <a:cubicBezTo>
                      <a:pt x="382" y="92"/>
                      <a:pt x="341" y="53"/>
                      <a:pt x="332" y="45"/>
                    </a:cubicBezTo>
                    <a:cubicBezTo>
                      <a:pt x="325" y="48"/>
                      <a:pt x="317" y="50"/>
                      <a:pt x="308" y="52"/>
                    </a:cubicBezTo>
                    <a:cubicBezTo>
                      <a:pt x="318" y="63"/>
                      <a:pt x="340" y="88"/>
                      <a:pt x="356" y="125"/>
                    </a:cubicBezTo>
                    <a:close/>
                    <a:moveTo>
                      <a:pt x="83" y="239"/>
                    </a:moveTo>
                    <a:cubicBezTo>
                      <a:pt x="84" y="212"/>
                      <a:pt x="92" y="187"/>
                      <a:pt x="105" y="165"/>
                    </a:cubicBezTo>
                    <a:cubicBezTo>
                      <a:pt x="97" y="162"/>
                      <a:pt x="90" y="158"/>
                      <a:pt x="83" y="155"/>
                    </a:cubicBezTo>
                    <a:cubicBezTo>
                      <a:pt x="72" y="180"/>
                      <a:pt x="64" y="208"/>
                      <a:pt x="64" y="239"/>
                    </a:cubicBezTo>
                    <a:cubicBezTo>
                      <a:pt x="83" y="239"/>
                      <a:pt x="83" y="239"/>
                      <a:pt x="83" y="239"/>
                    </a:cubicBezTo>
                    <a:close/>
                    <a:moveTo>
                      <a:pt x="248" y="0"/>
                    </a:moveTo>
                    <a:cubicBezTo>
                      <a:pt x="316" y="0"/>
                      <a:pt x="378" y="27"/>
                      <a:pt x="423" y="70"/>
                    </a:cubicBezTo>
                    <a:cubicBezTo>
                      <a:pt x="468" y="114"/>
                      <a:pt x="496" y="173"/>
                      <a:pt x="496" y="240"/>
                    </a:cubicBezTo>
                    <a:cubicBezTo>
                      <a:pt x="496" y="306"/>
                      <a:pt x="468" y="366"/>
                      <a:pt x="423" y="409"/>
                    </a:cubicBezTo>
                    <a:cubicBezTo>
                      <a:pt x="378" y="452"/>
                      <a:pt x="316" y="479"/>
                      <a:pt x="248" y="479"/>
                    </a:cubicBezTo>
                    <a:cubicBezTo>
                      <a:pt x="179" y="479"/>
                      <a:pt x="117" y="452"/>
                      <a:pt x="72" y="409"/>
                    </a:cubicBezTo>
                    <a:cubicBezTo>
                      <a:pt x="27" y="366"/>
                      <a:pt x="0" y="306"/>
                      <a:pt x="0" y="240"/>
                    </a:cubicBezTo>
                    <a:cubicBezTo>
                      <a:pt x="0" y="173"/>
                      <a:pt x="27" y="114"/>
                      <a:pt x="72" y="70"/>
                    </a:cubicBezTo>
                    <a:cubicBezTo>
                      <a:pt x="117" y="27"/>
                      <a:pt x="179" y="0"/>
                      <a:pt x="248" y="0"/>
                    </a:cubicBezTo>
                    <a:close/>
                  </a:path>
                </a:pathLst>
              </a:custGeom>
              <a:solidFill>
                <a:srgbClr val="C0C0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" name="Freeform 11"/>
              <p:cNvSpPr>
                <a:spLocks noEditPoints="1"/>
              </p:cNvSpPr>
              <p:nvPr/>
            </p:nvSpPr>
            <p:spPr bwMode="auto">
              <a:xfrm>
                <a:off x="4391057" y="3538897"/>
                <a:ext cx="1530350" cy="1492250"/>
              </a:xfrm>
              <a:custGeom>
                <a:avLst/>
                <a:gdLst>
                  <a:gd name="T0" fmla="*/ 309 w 619"/>
                  <a:gd name="T1" fmla="*/ 0 h 605"/>
                  <a:gd name="T2" fmla="*/ 528 w 619"/>
                  <a:gd name="T3" fmla="*/ 89 h 605"/>
                  <a:gd name="T4" fmla="*/ 619 w 619"/>
                  <a:gd name="T5" fmla="*/ 303 h 605"/>
                  <a:gd name="T6" fmla="*/ 528 w 619"/>
                  <a:gd name="T7" fmla="*/ 517 h 605"/>
                  <a:gd name="T8" fmla="*/ 309 w 619"/>
                  <a:gd name="T9" fmla="*/ 605 h 605"/>
                  <a:gd name="T10" fmla="*/ 91 w 619"/>
                  <a:gd name="T11" fmla="*/ 517 h 605"/>
                  <a:gd name="T12" fmla="*/ 0 w 619"/>
                  <a:gd name="T13" fmla="*/ 303 h 605"/>
                  <a:gd name="T14" fmla="*/ 91 w 619"/>
                  <a:gd name="T15" fmla="*/ 89 h 605"/>
                  <a:gd name="T16" fmla="*/ 309 w 619"/>
                  <a:gd name="T17" fmla="*/ 0 h 605"/>
                  <a:gd name="T18" fmla="*/ 523 w 619"/>
                  <a:gd name="T19" fmla="*/ 95 h 605"/>
                  <a:gd name="T20" fmla="*/ 309 w 619"/>
                  <a:gd name="T21" fmla="*/ 9 h 605"/>
                  <a:gd name="T22" fmla="*/ 96 w 619"/>
                  <a:gd name="T23" fmla="*/ 95 h 605"/>
                  <a:gd name="T24" fmla="*/ 8 w 619"/>
                  <a:gd name="T25" fmla="*/ 303 h 605"/>
                  <a:gd name="T26" fmla="*/ 96 w 619"/>
                  <a:gd name="T27" fmla="*/ 511 h 605"/>
                  <a:gd name="T28" fmla="*/ 309 w 619"/>
                  <a:gd name="T29" fmla="*/ 597 h 605"/>
                  <a:gd name="T30" fmla="*/ 523 w 619"/>
                  <a:gd name="T31" fmla="*/ 511 h 605"/>
                  <a:gd name="T32" fmla="*/ 611 w 619"/>
                  <a:gd name="T33" fmla="*/ 303 h 605"/>
                  <a:gd name="T34" fmla="*/ 523 w 619"/>
                  <a:gd name="T35" fmla="*/ 95 h 6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19" h="605">
                    <a:moveTo>
                      <a:pt x="309" y="0"/>
                    </a:moveTo>
                    <a:cubicBezTo>
                      <a:pt x="395" y="0"/>
                      <a:pt x="472" y="34"/>
                      <a:pt x="528" y="89"/>
                    </a:cubicBezTo>
                    <a:cubicBezTo>
                      <a:pt x="584" y="144"/>
                      <a:pt x="619" y="219"/>
                      <a:pt x="619" y="303"/>
                    </a:cubicBezTo>
                    <a:cubicBezTo>
                      <a:pt x="619" y="386"/>
                      <a:pt x="584" y="462"/>
                      <a:pt x="528" y="517"/>
                    </a:cubicBezTo>
                    <a:cubicBezTo>
                      <a:pt x="472" y="571"/>
                      <a:pt x="395" y="605"/>
                      <a:pt x="309" y="605"/>
                    </a:cubicBezTo>
                    <a:cubicBezTo>
                      <a:pt x="224" y="605"/>
                      <a:pt x="147" y="571"/>
                      <a:pt x="91" y="517"/>
                    </a:cubicBezTo>
                    <a:cubicBezTo>
                      <a:pt x="35" y="462"/>
                      <a:pt x="0" y="386"/>
                      <a:pt x="0" y="303"/>
                    </a:cubicBezTo>
                    <a:cubicBezTo>
                      <a:pt x="0" y="219"/>
                      <a:pt x="35" y="144"/>
                      <a:pt x="91" y="89"/>
                    </a:cubicBezTo>
                    <a:cubicBezTo>
                      <a:pt x="147" y="34"/>
                      <a:pt x="224" y="0"/>
                      <a:pt x="309" y="0"/>
                    </a:cubicBezTo>
                    <a:close/>
                    <a:moveTo>
                      <a:pt x="523" y="95"/>
                    </a:moveTo>
                    <a:cubicBezTo>
                      <a:pt x="468" y="42"/>
                      <a:pt x="393" y="9"/>
                      <a:pt x="309" y="9"/>
                    </a:cubicBezTo>
                    <a:cubicBezTo>
                      <a:pt x="226" y="9"/>
                      <a:pt x="151" y="42"/>
                      <a:pt x="96" y="95"/>
                    </a:cubicBezTo>
                    <a:cubicBezTo>
                      <a:pt x="42" y="148"/>
                      <a:pt x="8" y="222"/>
                      <a:pt x="8" y="303"/>
                    </a:cubicBezTo>
                    <a:cubicBezTo>
                      <a:pt x="8" y="384"/>
                      <a:pt x="42" y="458"/>
                      <a:pt x="96" y="511"/>
                    </a:cubicBezTo>
                    <a:cubicBezTo>
                      <a:pt x="151" y="564"/>
                      <a:pt x="226" y="597"/>
                      <a:pt x="309" y="597"/>
                    </a:cubicBezTo>
                    <a:cubicBezTo>
                      <a:pt x="393" y="597"/>
                      <a:pt x="468" y="564"/>
                      <a:pt x="523" y="511"/>
                    </a:cubicBezTo>
                    <a:cubicBezTo>
                      <a:pt x="577" y="458"/>
                      <a:pt x="611" y="384"/>
                      <a:pt x="611" y="303"/>
                    </a:cubicBezTo>
                    <a:cubicBezTo>
                      <a:pt x="611" y="222"/>
                      <a:pt x="577" y="148"/>
                      <a:pt x="523" y="95"/>
                    </a:cubicBezTo>
                    <a:close/>
                  </a:path>
                </a:pathLst>
              </a:custGeom>
              <a:solidFill>
                <a:srgbClr val="C0C0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grpSp>
          <p:nvGrpSpPr>
            <p:cNvPr id="12" name="组合 11"/>
            <p:cNvGrpSpPr/>
            <p:nvPr/>
          </p:nvGrpSpPr>
          <p:grpSpPr>
            <a:xfrm>
              <a:off x="10718800" y="487596"/>
              <a:ext cx="859168" cy="212900"/>
              <a:chOff x="3732034" y="4252643"/>
              <a:chExt cx="1620838" cy="401638"/>
            </a:xfrm>
            <a:solidFill>
              <a:schemeClr val="tx1"/>
            </a:solidFill>
          </p:grpSpPr>
          <p:sp>
            <p:nvSpPr>
              <p:cNvPr id="14" name="Freeform 10"/>
              <p:cNvSpPr>
                <a:spLocks noEditPoints="1"/>
              </p:cNvSpPr>
              <p:nvPr/>
            </p:nvSpPr>
            <p:spPr bwMode="auto">
              <a:xfrm>
                <a:off x="5105222" y="4273281"/>
                <a:ext cx="247650" cy="338138"/>
              </a:xfrm>
              <a:custGeom>
                <a:avLst/>
                <a:gdLst>
                  <a:gd name="T0" fmla="*/ 58 w 217"/>
                  <a:gd name="T1" fmla="*/ 251 h 294"/>
                  <a:gd name="T2" fmla="*/ 69 w 217"/>
                  <a:gd name="T3" fmla="*/ 232 h 294"/>
                  <a:gd name="T4" fmla="*/ 60 w 217"/>
                  <a:gd name="T5" fmla="*/ 258 h 294"/>
                  <a:gd name="T6" fmla="*/ 88 w 217"/>
                  <a:gd name="T7" fmla="*/ 276 h 294"/>
                  <a:gd name="T8" fmla="*/ 124 w 217"/>
                  <a:gd name="T9" fmla="*/ 236 h 294"/>
                  <a:gd name="T10" fmla="*/ 79 w 217"/>
                  <a:gd name="T11" fmla="*/ 229 h 294"/>
                  <a:gd name="T12" fmla="*/ 142 w 217"/>
                  <a:gd name="T13" fmla="*/ 138 h 294"/>
                  <a:gd name="T14" fmla="*/ 101 w 217"/>
                  <a:gd name="T15" fmla="*/ 58 h 294"/>
                  <a:gd name="T16" fmla="*/ 107 w 217"/>
                  <a:gd name="T17" fmla="*/ 64 h 294"/>
                  <a:gd name="T18" fmla="*/ 151 w 217"/>
                  <a:gd name="T19" fmla="*/ 41 h 294"/>
                  <a:gd name="T20" fmla="*/ 152 w 217"/>
                  <a:gd name="T21" fmla="*/ 40 h 294"/>
                  <a:gd name="T22" fmla="*/ 209 w 217"/>
                  <a:gd name="T23" fmla="*/ 41 h 294"/>
                  <a:gd name="T24" fmla="*/ 194 w 217"/>
                  <a:gd name="T25" fmla="*/ 2 h 294"/>
                  <a:gd name="T26" fmla="*/ 167 w 217"/>
                  <a:gd name="T27" fmla="*/ 13 h 294"/>
                  <a:gd name="T28" fmla="*/ 137 w 217"/>
                  <a:gd name="T29" fmla="*/ 41 h 294"/>
                  <a:gd name="T30" fmla="*/ 112 w 217"/>
                  <a:gd name="T31" fmla="*/ 32 h 294"/>
                  <a:gd name="T32" fmla="*/ 69 w 217"/>
                  <a:gd name="T33" fmla="*/ 36 h 294"/>
                  <a:gd name="T34" fmla="*/ 48 w 217"/>
                  <a:gd name="T35" fmla="*/ 36 h 294"/>
                  <a:gd name="T36" fmla="*/ 36 w 217"/>
                  <a:gd name="T37" fmla="*/ 44 h 294"/>
                  <a:gd name="T38" fmla="*/ 61 w 217"/>
                  <a:gd name="T39" fmla="*/ 89 h 294"/>
                  <a:gd name="T40" fmla="*/ 52 w 217"/>
                  <a:gd name="T41" fmla="*/ 105 h 294"/>
                  <a:gd name="T42" fmla="*/ 26 w 217"/>
                  <a:gd name="T43" fmla="*/ 123 h 294"/>
                  <a:gd name="T44" fmla="*/ 0 w 217"/>
                  <a:gd name="T45" fmla="*/ 160 h 294"/>
                  <a:gd name="T46" fmla="*/ 30 w 217"/>
                  <a:gd name="T47" fmla="*/ 174 h 294"/>
                  <a:gd name="T48" fmla="*/ 65 w 217"/>
                  <a:gd name="T49" fmla="*/ 150 h 294"/>
                  <a:gd name="T50" fmla="*/ 98 w 217"/>
                  <a:gd name="T51" fmla="*/ 133 h 294"/>
                  <a:gd name="T52" fmla="*/ 120 w 217"/>
                  <a:gd name="T53" fmla="*/ 125 h 294"/>
                  <a:gd name="T54" fmla="*/ 156 w 217"/>
                  <a:gd name="T55" fmla="*/ 114 h 294"/>
                  <a:gd name="T56" fmla="*/ 141 w 217"/>
                  <a:gd name="T57" fmla="*/ 126 h 294"/>
                  <a:gd name="T58" fmla="*/ 110 w 217"/>
                  <a:gd name="T59" fmla="*/ 137 h 294"/>
                  <a:gd name="T60" fmla="*/ 100 w 217"/>
                  <a:gd name="T61" fmla="*/ 184 h 294"/>
                  <a:gd name="T62" fmla="*/ 74 w 217"/>
                  <a:gd name="T63" fmla="*/ 212 h 294"/>
                  <a:gd name="T64" fmla="*/ 49 w 217"/>
                  <a:gd name="T65" fmla="*/ 227 h 294"/>
                  <a:gd name="T66" fmla="*/ 40 w 217"/>
                  <a:gd name="T67" fmla="*/ 252 h 294"/>
                  <a:gd name="T68" fmla="*/ 64 w 217"/>
                  <a:gd name="T69" fmla="*/ 291 h 294"/>
                  <a:gd name="T70" fmla="*/ 112 w 217"/>
                  <a:gd name="T71" fmla="*/ 289 h 294"/>
                  <a:gd name="T72" fmla="*/ 143 w 217"/>
                  <a:gd name="T73" fmla="*/ 264 h 294"/>
                  <a:gd name="T74" fmla="*/ 152 w 217"/>
                  <a:gd name="T75" fmla="*/ 228 h 294"/>
                  <a:gd name="T76" fmla="*/ 179 w 217"/>
                  <a:gd name="T77" fmla="*/ 227 h 294"/>
                  <a:gd name="T78" fmla="*/ 209 w 217"/>
                  <a:gd name="T79" fmla="*/ 222 h 294"/>
                  <a:gd name="T80" fmla="*/ 184 w 217"/>
                  <a:gd name="T81" fmla="*/ 195 h 294"/>
                  <a:gd name="T82" fmla="*/ 139 w 217"/>
                  <a:gd name="T83" fmla="*/ 193 h 294"/>
                  <a:gd name="T84" fmla="*/ 129 w 217"/>
                  <a:gd name="T85" fmla="*/ 181 h 294"/>
                  <a:gd name="T86" fmla="*/ 150 w 217"/>
                  <a:gd name="T87" fmla="*/ 149 h 294"/>
                  <a:gd name="T88" fmla="*/ 170 w 217"/>
                  <a:gd name="T89" fmla="*/ 138 h 294"/>
                  <a:gd name="T90" fmla="*/ 204 w 217"/>
                  <a:gd name="T91" fmla="*/ 125 h 294"/>
                  <a:gd name="T92" fmla="*/ 176 w 217"/>
                  <a:gd name="T93" fmla="*/ 88 h 294"/>
                  <a:gd name="T94" fmla="*/ 137 w 217"/>
                  <a:gd name="T95" fmla="*/ 95 h 294"/>
                  <a:gd name="T96" fmla="*/ 119 w 217"/>
                  <a:gd name="T97" fmla="*/ 102 h 294"/>
                  <a:gd name="T98" fmla="*/ 84 w 217"/>
                  <a:gd name="T99" fmla="*/ 116 h 294"/>
                  <a:gd name="T100" fmla="*/ 64 w 217"/>
                  <a:gd name="T101" fmla="*/ 127 h 294"/>
                  <a:gd name="T102" fmla="*/ 31 w 217"/>
                  <a:gd name="T103" fmla="*/ 142 h 294"/>
                  <a:gd name="T104" fmla="*/ 46 w 217"/>
                  <a:gd name="T105" fmla="*/ 117 h 294"/>
                  <a:gd name="T106" fmla="*/ 105 w 217"/>
                  <a:gd name="T107" fmla="*/ 87 h 294"/>
                  <a:gd name="T108" fmla="*/ 132 w 217"/>
                  <a:gd name="T109" fmla="*/ 80 h 294"/>
                  <a:gd name="T110" fmla="*/ 151 w 217"/>
                  <a:gd name="T111" fmla="*/ 67 h 294"/>
                  <a:gd name="T112" fmla="*/ 170 w 217"/>
                  <a:gd name="T113" fmla="*/ 143 h 294"/>
                  <a:gd name="T114" fmla="*/ 64 w 217"/>
                  <a:gd name="T115" fmla="*/ 253 h 294"/>
                  <a:gd name="T116" fmla="*/ 173 w 217"/>
                  <a:gd name="T117" fmla="*/ 139 h 294"/>
                  <a:gd name="T118" fmla="*/ 142 w 217"/>
                  <a:gd name="T119" fmla="*/ 78 h 294"/>
                  <a:gd name="T120" fmla="*/ 156 w 217"/>
                  <a:gd name="T121" fmla="*/ 146 h 2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17" h="294">
                    <a:moveTo>
                      <a:pt x="58" y="254"/>
                    </a:moveTo>
                    <a:cubicBezTo>
                      <a:pt x="59" y="255"/>
                      <a:pt x="59" y="256"/>
                      <a:pt x="58" y="257"/>
                    </a:cubicBezTo>
                    <a:cubicBezTo>
                      <a:pt x="58" y="254"/>
                      <a:pt x="58" y="254"/>
                      <a:pt x="58" y="254"/>
                    </a:cubicBezTo>
                    <a:close/>
                    <a:moveTo>
                      <a:pt x="57" y="252"/>
                    </a:moveTo>
                    <a:cubicBezTo>
                      <a:pt x="57" y="252"/>
                      <a:pt x="57" y="252"/>
                      <a:pt x="57" y="252"/>
                    </a:cubicBezTo>
                    <a:cubicBezTo>
                      <a:pt x="58" y="254"/>
                      <a:pt x="58" y="254"/>
                      <a:pt x="58" y="254"/>
                    </a:cubicBezTo>
                    <a:cubicBezTo>
                      <a:pt x="58" y="252"/>
                      <a:pt x="58" y="253"/>
                      <a:pt x="57" y="252"/>
                    </a:cubicBezTo>
                    <a:close/>
                    <a:moveTo>
                      <a:pt x="57" y="252"/>
                    </a:moveTo>
                    <a:cubicBezTo>
                      <a:pt x="57" y="250"/>
                      <a:pt x="57" y="250"/>
                      <a:pt x="57" y="250"/>
                    </a:cubicBezTo>
                    <a:cubicBezTo>
                      <a:pt x="58" y="251"/>
                      <a:pt x="57" y="250"/>
                      <a:pt x="58" y="251"/>
                    </a:cubicBezTo>
                    <a:cubicBezTo>
                      <a:pt x="57" y="252"/>
                      <a:pt x="57" y="252"/>
                      <a:pt x="57" y="252"/>
                    </a:cubicBezTo>
                    <a:close/>
                    <a:moveTo>
                      <a:pt x="65" y="237"/>
                    </a:moveTo>
                    <a:cubicBezTo>
                      <a:pt x="66" y="234"/>
                      <a:pt x="65" y="235"/>
                      <a:pt x="68" y="233"/>
                    </a:cubicBezTo>
                    <a:cubicBezTo>
                      <a:pt x="68" y="234"/>
                      <a:pt x="68" y="234"/>
                      <a:pt x="67" y="235"/>
                    </a:cubicBezTo>
                    <a:cubicBezTo>
                      <a:pt x="67" y="236"/>
                      <a:pt x="66" y="236"/>
                      <a:pt x="65" y="237"/>
                    </a:cubicBezTo>
                    <a:close/>
                    <a:moveTo>
                      <a:pt x="71" y="230"/>
                    </a:moveTo>
                    <a:cubicBezTo>
                      <a:pt x="71" y="228"/>
                      <a:pt x="72" y="230"/>
                      <a:pt x="73" y="228"/>
                    </a:cubicBezTo>
                    <a:cubicBezTo>
                      <a:pt x="71" y="229"/>
                      <a:pt x="70" y="229"/>
                      <a:pt x="70" y="229"/>
                    </a:cubicBezTo>
                    <a:cubicBezTo>
                      <a:pt x="70" y="230"/>
                      <a:pt x="70" y="230"/>
                      <a:pt x="70" y="230"/>
                    </a:cubicBezTo>
                    <a:cubicBezTo>
                      <a:pt x="69" y="231"/>
                      <a:pt x="69" y="231"/>
                      <a:pt x="69" y="232"/>
                    </a:cubicBezTo>
                    <a:cubicBezTo>
                      <a:pt x="71" y="232"/>
                      <a:pt x="72" y="232"/>
                      <a:pt x="74" y="231"/>
                    </a:cubicBezTo>
                    <a:cubicBezTo>
                      <a:pt x="73" y="233"/>
                      <a:pt x="73" y="233"/>
                      <a:pt x="71" y="233"/>
                    </a:cubicBezTo>
                    <a:cubicBezTo>
                      <a:pt x="71" y="235"/>
                      <a:pt x="71" y="234"/>
                      <a:pt x="71" y="236"/>
                    </a:cubicBezTo>
                    <a:cubicBezTo>
                      <a:pt x="69" y="236"/>
                      <a:pt x="69" y="237"/>
                      <a:pt x="66" y="237"/>
                    </a:cubicBezTo>
                    <a:cubicBezTo>
                      <a:pt x="66" y="238"/>
                      <a:pt x="66" y="238"/>
                      <a:pt x="66" y="238"/>
                    </a:cubicBezTo>
                    <a:cubicBezTo>
                      <a:pt x="64" y="238"/>
                      <a:pt x="65" y="238"/>
                      <a:pt x="63" y="238"/>
                    </a:cubicBezTo>
                    <a:cubicBezTo>
                      <a:pt x="64" y="240"/>
                      <a:pt x="64" y="239"/>
                      <a:pt x="63" y="240"/>
                    </a:cubicBezTo>
                    <a:cubicBezTo>
                      <a:pt x="60" y="243"/>
                      <a:pt x="60" y="251"/>
                      <a:pt x="60" y="255"/>
                    </a:cubicBezTo>
                    <a:cubicBezTo>
                      <a:pt x="60" y="255"/>
                      <a:pt x="60" y="257"/>
                      <a:pt x="60" y="257"/>
                    </a:cubicBezTo>
                    <a:cubicBezTo>
                      <a:pt x="60" y="259"/>
                      <a:pt x="60" y="257"/>
                      <a:pt x="60" y="258"/>
                    </a:cubicBezTo>
                    <a:cubicBezTo>
                      <a:pt x="60" y="259"/>
                      <a:pt x="60" y="259"/>
                      <a:pt x="60" y="259"/>
                    </a:cubicBezTo>
                    <a:cubicBezTo>
                      <a:pt x="60" y="260"/>
                      <a:pt x="60" y="259"/>
                      <a:pt x="61" y="260"/>
                    </a:cubicBezTo>
                    <a:cubicBezTo>
                      <a:pt x="61" y="261"/>
                      <a:pt x="60" y="260"/>
                      <a:pt x="61" y="261"/>
                    </a:cubicBezTo>
                    <a:cubicBezTo>
                      <a:pt x="61" y="262"/>
                      <a:pt x="62" y="262"/>
                      <a:pt x="62" y="263"/>
                    </a:cubicBezTo>
                    <a:cubicBezTo>
                      <a:pt x="61" y="265"/>
                      <a:pt x="63" y="265"/>
                      <a:pt x="65" y="265"/>
                    </a:cubicBezTo>
                    <a:cubicBezTo>
                      <a:pt x="65" y="267"/>
                      <a:pt x="64" y="266"/>
                      <a:pt x="66" y="268"/>
                    </a:cubicBezTo>
                    <a:cubicBezTo>
                      <a:pt x="70" y="273"/>
                      <a:pt x="69" y="272"/>
                      <a:pt x="75" y="274"/>
                    </a:cubicBezTo>
                    <a:cubicBezTo>
                      <a:pt x="75" y="275"/>
                      <a:pt x="75" y="275"/>
                      <a:pt x="76" y="275"/>
                    </a:cubicBezTo>
                    <a:cubicBezTo>
                      <a:pt x="77" y="276"/>
                      <a:pt x="76" y="275"/>
                      <a:pt x="76" y="276"/>
                    </a:cubicBezTo>
                    <a:cubicBezTo>
                      <a:pt x="81" y="277"/>
                      <a:pt x="84" y="276"/>
                      <a:pt x="88" y="276"/>
                    </a:cubicBezTo>
                    <a:cubicBezTo>
                      <a:pt x="99" y="276"/>
                      <a:pt x="96" y="275"/>
                      <a:pt x="100" y="275"/>
                    </a:cubicBezTo>
                    <a:cubicBezTo>
                      <a:pt x="101" y="273"/>
                      <a:pt x="100" y="274"/>
                      <a:pt x="101" y="274"/>
                    </a:cubicBezTo>
                    <a:cubicBezTo>
                      <a:pt x="101" y="274"/>
                      <a:pt x="101" y="274"/>
                      <a:pt x="101" y="274"/>
                    </a:cubicBezTo>
                    <a:cubicBezTo>
                      <a:pt x="102" y="274"/>
                      <a:pt x="103" y="274"/>
                      <a:pt x="104" y="273"/>
                    </a:cubicBezTo>
                    <a:cubicBezTo>
                      <a:pt x="107" y="271"/>
                      <a:pt x="107" y="271"/>
                      <a:pt x="107" y="271"/>
                    </a:cubicBezTo>
                    <a:cubicBezTo>
                      <a:pt x="114" y="268"/>
                      <a:pt x="116" y="266"/>
                      <a:pt x="121" y="260"/>
                    </a:cubicBezTo>
                    <a:cubicBezTo>
                      <a:pt x="121" y="259"/>
                      <a:pt x="121" y="259"/>
                      <a:pt x="122" y="259"/>
                    </a:cubicBezTo>
                    <a:cubicBezTo>
                      <a:pt x="126" y="253"/>
                      <a:pt x="126" y="253"/>
                      <a:pt x="126" y="253"/>
                    </a:cubicBezTo>
                    <a:cubicBezTo>
                      <a:pt x="128" y="247"/>
                      <a:pt x="126" y="243"/>
                      <a:pt x="125" y="238"/>
                    </a:cubicBezTo>
                    <a:cubicBezTo>
                      <a:pt x="124" y="236"/>
                      <a:pt x="124" y="236"/>
                      <a:pt x="124" y="236"/>
                    </a:cubicBezTo>
                    <a:cubicBezTo>
                      <a:pt x="121" y="232"/>
                      <a:pt x="116" y="224"/>
                      <a:pt x="112" y="223"/>
                    </a:cubicBezTo>
                    <a:cubicBezTo>
                      <a:pt x="111" y="223"/>
                      <a:pt x="108" y="223"/>
                      <a:pt x="107" y="222"/>
                    </a:cubicBezTo>
                    <a:cubicBezTo>
                      <a:pt x="106" y="221"/>
                      <a:pt x="105" y="222"/>
                      <a:pt x="104" y="221"/>
                    </a:cubicBezTo>
                    <a:cubicBezTo>
                      <a:pt x="99" y="222"/>
                      <a:pt x="99" y="222"/>
                      <a:pt x="99" y="222"/>
                    </a:cubicBezTo>
                    <a:cubicBezTo>
                      <a:pt x="98" y="223"/>
                      <a:pt x="96" y="223"/>
                      <a:pt x="94" y="224"/>
                    </a:cubicBezTo>
                    <a:cubicBezTo>
                      <a:pt x="84" y="228"/>
                      <a:pt x="84" y="228"/>
                      <a:pt x="84" y="228"/>
                    </a:cubicBezTo>
                    <a:cubicBezTo>
                      <a:pt x="81" y="227"/>
                      <a:pt x="81" y="227"/>
                      <a:pt x="81" y="227"/>
                    </a:cubicBezTo>
                    <a:cubicBezTo>
                      <a:pt x="81" y="228"/>
                      <a:pt x="81" y="226"/>
                      <a:pt x="81" y="228"/>
                    </a:cubicBezTo>
                    <a:cubicBezTo>
                      <a:pt x="80" y="226"/>
                      <a:pt x="80" y="226"/>
                      <a:pt x="80" y="226"/>
                    </a:cubicBezTo>
                    <a:cubicBezTo>
                      <a:pt x="80" y="228"/>
                      <a:pt x="80" y="227"/>
                      <a:pt x="79" y="229"/>
                    </a:cubicBezTo>
                    <a:cubicBezTo>
                      <a:pt x="79" y="226"/>
                      <a:pt x="79" y="226"/>
                      <a:pt x="79" y="226"/>
                    </a:cubicBezTo>
                    <a:cubicBezTo>
                      <a:pt x="78" y="227"/>
                      <a:pt x="78" y="226"/>
                      <a:pt x="77" y="226"/>
                    </a:cubicBezTo>
                    <a:cubicBezTo>
                      <a:pt x="75" y="227"/>
                      <a:pt x="76" y="227"/>
                      <a:pt x="74" y="227"/>
                    </a:cubicBezTo>
                    <a:cubicBezTo>
                      <a:pt x="73" y="228"/>
                      <a:pt x="74" y="229"/>
                      <a:pt x="73" y="229"/>
                    </a:cubicBezTo>
                    <a:cubicBezTo>
                      <a:pt x="73" y="230"/>
                      <a:pt x="73" y="230"/>
                      <a:pt x="71" y="230"/>
                    </a:cubicBezTo>
                    <a:close/>
                    <a:moveTo>
                      <a:pt x="143" y="142"/>
                    </a:moveTo>
                    <a:cubicBezTo>
                      <a:pt x="143" y="144"/>
                      <a:pt x="143" y="144"/>
                      <a:pt x="143" y="144"/>
                    </a:cubicBezTo>
                    <a:cubicBezTo>
                      <a:pt x="142" y="144"/>
                      <a:pt x="142" y="144"/>
                      <a:pt x="141" y="144"/>
                    </a:cubicBezTo>
                    <a:cubicBezTo>
                      <a:pt x="141" y="142"/>
                      <a:pt x="141" y="142"/>
                      <a:pt x="143" y="142"/>
                    </a:cubicBezTo>
                    <a:close/>
                    <a:moveTo>
                      <a:pt x="142" y="138"/>
                    </a:moveTo>
                    <a:cubicBezTo>
                      <a:pt x="142" y="140"/>
                      <a:pt x="143" y="139"/>
                      <a:pt x="141" y="139"/>
                    </a:cubicBezTo>
                    <a:cubicBezTo>
                      <a:pt x="141" y="138"/>
                      <a:pt x="141" y="139"/>
                      <a:pt x="142" y="138"/>
                    </a:cubicBezTo>
                    <a:close/>
                    <a:moveTo>
                      <a:pt x="143" y="98"/>
                    </a:moveTo>
                    <a:cubicBezTo>
                      <a:pt x="143" y="96"/>
                      <a:pt x="144" y="97"/>
                      <a:pt x="144" y="98"/>
                    </a:cubicBezTo>
                    <a:cubicBezTo>
                      <a:pt x="144" y="99"/>
                      <a:pt x="143" y="99"/>
                      <a:pt x="143" y="98"/>
                    </a:cubicBezTo>
                    <a:close/>
                    <a:moveTo>
                      <a:pt x="96" y="70"/>
                    </a:moveTo>
                    <a:cubicBezTo>
                      <a:pt x="96" y="68"/>
                      <a:pt x="96" y="66"/>
                      <a:pt x="97" y="65"/>
                    </a:cubicBezTo>
                    <a:cubicBezTo>
                      <a:pt x="98" y="63"/>
                      <a:pt x="98" y="63"/>
                      <a:pt x="98" y="63"/>
                    </a:cubicBezTo>
                    <a:cubicBezTo>
                      <a:pt x="100" y="59"/>
                      <a:pt x="99" y="61"/>
                      <a:pt x="101" y="59"/>
                    </a:cubicBezTo>
                    <a:cubicBezTo>
                      <a:pt x="101" y="58"/>
                      <a:pt x="101" y="58"/>
                      <a:pt x="101" y="58"/>
                    </a:cubicBezTo>
                    <a:cubicBezTo>
                      <a:pt x="106" y="53"/>
                      <a:pt x="106" y="53"/>
                      <a:pt x="106" y="53"/>
                    </a:cubicBezTo>
                    <a:cubicBezTo>
                      <a:pt x="106" y="53"/>
                      <a:pt x="106" y="52"/>
                      <a:pt x="106" y="52"/>
                    </a:cubicBezTo>
                    <a:cubicBezTo>
                      <a:pt x="109" y="48"/>
                      <a:pt x="109" y="48"/>
                      <a:pt x="109" y="48"/>
                    </a:cubicBezTo>
                    <a:cubicBezTo>
                      <a:pt x="109" y="48"/>
                      <a:pt x="109" y="48"/>
                      <a:pt x="109" y="48"/>
                    </a:cubicBezTo>
                    <a:cubicBezTo>
                      <a:pt x="110" y="46"/>
                      <a:pt x="110" y="46"/>
                      <a:pt x="110" y="46"/>
                    </a:cubicBezTo>
                    <a:cubicBezTo>
                      <a:pt x="112" y="48"/>
                      <a:pt x="110" y="49"/>
                      <a:pt x="110" y="51"/>
                    </a:cubicBezTo>
                    <a:cubicBezTo>
                      <a:pt x="109" y="53"/>
                      <a:pt x="109" y="53"/>
                      <a:pt x="109" y="54"/>
                    </a:cubicBezTo>
                    <a:cubicBezTo>
                      <a:pt x="108" y="57"/>
                      <a:pt x="108" y="57"/>
                      <a:pt x="108" y="57"/>
                    </a:cubicBezTo>
                    <a:cubicBezTo>
                      <a:pt x="108" y="58"/>
                      <a:pt x="108" y="60"/>
                      <a:pt x="108" y="61"/>
                    </a:cubicBezTo>
                    <a:cubicBezTo>
                      <a:pt x="108" y="64"/>
                      <a:pt x="107" y="61"/>
                      <a:pt x="107" y="64"/>
                    </a:cubicBezTo>
                    <a:cubicBezTo>
                      <a:pt x="107" y="66"/>
                      <a:pt x="108" y="63"/>
                      <a:pt x="108" y="66"/>
                    </a:cubicBezTo>
                    <a:cubicBezTo>
                      <a:pt x="108" y="71"/>
                      <a:pt x="107" y="71"/>
                      <a:pt x="105" y="72"/>
                    </a:cubicBezTo>
                    <a:cubicBezTo>
                      <a:pt x="99" y="76"/>
                      <a:pt x="99" y="76"/>
                      <a:pt x="99" y="76"/>
                    </a:cubicBezTo>
                    <a:cubicBezTo>
                      <a:pt x="98" y="72"/>
                      <a:pt x="98" y="72"/>
                      <a:pt x="98" y="72"/>
                    </a:cubicBezTo>
                    <a:cubicBezTo>
                      <a:pt x="96" y="72"/>
                      <a:pt x="96" y="72"/>
                      <a:pt x="96" y="72"/>
                    </a:cubicBezTo>
                    <a:cubicBezTo>
                      <a:pt x="97" y="71"/>
                      <a:pt x="97" y="72"/>
                      <a:pt x="96" y="71"/>
                    </a:cubicBezTo>
                    <a:cubicBezTo>
                      <a:pt x="96" y="71"/>
                      <a:pt x="96" y="71"/>
                      <a:pt x="95" y="72"/>
                    </a:cubicBezTo>
                    <a:cubicBezTo>
                      <a:pt x="95" y="70"/>
                      <a:pt x="94" y="71"/>
                      <a:pt x="96" y="70"/>
                    </a:cubicBezTo>
                    <a:close/>
                    <a:moveTo>
                      <a:pt x="150" y="42"/>
                    </a:moveTo>
                    <a:cubicBezTo>
                      <a:pt x="150" y="41"/>
                      <a:pt x="151" y="41"/>
                      <a:pt x="151" y="41"/>
                    </a:cubicBezTo>
                    <a:cubicBezTo>
                      <a:pt x="151" y="41"/>
                      <a:pt x="152" y="41"/>
                      <a:pt x="152" y="41"/>
                    </a:cubicBezTo>
                    <a:cubicBezTo>
                      <a:pt x="151" y="42"/>
                      <a:pt x="151" y="42"/>
                      <a:pt x="150" y="42"/>
                    </a:cubicBezTo>
                    <a:close/>
                    <a:moveTo>
                      <a:pt x="152" y="40"/>
                    </a:moveTo>
                    <a:cubicBezTo>
                      <a:pt x="152" y="39"/>
                      <a:pt x="152" y="40"/>
                      <a:pt x="153" y="39"/>
                    </a:cubicBezTo>
                    <a:cubicBezTo>
                      <a:pt x="154" y="37"/>
                      <a:pt x="161" y="29"/>
                      <a:pt x="163" y="29"/>
                    </a:cubicBezTo>
                    <a:cubicBezTo>
                      <a:pt x="163" y="30"/>
                      <a:pt x="163" y="29"/>
                      <a:pt x="163" y="30"/>
                    </a:cubicBezTo>
                    <a:cubicBezTo>
                      <a:pt x="163" y="30"/>
                      <a:pt x="161" y="34"/>
                      <a:pt x="158" y="34"/>
                    </a:cubicBezTo>
                    <a:cubicBezTo>
                      <a:pt x="159" y="35"/>
                      <a:pt x="159" y="35"/>
                      <a:pt x="159" y="35"/>
                    </a:cubicBezTo>
                    <a:cubicBezTo>
                      <a:pt x="157" y="35"/>
                      <a:pt x="158" y="35"/>
                      <a:pt x="157" y="36"/>
                    </a:cubicBezTo>
                    <a:cubicBezTo>
                      <a:pt x="156" y="38"/>
                      <a:pt x="154" y="40"/>
                      <a:pt x="152" y="40"/>
                    </a:cubicBezTo>
                    <a:close/>
                    <a:moveTo>
                      <a:pt x="177" y="61"/>
                    </a:moveTo>
                    <a:cubicBezTo>
                      <a:pt x="180" y="61"/>
                      <a:pt x="179" y="60"/>
                      <a:pt x="181" y="60"/>
                    </a:cubicBezTo>
                    <a:cubicBezTo>
                      <a:pt x="192" y="60"/>
                      <a:pt x="187" y="61"/>
                      <a:pt x="195" y="57"/>
                    </a:cubicBezTo>
                    <a:cubicBezTo>
                      <a:pt x="199" y="55"/>
                      <a:pt x="206" y="51"/>
                      <a:pt x="206" y="47"/>
                    </a:cubicBezTo>
                    <a:cubicBezTo>
                      <a:pt x="207" y="48"/>
                      <a:pt x="207" y="48"/>
                      <a:pt x="207" y="48"/>
                    </a:cubicBezTo>
                    <a:cubicBezTo>
                      <a:pt x="207" y="46"/>
                      <a:pt x="208" y="46"/>
                      <a:pt x="208" y="44"/>
                    </a:cubicBezTo>
                    <a:cubicBezTo>
                      <a:pt x="209" y="44"/>
                      <a:pt x="209" y="44"/>
                      <a:pt x="209" y="44"/>
                    </a:cubicBezTo>
                    <a:cubicBezTo>
                      <a:pt x="209" y="43"/>
                      <a:pt x="209" y="43"/>
                      <a:pt x="209" y="43"/>
                    </a:cubicBezTo>
                    <a:cubicBezTo>
                      <a:pt x="209" y="43"/>
                      <a:pt x="209" y="43"/>
                      <a:pt x="209" y="43"/>
                    </a:cubicBezTo>
                    <a:cubicBezTo>
                      <a:pt x="209" y="41"/>
                      <a:pt x="209" y="41"/>
                      <a:pt x="209" y="41"/>
                    </a:cubicBezTo>
                    <a:cubicBezTo>
                      <a:pt x="210" y="41"/>
                      <a:pt x="210" y="41"/>
                      <a:pt x="210" y="41"/>
                    </a:cubicBezTo>
                    <a:cubicBezTo>
                      <a:pt x="210" y="39"/>
                      <a:pt x="210" y="39"/>
                      <a:pt x="210" y="39"/>
                    </a:cubicBezTo>
                    <a:cubicBezTo>
                      <a:pt x="210" y="39"/>
                      <a:pt x="210" y="39"/>
                      <a:pt x="210" y="39"/>
                    </a:cubicBezTo>
                    <a:cubicBezTo>
                      <a:pt x="211" y="36"/>
                      <a:pt x="211" y="36"/>
                      <a:pt x="211" y="36"/>
                    </a:cubicBezTo>
                    <a:cubicBezTo>
                      <a:pt x="212" y="35"/>
                      <a:pt x="211" y="33"/>
                      <a:pt x="212" y="31"/>
                    </a:cubicBezTo>
                    <a:cubicBezTo>
                      <a:pt x="212" y="31"/>
                      <a:pt x="212" y="31"/>
                      <a:pt x="212" y="31"/>
                    </a:cubicBezTo>
                    <a:cubicBezTo>
                      <a:pt x="213" y="29"/>
                      <a:pt x="212" y="27"/>
                      <a:pt x="212" y="26"/>
                    </a:cubicBezTo>
                    <a:cubicBezTo>
                      <a:pt x="209" y="13"/>
                      <a:pt x="208" y="15"/>
                      <a:pt x="206" y="12"/>
                    </a:cubicBezTo>
                    <a:cubicBezTo>
                      <a:pt x="205" y="8"/>
                      <a:pt x="202" y="6"/>
                      <a:pt x="200" y="4"/>
                    </a:cubicBezTo>
                    <a:cubicBezTo>
                      <a:pt x="198" y="3"/>
                      <a:pt x="196" y="2"/>
                      <a:pt x="194" y="2"/>
                    </a:cubicBezTo>
                    <a:cubicBezTo>
                      <a:pt x="191" y="0"/>
                      <a:pt x="189" y="0"/>
                      <a:pt x="186" y="0"/>
                    </a:cubicBezTo>
                    <a:cubicBezTo>
                      <a:pt x="184" y="0"/>
                      <a:pt x="183" y="1"/>
                      <a:pt x="182" y="2"/>
                    </a:cubicBezTo>
                    <a:cubicBezTo>
                      <a:pt x="177" y="4"/>
                      <a:pt x="177" y="4"/>
                      <a:pt x="177" y="4"/>
                    </a:cubicBezTo>
                    <a:cubicBezTo>
                      <a:pt x="177" y="4"/>
                      <a:pt x="177" y="4"/>
                      <a:pt x="177" y="4"/>
                    </a:cubicBezTo>
                    <a:cubicBezTo>
                      <a:pt x="176" y="5"/>
                      <a:pt x="176" y="5"/>
                      <a:pt x="176" y="5"/>
                    </a:cubicBezTo>
                    <a:cubicBezTo>
                      <a:pt x="172" y="8"/>
                      <a:pt x="172" y="8"/>
                      <a:pt x="172" y="8"/>
                    </a:cubicBezTo>
                    <a:cubicBezTo>
                      <a:pt x="172" y="8"/>
                      <a:pt x="172" y="8"/>
                      <a:pt x="172" y="8"/>
                    </a:cubicBezTo>
                    <a:cubicBezTo>
                      <a:pt x="172" y="8"/>
                      <a:pt x="172" y="8"/>
                      <a:pt x="172" y="8"/>
                    </a:cubicBezTo>
                    <a:cubicBezTo>
                      <a:pt x="172" y="8"/>
                      <a:pt x="172" y="9"/>
                      <a:pt x="171" y="9"/>
                    </a:cubicBezTo>
                    <a:cubicBezTo>
                      <a:pt x="167" y="13"/>
                      <a:pt x="167" y="13"/>
                      <a:pt x="167" y="13"/>
                    </a:cubicBezTo>
                    <a:cubicBezTo>
                      <a:pt x="164" y="17"/>
                      <a:pt x="164" y="16"/>
                      <a:pt x="164" y="18"/>
                    </a:cubicBezTo>
                    <a:cubicBezTo>
                      <a:pt x="163" y="17"/>
                      <a:pt x="163" y="17"/>
                      <a:pt x="163" y="17"/>
                    </a:cubicBezTo>
                    <a:cubicBezTo>
                      <a:pt x="163" y="19"/>
                      <a:pt x="163" y="18"/>
                      <a:pt x="162" y="20"/>
                    </a:cubicBezTo>
                    <a:cubicBezTo>
                      <a:pt x="161" y="20"/>
                      <a:pt x="161" y="21"/>
                      <a:pt x="160" y="21"/>
                    </a:cubicBezTo>
                    <a:cubicBezTo>
                      <a:pt x="158" y="23"/>
                      <a:pt x="157" y="25"/>
                      <a:pt x="155" y="27"/>
                    </a:cubicBezTo>
                    <a:cubicBezTo>
                      <a:pt x="150" y="32"/>
                      <a:pt x="150" y="32"/>
                      <a:pt x="150" y="32"/>
                    </a:cubicBezTo>
                    <a:cubicBezTo>
                      <a:pt x="150" y="32"/>
                      <a:pt x="150" y="32"/>
                      <a:pt x="150" y="32"/>
                    </a:cubicBezTo>
                    <a:cubicBezTo>
                      <a:pt x="149" y="33"/>
                      <a:pt x="149" y="33"/>
                      <a:pt x="149" y="33"/>
                    </a:cubicBezTo>
                    <a:cubicBezTo>
                      <a:pt x="143" y="38"/>
                      <a:pt x="143" y="38"/>
                      <a:pt x="143" y="38"/>
                    </a:cubicBezTo>
                    <a:cubicBezTo>
                      <a:pt x="141" y="40"/>
                      <a:pt x="140" y="41"/>
                      <a:pt x="137" y="41"/>
                    </a:cubicBezTo>
                    <a:cubicBezTo>
                      <a:pt x="138" y="38"/>
                      <a:pt x="138" y="39"/>
                      <a:pt x="137" y="36"/>
                    </a:cubicBezTo>
                    <a:cubicBezTo>
                      <a:pt x="136" y="34"/>
                      <a:pt x="137" y="36"/>
                      <a:pt x="136" y="34"/>
                    </a:cubicBezTo>
                    <a:cubicBezTo>
                      <a:pt x="136" y="33"/>
                      <a:pt x="135" y="32"/>
                      <a:pt x="134" y="31"/>
                    </a:cubicBezTo>
                    <a:cubicBezTo>
                      <a:pt x="124" y="27"/>
                      <a:pt x="124" y="27"/>
                      <a:pt x="124" y="27"/>
                    </a:cubicBezTo>
                    <a:cubicBezTo>
                      <a:pt x="124" y="27"/>
                      <a:pt x="123" y="27"/>
                      <a:pt x="123" y="27"/>
                    </a:cubicBezTo>
                    <a:cubicBezTo>
                      <a:pt x="122" y="26"/>
                      <a:pt x="122" y="26"/>
                      <a:pt x="122" y="26"/>
                    </a:cubicBezTo>
                    <a:cubicBezTo>
                      <a:pt x="122" y="26"/>
                      <a:pt x="116" y="28"/>
                      <a:pt x="114" y="30"/>
                    </a:cubicBezTo>
                    <a:cubicBezTo>
                      <a:pt x="114" y="30"/>
                      <a:pt x="113" y="30"/>
                      <a:pt x="113" y="30"/>
                    </a:cubicBezTo>
                    <a:cubicBezTo>
                      <a:pt x="113" y="30"/>
                      <a:pt x="113" y="30"/>
                      <a:pt x="113" y="30"/>
                    </a:cubicBezTo>
                    <a:cubicBezTo>
                      <a:pt x="110" y="33"/>
                      <a:pt x="116" y="29"/>
                      <a:pt x="112" y="32"/>
                    </a:cubicBezTo>
                    <a:cubicBezTo>
                      <a:pt x="93" y="41"/>
                      <a:pt x="93" y="41"/>
                      <a:pt x="93" y="41"/>
                    </a:cubicBezTo>
                    <a:cubicBezTo>
                      <a:pt x="90" y="42"/>
                      <a:pt x="89" y="43"/>
                      <a:pt x="87" y="44"/>
                    </a:cubicBezTo>
                    <a:cubicBezTo>
                      <a:pt x="81" y="48"/>
                      <a:pt x="81" y="48"/>
                      <a:pt x="81" y="48"/>
                    </a:cubicBezTo>
                    <a:cubicBezTo>
                      <a:pt x="81" y="48"/>
                      <a:pt x="81" y="49"/>
                      <a:pt x="81" y="49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76" y="49"/>
                      <a:pt x="74" y="51"/>
                      <a:pt x="73" y="48"/>
                    </a:cubicBezTo>
                    <a:cubicBezTo>
                      <a:pt x="72" y="47"/>
                      <a:pt x="72" y="47"/>
                      <a:pt x="72" y="47"/>
                    </a:cubicBezTo>
                    <a:cubicBezTo>
                      <a:pt x="72" y="45"/>
                      <a:pt x="72" y="43"/>
                      <a:pt x="72" y="41"/>
                    </a:cubicBezTo>
                    <a:cubicBezTo>
                      <a:pt x="71" y="39"/>
                      <a:pt x="70" y="38"/>
                      <a:pt x="69" y="35"/>
                    </a:cubicBezTo>
                    <a:cubicBezTo>
                      <a:pt x="69" y="36"/>
                      <a:pt x="69" y="36"/>
                      <a:pt x="69" y="36"/>
                    </a:cubicBezTo>
                    <a:cubicBezTo>
                      <a:pt x="68" y="34"/>
                      <a:pt x="66" y="33"/>
                      <a:pt x="64" y="33"/>
                    </a:cubicBezTo>
                    <a:cubicBezTo>
                      <a:pt x="63" y="34"/>
                      <a:pt x="64" y="32"/>
                      <a:pt x="63" y="34"/>
                    </a:cubicBezTo>
                    <a:cubicBezTo>
                      <a:pt x="62" y="34"/>
                      <a:pt x="62" y="34"/>
                      <a:pt x="60" y="34"/>
                    </a:cubicBezTo>
                    <a:cubicBezTo>
                      <a:pt x="58" y="35"/>
                      <a:pt x="59" y="35"/>
                      <a:pt x="58" y="36"/>
                    </a:cubicBezTo>
                    <a:cubicBezTo>
                      <a:pt x="58" y="35"/>
                      <a:pt x="58" y="35"/>
                      <a:pt x="57" y="36"/>
                    </a:cubicBezTo>
                    <a:cubicBezTo>
                      <a:pt x="55" y="36"/>
                      <a:pt x="50" y="36"/>
                      <a:pt x="49" y="35"/>
                    </a:cubicBezTo>
                    <a:cubicBezTo>
                      <a:pt x="49" y="35"/>
                      <a:pt x="49" y="35"/>
                      <a:pt x="49" y="35"/>
                    </a:cubicBezTo>
                    <a:cubicBezTo>
                      <a:pt x="49" y="35"/>
                      <a:pt x="49" y="36"/>
                      <a:pt x="49" y="36"/>
                    </a:cubicBezTo>
                    <a:cubicBezTo>
                      <a:pt x="48" y="36"/>
                      <a:pt x="48" y="36"/>
                      <a:pt x="48" y="36"/>
                    </a:cubicBezTo>
                    <a:cubicBezTo>
                      <a:pt x="48" y="36"/>
                      <a:pt x="48" y="36"/>
                      <a:pt x="48" y="36"/>
                    </a:cubicBezTo>
                    <a:cubicBezTo>
                      <a:pt x="48" y="36"/>
                      <a:pt x="48" y="36"/>
                      <a:pt x="48" y="36"/>
                    </a:cubicBezTo>
                    <a:cubicBezTo>
                      <a:pt x="48" y="36"/>
                      <a:pt x="48" y="36"/>
                      <a:pt x="48" y="36"/>
                    </a:cubicBezTo>
                    <a:cubicBezTo>
                      <a:pt x="48" y="36"/>
                      <a:pt x="48" y="36"/>
                      <a:pt x="48" y="36"/>
                    </a:cubicBezTo>
                    <a:cubicBezTo>
                      <a:pt x="47" y="36"/>
                      <a:pt x="47" y="36"/>
                      <a:pt x="47" y="36"/>
                    </a:cubicBezTo>
                    <a:cubicBezTo>
                      <a:pt x="45" y="36"/>
                      <a:pt x="42" y="36"/>
                      <a:pt x="40" y="38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37" y="41"/>
                      <a:pt x="36" y="41"/>
                      <a:pt x="36" y="41"/>
                    </a:cubicBezTo>
                    <a:cubicBezTo>
                      <a:pt x="36" y="43"/>
                      <a:pt x="36" y="43"/>
                      <a:pt x="36" y="44"/>
                    </a:cubicBezTo>
                    <a:cubicBezTo>
                      <a:pt x="36" y="46"/>
                      <a:pt x="36" y="46"/>
                      <a:pt x="36" y="46"/>
                    </a:cubicBezTo>
                    <a:cubicBezTo>
                      <a:pt x="33" y="49"/>
                      <a:pt x="33" y="49"/>
                      <a:pt x="33" y="49"/>
                    </a:cubicBezTo>
                    <a:cubicBezTo>
                      <a:pt x="33" y="55"/>
                      <a:pt x="34" y="56"/>
                      <a:pt x="37" y="60"/>
                    </a:cubicBezTo>
                    <a:cubicBezTo>
                      <a:pt x="37" y="61"/>
                      <a:pt x="37" y="61"/>
                      <a:pt x="38" y="62"/>
                    </a:cubicBezTo>
                    <a:cubicBezTo>
                      <a:pt x="49" y="77"/>
                      <a:pt x="49" y="77"/>
                      <a:pt x="49" y="77"/>
                    </a:cubicBezTo>
                    <a:cubicBezTo>
                      <a:pt x="50" y="78"/>
                      <a:pt x="49" y="77"/>
                      <a:pt x="50" y="78"/>
                    </a:cubicBezTo>
                    <a:cubicBezTo>
                      <a:pt x="55" y="83"/>
                      <a:pt x="55" y="83"/>
                      <a:pt x="55" y="83"/>
                    </a:cubicBezTo>
                    <a:cubicBezTo>
                      <a:pt x="55" y="83"/>
                      <a:pt x="55" y="83"/>
                      <a:pt x="55" y="84"/>
                    </a:cubicBezTo>
                    <a:cubicBezTo>
                      <a:pt x="61" y="89"/>
                      <a:pt x="61" y="89"/>
                      <a:pt x="61" y="89"/>
                    </a:cubicBezTo>
                    <a:cubicBezTo>
                      <a:pt x="61" y="89"/>
                      <a:pt x="61" y="89"/>
                      <a:pt x="61" y="89"/>
                    </a:cubicBezTo>
                    <a:cubicBezTo>
                      <a:pt x="63" y="90"/>
                      <a:pt x="63" y="90"/>
                      <a:pt x="63" y="90"/>
                    </a:cubicBezTo>
                    <a:cubicBezTo>
                      <a:pt x="64" y="91"/>
                      <a:pt x="63" y="91"/>
                      <a:pt x="64" y="91"/>
                    </a:cubicBezTo>
                    <a:cubicBezTo>
                      <a:pt x="65" y="92"/>
                      <a:pt x="66" y="92"/>
                      <a:pt x="67" y="93"/>
                    </a:cubicBezTo>
                    <a:cubicBezTo>
                      <a:pt x="67" y="95"/>
                      <a:pt x="67" y="95"/>
                      <a:pt x="65" y="96"/>
                    </a:cubicBezTo>
                    <a:cubicBezTo>
                      <a:pt x="65" y="96"/>
                      <a:pt x="65" y="96"/>
                      <a:pt x="64" y="97"/>
                    </a:cubicBezTo>
                    <a:cubicBezTo>
                      <a:pt x="64" y="97"/>
                      <a:pt x="64" y="97"/>
                      <a:pt x="64" y="97"/>
                    </a:cubicBezTo>
                    <a:cubicBezTo>
                      <a:pt x="61" y="98"/>
                      <a:pt x="62" y="98"/>
                      <a:pt x="61" y="99"/>
                    </a:cubicBezTo>
                    <a:cubicBezTo>
                      <a:pt x="58" y="101"/>
                      <a:pt x="58" y="101"/>
                      <a:pt x="58" y="101"/>
                    </a:cubicBezTo>
                    <a:cubicBezTo>
                      <a:pt x="57" y="102"/>
                      <a:pt x="55" y="102"/>
                      <a:pt x="54" y="103"/>
                    </a:cubicBezTo>
                    <a:cubicBezTo>
                      <a:pt x="53" y="104"/>
                      <a:pt x="52" y="105"/>
                      <a:pt x="52" y="105"/>
                    </a:cubicBezTo>
                    <a:cubicBezTo>
                      <a:pt x="51" y="106"/>
                      <a:pt x="50" y="106"/>
                      <a:pt x="50" y="106"/>
                    </a:cubicBezTo>
                    <a:cubicBezTo>
                      <a:pt x="43" y="112"/>
                      <a:pt x="43" y="112"/>
                      <a:pt x="43" y="112"/>
                    </a:cubicBezTo>
                    <a:cubicBezTo>
                      <a:pt x="42" y="112"/>
                      <a:pt x="42" y="112"/>
                      <a:pt x="42" y="112"/>
                    </a:cubicBezTo>
                    <a:cubicBezTo>
                      <a:pt x="40" y="114"/>
                      <a:pt x="40" y="114"/>
                      <a:pt x="40" y="114"/>
                    </a:cubicBezTo>
                    <a:cubicBezTo>
                      <a:pt x="40" y="114"/>
                      <a:pt x="40" y="114"/>
                      <a:pt x="40" y="114"/>
                    </a:cubicBezTo>
                    <a:cubicBezTo>
                      <a:pt x="40" y="114"/>
                      <a:pt x="39" y="114"/>
                      <a:pt x="39" y="114"/>
                    </a:cubicBezTo>
                    <a:cubicBezTo>
                      <a:pt x="29" y="121"/>
                      <a:pt x="29" y="121"/>
                      <a:pt x="29" y="121"/>
                    </a:cubicBezTo>
                    <a:cubicBezTo>
                      <a:pt x="29" y="121"/>
                      <a:pt x="29" y="121"/>
                      <a:pt x="28" y="122"/>
                    </a:cubicBezTo>
                    <a:cubicBezTo>
                      <a:pt x="27" y="123"/>
                      <a:pt x="27" y="123"/>
                      <a:pt x="27" y="123"/>
                    </a:cubicBezTo>
                    <a:cubicBezTo>
                      <a:pt x="26" y="123"/>
                      <a:pt x="27" y="123"/>
                      <a:pt x="26" y="123"/>
                    </a:cubicBezTo>
                    <a:cubicBezTo>
                      <a:pt x="25" y="124"/>
                      <a:pt x="25" y="124"/>
                      <a:pt x="24" y="125"/>
                    </a:cubicBezTo>
                    <a:cubicBezTo>
                      <a:pt x="23" y="126"/>
                      <a:pt x="21" y="128"/>
                      <a:pt x="19" y="129"/>
                    </a:cubicBezTo>
                    <a:cubicBezTo>
                      <a:pt x="18" y="130"/>
                      <a:pt x="18" y="130"/>
                      <a:pt x="17" y="131"/>
                    </a:cubicBezTo>
                    <a:cubicBezTo>
                      <a:pt x="15" y="133"/>
                      <a:pt x="12" y="136"/>
                      <a:pt x="11" y="139"/>
                    </a:cubicBezTo>
                    <a:cubicBezTo>
                      <a:pt x="10" y="140"/>
                      <a:pt x="10" y="140"/>
                      <a:pt x="10" y="140"/>
                    </a:cubicBezTo>
                    <a:cubicBezTo>
                      <a:pt x="10" y="140"/>
                      <a:pt x="10" y="140"/>
                      <a:pt x="10" y="140"/>
                    </a:cubicBezTo>
                    <a:cubicBezTo>
                      <a:pt x="2" y="153"/>
                      <a:pt x="2" y="153"/>
                      <a:pt x="2" y="153"/>
                    </a:cubicBezTo>
                    <a:cubicBezTo>
                      <a:pt x="2" y="153"/>
                      <a:pt x="2" y="153"/>
                      <a:pt x="2" y="153"/>
                    </a:cubicBezTo>
                    <a:cubicBezTo>
                      <a:pt x="2" y="154"/>
                      <a:pt x="2" y="154"/>
                      <a:pt x="2" y="154"/>
                    </a:cubicBezTo>
                    <a:cubicBezTo>
                      <a:pt x="1" y="156"/>
                      <a:pt x="0" y="158"/>
                      <a:pt x="0" y="160"/>
                    </a:cubicBezTo>
                    <a:cubicBezTo>
                      <a:pt x="0" y="167"/>
                      <a:pt x="0" y="164"/>
                      <a:pt x="1" y="169"/>
                    </a:cubicBezTo>
                    <a:cubicBezTo>
                      <a:pt x="1" y="170"/>
                      <a:pt x="2" y="171"/>
                      <a:pt x="2" y="172"/>
                    </a:cubicBezTo>
                    <a:cubicBezTo>
                      <a:pt x="2" y="174"/>
                      <a:pt x="1" y="172"/>
                      <a:pt x="3" y="175"/>
                    </a:cubicBezTo>
                    <a:cubicBezTo>
                      <a:pt x="3" y="175"/>
                      <a:pt x="3" y="175"/>
                      <a:pt x="4" y="176"/>
                    </a:cubicBezTo>
                    <a:cubicBezTo>
                      <a:pt x="7" y="178"/>
                      <a:pt x="7" y="178"/>
                      <a:pt x="7" y="178"/>
                    </a:cubicBezTo>
                    <a:cubicBezTo>
                      <a:pt x="8" y="179"/>
                      <a:pt x="9" y="180"/>
                      <a:pt x="11" y="181"/>
                    </a:cubicBezTo>
                    <a:cubicBezTo>
                      <a:pt x="12" y="181"/>
                      <a:pt x="16" y="180"/>
                      <a:pt x="18" y="179"/>
                    </a:cubicBezTo>
                    <a:cubicBezTo>
                      <a:pt x="19" y="179"/>
                      <a:pt x="19" y="177"/>
                      <a:pt x="21" y="176"/>
                    </a:cubicBezTo>
                    <a:cubicBezTo>
                      <a:pt x="26" y="173"/>
                      <a:pt x="28" y="176"/>
                      <a:pt x="28" y="174"/>
                    </a:cubicBezTo>
                    <a:cubicBezTo>
                      <a:pt x="29" y="174"/>
                      <a:pt x="29" y="174"/>
                      <a:pt x="30" y="174"/>
                    </a:cubicBezTo>
                    <a:cubicBezTo>
                      <a:pt x="31" y="173"/>
                      <a:pt x="31" y="173"/>
                      <a:pt x="31" y="173"/>
                    </a:cubicBezTo>
                    <a:cubicBezTo>
                      <a:pt x="33" y="172"/>
                      <a:pt x="36" y="172"/>
                      <a:pt x="39" y="171"/>
                    </a:cubicBezTo>
                    <a:cubicBezTo>
                      <a:pt x="41" y="170"/>
                      <a:pt x="39" y="171"/>
                      <a:pt x="41" y="170"/>
                    </a:cubicBezTo>
                    <a:cubicBezTo>
                      <a:pt x="43" y="169"/>
                      <a:pt x="44" y="168"/>
                      <a:pt x="46" y="166"/>
                    </a:cubicBezTo>
                    <a:cubicBezTo>
                      <a:pt x="48" y="166"/>
                      <a:pt x="47" y="166"/>
                      <a:pt x="49" y="166"/>
                    </a:cubicBezTo>
                    <a:cubicBezTo>
                      <a:pt x="52" y="164"/>
                      <a:pt x="53" y="163"/>
                      <a:pt x="56" y="160"/>
                    </a:cubicBezTo>
                    <a:cubicBezTo>
                      <a:pt x="56" y="160"/>
                      <a:pt x="56" y="160"/>
                      <a:pt x="56" y="160"/>
                    </a:cubicBezTo>
                    <a:cubicBezTo>
                      <a:pt x="62" y="153"/>
                      <a:pt x="62" y="153"/>
                      <a:pt x="62" y="153"/>
                    </a:cubicBezTo>
                    <a:cubicBezTo>
                      <a:pt x="62" y="153"/>
                      <a:pt x="62" y="152"/>
                      <a:pt x="62" y="152"/>
                    </a:cubicBezTo>
                    <a:cubicBezTo>
                      <a:pt x="65" y="150"/>
                      <a:pt x="65" y="150"/>
                      <a:pt x="65" y="150"/>
                    </a:cubicBezTo>
                    <a:cubicBezTo>
                      <a:pt x="67" y="148"/>
                      <a:pt x="69" y="148"/>
                      <a:pt x="71" y="146"/>
                    </a:cubicBezTo>
                    <a:cubicBezTo>
                      <a:pt x="73" y="144"/>
                      <a:pt x="76" y="143"/>
                      <a:pt x="78" y="142"/>
                    </a:cubicBezTo>
                    <a:cubicBezTo>
                      <a:pt x="81" y="141"/>
                      <a:pt x="77" y="143"/>
                      <a:pt x="79" y="142"/>
                    </a:cubicBezTo>
                    <a:cubicBezTo>
                      <a:pt x="81" y="141"/>
                      <a:pt x="80" y="139"/>
                      <a:pt x="83" y="139"/>
                    </a:cubicBezTo>
                    <a:cubicBezTo>
                      <a:pt x="85" y="139"/>
                      <a:pt x="85" y="139"/>
                      <a:pt x="86" y="139"/>
                    </a:cubicBezTo>
                    <a:cubicBezTo>
                      <a:pt x="86" y="139"/>
                      <a:pt x="86" y="138"/>
                      <a:pt x="86" y="138"/>
                    </a:cubicBezTo>
                    <a:cubicBezTo>
                      <a:pt x="90" y="136"/>
                      <a:pt x="90" y="136"/>
                      <a:pt x="90" y="136"/>
                    </a:cubicBezTo>
                    <a:cubicBezTo>
                      <a:pt x="92" y="135"/>
                      <a:pt x="94" y="136"/>
                      <a:pt x="96" y="135"/>
                    </a:cubicBezTo>
                    <a:cubicBezTo>
                      <a:pt x="97" y="134"/>
                      <a:pt x="97" y="134"/>
                      <a:pt x="97" y="134"/>
                    </a:cubicBezTo>
                    <a:cubicBezTo>
                      <a:pt x="97" y="134"/>
                      <a:pt x="97" y="134"/>
                      <a:pt x="98" y="133"/>
                    </a:cubicBezTo>
                    <a:cubicBezTo>
                      <a:pt x="98" y="133"/>
                      <a:pt x="98" y="133"/>
                      <a:pt x="99" y="133"/>
                    </a:cubicBezTo>
                    <a:cubicBezTo>
                      <a:pt x="99" y="132"/>
                      <a:pt x="99" y="133"/>
                      <a:pt x="99" y="133"/>
                    </a:cubicBezTo>
                    <a:cubicBezTo>
                      <a:pt x="99" y="133"/>
                      <a:pt x="99" y="133"/>
                      <a:pt x="99" y="133"/>
                    </a:cubicBezTo>
                    <a:cubicBezTo>
                      <a:pt x="101" y="133"/>
                      <a:pt x="105" y="132"/>
                      <a:pt x="107" y="130"/>
                    </a:cubicBezTo>
                    <a:cubicBezTo>
                      <a:pt x="109" y="130"/>
                      <a:pt x="109" y="130"/>
                      <a:pt x="111" y="129"/>
                    </a:cubicBezTo>
                    <a:cubicBezTo>
                      <a:pt x="111" y="129"/>
                      <a:pt x="111" y="128"/>
                      <a:pt x="111" y="128"/>
                    </a:cubicBezTo>
                    <a:cubicBezTo>
                      <a:pt x="115" y="127"/>
                      <a:pt x="116" y="128"/>
                      <a:pt x="119" y="125"/>
                    </a:cubicBezTo>
                    <a:cubicBezTo>
                      <a:pt x="119" y="125"/>
                      <a:pt x="120" y="125"/>
                      <a:pt x="120" y="125"/>
                    </a:cubicBezTo>
                    <a:cubicBezTo>
                      <a:pt x="120" y="125"/>
                      <a:pt x="120" y="125"/>
                      <a:pt x="120" y="125"/>
                    </a:cubicBezTo>
                    <a:cubicBezTo>
                      <a:pt x="120" y="125"/>
                      <a:pt x="120" y="125"/>
                      <a:pt x="120" y="125"/>
                    </a:cubicBezTo>
                    <a:cubicBezTo>
                      <a:pt x="122" y="124"/>
                      <a:pt x="123" y="124"/>
                      <a:pt x="125" y="123"/>
                    </a:cubicBezTo>
                    <a:cubicBezTo>
                      <a:pt x="130" y="121"/>
                      <a:pt x="130" y="121"/>
                      <a:pt x="130" y="121"/>
                    </a:cubicBezTo>
                    <a:cubicBezTo>
                      <a:pt x="132" y="121"/>
                      <a:pt x="134" y="119"/>
                      <a:pt x="136" y="117"/>
                    </a:cubicBezTo>
                    <a:cubicBezTo>
                      <a:pt x="136" y="117"/>
                      <a:pt x="137" y="117"/>
                      <a:pt x="137" y="117"/>
                    </a:cubicBezTo>
                    <a:cubicBezTo>
                      <a:pt x="144" y="112"/>
                      <a:pt x="144" y="112"/>
                      <a:pt x="144" y="112"/>
                    </a:cubicBezTo>
                    <a:cubicBezTo>
                      <a:pt x="144" y="115"/>
                      <a:pt x="144" y="113"/>
                      <a:pt x="145" y="115"/>
                    </a:cubicBezTo>
                    <a:cubicBezTo>
                      <a:pt x="146" y="115"/>
                      <a:pt x="147" y="116"/>
                      <a:pt x="148" y="115"/>
                    </a:cubicBezTo>
                    <a:cubicBezTo>
                      <a:pt x="151" y="114"/>
                      <a:pt x="151" y="114"/>
                      <a:pt x="151" y="114"/>
                    </a:cubicBezTo>
                    <a:cubicBezTo>
                      <a:pt x="153" y="113"/>
                      <a:pt x="153" y="113"/>
                      <a:pt x="156" y="114"/>
                    </a:cubicBezTo>
                    <a:cubicBezTo>
                      <a:pt x="156" y="114"/>
                      <a:pt x="156" y="114"/>
                      <a:pt x="156" y="114"/>
                    </a:cubicBezTo>
                    <a:cubicBezTo>
                      <a:pt x="156" y="114"/>
                      <a:pt x="156" y="114"/>
                      <a:pt x="156" y="115"/>
                    </a:cubicBezTo>
                    <a:cubicBezTo>
                      <a:pt x="156" y="115"/>
                      <a:pt x="156" y="115"/>
                      <a:pt x="155" y="115"/>
                    </a:cubicBezTo>
                    <a:cubicBezTo>
                      <a:pt x="155" y="115"/>
                      <a:pt x="155" y="115"/>
                      <a:pt x="155" y="114"/>
                    </a:cubicBezTo>
                    <a:cubicBezTo>
                      <a:pt x="154" y="118"/>
                      <a:pt x="149" y="119"/>
                      <a:pt x="148" y="121"/>
                    </a:cubicBezTo>
                    <a:cubicBezTo>
                      <a:pt x="145" y="121"/>
                      <a:pt x="144" y="123"/>
                      <a:pt x="142" y="124"/>
                    </a:cubicBezTo>
                    <a:cubicBezTo>
                      <a:pt x="142" y="126"/>
                      <a:pt x="142" y="126"/>
                      <a:pt x="142" y="128"/>
                    </a:cubicBezTo>
                    <a:cubicBezTo>
                      <a:pt x="141" y="129"/>
                      <a:pt x="141" y="129"/>
                      <a:pt x="141" y="129"/>
                    </a:cubicBezTo>
                    <a:cubicBezTo>
                      <a:pt x="140" y="128"/>
                      <a:pt x="141" y="130"/>
                      <a:pt x="140" y="128"/>
                    </a:cubicBezTo>
                    <a:cubicBezTo>
                      <a:pt x="140" y="127"/>
                      <a:pt x="140" y="128"/>
                      <a:pt x="140" y="127"/>
                    </a:cubicBezTo>
                    <a:cubicBezTo>
                      <a:pt x="141" y="126"/>
                      <a:pt x="140" y="127"/>
                      <a:pt x="141" y="126"/>
                    </a:cubicBezTo>
                    <a:cubicBezTo>
                      <a:pt x="142" y="123"/>
                      <a:pt x="140" y="128"/>
                      <a:pt x="141" y="125"/>
                    </a:cubicBezTo>
                    <a:cubicBezTo>
                      <a:pt x="138" y="125"/>
                      <a:pt x="136" y="127"/>
                      <a:pt x="133" y="127"/>
                    </a:cubicBezTo>
                    <a:cubicBezTo>
                      <a:pt x="131" y="127"/>
                      <a:pt x="132" y="128"/>
                      <a:pt x="130" y="128"/>
                    </a:cubicBezTo>
                    <a:cubicBezTo>
                      <a:pt x="128" y="130"/>
                      <a:pt x="128" y="130"/>
                      <a:pt x="128" y="130"/>
                    </a:cubicBezTo>
                    <a:cubicBezTo>
                      <a:pt x="125" y="132"/>
                      <a:pt x="123" y="132"/>
                      <a:pt x="120" y="133"/>
                    </a:cubicBezTo>
                    <a:cubicBezTo>
                      <a:pt x="118" y="134"/>
                      <a:pt x="119" y="134"/>
                      <a:pt x="118" y="134"/>
                    </a:cubicBezTo>
                    <a:cubicBezTo>
                      <a:pt x="116" y="134"/>
                      <a:pt x="113" y="134"/>
                      <a:pt x="112" y="136"/>
                    </a:cubicBezTo>
                    <a:cubicBezTo>
                      <a:pt x="111" y="135"/>
                      <a:pt x="111" y="135"/>
                      <a:pt x="111" y="135"/>
                    </a:cubicBezTo>
                    <a:cubicBezTo>
                      <a:pt x="111" y="136"/>
                      <a:pt x="111" y="136"/>
                      <a:pt x="111" y="136"/>
                    </a:cubicBezTo>
                    <a:cubicBezTo>
                      <a:pt x="110" y="137"/>
                      <a:pt x="110" y="137"/>
                      <a:pt x="110" y="137"/>
                    </a:cubicBezTo>
                    <a:cubicBezTo>
                      <a:pt x="108" y="138"/>
                      <a:pt x="105" y="140"/>
                      <a:pt x="103" y="141"/>
                    </a:cubicBezTo>
                    <a:cubicBezTo>
                      <a:pt x="101" y="141"/>
                      <a:pt x="97" y="143"/>
                      <a:pt x="96" y="145"/>
                    </a:cubicBezTo>
                    <a:cubicBezTo>
                      <a:pt x="94" y="143"/>
                      <a:pt x="95" y="145"/>
                      <a:pt x="93" y="144"/>
                    </a:cubicBezTo>
                    <a:cubicBezTo>
                      <a:pt x="92" y="145"/>
                      <a:pt x="93" y="145"/>
                      <a:pt x="92" y="145"/>
                    </a:cubicBezTo>
                    <a:cubicBezTo>
                      <a:pt x="92" y="145"/>
                      <a:pt x="92" y="145"/>
                      <a:pt x="92" y="145"/>
                    </a:cubicBezTo>
                    <a:cubicBezTo>
                      <a:pt x="88" y="148"/>
                      <a:pt x="88" y="149"/>
                      <a:pt x="86" y="153"/>
                    </a:cubicBezTo>
                    <a:cubicBezTo>
                      <a:pt x="82" y="161"/>
                      <a:pt x="82" y="161"/>
                      <a:pt x="82" y="161"/>
                    </a:cubicBezTo>
                    <a:cubicBezTo>
                      <a:pt x="80" y="164"/>
                      <a:pt x="79" y="167"/>
                      <a:pt x="81" y="171"/>
                    </a:cubicBezTo>
                    <a:cubicBezTo>
                      <a:pt x="83" y="175"/>
                      <a:pt x="84" y="176"/>
                      <a:pt x="87" y="178"/>
                    </a:cubicBezTo>
                    <a:cubicBezTo>
                      <a:pt x="100" y="184"/>
                      <a:pt x="100" y="184"/>
                      <a:pt x="100" y="184"/>
                    </a:cubicBezTo>
                    <a:cubicBezTo>
                      <a:pt x="100" y="184"/>
                      <a:pt x="100" y="184"/>
                      <a:pt x="100" y="184"/>
                    </a:cubicBezTo>
                    <a:cubicBezTo>
                      <a:pt x="100" y="184"/>
                      <a:pt x="100" y="184"/>
                      <a:pt x="100" y="184"/>
                    </a:cubicBezTo>
                    <a:cubicBezTo>
                      <a:pt x="101" y="185"/>
                      <a:pt x="99" y="187"/>
                      <a:pt x="98" y="188"/>
                    </a:cubicBezTo>
                    <a:cubicBezTo>
                      <a:pt x="98" y="189"/>
                      <a:pt x="98" y="190"/>
                      <a:pt x="97" y="191"/>
                    </a:cubicBezTo>
                    <a:cubicBezTo>
                      <a:pt x="95" y="196"/>
                      <a:pt x="95" y="196"/>
                      <a:pt x="95" y="196"/>
                    </a:cubicBezTo>
                    <a:cubicBezTo>
                      <a:pt x="94" y="197"/>
                      <a:pt x="94" y="202"/>
                      <a:pt x="95" y="203"/>
                    </a:cubicBezTo>
                    <a:cubicBezTo>
                      <a:pt x="92" y="204"/>
                      <a:pt x="93" y="204"/>
                      <a:pt x="91" y="205"/>
                    </a:cubicBezTo>
                    <a:cubicBezTo>
                      <a:pt x="91" y="206"/>
                      <a:pt x="91" y="205"/>
                      <a:pt x="90" y="205"/>
                    </a:cubicBezTo>
                    <a:cubicBezTo>
                      <a:pt x="75" y="212"/>
                      <a:pt x="75" y="212"/>
                      <a:pt x="75" y="212"/>
                    </a:cubicBezTo>
                    <a:cubicBezTo>
                      <a:pt x="75" y="212"/>
                      <a:pt x="74" y="212"/>
                      <a:pt x="74" y="212"/>
                    </a:cubicBezTo>
                    <a:cubicBezTo>
                      <a:pt x="67" y="215"/>
                      <a:pt x="67" y="215"/>
                      <a:pt x="67" y="215"/>
                    </a:cubicBezTo>
                    <a:cubicBezTo>
                      <a:pt x="66" y="215"/>
                      <a:pt x="67" y="215"/>
                      <a:pt x="66" y="215"/>
                    </a:cubicBezTo>
                    <a:cubicBezTo>
                      <a:pt x="65" y="216"/>
                      <a:pt x="65" y="216"/>
                      <a:pt x="65" y="216"/>
                    </a:cubicBezTo>
                    <a:cubicBezTo>
                      <a:pt x="65" y="216"/>
                      <a:pt x="65" y="216"/>
                      <a:pt x="65" y="216"/>
                    </a:cubicBezTo>
                    <a:cubicBezTo>
                      <a:pt x="49" y="226"/>
                      <a:pt x="49" y="226"/>
                      <a:pt x="49" y="226"/>
                    </a:cubicBezTo>
                    <a:cubicBezTo>
                      <a:pt x="49" y="224"/>
                      <a:pt x="49" y="224"/>
                      <a:pt x="49" y="224"/>
                    </a:cubicBezTo>
                    <a:cubicBezTo>
                      <a:pt x="48" y="225"/>
                      <a:pt x="46" y="225"/>
                      <a:pt x="46" y="227"/>
                    </a:cubicBezTo>
                    <a:cubicBezTo>
                      <a:pt x="49" y="226"/>
                      <a:pt x="43" y="228"/>
                      <a:pt x="47" y="227"/>
                    </a:cubicBezTo>
                    <a:cubicBezTo>
                      <a:pt x="48" y="226"/>
                      <a:pt x="45" y="227"/>
                      <a:pt x="47" y="226"/>
                    </a:cubicBezTo>
                    <a:cubicBezTo>
                      <a:pt x="50" y="226"/>
                      <a:pt x="49" y="227"/>
                      <a:pt x="49" y="227"/>
                    </a:cubicBezTo>
                    <a:cubicBezTo>
                      <a:pt x="49" y="227"/>
                      <a:pt x="49" y="227"/>
                      <a:pt x="49" y="227"/>
                    </a:cubicBezTo>
                    <a:cubicBezTo>
                      <a:pt x="49" y="228"/>
                      <a:pt x="49" y="228"/>
                      <a:pt x="49" y="228"/>
                    </a:cubicBezTo>
                    <a:cubicBezTo>
                      <a:pt x="47" y="229"/>
                      <a:pt x="49" y="228"/>
                      <a:pt x="48" y="229"/>
                    </a:cubicBezTo>
                    <a:cubicBezTo>
                      <a:pt x="44" y="233"/>
                      <a:pt x="44" y="233"/>
                      <a:pt x="44" y="233"/>
                    </a:cubicBezTo>
                    <a:cubicBezTo>
                      <a:pt x="44" y="233"/>
                      <a:pt x="44" y="233"/>
                      <a:pt x="43" y="234"/>
                    </a:cubicBezTo>
                    <a:cubicBezTo>
                      <a:pt x="41" y="237"/>
                      <a:pt x="41" y="241"/>
                      <a:pt x="39" y="244"/>
                    </a:cubicBezTo>
                    <a:cubicBezTo>
                      <a:pt x="39" y="244"/>
                      <a:pt x="39" y="244"/>
                      <a:pt x="39" y="245"/>
                    </a:cubicBezTo>
                    <a:cubicBezTo>
                      <a:pt x="39" y="245"/>
                      <a:pt x="39" y="245"/>
                      <a:pt x="39" y="245"/>
                    </a:cubicBezTo>
                    <a:cubicBezTo>
                      <a:pt x="38" y="247"/>
                      <a:pt x="38" y="249"/>
                      <a:pt x="39" y="251"/>
                    </a:cubicBezTo>
                    <a:cubicBezTo>
                      <a:pt x="39" y="251"/>
                      <a:pt x="40" y="252"/>
                      <a:pt x="40" y="252"/>
                    </a:cubicBezTo>
                    <a:cubicBezTo>
                      <a:pt x="39" y="253"/>
                      <a:pt x="40" y="255"/>
                      <a:pt x="39" y="258"/>
                    </a:cubicBezTo>
                    <a:cubicBezTo>
                      <a:pt x="39" y="261"/>
                      <a:pt x="38" y="260"/>
                      <a:pt x="39" y="263"/>
                    </a:cubicBezTo>
                    <a:cubicBezTo>
                      <a:pt x="43" y="272"/>
                      <a:pt x="43" y="272"/>
                      <a:pt x="43" y="272"/>
                    </a:cubicBezTo>
                    <a:cubicBezTo>
                      <a:pt x="43" y="275"/>
                      <a:pt x="43" y="274"/>
                      <a:pt x="45" y="275"/>
                    </a:cubicBezTo>
                    <a:cubicBezTo>
                      <a:pt x="46" y="276"/>
                      <a:pt x="46" y="278"/>
                      <a:pt x="47" y="279"/>
                    </a:cubicBezTo>
                    <a:cubicBezTo>
                      <a:pt x="48" y="278"/>
                      <a:pt x="47" y="278"/>
                      <a:pt x="48" y="278"/>
                    </a:cubicBezTo>
                    <a:cubicBezTo>
                      <a:pt x="53" y="284"/>
                      <a:pt x="53" y="284"/>
                      <a:pt x="53" y="284"/>
                    </a:cubicBezTo>
                    <a:cubicBezTo>
                      <a:pt x="55" y="286"/>
                      <a:pt x="57" y="286"/>
                      <a:pt x="59" y="287"/>
                    </a:cubicBezTo>
                    <a:cubicBezTo>
                      <a:pt x="64" y="290"/>
                      <a:pt x="64" y="290"/>
                      <a:pt x="64" y="290"/>
                    </a:cubicBezTo>
                    <a:cubicBezTo>
                      <a:pt x="64" y="290"/>
                      <a:pt x="64" y="290"/>
                      <a:pt x="64" y="291"/>
                    </a:cubicBezTo>
                    <a:cubicBezTo>
                      <a:pt x="70" y="292"/>
                      <a:pt x="74" y="293"/>
                      <a:pt x="79" y="293"/>
                    </a:cubicBezTo>
                    <a:cubicBezTo>
                      <a:pt x="83" y="293"/>
                      <a:pt x="83" y="292"/>
                      <a:pt x="85" y="294"/>
                    </a:cubicBezTo>
                    <a:cubicBezTo>
                      <a:pt x="87" y="292"/>
                      <a:pt x="86" y="294"/>
                      <a:pt x="89" y="293"/>
                    </a:cubicBezTo>
                    <a:cubicBezTo>
                      <a:pt x="90" y="293"/>
                      <a:pt x="89" y="294"/>
                      <a:pt x="90" y="293"/>
                    </a:cubicBezTo>
                    <a:cubicBezTo>
                      <a:pt x="90" y="294"/>
                      <a:pt x="91" y="294"/>
                      <a:pt x="92" y="293"/>
                    </a:cubicBezTo>
                    <a:cubicBezTo>
                      <a:pt x="93" y="293"/>
                      <a:pt x="93" y="293"/>
                      <a:pt x="93" y="293"/>
                    </a:cubicBezTo>
                    <a:cubicBezTo>
                      <a:pt x="96" y="292"/>
                      <a:pt x="96" y="293"/>
                      <a:pt x="100" y="292"/>
                    </a:cubicBezTo>
                    <a:cubicBezTo>
                      <a:pt x="107" y="291"/>
                      <a:pt x="107" y="291"/>
                      <a:pt x="107" y="291"/>
                    </a:cubicBezTo>
                    <a:cubicBezTo>
                      <a:pt x="108" y="290"/>
                      <a:pt x="110" y="290"/>
                      <a:pt x="112" y="289"/>
                    </a:cubicBezTo>
                    <a:cubicBezTo>
                      <a:pt x="112" y="289"/>
                      <a:pt x="112" y="289"/>
                      <a:pt x="112" y="289"/>
                    </a:cubicBezTo>
                    <a:cubicBezTo>
                      <a:pt x="115" y="288"/>
                      <a:pt x="115" y="288"/>
                      <a:pt x="115" y="288"/>
                    </a:cubicBezTo>
                    <a:cubicBezTo>
                      <a:pt x="116" y="287"/>
                      <a:pt x="115" y="288"/>
                      <a:pt x="116" y="287"/>
                    </a:cubicBezTo>
                    <a:cubicBezTo>
                      <a:pt x="117" y="286"/>
                      <a:pt x="116" y="287"/>
                      <a:pt x="117" y="286"/>
                    </a:cubicBezTo>
                    <a:cubicBezTo>
                      <a:pt x="119" y="287"/>
                      <a:pt x="122" y="283"/>
                      <a:pt x="125" y="283"/>
                    </a:cubicBezTo>
                    <a:cubicBezTo>
                      <a:pt x="124" y="280"/>
                      <a:pt x="127" y="284"/>
                      <a:pt x="125" y="280"/>
                    </a:cubicBezTo>
                    <a:cubicBezTo>
                      <a:pt x="129" y="278"/>
                      <a:pt x="129" y="278"/>
                      <a:pt x="129" y="278"/>
                    </a:cubicBezTo>
                    <a:cubicBezTo>
                      <a:pt x="129" y="278"/>
                      <a:pt x="130" y="277"/>
                      <a:pt x="130" y="277"/>
                    </a:cubicBezTo>
                    <a:cubicBezTo>
                      <a:pt x="135" y="274"/>
                      <a:pt x="132" y="276"/>
                      <a:pt x="136" y="272"/>
                    </a:cubicBezTo>
                    <a:cubicBezTo>
                      <a:pt x="138" y="270"/>
                      <a:pt x="143" y="267"/>
                      <a:pt x="141" y="264"/>
                    </a:cubicBezTo>
                    <a:cubicBezTo>
                      <a:pt x="142" y="264"/>
                      <a:pt x="143" y="264"/>
                      <a:pt x="143" y="264"/>
                    </a:cubicBezTo>
                    <a:cubicBezTo>
                      <a:pt x="147" y="262"/>
                      <a:pt x="147" y="262"/>
                      <a:pt x="147" y="262"/>
                    </a:cubicBezTo>
                    <a:cubicBezTo>
                      <a:pt x="151" y="254"/>
                      <a:pt x="151" y="254"/>
                      <a:pt x="151" y="254"/>
                    </a:cubicBezTo>
                    <a:cubicBezTo>
                      <a:pt x="152" y="254"/>
                      <a:pt x="152" y="254"/>
                      <a:pt x="152" y="254"/>
                    </a:cubicBezTo>
                    <a:cubicBezTo>
                      <a:pt x="152" y="253"/>
                      <a:pt x="152" y="253"/>
                      <a:pt x="152" y="253"/>
                    </a:cubicBezTo>
                    <a:cubicBezTo>
                      <a:pt x="154" y="251"/>
                      <a:pt x="152" y="251"/>
                      <a:pt x="154" y="246"/>
                    </a:cubicBezTo>
                    <a:cubicBezTo>
                      <a:pt x="154" y="245"/>
                      <a:pt x="154" y="246"/>
                      <a:pt x="154" y="246"/>
                    </a:cubicBezTo>
                    <a:cubicBezTo>
                      <a:pt x="155" y="244"/>
                      <a:pt x="155" y="244"/>
                      <a:pt x="155" y="244"/>
                    </a:cubicBezTo>
                    <a:cubicBezTo>
                      <a:pt x="155" y="243"/>
                      <a:pt x="154" y="241"/>
                      <a:pt x="154" y="240"/>
                    </a:cubicBezTo>
                    <a:cubicBezTo>
                      <a:pt x="153" y="237"/>
                      <a:pt x="153" y="231"/>
                      <a:pt x="152" y="229"/>
                    </a:cubicBezTo>
                    <a:cubicBezTo>
                      <a:pt x="152" y="229"/>
                      <a:pt x="152" y="229"/>
                      <a:pt x="152" y="228"/>
                    </a:cubicBezTo>
                    <a:cubicBezTo>
                      <a:pt x="151" y="228"/>
                      <a:pt x="151" y="228"/>
                      <a:pt x="151" y="228"/>
                    </a:cubicBezTo>
                    <a:cubicBezTo>
                      <a:pt x="152" y="227"/>
                      <a:pt x="152" y="227"/>
                      <a:pt x="152" y="227"/>
                    </a:cubicBezTo>
                    <a:cubicBezTo>
                      <a:pt x="151" y="227"/>
                      <a:pt x="151" y="227"/>
                      <a:pt x="151" y="226"/>
                    </a:cubicBezTo>
                    <a:cubicBezTo>
                      <a:pt x="150" y="224"/>
                      <a:pt x="149" y="222"/>
                      <a:pt x="149" y="220"/>
                    </a:cubicBezTo>
                    <a:cubicBezTo>
                      <a:pt x="152" y="220"/>
                      <a:pt x="159" y="219"/>
                      <a:pt x="160" y="220"/>
                    </a:cubicBezTo>
                    <a:cubicBezTo>
                      <a:pt x="164" y="221"/>
                      <a:pt x="164" y="221"/>
                      <a:pt x="164" y="221"/>
                    </a:cubicBezTo>
                    <a:cubicBezTo>
                      <a:pt x="165" y="221"/>
                      <a:pt x="165" y="221"/>
                      <a:pt x="166" y="221"/>
                    </a:cubicBezTo>
                    <a:cubicBezTo>
                      <a:pt x="167" y="222"/>
                      <a:pt x="169" y="223"/>
                      <a:pt x="170" y="224"/>
                    </a:cubicBezTo>
                    <a:cubicBezTo>
                      <a:pt x="170" y="223"/>
                      <a:pt x="170" y="223"/>
                      <a:pt x="170" y="223"/>
                    </a:cubicBezTo>
                    <a:cubicBezTo>
                      <a:pt x="171" y="226"/>
                      <a:pt x="177" y="227"/>
                      <a:pt x="179" y="227"/>
                    </a:cubicBezTo>
                    <a:cubicBezTo>
                      <a:pt x="179" y="229"/>
                      <a:pt x="179" y="229"/>
                      <a:pt x="180" y="227"/>
                    </a:cubicBezTo>
                    <a:cubicBezTo>
                      <a:pt x="181" y="229"/>
                      <a:pt x="181" y="229"/>
                      <a:pt x="181" y="229"/>
                    </a:cubicBezTo>
                    <a:cubicBezTo>
                      <a:pt x="184" y="229"/>
                      <a:pt x="184" y="229"/>
                      <a:pt x="186" y="230"/>
                    </a:cubicBezTo>
                    <a:cubicBezTo>
                      <a:pt x="189" y="232"/>
                      <a:pt x="188" y="231"/>
                      <a:pt x="192" y="232"/>
                    </a:cubicBezTo>
                    <a:cubicBezTo>
                      <a:pt x="193" y="232"/>
                      <a:pt x="193" y="231"/>
                      <a:pt x="195" y="230"/>
                    </a:cubicBezTo>
                    <a:cubicBezTo>
                      <a:pt x="197" y="229"/>
                      <a:pt x="197" y="229"/>
                      <a:pt x="197" y="229"/>
                    </a:cubicBezTo>
                    <a:cubicBezTo>
                      <a:pt x="198" y="229"/>
                      <a:pt x="199" y="228"/>
                      <a:pt x="200" y="228"/>
                    </a:cubicBezTo>
                    <a:cubicBezTo>
                      <a:pt x="200" y="227"/>
                      <a:pt x="200" y="228"/>
                      <a:pt x="201" y="228"/>
                    </a:cubicBezTo>
                    <a:cubicBezTo>
                      <a:pt x="202" y="227"/>
                      <a:pt x="203" y="227"/>
                      <a:pt x="205" y="226"/>
                    </a:cubicBezTo>
                    <a:cubicBezTo>
                      <a:pt x="207" y="224"/>
                      <a:pt x="208" y="224"/>
                      <a:pt x="209" y="222"/>
                    </a:cubicBezTo>
                    <a:cubicBezTo>
                      <a:pt x="210" y="220"/>
                      <a:pt x="210" y="217"/>
                      <a:pt x="210" y="215"/>
                    </a:cubicBezTo>
                    <a:cubicBezTo>
                      <a:pt x="211" y="214"/>
                      <a:pt x="213" y="213"/>
                      <a:pt x="213" y="211"/>
                    </a:cubicBezTo>
                    <a:cubicBezTo>
                      <a:pt x="209" y="209"/>
                      <a:pt x="209" y="209"/>
                      <a:pt x="209" y="209"/>
                    </a:cubicBezTo>
                    <a:cubicBezTo>
                      <a:pt x="209" y="209"/>
                      <a:pt x="209" y="209"/>
                      <a:pt x="209" y="208"/>
                    </a:cubicBezTo>
                    <a:cubicBezTo>
                      <a:pt x="203" y="205"/>
                      <a:pt x="203" y="205"/>
                      <a:pt x="203" y="205"/>
                    </a:cubicBezTo>
                    <a:cubicBezTo>
                      <a:pt x="202" y="204"/>
                      <a:pt x="200" y="203"/>
                      <a:pt x="199" y="201"/>
                    </a:cubicBezTo>
                    <a:cubicBezTo>
                      <a:pt x="195" y="196"/>
                      <a:pt x="193" y="199"/>
                      <a:pt x="192" y="197"/>
                    </a:cubicBezTo>
                    <a:cubicBezTo>
                      <a:pt x="190" y="196"/>
                      <a:pt x="189" y="196"/>
                      <a:pt x="187" y="196"/>
                    </a:cubicBezTo>
                    <a:cubicBezTo>
                      <a:pt x="187" y="195"/>
                      <a:pt x="187" y="195"/>
                      <a:pt x="187" y="195"/>
                    </a:cubicBezTo>
                    <a:cubicBezTo>
                      <a:pt x="186" y="196"/>
                      <a:pt x="185" y="196"/>
                      <a:pt x="184" y="195"/>
                    </a:cubicBezTo>
                    <a:cubicBezTo>
                      <a:pt x="181" y="194"/>
                      <a:pt x="179" y="194"/>
                      <a:pt x="176" y="194"/>
                    </a:cubicBezTo>
                    <a:cubicBezTo>
                      <a:pt x="175" y="193"/>
                      <a:pt x="175" y="193"/>
                      <a:pt x="172" y="193"/>
                    </a:cubicBezTo>
                    <a:cubicBezTo>
                      <a:pt x="170" y="193"/>
                      <a:pt x="166" y="192"/>
                      <a:pt x="164" y="194"/>
                    </a:cubicBezTo>
                    <a:cubicBezTo>
                      <a:pt x="162" y="191"/>
                      <a:pt x="157" y="193"/>
                      <a:pt x="152" y="192"/>
                    </a:cubicBezTo>
                    <a:cubicBezTo>
                      <a:pt x="150" y="192"/>
                      <a:pt x="151" y="191"/>
                      <a:pt x="149" y="192"/>
                    </a:cubicBezTo>
                    <a:cubicBezTo>
                      <a:pt x="148" y="191"/>
                      <a:pt x="148" y="191"/>
                      <a:pt x="148" y="191"/>
                    </a:cubicBezTo>
                    <a:cubicBezTo>
                      <a:pt x="145" y="191"/>
                      <a:pt x="146" y="191"/>
                      <a:pt x="144" y="190"/>
                    </a:cubicBezTo>
                    <a:cubicBezTo>
                      <a:pt x="144" y="192"/>
                      <a:pt x="144" y="192"/>
                      <a:pt x="144" y="192"/>
                    </a:cubicBezTo>
                    <a:cubicBezTo>
                      <a:pt x="142" y="192"/>
                      <a:pt x="142" y="191"/>
                      <a:pt x="141" y="190"/>
                    </a:cubicBezTo>
                    <a:cubicBezTo>
                      <a:pt x="139" y="193"/>
                      <a:pt x="139" y="193"/>
                      <a:pt x="139" y="193"/>
                    </a:cubicBezTo>
                    <a:cubicBezTo>
                      <a:pt x="139" y="193"/>
                      <a:pt x="139" y="193"/>
                      <a:pt x="139" y="193"/>
                    </a:cubicBezTo>
                    <a:cubicBezTo>
                      <a:pt x="139" y="194"/>
                      <a:pt x="139" y="194"/>
                      <a:pt x="138" y="195"/>
                    </a:cubicBezTo>
                    <a:cubicBezTo>
                      <a:pt x="132" y="195"/>
                      <a:pt x="132" y="195"/>
                      <a:pt x="132" y="195"/>
                    </a:cubicBezTo>
                    <a:cubicBezTo>
                      <a:pt x="132" y="196"/>
                      <a:pt x="132" y="195"/>
                      <a:pt x="132" y="195"/>
                    </a:cubicBezTo>
                    <a:cubicBezTo>
                      <a:pt x="126" y="195"/>
                      <a:pt x="126" y="195"/>
                      <a:pt x="126" y="195"/>
                    </a:cubicBezTo>
                    <a:cubicBezTo>
                      <a:pt x="122" y="194"/>
                      <a:pt x="121" y="192"/>
                      <a:pt x="124" y="188"/>
                    </a:cubicBezTo>
                    <a:cubicBezTo>
                      <a:pt x="126" y="186"/>
                      <a:pt x="126" y="187"/>
                      <a:pt x="126" y="184"/>
                    </a:cubicBezTo>
                    <a:cubicBezTo>
                      <a:pt x="127" y="185"/>
                      <a:pt x="126" y="185"/>
                      <a:pt x="127" y="184"/>
                    </a:cubicBezTo>
                    <a:cubicBezTo>
                      <a:pt x="129" y="182"/>
                      <a:pt x="129" y="182"/>
                      <a:pt x="129" y="182"/>
                    </a:cubicBezTo>
                    <a:cubicBezTo>
                      <a:pt x="129" y="182"/>
                      <a:pt x="129" y="182"/>
                      <a:pt x="129" y="181"/>
                    </a:cubicBezTo>
                    <a:cubicBezTo>
                      <a:pt x="129" y="181"/>
                      <a:pt x="130" y="181"/>
                      <a:pt x="130" y="181"/>
                    </a:cubicBezTo>
                    <a:cubicBezTo>
                      <a:pt x="138" y="173"/>
                      <a:pt x="138" y="173"/>
                      <a:pt x="138" y="173"/>
                    </a:cubicBezTo>
                    <a:cubicBezTo>
                      <a:pt x="139" y="172"/>
                      <a:pt x="140" y="171"/>
                      <a:pt x="141" y="170"/>
                    </a:cubicBezTo>
                    <a:cubicBezTo>
                      <a:pt x="142" y="168"/>
                      <a:pt x="142" y="168"/>
                      <a:pt x="144" y="167"/>
                    </a:cubicBezTo>
                    <a:cubicBezTo>
                      <a:pt x="146" y="167"/>
                      <a:pt x="147" y="166"/>
                      <a:pt x="147" y="162"/>
                    </a:cubicBezTo>
                    <a:cubicBezTo>
                      <a:pt x="148" y="162"/>
                      <a:pt x="148" y="162"/>
                      <a:pt x="148" y="162"/>
                    </a:cubicBezTo>
                    <a:cubicBezTo>
                      <a:pt x="148" y="161"/>
                      <a:pt x="147" y="161"/>
                      <a:pt x="148" y="160"/>
                    </a:cubicBezTo>
                    <a:cubicBezTo>
                      <a:pt x="149" y="159"/>
                      <a:pt x="149" y="158"/>
                      <a:pt x="150" y="157"/>
                    </a:cubicBezTo>
                    <a:cubicBezTo>
                      <a:pt x="149" y="156"/>
                      <a:pt x="149" y="153"/>
                      <a:pt x="149" y="151"/>
                    </a:cubicBezTo>
                    <a:cubicBezTo>
                      <a:pt x="149" y="149"/>
                      <a:pt x="149" y="150"/>
                      <a:pt x="150" y="149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5" y="146"/>
                      <a:pt x="145" y="146"/>
                      <a:pt x="145" y="146"/>
                    </a:cubicBezTo>
                    <a:cubicBezTo>
                      <a:pt x="147" y="144"/>
                      <a:pt x="155" y="142"/>
                      <a:pt x="158" y="141"/>
                    </a:cubicBezTo>
                    <a:cubicBezTo>
                      <a:pt x="164" y="138"/>
                      <a:pt x="164" y="138"/>
                      <a:pt x="164" y="138"/>
                    </a:cubicBezTo>
                    <a:cubicBezTo>
                      <a:pt x="166" y="137"/>
                      <a:pt x="166" y="137"/>
                      <a:pt x="168" y="137"/>
                    </a:cubicBezTo>
                    <a:cubicBezTo>
                      <a:pt x="169" y="140"/>
                      <a:pt x="168" y="136"/>
                      <a:pt x="170" y="138"/>
                    </a:cubicBezTo>
                    <a:cubicBezTo>
                      <a:pt x="170" y="136"/>
                      <a:pt x="172" y="136"/>
                      <a:pt x="174" y="135"/>
                    </a:cubicBezTo>
                    <a:cubicBezTo>
                      <a:pt x="174" y="137"/>
                      <a:pt x="174" y="137"/>
                      <a:pt x="174" y="137"/>
                    </a:cubicBezTo>
                    <a:cubicBezTo>
                      <a:pt x="174" y="137"/>
                      <a:pt x="175" y="137"/>
                      <a:pt x="175" y="137"/>
                    </a:cubicBezTo>
                    <a:cubicBezTo>
                      <a:pt x="176" y="136"/>
                      <a:pt x="176" y="136"/>
                      <a:pt x="176" y="136"/>
                    </a:cubicBezTo>
                    <a:cubicBezTo>
                      <a:pt x="176" y="139"/>
                      <a:pt x="177" y="136"/>
                      <a:pt x="176" y="138"/>
                    </a:cubicBezTo>
                    <a:cubicBezTo>
                      <a:pt x="175" y="139"/>
                      <a:pt x="175" y="138"/>
                      <a:pt x="175" y="139"/>
                    </a:cubicBezTo>
                    <a:cubicBezTo>
                      <a:pt x="181" y="139"/>
                      <a:pt x="178" y="139"/>
                      <a:pt x="183" y="137"/>
                    </a:cubicBezTo>
                    <a:cubicBezTo>
                      <a:pt x="185" y="136"/>
                      <a:pt x="186" y="135"/>
                      <a:pt x="189" y="135"/>
                    </a:cubicBezTo>
                    <a:cubicBezTo>
                      <a:pt x="190" y="133"/>
                      <a:pt x="193" y="132"/>
                      <a:pt x="195" y="131"/>
                    </a:cubicBezTo>
                    <a:cubicBezTo>
                      <a:pt x="204" y="125"/>
                      <a:pt x="204" y="125"/>
                      <a:pt x="204" y="125"/>
                    </a:cubicBezTo>
                    <a:cubicBezTo>
                      <a:pt x="204" y="125"/>
                      <a:pt x="204" y="125"/>
                      <a:pt x="204" y="125"/>
                    </a:cubicBezTo>
                    <a:cubicBezTo>
                      <a:pt x="207" y="124"/>
                      <a:pt x="207" y="124"/>
                      <a:pt x="207" y="124"/>
                    </a:cubicBezTo>
                    <a:cubicBezTo>
                      <a:pt x="209" y="122"/>
                      <a:pt x="212" y="120"/>
                      <a:pt x="213" y="117"/>
                    </a:cubicBezTo>
                    <a:cubicBezTo>
                      <a:pt x="216" y="109"/>
                      <a:pt x="216" y="109"/>
                      <a:pt x="216" y="109"/>
                    </a:cubicBezTo>
                    <a:cubicBezTo>
                      <a:pt x="217" y="103"/>
                      <a:pt x="217" y="103"/>
                      <a:pt x="217" y="103"/>
                    </a:cubicBezTo>
                    <a:cubicBezTo>
                      <a:pt x="213" y="100"/>
                      <a:pt x="211" y="95"/>
                      <a:pt x="207" y="93"/>
                    </a:cubicBezTo>
                    <a:cubicBezTo>
                      <a:pt x="206" y="93"/>
                      <a:pt x="206" y="93"/>
                      <a:pt x="206" y="92"/>
                    </a:cubicBezTo>
                    <a:cubicBezTo>
                      <a:pt x="195" y="89"/>
                      <a:pt x="195" y="89"/>
                      <a:pt x="195" y="89"/>
                    </a:cubicBezTo>
                    <a:cubicBezTo>
                      <a:pt x="193" y="88"/>
                      <a:pt x="189" y="89"/>
                      <a:pt x="186" y="88"/>
                    </a:cubicBezTo>
                    <a:cubicBezTo>
                      <a:pt x="183" y="87"/>
                      <a:pt x="179" y="87"/>
                      <a:pt x="176" y="88"/>
                    </a:cubicBezTo>
                    <a:cubicBezTo>
                      <a:pt x="172" y="88"/>
                      <a:pt x="172" y="88"/>
                      <a:pt x="172" y="88"/>
                    </a:cubicBezTo>
                    <a:cubicBezTo>
                      <a:pt x="169" y="88"/>
                      <a:pt x="166" y="88"/>
                      <a:pt x="163" y="89"/>
                    </a:cubicBezTo>
                    <a:cubicBezTo>
                      <a:pt x="162" y="89"/>
                      <a:pt x="163" y="88"/>
                      <a:pt x="162" y="90"/>
                    </a:cubicBezTo>
                    <a:cubicBezTo>
                      <a:pt x="161" y="90"/>
                      <a:pt x="159" y="89"/>
                      <a:pt x="158" y="90"/>
                    </a:cubicBezTo>
                    <a:cubicBezTo>
                      <a:pt x="151" y="91"/>
                      <a:pt x="151" y="91"/>
                      <a:pt x="151" y="91"/>
                    </a:cubicBezTo>
                    <a:cubicBezTo>
                      <a:pt x="149" y="91"/>
                      <a:pt x="151" y="91"/>
                      <a:pt x="150" y="91"/>
                    </a:cubicBezTo>
                    <a:cubicBezTo>
                      <a:pt x="149" y="92"/>
                      <a:pt x="149" y="92"/>
                      <a:pt x="148" y="92"/>
                    </a:cubicBezTo>
                    <a:cubicBezTo>
                      <a:pt x="138" y="94"/>
                      <a:pt x="138" y="94"/>
                      <a:pt x="138" y="94"/>
                    </a:cubicBezTo>
                    <a:cubicBezTo>
                      <a:pt x="137" y="95"/>
                      <a:pt x="139" y="93"/>
                      <a:pt x="138" y="94"/>
                    </a:cubicBezTo>
                    <a:cubicBezTo>
                      <a:pt x="137" y="95"/>
                      <a:pt x="138" y="95"/>
                      <a:pt x="137" y="95"/>
                    </a:cubicBezTo>
                    <a:cubicBezTo>
                      <a:pt x="136" y="96"/>
                      <a:pt x="136" y="96"/>
                      <a:pt x="136" y="96"/>
                    </a:cubicBezTo>
                    <a:cubicBezTo>
                      <a:pt x="135" y="95"/>
                      <a:pt x="136" y="96"/>
                      <a:pt x="134" y="96"/>
                    </a:cubicBezTo>
                    <a:cubicBezTo>
                      <a:pt x="131" y="97"/>
                      <a:pt x="131" y="97"/>
                      <a:pt x="131" y="97"/>
                    </a:cubicBezTo>
                    <a:cubicBezTo>
                      <a:pt x="132" y="98"/>
                      <a:pt x="131" y="96"/>
                      <a:pt x="131" y="98"/>
                    </a:cubicBezTo>
                    <a:cubicBezTo>
                      <a:pt x="130" y="99"/>
                      <a:pt x="131" y="99"/>
                      <a:pt x="129" y="99"/>
                    </a:cubicBezTo>
                    <a:cubicBezTo>
                      <a:pt x="129" y="99"/>
                      <a:pt x="128" y="99"/>
                      <a:pt x="127" y="100"/>
                    </a:cubicBezTo>
                    <a:cubicBezTo>
                      <a:pt x="126" y="100"/>
                      <a:pt x="127" y="100"/>
                      <a:pt x="126" y="100"/>
                    </a:cubicBezTo>
                    <a:cubicBezTo>
                      <a:pt x="125" y="101"/>
                      <a:pt x="125" y="101"/>
                      <a:pt x="125" y="101"/>
                    </a:cubicBezTo>
                    <a:cubicBezTo>
                      <a:pt x="123" y="102"/>
                      <a:pt x="121" y="101"/>
                      <a:pt x="119" y="102"/>
                    </a:cubicBezTo>
                    <a:cubicBezTo>
                      <a:pt x="119" y="102"/>
                      <a:pt x="119" y="102"/>
                      <a:pt x="119" y="102"/>
                    </a:cubicBezTo>
                    <a:cubicBezTo>
                      <a:pt x="119" y="102"/>
                      <a:pt x="119" y="102"/>
                      <a:pt x="119" y="102"/>
                    </a:cubicBezTo>
                    <a:cubicBezTo>
                      <a:pt x="107" y="107"/>
                      <a:pt x="107" y="107"/>
                      <a:pt x="107" y="107"/>
                    </a:cubicBezTo>
                    <a:cubicBezTo>
                      <a:pt x="106" y="107"/>
                      <a:pt x="106" y="107"/>
                      <a:pt x="106" y="107"/>
                    </a:cubicBezTo>
                    <a:cubicBezTo>
                      <a:pt x="105" y="107"/>
                      <a:pt x="105" y="107"/>
                      <a:pt x="104" y="107"/>
                    </a:cubicBezTo>
                    <a:cubicBezTo>
                      <a:pt x="104" y="110"/>
                      <a:pt x="101" y="107"/>
                      <a:pt x="100" y="109"/>
                    </a:cubicBezTo>
                    <a:cubicBezTo>
                      <a:pt x="96" y="109"/>
                      <a:pt x="99" y="112"/>
                      <a:pt x="90" y="112"/>
                    </a:cubicBezTo>
                    <a:cubicBezTo>
                      <a:pt x="89" y="114"/>
                      <a:pt x="89" y="114"/>
                      <a:pt x="87" y="115"/>
                    </a:cubicBezTo>
                    <a:cubicBezTo>
                      <a:pt x="86" y="115"/>
                      <a:pt x="87" y="115"/>
                      <a:pt x="86" y="115"/>
                    </a:cubicBezTo>
                    <a:cubicBezTo>
                      <a:pt x="83" y="116"/>
                      <a:pt x="87" y="115"/>
                      <a:pt x="84" y="116"/>
                    </a:cubicBezTo>
                    <a:cubicBezTo>
                      <a:pt x="84" y="116"/>
                      <a:pt x="84" y="116"/>
                      <a:pt x="84" y="116"/>
                    </a:cubicBezTo>
                    <a:cubicBezTo>
                      <a:pt x="84" y="116"/>
                      <a:pt x="84" y="116"/>
                      <a:pt x="84" y="116"/>
                    </a:cubicBezTo>
                    <a:cubicBezTo>
                      <a:pt x="84" y="116"/>
                      <a:pt x="84" y="116"/>
                      <a:pt x="84" y="116"/>
                    </a:cubicBezTo>
                    <a:cubicBezTo>
                      <a:pt x="80" y="117"/>
                      <a:pt x="80" y="117"/>
                      <a:pt x="80" y="117"/>
                    </a:cubicBezTo>
                    <a:cubicBezTo>
                      <a:pt x="79" y="118"/>
                      <a:pt x="78" y="119"/>
                      <a:pt x="77" y="120"/>
                    </a:cubicBezTo>
                    <a:cubicBezTo>
                      <a:pt x="75" y="121"/>
                      <a:pt x="75" y="121"/>
                      <a:pt x="75" y="121"/>
                    </a:cubicBezTo>
                    <a:cubicBezTo>
                      <a:pt x="74" y="121"/>
                      <a:pt x="73" y="121"/>
                      <a:pt x="71" y="122"/>
                    </a:cubicBezTo>
                    <a:cubicBezTo>
                      <a:pt x="71" y="122"/>
                      <a:pt x="71" y="122"/>
                      <a:pt x="71" y="122"/>
                    </a:cubicBezTo>
                    <a:cubicBezTo>
                      <a:pt x="69" y="123"/>
                      <a:pt x="69" y="123"/>
                      <a:pt x="69" y="123"/>
                    </a:cubicBezTo>
                    <a:cubicBezTo>
                      <a:pt x="68" y="124"/>
                      <a:pt x="70" y="124"/>
                      <a:pt x="67" y="124"/>
                    </a:cubicBezTo>
                    <a:cubicBezTo>
                      <a:pt x="64" y="127"/>
                      <a:pt x="64" y="127"/>
                      <a:pt x="64" y="127"/>
                    </a:cubicBezTo>
                    <a:cubicBezTo>
                      <a:pt x="61" y="130"/>
                      <a:pt x="62" y="132"/>
                      <a:pt x="57" y="132"/>
                    </a:cubicBezTo>
                    <a:cubicBezTo>
                      <a:pt x="57" y="133"/>
                      <a:pt x="57" y="133"/>
                      <a:pt x="58" y="133"/>
                    </a:cubicBezTo>
                    <a:cubicBezTo>
                      <a:pt x="54" y="133"/>
                      <a:pt x="58" y="134"/>
                      <a:pt x="55" y="134"/>
                    </a:cubicBezTo>
                    <a:cubicBezTo>
                      <a:pt x="54" y="134"/>
                      <a:pt x="54" y="134"/>
                      <a:pt x="53" y="134"/>
                    </a:cubicBezTo>
                    <a:cubicBezTo>
                      <a:pt x="50" y="136"/>
                      <a:pt x="47" y="138"/>
                      <a:pt x="44" y="138"/>
                    </a:cubicBezTo>
                    <a:cubicBezTo>
                      <a:pt x="44" y="139"/>
                      <a:pt x="45" y="139"/>
                      <a:pt x="44" y="139"/>
                    </a:cubicBezTo>
                    <a:cubicBezTo>
                      <a:pt x="39" y="140"/>
                      <a:pt x="39" y="140"/>
                      <a:pt x="39" y="140"/>
                    </a:cubicBezTo>
                    <a:cubicBezTo>
                      <a:pt x="39" y="140"/>
                      <a:pt x="39" y="140"/>
                      <a:pt x="38" y="140"/>
                    </a:cubicBezTo>
                    <a:cubicBezTo>
                      <a:pt x="35" y="141"/>
                      <a:pt x="35" y="141"/>
                      <a:pt x="35" y="141"/>
                    </a:cubicBezTo>
                    <a:cubicBezTo>
                      <a:pt x="34" y="142"/>
                      <a:pt x="33" y="143"/>
                      <a:pt x="31" y="142"/>
                    </a:cubicBezTo>
                    <a:cubicBezTo>
                      <a:pt x="31" y="142"/>
                      <a:pt x="31" y="142"/>
                      <a:pt x="31" y="142"/>
                    </a:cubicBezTo>
                    <a:cubicBezTo>
                      <a:pt x="24" y="140"/>
                      <a:pt x="24" y="140"/>
                      <a:pt x="24" y="140"/>
                    </a:cubicBezTo>
                    <a:cubicBezTo>
                      <a:pt x="25" y="135"/>
                      <a:pt x="25" y="135"/>
                      <a:pt x="25" y="135"/>
                    </a:cubicBezTo>
                    <a:cubicBezTo>
                      <a:pt x="25" y="134"/>
                      <a:pt x="25" y="134"/>
                      <a:pt x="25" y="134"/>
                    </a:cubicBezTo>
                    <a:cubicBezTo>
                      <a:pt x="26" y="133"/>
                      <a:pt x="26" y="133"/>
                      <a:pt x="26" y="133"/>
                    </a:cubicBezTo>
                    <a:cubicBezTo>
                      <a:pt x="26" y="133"/>
                      <a:pt x="27" y="132"/>
                      <a:pt x="27" y="132"/>
                    </a:cubicBezTo>
                    <a:cubicBezTo>
                      <a:pt x="29" y="130"/>
                      <a:pt x="30" y="128"/>
                      <a:pt x="32" y="129"/>
                    </a:cubicBezTo>
                    <a:cubicBezTo>
                      <a:pt x="32" y="126"/>
                      <a:pt x="38" y="123"/>
                      <a:pt x="40" y="121"/>
                    </a:cubicBezTo>
                    <a:cubicBezTo>
                      <a:pt x="41" y="121"/>
                      <a:pt x="40" y="121"/>
                      <a:pt x="41" y="120"/>
                    </a:cubicBezTo>
                    <a:cubicBezTo>
                      <a:pt x="43" y="119"/>
                      <a:pt x="45" y="118"/>
                      <a:pt x="46" y="117"/>
                    </a:cubicBezTo>
                    <a:cubicBezTo>
                      <a:pt x="47" y="115"/>
                      <a:pt x="47" y="115"/>
                      <a:pt x="47" y="115"/>
                    </a:cubicBezTo>
                    <a:cubicBezTo>
                      <a:pt x="48" y="115"/>
                      <a:pt x="48" y="115"/>
                      <a:pt x="49" y="114"/>
                    </a:cubicBezTo>
                    <a:cubicBezTo>
                      <a:pt x="59" y="106"/>
                      <a:pt x="59" y="106"/>
                      <a:pt x="59" y="106"/>
                    </a:cubicBezTo>
                    <a:cubicBezTo>
                      <a:pt x="61" y="104"/>
                      <a:pt x="66" y="102"/>
                      <a:pt x="67" y="100"/>
                    </a:cubicBezTo>
                    <a:cubicBezTo>
                      <a:pt x="70" y="99"/>
                      <a:pt x="70" y="98"/>
                      <a:pt x="72" y="98"/>
                    </a:cubicBezTo>
                    <a:cubicBezTo>
                      <a:pt x="76" y="97"/>
                      <a:pt x="75" y="97"/>
                      <a:pt x="77" y="98"/>
                    </a:cubicBezTo>
                    <a:cubicBezTo>
                      <a:pt x="90" y="99"/>
                      <a:pt x="90" y="99"/>
                      <a:pt x="90" y="99"/>
                    </a:cubicBezTo>
                    <a:cubicBezTo>
                      <a:pt x="93" y="98"/>
                      <a:pt x="93" y="98"/>
                      <a:pt x="93" y="98"/>
                    </a:cubicBezTo>
                    <a:cubicBezTo>
                      <a:pt x="95" y="96"/>
                      <a:pt x="97" y="94"/>
                      <a:pt x="98" y="91"/>
                    </a:cubicBezTo>
                    <a:cubicBezTo>
                      <a:pt x="101" y="85"/>
                      <a:pt x="99" y="89"/>
                      <a:pt x="105" y="87"/>
                    </a:cubicBezTo>
                    <a:cubicBezTo>
                      <a:pt x="111" y="84"/>
                      <a:pt x="109" y="87"/>
                      <a:pt x="116" y="86"/>
                    </a:cubicBezTo>
                    <a:cubicBezTo>
                      <a:pt x="117" y="87"/>
                      <a:pt x="117" y="86"/>
                      <a:pt x="119" y="87"/>
                    </a:cubicBezTo>
                    <a:cubicBezTo>
                      <a:pt x="120" y="87"/>
                      <a:pt x="119" y="87"/>
                      <a:pt x="120" y="87"/>
                    </a:cubicBezTo>
                    <a:cubicBezTo>
                      <a:pt x="120" y="88"/>
                      <a:pt x="120" y="88"/>
                      <a:pt x="120" y="88"/>
                    </a:cubicBezTo>
                    <a:cubicBezTo>
                      <a:pt x="122" y="88"/>
                      <a:pt x="122" y="88"/>
                      <a:pt x="123" y="88"/>
                    </a:cubicBezTo>
                    <a:cubicBezTo>
                      <a:pt x="125" y="87"/>
                      <a:pt x="124" y="88"/>
                      <a:pt x="125" y="87"/>
                    </a:cubicBezTo>
                    <a:cubicBezTo>
                      <a:pt x="127" y="85"/>
                      <a:pt x="127" y="85"/>
                      <a:pt x="127" y="85"/>
                    </a:cubicBezTo>
                    <a:cubicBezTo>
                      <a:pt x="127" y="86"/>
                      <a:pt x="127" y="86"/>
                      <a:pt x="127" y="86"/>
                    </a:cubicBezTo>
                    <a:cubicBezTo>
                      <a:pt x="128" y="84"/>
                      <a:pt x="128" y="84"/>
                      <a:pt x="129" y="84"/>
                    </a:cubicBezTo>
                    <a:cubicBezTo>
                      <a:pt x="131" y="83"/>
                      <a:pt x="131" y="81"/>
                      <a:pt x="132" y="80"/>
                    </a:cubicBezTo>
                    <a:cubicBezTo>
                      <a:pt x="132" y="80"/>
                      <a:pt x="132" y="80"/>
                      <a:pt x="132" y="80"/>
                    </a:cubicBezTo>
                    <a:cubicBezTo>
                      <a:pt x="132" y="80"/>
                      <a:pt x="132" y="80"/>
                      <a:pt x="133" y="80"/>
                    </a:cubicBezTo>
                    <a:cubicBezTo>
                      <a:pt x="136" y="78"/>
                      <a:pt x="133" y="77"/>
                      <a:pt x="136" y="79"/>
                    </a:cubicBezTo>
                    <a:cubicBezTo>
                      <a:pt x="136" y="77"/>
                      <a:pt x="136" y="77"/>
                      <a:pt x="135" y="77"/>
                    </a:cubicBezTo>
                    <a:cubicBezTo>
                      <a:pt x="136" y="77"/>
                      <a:pt x="137" y="76"/>
                      <a:pt x="137" y="76"/>
                    </a:cubicBezTo>
                    <a:cubicBezTo>
                      <a:pt x="138" y="76"/>
                      <a:pt x="137" y="76"/>
                      <a:pt x="138" y="77"/>
                    </a:cubicBezTo>
                    <a:cubicBezTo>
                      <a:pt x="138" y="74"/>
                      <a:pt x="139" y="74"/>
                      <a:pt x="140" y="73"/>
                    </a:cubicBezTo>
                    <a:cubicBezTo>
                      <a:pt x="142" y="70"/>
                      <a:pt x="142" y="70"/>
                      <a:pt x="142" y="70"/>
                    </a:cubicBezTo>
                    <a:cubicBezTo>
                      <a:pt x="144" y="69"/>
                      <a:pt x="143" y="69"/>
                      <a:pt x="143" y="70"/>
                    </a:cubicBezTo>
                    <a:cubicBezTo>
                      <a:pt x="146" y="70"/>
                      <a:pt x="148" y="69"/>
                      <a:pt x="151" y="67"/>
                    </a:cubicBezTo>
                    <a:cubicBezTo>
                      <a:pt x="161" y="62"/>
                      <a:pt x="161" y="62"/>
                      <a:pt x="161" y="62"/>
                    </a:cubicBezTo>
                    <a:cubicBezTo>
                      <a:pt x="161" y="62"/>
                      <a:pt x="162" y="61"/>
                      <a:pt x="162" y="61"/>
                    </a:cubicBezTo>
                    <a:cubicBezTo>
                      <a:pt x="166" y="62"/>
                      <a:pt x="166" y="62"/>
                      <a:pt x="166" y="62"/>
                    </a:cubicBezTo>
                    <a:cubicBezTo>
                      <a:pt x="166" y="61"/>
                      <a:pt x="166" y="61"/>
                      <a:pt x="166" y="61"/>
                    </a:cubicBezTo>
                    <a:cubicBezTo>
                      <a:pt x="167" y="61"/>
                      <a:pt x="167" y="61"/>
                      <a:pt x="168" y="61"/>
                    </a:cubicBezTo>
                    <a:cubicBezTo>
                      <a:pt x="169" y="60"/>
                      <a:pt x="170" y="59"/>
                      <a:pt x="173" y="59"/>
                    </a:cubicBezTo>
                    <a:cubicBezTo>
                      <a:pt x="181" y="59"/>
                      <a:pt x="172" y="61"/>
                      <a:pt x="177" y="61"/>
                    </a:cubicBezTo>
                    <a:close/>
                    <a:moveTo>
                      <a:pt x="170" y="144"/>
                    </a:moveTo>
                    <a:cubicBezTo>
                      <a:pt x="170" y="144"/>
                      <a:pt x="170" y="144"/>
                      <a:pt x="170" y="144"/>
                    </a:cubicBezTo>
                    <a:cubicBezTo>
                      <a:pt x="170" y="143"/>
                      <a:pt x="170" y="143"/>
                      <a:pt x="170" y="143"/>
                    </a:cubicBezTo>
                    <a:cubicBezTo>
                      <a:pt x="166" y="145"/>
                      <a:pt x="169" y="143"/>
                      <a:pt x="165" y="144"/>
                    </a:cubicBezTo>
                    <a:cubicBezTo>
                      <a:pt x="168" y="143"/>
                      <a:pt x="166" y="144"/>
                      <a:pt x="167" y="143"/>
                    </a:cubicBezTo>
                    <a:cubicBezTo>
                      <a:pt x="166" y="142"/>
                      <a:pt x="166" y="142"/>
                      <a:pt x="165" y="141"/>
                    </a:cubicBezTo>
                    <a:cubicBezTo>
                      <a:pt x="167" y="141"/>
                      <a:pt x="166" y="142"/>
                      <a:pt x="167" y="140"/>
                    </a:cubicBezTo>
                    <a:cubicBezTo>
                      <a:pt x="172" y="142"/>
                      <a:pt x="172" y="142"/>
                      <a:pt x="172" y="142"/>
                    </a:cubicBezTo>
                    <a:cubicBezTo>
                      <a:pt x="170" y="142"/>
                      <a:pt x="172" y="142"/>
                      <a:pt x="170" y="144"/>
                    </a:cubicBezTo>
                    <a:close/>
                    <a:moveTo>
                      <a:pt x="64" y="253"/>
                    </a:moveTo>
                    <a:cubicBezTo>
                      <a:pt x="63" y="252"/>
                      <a:pt x="63" y="250"/>
                      <a:pt x="64" y="248"/>
                    </a:cubicBezTo>
                    <a:cubicBezTo>
                      <a:pt x="65" y="247"/>
                      <a:pt x="65" y="247"/>
                      <a:pt x="67" y="247"/>
                    </a:cubicBezTo>
                    <a:cubicBezTo>
                      <a:pt x="65" y="252"/>
                      <a:pt x="65" y="254"/>
                      <a:pt x="64" y="253"/>
                    </a:cubicBezTo>
                    <a:close/>
                    <a:moveTo>
                      <a:pt x="161" y="147"/>
                    </a:moveTo>
                    <a:cubicBezTo>
                      <a:pt x="159" y="148"/>
                      <a:pt x="160" y="147"/>
                      <a:pt x="158" y="146"/>
                    </a:cubicBezTo>
                    <a:cubicBezTo>
                      <a:pt x="157" y="146"/>
                      <a:pt x="157" y="146"/>
                      <a:pt x="157" y="146"/>
                    </a:cubicBezTo>
                    <a:cubicBezTo>
                      <a:pt x="157" y="146"/>
                      <a:pt x="157" y="145"/>
                      <a:pt x="157" y="145"/>
                    </a:cubicBezTo>
                    <a:cubicBezTo>
                      <a:pt x="158" y="145"/>
                      <a:pt x="158" y="145"/>
                      <a:pt x="158" y="145"/>
                    </a:cubicBezTo>
                    <a:cubicBezTo>
                      <a:pt x="159" y="146"/>
                      <a:pt x="159" y="145"/>
                      <a:pt x="160" y="146"/>
                    </a:cubicBezTo>
                    <a:cubicBezTo>
                      <a:pt x="161" y="147"/>
                      <a:pt x="161" y="147"/>
                      <a:pt x="161" y="147"/>
                    </a:cubicBezTo>
                    <a:close/>
                    <a:moveTo>
                      <a:pt x="174" y="140"/>
                    </a:moveTo>
                    <a:cubicBezTo>
                      <a:pt x="173" y="143"/>
                      <a:pt x="173" y="143"/>
                      <a:pt x="173" y="143"/>
                    </a:cubicBezTo>
                    <a:cubicBezTo>
                      <a:pt x="173" y="139"/>
                      <a:pt x="173" y="139"/>
                      <a:pt x="173" y="139"/>
                    </a:cubicBezTo>
                    <a:cubicBezTo>
                      <a:pt x="175" y="139"/>
                      <a:pt x="174" y="139"/>
                      <a:pt x="175" y="140"/>
                    </a:cubicBezTo>
                    <a:cubicBezTo>
                      <a:pt x="175" y="140"/>
                      <a:pt x="175" y="140"/>
                      <a:pt x="174" y="140"/>
                    </a:cubicBezTo>
                    <a:close/>
                    <a:moveTo>
                      <a:pt x="68" y="242"/>
                    </a:moveTo>
                    <a:cubicBezTo>
                      <a:pt x="72" y="242"/>
                      <a:pt x="69" y="242"/>
                      <a:pt x="70" y="243"/>
                    </a:cubicBezTo>
                    <a:cubicBezTo>
                      <a:pt x="69" y="244"/>
                      <a:pt x="69" y="244"/>
                      <a:pt x="69" y="244"/>
                    </a:cubicBezTo>
                    <a:cubicBezTo>
                      <a:pt x="68" y="243"/>
                      <a:pt x="68" y="243"/>
                      <a:pt x="68" y="242"/>
                    </a:cubicBezTo>
                    <a:close/>
                    <a:moveTo>
                      <a:pt x="139" y="79"/>
                    </a:moveTo>
                    <a:cubicBezTo>
                      <a:pt x="140" y="77"/>
                      <a:pt x="140" y="77"/>
                      <a:pt x="140" y="77"/>
                    </a:cubicBezTo>
                    <a:cubicBezTo>
                      <a:pt x="140" y="77"/>
                      <a:pt x="140" y="77"/>
                      <a:pt x="140" y="77"/>
                    </a:cubicBezTo>
                    <a:cubicBezTo>
                      <a:pt x="142" y="78"/>
                      <a:pt x="142" y="78"/>
                      <a:pt x="142" y="78"/>
                    </a:cubicBezTo>
                    <a:cubicBezTo>
                      <a:pt x="140" y="79"/>
                      <a:pt x="139" y="78"/>
                      <a:pt x="140" y="80"/>
                    </a:cubicBezTo>
                    <a:cubicBezTo>
                      <a:pt x="139" y="79"/>
                      <a:pt x="139" y="79"/>
                      <a:pt x="139" y="79"/>
                    </a:cubicBezTo>
                    <a:close/>
                    <a:moveTo>
                      <a:pt x="71" y="241"/>
                    </a:moveTo>
                    <a:cubicBezTo>
                      <a:pt x="70" y="241"/>
                      <a:pt x="71" y="241"/>
                      <a:pt x="70" y="240"/>
                    </a:cubicBezTo>
                    <a:cubicBezTo>
                      <a:pt x="73" y="240"/>
                      <a:pt x="73" y="240"/>
                      <a:pt x="73" y="240"/>
                    </a:cubicBezTo>
                    <a:cubicBezTo>
                      <a:pt x="71" y="242"/>
                      <a:pt x="72" y="241"/>
                      <a:pt x="71" y="241"/>
                    </a:cubicBezTo>
                    <a:close/>
                    <a:moveTo>
                      <a:pt x="71" y="241"/>
                    </a:moveTo>
                    <a:cubicBezTo>
                      <a:pt x="71" y="243"/>
                      <a:pt x="72" y="242"/>
                      <a:pt x="70" y="242"/>
                    </a:cubicBezTo>
                    <a:cubicBezTo>
                      <a:pt x="71" y="241"/>
                      <a:pt x="70" y="242"/>
                      <a:pt x="71" y="241"/>
                    </a:cubicBezTo>
                    <a:close/>
                    <a:moveTo>
                      <a:pt x="156" y="146"/>
                    </a:moveTo>
                    <a:cubicBezTo>
                      <a:pt x="156" y="146"/>
                      <a:pt x="157" y="146"/>
                      <a:pt x="156" y="147"/>
                    </a:cubicBezTo>
                    <a:cubicBezTo>
                      <a:pt x="156" y="147"/>
                      <a:pt x="155" y="147"/>
                      <a:pt x="156" y="14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" name="Freeform 11"/>
              <p:cNvSpPr/>
              <p:nvPr/>
            </p:nvSpPr>
            <p:spPr bwMode="auto">
              <a:xfrm>
                <a:off x="4854397" y="4333606"/>
                <a:ext cx="200025" cy="247650"/>
              </a:xfrm>
              <a:custGeom>
                <a:avLst/>
                <a:gdLst>
                  <a:gd name="T0" fmla="*/ 118 w 175"/>
                  <a:gd name="T1" fmla="*/ 8 h 216"/>
                  <a:gd name="T2" fmla="*/ 102 w 175"/>
                  <a:gd name="T3" fmla="*/ 0 h 216"/>
                  <a:gd name="T4" fmla="*/ 90 w 175"/>
                  <a:gd name="T5" fmla="*/ 10 h 216"/>
                  <a:gd name="T6" fmla="*/ 88 w 175"/>
                  <a:gd name="T7" fmla="*/ 35 h 216"/>
                  <a:gd name="T8" fmla="*/ 85 w 175"/>
                  <a:gd name="T9" fmla="*/ 57 h 216"/>
                  <a:gd name="T10" fmla="*/ 80 w 175"/>
                  <a:gd name="T11" fmla="*/ 72 h 216"/>
                  <a:gd name="T12" fmla="*/ 75 w 175"/>
                  <a:gd name="T13" fmla="*/ 80 h 216"/>
                  <a:gd name="T14" fmla="*/ 58 w 175"/>
                  <a:gd name="T15" fmla="*/ 88 h 216"/>
                  <a:gd name="T16" fmla="*/ 47 w 175"/>
                  <a:gd name="T17" fmla="*/ 94 h 216"/>
                  <a:gd name="T18" fmla="*/ 41 w 175"/>
                  <a:gd name="T19" fmla="*/ 98 h 216"/>
                  <a:gd name="T20" fmla="*/ 11 w 175"/>
                  <a:gd name="T21" fmla="*/ 105 h 216"/>
                  <a:gd name="T22" fmla="*/ 11 w 175"/>
                  <a:gd name="T23" fmla="*/ 122 h 216"/>
                  <a:gd name="T24" fmla="*/ 28 w 175"/>
                  <a:gd name="T25" fmla="*/ 131 h 216"/>
                  <a:gd name="T26" fmla="*/ 41 w 175"/>
                  <a:gd name="T27" fmla="*/ 133 h 216"/>
                  <a:gd name="T28" fmla="*/ 53 w 175"/>
                  <a:gd name="T29" fmla="*/ 130 h 216"/>
                  <a:gd name="T30" fmla="*/ 62 w 175"/>
                  <a:gd name="T31" fmla="*/ 127 h 216"/>
                  <a:gd name="T32" fmla="*/ 63 w 175"/>
                  <a:gd name="T33" fmla="*/ 139 h 216"/>
                  <a:gd name="T34" fmla="*/ 57 w 175"/>
                  <a:gd name="T35" fmla="*/ 151 h 216"/>
                  <a:gd name="T36" fmla="*/ 43 w 175"/>
                  <a:gd name="T37" fmla="*/ 173 h 216"/>
                  <a:gd name="T38" fmla="*/ 38 w 175"/>
                  <a:gd name="T39" fmla="*/ 179 h 216"/>
                  <a:gd name="T40" fmla="*/ 17 w 175"/>
                  <a:gd name="T41" fmla="*/ 198 h 216"/>
                  <a:gd name="T42" fmla="*/ 7 w 175"/>
                  <a:gd name="T43" fmla="*/ 205 h 216"/>
                  <a:gd name="T44" fmla="*/ 18 w 175"/>
                  <a:gd name="T45" fmla="*/ 215 h 216"/>
                  <a:gd name="T46" fmla="*/ 39 w 175"/>
                  <a:gd name="T47" fmla="*/ 213 h 216"/>
                  <a:gd name="T48" fmla="*/ 58 w 175"/>
                  <a:gd name="T49" fmla="*/ 201 h 216"/>
                  <a:gd name="T50" fmla="*/ 72 w 175"/>
                  <a:gd name="T51" fmla="*/ 184 h 216"/>
                  <a:gd name="T52" fmla="*/ 82 w 175"/>
                  <a:gd name="T53" fmla="*/ 170 h 216"/>
                  <a:gd name="T54" fmla="*/ 111 w 175"/>
                  <a:gd name="T55" fmla="*/ 165 h 216"/>
                  <a:gd name="T56" fmla="*/ 142 w 175"/>
                  <a:gd name="T57" fmla="*/ 200 h 216"/>
                  <a:gd name="T58" fmla="*/ 154 w 175"/>
                  <a:gd name="T59" fmla="*/ 205 h 216"/>
                  <a:gd name="T60" fmla="*/ 162 w 175"/>
                  <a:gd name="T61" fmla="*/ 207 h 216"/>
                  <a:gd name="T62" fmla="*/ 174 w 175"/>
                  <a:gd name="T63" fmla="*/ 195 h 216"/>
                  <a:gd name="T64" fmla="*/ 170 w 175"/>
                  <a:gd name="T65" fmla="*/ 175 h 216"/>
                  <a:gd name="T66" fmla="*/ 162 w 175"/>
                  <a:gd name="T67" fmla="*/ 165 h 216"/>
                  <a:gd name="T68" fmla="*/ 148 w 175"/>
                  <a:gd name="T69" fmla="*/ 153 h 216"/>
                  <a:gd name="T70" fmla="*/ 126 w 175"/>
                  <a:gd name="T71" fmla="*/ 139 h 216"/>
                  <a:gd name="T72" fmla="*/ 112 w 175"/>
                  <a:gd name="T73" fmla="*/ 134 h 216"/>
                  <a:gd name="T74" fmla="*/ 111 w 175"/>
                  <a:gd name="T75" fmla="*/ 135 h 216"/>
                  <a:gd name="T76" fmla="*/ 102 w 175"/>
                  <a:gd name="T77" fmla="*/ 132 h 216"/>
                  <a:gd name="T78" fmla="*/ 108 w 175"/>
                  <a:gd name="T79" fmla="*/ 109 h 216"/>
                  <a:gd name="T80" fmla="*/ 119 w 175"/>
                  <a:gd name="T81" fmla="*/ 103 h 216"/>
                  <a:gd name="T82" fmla="*/ 123 w 175"/>
                  <a:gd name="T83" fmla="*/ 101 h 216"/>
                  <a:gd name="T84" fmla="*/ 141 w 175"/>
                  <a:gd name="T85" fmla="*/ 92 h 216"/>
                  <a:gd name="T86" fmla="*/ 151 w 175"/>
                  <a:gd name="T87" fmla="*/ 89 h 216"/>
                  <a:gd name="T88" fmla="*/ 162 w 175"/>
                  <a:gd name="T89" fmla="*/ 84 h 216"/>
                  <a:gd name="T90" fmla="*/ 173 w 175"/>
                  <a:gd name="T91" fmla="*/ 69 h 216"/>
                  <a:gd name="T92" fmla="*/ 152 w 175"/>
                  <a:gd name="T93" fmla="*/ 59 h 216"/>
                  <a:gd name="T94" fmla="*/ 141 w 175"/>
                  <a:gd name="T95" fmla="*/ 54 h 216"/>
                  <a:gd name="T96" fmla="*/ 119 w 175"/>
                  <a:gd name="T97" fmla="*/ 58 h 216"/>
                  <a:gd name="T98" fmla="*/ 120 w 175"/>
                  <a:gd name="T99" fmla="*/ 37 h 216"/>
                  <a:gd name="T100" fmla="*/ 122 w 175"/>
                  <a:gd name="T101" fmla="*/ 25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175" h="216">
                    <a:moveTo>
                      <a:pt x="121" y="13"/>
                    </a:moveTo>
                    <a:cubicBezTo>
                      <a:pt x="120" y="11"/>
                      <a:pt x="119" y="11"/>
                      <a:pt x="119" y="9"/>
                    </a:cubicBezTo>
                    <a:cubicBezTo>
                      <a:pt x="118" y="10"/>
                      <a:pt x="118" y="10"/>
                      <a:pt x="118" y="10"/>
                    </a:cubicBezTo>
                    <a:cubicBezTo>
                      <a:pt x="118" y="9"/>
                      <a:pt x="118" y="8"/>
                      <a:pt x="118" y="8"/>
                    </a:cubicBezTo>
                    <a:cubicBezTo>
                      <a:pt x="117" y="7"/>
                      <a:pt x="117" y="7"/>
                      <a:pt x="117" y="7"/>
                    </a:cubicBezTo>
                    <a:cubicBezTo>
                      <a:pt x="116" y="6"/>
                      <a:pt x="115" y="5"/>
                      <a:pt x="114" y="4"/>
                    </a:cubicBezTo>
                    <a:cubicBezTo>
                      <a:pt x="112" y="2"/>
                      <a:pt x="109" y="1"/>
                      <a:pt x="107" y="1"/>
                    </a:cubicBezTo>
                    <a:cubicBezTo>
                      <a:pt x="105" y="0"/>
                      <a:pt x="104" y="0"/>
                      <a:pt x="102" y="0"/>
                    </a:cubicBezTo>
                    <a:cubicBezTo>
                      <a:pt x="99" y="1"/>
                      <a:pt x="99" y="1"/>
                      <a:pt x="99" y="1"/>
                    </a:cubicBezTo>
                    <a:cubicBezTo>
                      <a:pt x="99" y="1"/>
                      <a:pt x="99" y="1"/>
                      <a:pt x="98" y="1"/>
                    </a:cubicBezTo>
                    <a:cubicBezTo>
                      <a:pt x="96" y="3"/>
                      <a:pt x="96" y="6"/>
                      <a:pt x="92" y="6"/>
                    </a:cubicBezTo>
                    <a:cubicBezTo>
                      <a:pt x="90" y="10"/>
                      <a:pt x="90" y="10"/>
                      <a:pt x="90" y="10"/>
                    </a:cubicBezTo>
                    <a:cubicBezTo>
                      <a:pt x="88" y="19"/>
                      <a:pt x="91" y="18"/>
                      <a:pt x="90" y="20"/>
                    </a:cubicBezTo>
                    <a:cubicBezTo>
                      <a:pt x="90" y="20"/>
                      <a:pt x="90" y="20"/>
                      <a:pt x="90" y="20"/>
                    </a:cubicBezTo>
                    <a:cubicBezTo>
                      <a:pt x="90" y="21"/>
                      <a:pt x="90" y="21"/>
                      <a:pt x="90" y="21"/>
                    </a:cubicBezTo>
                    <a:cubicBezTo>
                      <a:pt x="90" y="25"/>
                      <a:pt x="88" y="31"/>
                      <a:pt x="88" y="35"/>
                    </a:cubicBezTo>
                    <a:cubicBezTo>
                      <a:pt x="88" y="36"/>
                      <a:pt x="88" y="36"/>
                      <a:pt x="88" y="36"/>
                    </a:cubicBezTo>
                    <a:cubicBezTo>
                      <a:pt x="88" y="38"/>
                      <a:pt x="87" y="38"/>
                      <a:pt x="87" y="41"/>
                    </a:cubicBezTo>
                    <a:cubicBezTo>
                      <a:pt x="85" y="52"/>
                      <a:pt x="85" y="52"/>
                      <a:pt x="85" y="52"/>
                    </a:cubicBezTo>
                    <a:cubicBezTo>
                      <a:pt x="85" y="54"/>
                      <a:pt x="85" y="54"/>
                      <a:pt x="85" y="57"/>
                    </a:cubicBezTo>
                    <a:cubicBezTo>
                      <a:pt x="82" y="63"/>
                      <a:pt x="82" y="63"/>
                      <a:pt x="82" y="63"/>
                    </a:cubicBezTo>
                    <a:cubicBezTo>
                      <a:pt x="82" y="63"/>
                      <a:pt x="82" y="65"/>
                      <a:pt x="82" y="66"/>
                    </a:cubicBezTo>
                    <a:cubicBezTo>
                      <a:pt x="81" y="65"/>
                      <a:pt x="82" y="66"/>
                      <a:pt x="81" y="68"/>
                    </a:cubicBezTo>
                    <a:cubicBezTo>
                      <a:pt x="80" y="72"/>
                      <a:pt x="80" y="72"/>
                      <a:pt x="80" y="72"/>
                    </a:cubicBezTo>
                    <a:cubicBezTo>
                      <a:pt x="79" y="72"/>
                      <a:pt x="80" y="72"/>
                      <a:pt x="80" y="72"/>
                    </a:cubicBezTo>
                    <a:cubicBezTo>
                      <a:pt x="80" y="73"/>
                      <a:pt x="80" y="75"/>
                      <a:pt x="79" y="76"/>
                    </a:cubicBezTo>
                    <a:cubicBezTo>
                      <a:pt x="78" y="78"/>
                      <a:pt x="76" y="79"/>
                      <a:pt x="74" y="79"/>
                    </a:cubicBezTo>
                    <a:cubicBezTo>
                      <a:pt x="75" y="80"/>
                      <a:pt x="75" y="80"/>
                      <a:pt x="75" y="80"/>
                    </a:cubicBezTo>
                    <a:cubicBezTo>
                      <a:pt x="72" y="80"/>
                      <a:pt x="69" y="82"/>
                      <a:pt x="66" y="84"/>
                    </a:cubicBezTo>
                    <a:cubicBezTo>
                      <a:pt x="64" y="85"/>
                      <a:pt x="65" y="84"/>
                      <a:pt x="64" y="85"/>
                    </a:cubicBezTo>
                    <a:cubicBezTo>
                      <a:pt x="63" y="86"/>
                      <a:pt x="61" y="86"/>
                      <a:pt x="61" y="86"/>
                    </a:cubicBezTo>
                    <a:cubicBezTo>
                      <a:pt x="60" y="87"/>
                      <a:pt x="60" y="88"/>
                      <a:pt x="58" y="88"/>
                    </a:cubicBezTo>
                    <a:cubicBezTo>
                      <a:pt x="51" y="92"/>
                      <a:pt x="51" y="92"/>
                      <a:pt x="51" y="92"/>
                    </a:cubicBezTo>
                    <a:cubicBezTo>
                      <a:pt x="51" y="92"/>
                      <a:pt x="51" y="92"/>
                      <a:pt x="51" y="92"/>
                    </a:cubicBezTo>
                    <a:cubicBezTo>
                      <a:pt x="49" y="93"/>
                      <a:pt x="49" y="93"/>
                      <a:pt x="49" y="93"/>
                    </a:cubicBezTo>
                    <a:cubicBezTo>
                      <a:pt x="48" y="93"/>
                      <a:pt x="48" y="94"/>
                      <a:pt x="47" y="94"/>
                    </a:cubicBezTo>
                    <a:cubicBezTo>
                      <a:pt x="44" y="96"/>
                      <a:pt x="44" y="96"/>
                      <a:pt x="44" y="96"/>
                    </a:cubicBezTo>
                    <a:cubicBezTo>
                      <a:pt x="42" y="97"/>
                      <a:pt x="44" y="97"/>
                      <a:pt x="41" y="97"/>
                    </a:cubicBezTo>
                    <a:cubicBezTo>
                      <a:pt x="42" y="97"/>
                      <a:pt x="42" y="97"/>
                      <a:pt x="42" y="97"/>
                    </a:cubicBezTo>
                    <a:cubicBezTo>
                      <a:pt x="42" y="97"/>
                      <a:pt x="42" y="98"/>
                      <a:pt x="41" y="98"/>
                    </a:cubicBezTo>
                    <a:cubicBezTo>
                      <a:pt x="26" y="102"/>
                      <a:pt x="26" y="102"/>
                      <a:pt x="26" y="102"/>
                    </a:cubicBezTo>
                    <a:cubicBezTo>
                      <a:pt x="24" y="102"/>
                      <a:pt x="21" y="102"/>
                      <a:pt x="19" y="102"/>
                    </a:cubicBezTo>
                    <a:cubicBezTo>
                      <a:pt x="18" y="103"/>
                      <a:pt x="19" y="103"/>
                      <a:pt x="18" y="103"/>
                    </a:cubicBezTo>
                    <a:cubicBezTo>
                      <a:pt x="11" y="105"/>
                      <a:pt x="11" y="105"/>
                      <a:pt x="11" y="105"/>
                    </a:cubicBezTo>
                    <a:cubicBezTo>
                      <a:pt x="12" y="106"/>
                      <a:pt x="12" y="105"/>
                      <a:pt x="12" y="106"/>
                    </a:cubicBezTo>
                    <a:cubicBezTo>
                      <a:pt x="12" y="106"/>
                      <a:pt x="11" y="107"/>
                      <a:pt x="11" y="107"/>
                    </a:cubicBezTo>
                    <a:cubicBezTo>
                      <a:pt x="7" y="113"/>
                      <a:pt x="11" y="111"/>
                      <a:pt x="9" y="116"/>
                    </a:cubicBezTo>
                    <a:cubicBezTo>
                      <a:pt x="8" y="118"/>
                      <a:pt x="10" y="120"/>
                      <a:pt x="11" y="122"/>
                    </a:cubicBezTo>
                    <a:cubicBezTo>
                      <a:pt x="13" y="125"/>
                      <a:pt x="13" y="123"/>
                      <a:pt x="15" y="125"/>
                    </a:cubicBezTo>
                    <a:cubicBezTo>
                      <a:pt x="18" y="127"/>
                      <a:pt x="18" y="127"/>
                      <a:pt x="18" y="127"/>
                    </a:cubicBezTo>
                    <a:cubicBezTo>
                      <a:pt x="19" y="128"/>
                      <a:pt x="19" y="127"/>
                      <a:pt x="21" y="128"/>
                    </a:cubicBezTo>
                    <a:cubicBezTo>
                      <a:pt x="24" y="129"/>
                      <a:pt x="26" y="131"/>
                      <a:pt x="28" y="131"/>
                    </a:cubicBezTo>
                    <a:cubicBezTo>
                      <a:pt x="35" y="132"/>
                      <a:pt x="35" y="132"/>
                      <a:pt x="35" y="132"/>
                    </a:cubicBezTo>
                    <a:cubicBezTo>
                      <a:pt x="35" y="132"/>
                      <a:pt x="36" y="132"/>
                      <a:pt x="36" y="132"/>
                    </a:cubicBezTo>
                    <a:cubicBezTo>
                      <a:pt x="40" y="133"/>
                      <a:pt x="40" y="133"/>
                      <a:pt x="40" y="133"/>
                    </a:cubicBezTo>
                    <a:cubicBezTo>
                      <a:pt x="40" y="133"/>
                      <a:pt x="41" y="133"/>
                      <a:pt x="41" y="133"/>
                    </a:cubicBezTo>
                    <a:cubicBezTo>
                      <a:pt x="44" y="133"/>
                      <a:pt x="44" y="133"/>
                      <a:pt x="44" y="133"/>
                    </a:cubicBezTo>
                    <a:cubicBezTo>
                      <a:pt x="44" y="133"/>
                      <a:pt x="44" y="133"/>
                      <a:pt x="44" y="133"/>
                    </a:cubicBezTo>
                    <a:cubicBezTo>
                      <a:pt x="53" y="130"/>
                      <a:pt x="53" y="130"/>
                      <a:pt x="53" y="130"/>
                    </a:cubicBezTo>
                    <a:cubicBezTo>
                      <a:pt x="53" y="130"/>
                      <a:pt x="53" y="130"/>
                      <a:pt x="53" y="130"/>
                    </a:cubicBezTo>
                    <a:cubicBezTo>
                      <a:pt x="55" y="129"/>
                      <a:pt x="55" y="129"/>
                      <a:pt x="55" y="129"/>
                    </a:cubicBezTo>
                    <a:cubicBezTo>
                      <a:pt x="55" y="129"/>
                      <a:pt x="55" y="129"/>
                      <a:pt x="55" y="129"/>
                    </a:cubicBezTo>
                    <a:cubicBezTo>
                      <a:pt x="57" y="128"/>
                      <a:pt x="57" y="129"/>
                      <a:pt x="59" y="128"/>
                    </a:cubicBezTo>
                    <a:cubicBezTo>
                      <a:pt x="61" y="126"/>
                      <a:pt x="59" y="127"/>
                      <a:pt x="62" y="127"/>
                    </a:cubicBezTo>
                    <a:cubicBezTo>
                      <a:pt x="69" y="124"/>
                      <a:pt x="69" y="124"/>
                      <a:pt x="69" y="124"/>
                    </a:cubicBezTo>
                    <a:cubicBezTo>
                      <a:pt x="68" y="126"/>
                      <a:pt x="69" y="124"/>
                      <a:pt x="68" y="126"/>
                    </a:cubicBezTo>
                    <a:cubicBezTo>
                      <a:pt x="67" y="132"/>
                      <a:pt x="67" y="130"/>
                      <a:pt x="65" y="135"/>
                    </a:cubicBezTo>
                    <a:cubicBezTo>
                      <a:pt x="63" y="139"/>
                      <a:pt x="63" y="139"/>
                      <a:pt x="63" y="139"/>
                    </a:cubicBezTo>
                    <a:cubicBezTo>
                      <a:pt x="63" y="139"/>
                      <a:pt x="63" y="139"/>
                      <a:pt x="63" y="140"/>
                    </a:cubicBezTo>
                    <a:cubicBezTo>
                      <a:pt x="63" y="140"/>
                      <a:pt x="63" y="140"/>
                      <a:pt x="63" y="140"/>
                    </a:cubicBezTo>
                    <a:cubicBezTo>
                      <a:pt x="61" y="144"/>
                      <a:pt x="62" y="141"/>
                      <a:pt x="60" y="145"/>
                    </a:cubicBezTo>
                    <a:cubicBezTo>
                      <a:pt x="57" y="151"/>
                      <a:pt x="57" y="151"/>
                      <a:pt x="57" y="151"/>
                    </a:cubicBezTo>
                    <a:cubicBezTo>
                      <a:pt x="57" y="151"/>
                      <a:pt x="56" y="152"/>
                      <a:pt x="56" y="152"/>
                    </a:cubicBezTo>
                    <a:cubicBezTo>
                      <a:pt x="49" y="165"/>
                      <a:pt x="49" y="165"/>
                      <a:pt x="49" y="165"/>
                    </a:cubicBezTo>
                    <a:cubicBezTo>
                      <a:pt x="49" y="165"/>
                      <a:pt x="48" y="165"/>
                      <a:pt x="48" y="165"/>
                    </a:cubicBezTo>
                    <a:cubicBezTo>
                      <a:pt x="43" y="173"/>
                      <a:pt x="43" y="173"/>
                      <a:pt x="43" y="173"/>
                    </a:cubicBezTo>
                    <a:cubicBezTo>
                      <a:pt x="42" y="174"/>
                      <a:pt x="42" y="174"/>
                      <a:pt x="41" y="175"/>
                    </a:cubicBezTo>
                    <a:cubicBezTo>
                      <a:pt x="40" y="176"/>
                      <a:pt x="40" y="176"/>
                      <a:pt x="40" y="177"/>
                    </a:cubicBezTo>
                    <a:cubicBezTo>
                      <a:pt x="39" y="176"/>
                      <a:pt x="39" y="176"/>
                      <a:pt x="39" y="176"/>
                    </a:cubicBezTo>
                    <a:cubicBezTo>
                      <a:pt x="39" y="178"/>
                      <a:pt x="39" y="178"/>
                      <a:pt x="38" y="179"/>
                    </a:cubicBezTo>
                    <a:cubicBezTo>
                      <a:pt x="28" y="190"/>
                      <a:pt x="28" y="190"/>
                      <a:pt x="28" y="190"/>
                    </a:cubicBezTo>
                    <a:cubicBezTo>
                      <a:pt x="27" y="190"/>
                      <a:pt x="27" y="190"/>
                      <a:pt x="27" y="189"/>
                    </a:cubicBezTo>
                    <a:cubicBezTo>
                      <a:pt x="26" y="191"/>
                      <a:pt x="23" y="193"/>
                      <a:pt x="22" y="194"/>
                    </a:cubicBezTo>
                    <a:cubicBezTo>
                      <a:pt x="17" y="198"/>
                      <a:pt x="17" y="198"/>
                      <a:pt x="17" y="198"/>
                    </a:cubicBezTo>
                    <a:cubicBezTo>
                      <a:pt x="17" y="198"/>
                      <a:pt x="16" y="199"/>
                      <a:pt x="16" y="199"/>
                    </a:cubicBezTo>
                    <a:cubicBezTo>
                      <a:pt x="15" y="199"/>
                      <a:pt x="15" y="199"/>
                      <a:pt x="15" y="199"/>
                    </a:cubicBezTo>
                    <a:cubicBezTo>
                      <a:pt x="7" y="205"/>
                      <a:pt x="7" y="205"/>
                      <a:pt x="7" y="205"/>
                    </a:cubicBezTo>
                    <a:cubicBezTo>
                      <a:pt x="7" y="205"/>
                      <a:pt x="7" y="205"/>
                      <a:pt x="7" y="205"/>
                    </a:cubicBezTo>
                    <a:cubicBezTo>
                      <a:pt x="0" y="209"/>
                      <a:pt x="0" y="209"/>
                      <a:pt x="0" y="209"/>
                    </a:cubicBezTo>
                    <a:cubicBezTo>
                      <a:pt x="0" y="211"/>
                      <a:pt x="0" y="211"/>
                      <a:pt x="0" y="211"/>
                    </a:cubicBezTo>
                    <a:cubicBezTo>
                      <a:pt x="2" y="211"/>
                      <a:pt x="4" y="211"/>
                      <a:pt x="5" y="213"/>
                    </a:cubicBezTo>
                    <a:cubicBezTo>
                      <a:pt x="9" y="211"/>
                      <a:pt x="14" y="215"/>
                      <a:pt x="18" y="215"/>
                    </a:cubicBezTo>
                    <a:cubicBezTo>
                      <a:pt x="22" y="215"/>
                      <a:pt x="24" y="214"/>
                      <a:pt x="28" y="214"/>
                    </a:cubicBezTo>
                    <a:cubicBezTo>
                      <a:pt x="28" y="216"/>
                      <a:pt x="28" y="216"/>
                      <a:pt x="28" y="216"/>
                    </a:cubicBezTo>
                    <a:cubicBezTo>
                      <a:pt x="34" y="215"/>
                      <a:pt x="35" y="214"/>
                      <a:pt x="35" y="214"/>
                    </a:cubicBezTo>
                    <a:cubicBezTo>
                      <a:pt x="37" y="213"/>
                      <a:pt x="38" y="213"/>
                      <a:pt x="39" y="213"/>
                    </a:cubicBezTo>
                    <a:cubicBezTo>
                      <a:pt x="42" y="211"/>
                      <a:pt x="42" y="211"/>
                      <a:pt x="42" y="211"/>
                    </a:cubicBezTo>
                    <a:cubicBezTo>
                      <a:pt x="47" y="209"/>
                      <a:pt x="48" y="206"/>
                      <a:pt x="54" y="205"/>
                    </a:cubicBezTo>
                    <a:cubicBezTo>
                      <a:pt x="56" y="204"/>
                      <a:pt x="56" y="203"/>
                      <a:pt x="57" y="204"/>
                    </a:cubicBezTo>
                    <a:cubicBezTo>
                      <a:pt x="58" y="201"/>
                      <a:pt x="58" y="201"/>
                      <a:pt x="58" y="201"/>
                    </a:cubicBezTo>
                    <a:cubicBezTo>
                      <a:pt x="60" y="200"/>
                      <a:pt x="59" y="200"/>
                      <a:pt x="61" y="198"/>
                    </a:cubicBezTo>
                    <a:cubicBezTo>
                      <a:pt x="67" y="192"/>
                      <a:pt x="67" y="192"/>
                      <a:pt x="67" y="192"/>
                    </a:cubicBezTo>
                    <a:cubicBezTo>
                      <a:pt x="68" y="191"/>
                      <a:pt x="69" y="189"/>
                      <a:pt x="70" y="188"/>
                    </a:cubicBezTo>
                    <a:cubicBezTo>
                      <a:pt x="72" y="186"/>
                      <a:pt x="71" y="187"/>
                      <a:pt x="72" y="184"/>
                    </a:cubicBezTo>
                    <a:cubicBezTo>
                      <a:pt x="76" y="179"/>
                      <a:pt x="76" y="179"/>
                      <a:pt x="76" y="179"/>
                    </a:cubicBezTo>
                    <a:cubicBezTo>
                      <a:pt x="76" y="178"/>
                      <a:pt x="77" y="178"/>
                      <a:pt x="77" y="177"/>
                    </a:cubicBezTo>
                    <a:cubicBezTo>
                      <a:pt x="79" y="175"/>
                      <a:pt x="80" y="173"/>
                      <a:pt x="81" y="171"/>
                    </a:cubicBezTo>
                    <a:cubicBezTo>
                      <a:pt x="82" y="170"/>
                      <a:pt x="82" y="171"/>
                      <a:pt x="82" y="170"/>
                    </a:cubicBezTo>
                    <a:cubicBezTo>
                      <a:pt x="95" y="146"/>
                      <a:pt x="95" y="146"/>
                      <a:pt x="95" y="146"/>
                    </a:cubicBezTo>
                    <a:cubicBezTo>
                      <a:pt x="95" y="146"/>
                      <a:pt x="96" y="145"/>
                      <a:pt x="96" y="145"/>
                    </a:cubicBezTo>
                    <a:cubicBezTo>
                      <a:pt x="100" y="148"/>
                      <a:pt x="102" y="154"/>
                      <a:pt x="106" y="157"/>
                    </a:cubicBezTo>
                    <a:cubicBezTo>
                      <a:pt x="109" y="161"/>
                      <a:pt x="109" y="161"/>
                      <a:pt x="111" y="165"/>
                    </a:cubicBezTo>
                    <a:cubicBezTo>
                      <a:pt x="119" y="176"/>
                      <a:pt x="119" y="176"/>
                      <a:pt x="119" y="176"/>
                    </a:cubicBezTo>
                    <a:cubicBezTo>
                      <a:pt x="120" y="178"/>
                      <a:pt x="119" y="177"/>
                      <a:pt x="120" y="178"/>
                    </a:cubicBezTo>
                    <a:cubicBezTo>
                      <a:pt x="124" y="183"/>
                      <a:pt x="123" y="184"/>
                      <a:pt x="129" y="189"/>
                    </a:cubicBezTo>
                    <a:cubicBezTo>
                      <a:pt x="142" y="200"/>
                      <a:pt x="142" y="200"/>
                      <a:pt x="142" y="200"/>
                    </a:cubicBezTo>
                    <a:cubicBezTo>
                      <a:pt x="142" y="200"/>
                      <a:pt x="143" y="200"/>
                      <a:pt x="143" y="200"/>
                    </a:cubicBezTo>
                    <a:cubicBezTo>
                      <a:pt x="145" y="202"/>
                      <a:pt x="145" y="202"/>
                      <a:pt x="145" y="202"/>
                    </a:cubicBezTo>
                    <a:cubicBezTo>
                      <a:pt x="146" y="202"/>
                      <a:pt x="146" y="202"/>
                      <a:pt x="146" y="202"/>
                    </a:cubicBezTo>
                    <a:cubicBezTo>
                      <a:pt x="154" y="205"/>
                      <a:pt x="154" y="205"/>
                      <a:pt x="154" y="205"/>
                    </a:cubicBezTo>
                    <a:cubicBezTo>
                      <a:pt x="158" y="207"/>
                      <a:pt x="159" y="206"/>
                      <a:pt x="160" y="206"/>
                    </a:cubicBezTo>
                    <a:cubicBezTo>
                      <a:pt x="161" y="207"/>
                      <a:pt x="160" y="206"/>
                      <a:pt x="161" y="206"/>
                    </a:cubicBezTo>
                    <a:cubicBezTo>
                      <a:pt x="162" y="207"/>
                      <a:pt x="162" y="207"/>
                      <a:pt x="162" y="207"/>
                    </a:cubicBezTo>
                    <a:cubicBezTo>
                      <a:pt x="162" y="207"/>
                      <a:pt x="162" y="207"/>
                      <a:pt x="162" y="207"/>
                    </a:cubicBezTo>
                    <a:cubicBezTo>
                      <a:pt x="162" y="206"/>
                      <a:pt x="162" y="207"/>
                      <a:pt x="162" y="206"/>
                    </a:cubicBezTo>
                    <a:cubicBezTo>
                      <a:pt x="167" y="206"/>
                      <a:pt x="170" y="203"/>
                      <a:pt x="173" y="200"/>
                    </a:cubicBezTo>
                    <a:cubicBezTo>
                      <a:pt x="173" y="199"/>
                      <a:pt x="174" y="199"/>
                      <a:pt x="174" y="198"/>
                    </a:cubicBezTo>
                    <a:cubicBezTo>
                      <a:pt x="174" y="197"/>
                      <a:pt x="174" y="195"/>
                      <a:pt x="174" y="195"/>
                    </a:cubicBezTo>
                    <a:cubicBezTo>
                      <a:pt x="175" y="193"/>
                      <a:pt x="175" y="193"/>
                      <a:pt x="175" y="193"/>
                    </a:cubicBezTo>
                    <a:cubicBezTo>
                      <a:pt x="175" y="190"/>
                      <a:pt x="175" y="188"/>
                      <a:pt x="174" y="185"/>
                    </a:cubicBezTo>
                    <a:cubicBezTo>
                      <a:pt x="174" y="184"/>
                      <a:pt x="174" y="184"/>
                      <a:pt x="174" y="184"/>
                    </a:cubicBezTo>
                    <a:cubicBezTo>
                      <a:pt x="170" y="175"/>
                      <a:pt x="170" y="175"/>
                      <a:pt x="170" y="175"/>
                    </a:cubicBezTo>
                    <a:cubicBezTo>
                      <a:pt x="169" y="174"/>
                      <a:pt x="170" y="174"/>
                      <a:pt x="168" y="171"/>
                    </a:cubicBezTo>
                    <a:cubicBezTo>
                      <a:pt x="164" y="167"/>
                      <a:pt x="164" y="167"/>
                      <a:pt x="164" y="167"/>
                    </a:cubicBezTo>
                    <a:cubicBezTo>
                      <a:pt x="163" y="166"/>
                      <a:pt x="163" y="166"/>
                      <a:pt x="163" y="166"/>
                    </a:cubicBezTo>
                    <a:cubicBezTo>
                      <a:pt x="162" y="165"/>
                      <a:pt x="162" y="165"/>
                      <a:pt x="162" y="165"/>
                    </a:cubicBezTo>
                    <a:cubicBezTo>
                      <a:pt x="161" y="164"/>
                      <a:pt x="161" y="164"/>
                      <a:pt x="159" y="163"/>
                    </a:cubicBezTo>
                    <a:cubicBezTo>
                      <a:pt x="160" y="162"/>
                      <a:pt x="160" y="162"/>
                      <a:pt x="160" y="162"/>
                    </a:cubicBezTo>
                    <a:cubicBezTo>
                      <a:pt x="158" y="162"/>
                      <a:pt x="159" y="161"/>
                      <a:pt x="157" y="160"/>
                    </a:cubicBezTo>
                    <a:cubicBezTo>
                      <a:pt x="148" y="153"/>
                      <a:pt x="148" y="153"/>
                      <a:pt x="148" y="153"/>
                    </a:cubicBezTo>
                    <a:cubicBezTo>
                      <a:pt x="146" y="151"/>
                      <a:pt x="142" y="146"/>
                      <a:pt x="138" y="145"/>
                    </a:cubicBezTo>
                    <a:cubicBezTo>
                      <a:pt x="139" y="145"/>
                      <a:pt x="139" y="145"/>
                      <a:pt x="139" y="145"/>
                    </a:cubicBezTo>
                    <a:cubicBezTo>
                      <a:pt x="137" y="144"/>
                      <a:pt x="136" y="144"/>
                      <a:pt x="135" y="143"/>
                    </a:cubicBezTo>
                    <a:cubicBezTo>
                      <a:pt x="126" y="139"/>
                      <a:pt x="126" y="139"/>
                      <a:pt x="126" y="139"/>
                    </a:cubicBezTo>
                    <a:cubicBezTo>
                      <a:pt x="123" y="138"/>
                      <a:pt x="122" y="137"/>
                      <a:pt x="119" y="137"/>
                    </a:cubicBezTo>
                    <a:cubicBezTo>
                      <a:pt x="119" y="136"/>
                      <a:pt x="117" y="136"/>
                      <a:pt x="116" y="135"/>
                    </a:cubicBezTo>
                    <a:cubicBezTo>
                      <a:pt x="113" y="135"/>
                      <a:pt x="113" y="135"/>
                      <a:pt x="113" y="135"/>
                    </a:cubicBezTo>
                    <a:cubicBezTo>
                      <a:pt x="112" y="133"/>
                      <a:pt x="113" y="134"/>
                      <a:pt x="112" y="134"/>
                    </a:cubicBezTo>
                    <a:cubicBezTo>
                      <a:pt x="111" y="134"/>
                      <a:pt x="111" y="134"/>
                      <a:pt x="111" y="134"/>
                    </a:cubicBezTo>
                    <a:cubicBezTo>
                      <a:pt x="111" y="134"/>
                      <a:pt x="111" y="134"/>
                      <a:pt x="111" y="134"/>
                    </a:cubicBezTo>
                    <a:cubicBezTo>
                      <a:pt x="111" y="134"/>
                      <a:pt x="111" y="135"/>
                      <a:pt x="111" y="135"/>
                    </a:cubicBezTo>
                    <a:cubicBezTo>
                      <a:pt x="111" y="134"/>
                      <a:pt x="111" y="135"/>
                      <a:pt x="111" y="135"/>
                    </a:cubicBezTo>
                    <a:cubicBezTo>
                      <a:pt x="110" y="134"/>
                      <a:pt x="110" y="134"/>
                      <a:pt x="110" y="134"/>
                    </a:cubicBezTo>
                    <a:cubicBezTo>
                      <a:pt x="110" y="134"/>
                      <a:pt x="109" y="134"/>
                      <a:pt x="109" y="134"/>
                    </a:cubicBezTo>
                    <a:cubicBezTo>
                      <a:pt x="108" y="133"/>
                      <a:pt x="106" y="134"/>
                      <a:pt x="106" y="133"/>
                    </a:cubicBezTo>
                    <a:cubicBezTo>
                      <a:pt x="103" y="133"/>
                      <a:pt x="104" y="132"/>
                      <a:pt x="102" y="132"/>
                    </a:cubicBezTo>
                    <a:cubicBezTo>
                      <a:pt x="105" y="121"/>
                      <a:pt x="105" y="121"/>
                      <a:pt x="105" y="121"/>
                    </a:cubicBezTo>
                    <a:cubicBezTo>
                      <a:pt x="105" y="119"/>
                      <a:pt x="105" y="120"/>
                      <a:pt x="105" y="119"/>
                    </a:cubicBezTo>
                    <a:cubicBezTo>
                      <a:pt x="107" y="114"/>
                      <a:pt x="107" y="114"/>
                      <a:pt x="107" y="114"/>
                    </a:cubicBezTo>
                    <a:cubicBezTo>
                      <a:pt x="107" y="110"/>
                      <a:pt x="107" y="112"/>
                      <a:pt x="108" y="109"/>
                    </a:cubicBezTo>
                    <a:cubicBezTo>
                      <a:pt x="109" y="108"/>
                      <a:pt x="109" y="108"/>
                      <a:pt x="109" y="108"/>
                    </a:cubicBezTo>
                    <a:cubicBezTo>
                      <a:pt x="109" y="106"/>
                      <a:pt x="109" y="107"/>
                      <a:pt x="109" y="105"/>
                    </a:cubicBezTo>
                    <a:cubicBezTo>
                      <a:pt x="113" y="105"/>
                      <a:pt x="114" y="104"/>
                      <a:pt x="117" y="103"/>
                    </a:cubicBezTo>
                    <a:cubicBezTo>
                      <a:pt x="118" y="103"/>
                      <a:pt x="119" y="103"/>
                      <a:pt x="119" y="103"/>
                    </a:cubicBezTo>
                    <a:cubicBezTo>
                      <a:pt x="120" y="102"/>
                      <a:pt x="120" y="102"/>
                      <a:pt x="120" y="102"/>
                    </a:cubicBezTo>
                    <a:cubicBezTo>
                      <a:pt x="120" y="102"/>
                      <a:pt x="121" y="102"/>
                      <a:pt x="121" y="102"/>
                    </a:cubicBezTo>
                    <a:cubicBezTo>
                      <a:pt x="122" y="102"/>
                      <a:pt x="122" y="102"/>
                      <a:pt x="122" y="102"/>
                    </a:cubicBezTo>
                    <a:cubicBezTo>
                      <a:pt x="124" y="101"/>
                      <a:pt x="122" y="102"/>
                      <a:pt x="123" y="101"/>
                    </a:cubicBezTo>
                    <a:cubicBezTo>
                      <a:pt x="135" y="96"/>
                      <a:pt x="135" y="96"/>
                      <a:pt x="135" y="96"/>
                    </a:cubicBezTo>
                    <a:cubicBezTo>
                      <a:pt x="136" y="95"/>
                      <a:pt x="136" y="95"/>
                      <a:pt x="137" y="95"/>
                    </a:cubicBezTo>
                    <a:cubicBezTo>
                      <a:pt x="139" y="93"/>
                      <a:pt x="139" y="93"/>
                      <a:pt x="141" y="93"/>
                    </a:cubicBezTo>
                    <a:cubicBezTo>
                      <a:pt x="141" y="92"/>
                      <a:pt x="141" y="92"/>
                      <a:pt x="141" y="92"/>
                    </a:cubicBezTo>
                    <a:cubicBezTo>
                      <a:pt x="143" y="92"/>
                      <a:pt x="142" y="92"/>
                      <a:pt x="143" y="91"/>
                    </a:cubicBezTo>
                    <a:cubicBezTo>
                      <a:pt x="144" y="91"/>
                      <a:pt x="144" y="91"/>
                      <a:pt x="144" y="91"/>
                    </a:cubicBezTo>
                    <a:cubicBezTo>
                      <a:pt x="151" y="90"/>
                      <a:pt x="151" y="90"/>
                      <a:pt x="151" y="90"/>
                    </a:cubicBezTo>
                    <a:cubicBezTo>
                      <a:pt x="151" y="90"/>
                      <a:pt x="151" y="89"/>
                      <a:pt x="151" y="89"/>
                    </a:cubicBezTo>
                    <a:cubicBezTo>
                      <a:pt x="152" y="89"/>
                      <a:pt x="152" y="89"/>
                      <a:pt x="152" y="89"/>
                    </a:cubicBezTo>
                    <a:cubicBezTo>
                      <a:pt x="159" y="88"/>
                      <a:pt x="159" y="88"/>
                      <a:pt x="159" y="88"/>
                    </a:cubicBezTo>
                    <a:cubicBezTo>
                      <a:pt x="160" y="85"/>
                      <a:pt x="159" y="89"/>
                      <a:pt x="160" y="86"/>
                    </a:cubicBezTo>
                    <a:cubicBezTo>
                      <a:pt x="161" y="84"/>
                      <a:pt x="161" y="85"/>
                      <a:pt x="162" y="84"/>
                    </a:cubicBezTo>
                    <a:cubicBezTo>
                      <a:pt x="163" y="82"/>
                      <a:pt x="162" y="83"/>
                      <a:pt x="163" y="82"/>
                    </a:cubicBezTo>
                    <a:cubicBezTo>
                      <a:pt x="164" y="80"/>
                      <a:pt x="168" y="77"/>
                      <a:pt x="170" y="76"/>
                    </a:cubicBezTo>
                    <a:cubicBezTo>
                      <a:pt x="172" y="76"/>
                      <a:pt x="172" y="75"/>
                      <a:pt x="173" y="74"/>
                    </a:cubicBezTo>
                    <a:cubicBezTo>
                      <a:pt x="173" y="69"/>
                      <a:pt x="173" y="69"/>
                      <a:pt x="173" y="69"/>
                    </a:cubicBezTo>
                    <a:cubicBezTo>
                      <a:pt x="169" y="65"/>
                      <a:pt x="169" y="65"/>
                      <a:pt x="169" y="65"/>
                    </a:cubicBezTo>
                    <a:cubicBezTo>
                      <a:pt x="167" y="63"/>
                      <a:pt x="167" y="64"/>
                      <a:pt x="164" y="63"/>
                    </a:cubicBezTo>
                    <a:cubicBezTo>
                      <a:pt x="156" y="60"/>
                      <a:pt x="156" y="60"/>
                      <a:pt x="156" y="60"/>
                    </a:cubicBezTo>
                    <a:cubicBezTo>
                      <a:pt x="155" y="59"/>
                      <a:pt x="153" y="59"/>
                      <a:pt x="152" y="59"/>
                    </a:cubicBezTo>
                    <a:cubicBezTo>
                      <a:pt x="152" y="59"/>
                      <a:pt x="153" y="59"/>
                      <a:pt x="152" y="59"/>
                    </a:cubicBezTo>
                    <a:cubicBezTo>
                      <a:pt x="151" y="58"/>
                      <a:pt x="151" y="58"/>
                      <a:pt x="151" y="58"/>
                    </a:cubicBezTo>
                    <a:cubicBezTo>
                      <a:pt x="150" y="57"/>
                      <a:pt x="151" y="58"/>
                      <a:pt x="149" y="57"/>
                    </a:cubicBezTo>
                    <a:cubicBezTo>
                      <a:pt x="141" y="54"/>
                      <a:pt x="141" y="54"/>
                      <a:pt x="141" y="54"/>
                    </a:cubicBezTo>
                    <a:cubicBezTo>
                      <a:pt x="137" y="53"/>
                      <a:pt x="133" y="53"/>
                      <a:pt x="129" y="54"/>
                    </a:cubicBezTo>
                    <a:cubicBezTo>
                      <a:pt x="128" y="54"/>
                      <a:pt x="128" y="54"/>
                      <a:pt x="128" y="54"/>
                    </a:cubicBezTo>
                    <a:cubicBezTo>
                      <a:pt x="127" y="54"/>
                      <a:pt x="125" y="55"/>
                      <a:pt x="124" y="55"/>
                    </a:cubicBezTo>
                    <a:cubicBezTo>
                      <a:pt x="119" y="58"/>
                      <a:pt x="119" y="58"/>
                      <a:pt x="119" y="58"/>
                    </a:cubicBezTo>
                    <a:cubicBezTo>
                      <a:pt x="118" y="58"/>
                      <a:pt x="118" y="58"/>
                      <a:pt x="118" y="58"/>
                    </a:cubicBezTo>
                    <a:cubicBezTo>
                      <a:pt x="119" y="51"/>
                      <a:pt x="119" y="51"/>
                      <a:pt x="119" y="51"/>
                    </a:cubicBezTo>
                    <a:cubicBezTo>
                      <a:pt x="119" y="50"/>
                      <a:pt x="119" y="45"/>
                      <a:pt x="120" y="42"/>
                    </a:cubicBezTo>
                    <a:cubicBezTo>
                      <a:pt x="120" y="41"/>
                      <a:pt x="120" y="39"/>
                      <a:pt x="120" y="37"/>
                    </a:cubicBezTo>
                    <a:cubicBezTo>
                      <a:pt x="121" y="35"/>
                      <a:pt x="121" y="35"/>
                      <a:pt x="121" y="35"/>
                    </a:cubicBezTo>
                    <a:cubicBezTo>
                      <a:pt x="121" y="33"/>
                      <a:pt x="121" y="32"/>
                      <a:pt x="121" y="30"/>
                    </a:cubicBezTo>
                    <a:cubicBezTo>
                      <a:pt x="121" y="26"/>
                      <a:pt x="121" y="26"/>
                      <a:pt x="121" y="26"/>
                    </a:cubicBezTo>
                    <a:cubicBezTo>
                      <a:pt x="121" y="25"/>
                      <a:pt x="120" y="25"/>
                      <a:pt x="122" y="25"/>
                    </a:cubicBezTo>
                    <a:cubicBezTo>
                      <a:pt x="122" y="21"/>
                      <a:pt x="122" y="21"/>
                      <a:pt x="122" y="21"/>
                    </a:cubicBezTo>
                    <a:cubicBezTo>
                      <a:pt x="122" y="15"/>
                      <a:pt x="122" y="15"/>
                      <a:pt x="121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" name="Freeform 12"/>
              <p:cNvSpPr>
                <a:spLocks noEditPoints="1"/>
              </p:cNvSpPr>
              <p:nvPr/>
            </p:nvSpPr>
            <p:spPr bwMode="auto">
              <a:xfrm>
                <a:off x="4557534" y="4252643"/>
                <a:ext cx="242888" cy="369888"/>
              </a:xfrm>
              <a:custGeom>
                <a:avLst/>
                <a:gdLst>
                  <a:gd name="T0" fmla="*/ 148 w 212"/>
                  <a:gd name="T1" fmla="*/ 261 h 322"/>
                  <a:gd name="T2" fmla="*/ 107 w 212"/>
                  <a:gd name="T3" fmla="*/ 211 h 322"/>
                  <a:gd name="T4" fmla="*/ 121 w 212"/>
                  <a:gd name="T5" fmla="*/ 193 h 322"/>
                  <a:gd name="T6" fmla="*/ 111 w 212"/>
                  <a:gd name="T7" fmla="*/ 211 h 322"/>
                  <a:gd name="T8" fmla="*/ 113 w 212"/>
                  <a:gd name="T9" fmla="*/ 149 h 322"/>
                  <a:gd name="T10" fmla="*/ 147 w 212"/>
                  <a:gd name="T11" fmla="*/ 148 h 322"/>
                  <a:gd name="T12" fmla="*/ 136 w 212"/>
                  <a:gd name="T13" fmla="*/ 166 h 322"/>
                  <a:gd name="T14" fmla="*/ 135 w 212"/>
                  <a:gd name="T15" fmla="*/ 176 h 322"/>
                  <a:gd name="T16" fmla="*/ 140 w 212"/>
                  <a:gd name="T17" fmla="*/ 186 h 322"/>
                  <a:gd name="T18" fmla="*/ 153 w 212"/>
                  <a:gd name="T19" fmla="*/ 229 h 322"/>
                  <a:gd name="T20" fmla="*/ 153 w 212"/>
                  <a:gd name="T21" fmla="*/ 186 h 322"/>
                  <a:gd name="T22" fmla="*/ 116 w 212"/>
                  <a:gd name="T23" fmla="*/ 147 h 322"/>
                  <a:gd name="T24" fmla="*/ 133 w 212"/>
                  <a:gd name="T25" fmla="*/ 128 h 322"/>
                  <a:gd name="T26" fmla="*/ 123 w 212"/>
                  <a:gd name="T27" fmla="*/ 117 h 322"/>
                  <a:gd name="T28" fmla="*/ 160 w 212"/>
                  <a:gd name="T29" fmla="*/ 97 h 322"/>
                  <a:gd name="T30" fmla="*/ 161 w 212"/>
                  <a:gd name="T31" fmla="*/ 96 h 322"/>
                  <a:gd name="T32" fmla="*/ 95 w 212"/>
                  <a:gd name="T33" fmla="*/ 83 h 322"/>
                  <a:gd name="T34" fmla="*/ 130 w 212"/>
                  <a:gd name="T35" fmla="*/ 96 h 322"/>
                  <a:gd name="T36" fmla="*/ 140 w 212"/>
                  <a:gd name="T37" fmla="*/ 89 h 322"/>
                  <a:gd name="T38" fmla="*/ 130 w 212"/>
                  <a:gd name="T39" fmla="*/ 95 h 322"/>
                  <a:gd name="T40" fmla="*/ 124 w 212"/>
                  <a:gd name="T41" fmla="*/ 141 h 322"/>
                  <a:gd name="T42" fmla="*/ 140 w 212"/>
                  <a:gd name="T43" fmla="*/ 122 h 322"/>
                  <a:gd name="T44" fmla="*/ 148 w 212"/>
                  <a:gd name="T45" fmla="*/ 110 h 322"/>
                  <a:gd name="T46" fmla="*/ 167 w 212"/>
                  <a:gd name="T47" fmla="*/ 94 h 322"/>
                  <a:gd name="T48" fmla="*/ 173 w 212"/>
                  <a:gd name="T49" fmla="*/ 61 h 322"/>
                  <a:gd name="T50" fmla="*/ 137 w 212"/>
                  <a:gd name="T51" fmla="*/ 73 h 322"/>
                  <a:gd name="T52" fmla="*/ 105 w 212"/>
                  <a:gd name="T53" fmla="*/ 109 h 322"/>
                  <a:gd name="T54" fmla="*/ 80 w 212"/>
                  <a:gd name="T55" fmla="*/ 153 h 322"/>
                  <a:gd name="T56" fmla="*/ 63 w 212"/>
                  <a:gd name="T57" fmla="*/ 101 h 322"/>
                  <a:gd name="T58" fmla="*/ 113 w 212"/>
                  <a:gd name="T59" fmla="*/ 75 h 322"/>
                  <a:gd name="T60" fmla="*/ 123 w 212"/>
                  <a:gd name="T61" fmla="*/ 71 h 322"/>
                  <a:gd name="T62" fmla="*/ 149 w 212"/>
                  <a:gd name="T63" fmla="*/ 52 h 322"/>
                  <a:gd name="T64" fmla="*/ 150 w 212"/>
                  <a:gd name="T65" fmla="*/ 0 h 322"/>
                  <a:gd name="T66" fmla="*/ 103 w 212"/>
                  <a:gd name="T67" fmla="*/ 56 h 322"/>
                  <a:gd name="T68" fmla="*/ 41 w 212"/>
                  <a:gd name="T69" fmla="*/ 95 h 322"/>
                  <a:gd name="T70" fmla="*/ 4 w 212"/>
                  <a:gd name="T71" fmla="*/ 109 h 322"/>
                  <a:gd name="T72" fmla="*/ 40 w 212"/>
                  <a:gd name="T73" fmla="*/ 133 h 322"/>
                  <a:gd name="T74" fmla="*/ 33 w 212"/>
                  <a:gd name="T75" fmla="*/ 198 h 322"/>
                  <a:gd name="T76" fmla="*/ 17 w 212"/>
                  <a:gd name="T77" fmla="*/ 258 h 322"/>
                  <a:gd name="T78" fmla="*/ 55 w 212"/>
                  <a:gd name="T79" fmla="*/ 255 h 322"/>
                  <a:gd name="T80" fmla="*/ 65 w 212"/>
                  <a:gd name="T81" fmla="*/ 227 h 322"/>
                  <a:gd name="T82" fmla="*/ 83 w 212"/>
                  <a:gd name="T83" fmla="*/ 238 h 322"/>
                  <a:gd name="T84" fmla="*/ 103 w 212"/>
                  <a:gd name="T85" fmla="*/ 231 h 322"/>
                  <a:gd name="T86" fmla="*/ 122 w 212"/>
                  <a:gd name="T87" fmla="*/ 197 h 322"/>
                  <a:gd name="T88" fmla="*/ 105 w 212"/>
                  <a:gd name="T89" fmla="*/ 260 h 322"/>
                  <a:gd name="T90" fmla="*/ 63 w 212"/>
                  <a:gd name="T91" fmla="*/ 287 h 322"/>
                  <a:gd name="T92" fmla="*/ 44 w 212"/>
                  <a:gd name="T93" fmla="*/ 301 h 322"/>
                  <a:gd name="T94" fmla="*/ 87 w 212"/>
                  <a:gd name="T95" fmla="*/ 304 h 322"/>
                  <a:gd name="T96" fmla="*/ 115 w 212"/>
                  <a:gd name="T97" fmla="*/ 294 h 322"/>
                  <a:gd name="T98" fmla="*/ 153 w 212"/>
                  <a:gd name="T99" fmla="*/ 279 h 322"/>
                  <a:gd name="T100" fmla="*/ 193 w 212"/>
                  <a:gd name="T101" fmla="*/ 321 h 322"/>
                  <a:gd name="T102" fmla="*/ 195 w 212"/>
                  <a:gd name="T103" fmla="*/ 282 h 322"/>
                  <a:gd name="T104" fmla="*/ 187 w 212"/>
                  <a:gd name="T105" fmla="*/ 199 h 322"/>
                  <a:gd name="T106" fmla="*/ 198 w 212"/>
                  <a:gd name="T107" fmla="*/ 169 h 322"/>
                  <a:gd name="T108" fmla="*/ 177 w 212"/>
                  <a:gd name="T109" fmla="*/ 121 h 322"/>
                  <a:gd name="T110" fmla="*/ 150 w 212"/>
                  <a:gd name="T111" fmla="*/ 133 h 322"/>
                  <a:gd name="T112" fmla="*/ 123 w 212"/>
                  <a:gd name="T113" fmla="*/ 162 h 322"/>
                  <a:gd name="T114" fmla="*/ 142 w 212"/>
                  <a:gd name="T115" fmla="*/ 157 h 322"/>
                  <a:gd name="T116" fmla="*/ 147 w 212"/>
                  <a:gd name="T117" fmla="*/ 156 h 322"/>
                  <a:gd name="T118" fmla="*/ 142 w 212"/>
                  <a:gd name="T119" fmla="*/ 163 h 322"/>
                  <a:gd name="T120" fmla="*/ 123 w 212"/>
                  <a:gd name="T121" fmla="*/ 145 h 322"/>
                  <a:gd name="T122" fmla="*/ 32 w 212"/>
                  <a:gd name="T123" fmla="*/ 115 h 322"/>
                  <a:gd name="T124" fmla="*/ 33 w 212"/>
                  <a:gd name="T125" fmla="*/ 299 h 3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12" h="322">
                    <a:moveTo>
                      <a:pt x="160" y="287"/>
                    </a:moveTo>
                    <a:cubicBezTo>
                      <a:pt x="160" y="287"/>
                      <a:pt x="161" y="286"/>
                      <a:pt x="160" y="287"/>
                    </a:cubicBezTo>
                    <a:cubicBezTo>
                      <a:pt x="160" y="288"/>
                      <a:pt x="162" y="288"/>
                      <a:pt x="160" y="288"/>
                    </a:cubicBezTo>
                    <a:cubicBezTo>
                      <a:pt x="159" y="288"/>
                      <a:pt x="160" y="288"/>
                      <a:pt x="160" y="287"/>
                    </a:cubicBezTo>
                    <a:close/>
                    <a:moveTo>
                      <a:pt x="142" y="244"/>
                    </a:moveTo>
                    <a:cubicBezTo>
                      <a:pt x="143" y="242"/>
                      <a:pt x="145" y="240"/>
                      <a:pt x="147" y="241"/>
                    </a:cubicBezTo>
                    <a:cubicBezTo>
                      <a:pt x="149" y="243"/>
                      <a:pt x="149" y="243"/>
                      <a:pt x="149" y="243"/>
                    </a:cubicBezTo>
                    <a:cubicBezTo>
                      <a:pt x="149" y="244"/>
                      <a:pt x="149" y="243"/>
                      <a:pt x="150" y="244"/>
                    </a:cubicBezTo>
                    <a:cubicBezTo>
                      <a:pt x="152" y="248"/>
                      <a:pt x="152" y="248"/>
                      <a:pt x="152" y="248"/>
                    </a:cubicBezTo>
                    <a:cubicBezTo>
                      <a:pt x="155" y="254"/>
                      <a:pt x="154" y="260"/>
                      <a:pt x="151" y="262"/>
                    </a:cubicBezTo>
                    <a:cubicBezTo>
                      <a:pt x="151" y="262"/>
                      <a:pt x="151" y="262"/>
                      <a:pt x="151" y="262"/>
                    </a:cubicBezTo>
                    <a:cubicBezTo>
                      <a:pt x="149" y="261"/>
                      <a:pt x="149" y="261"/>
                      <a:pt x="149" y="261"/>
                    </a:cubicBezTo>
                    <a:cubicBezTo>
                      <a:pt x="148" y="261"/>
                      <a:pt x="148" y="261"/>
                      <a:pt x="148" y="261"/>
                    </a:cubicBezTo>
                    <a:cubicBezTo>
                      <a:pt x="146" y="260"/>
                      <a:pt x="147" y="261"/>
                      <a:pt x="142" y="260"/>
                    </a:cubicBezTo>
                    <a:cubicBezTo>
                      <a:pt x="141" y="260"/>
                      <a:pt x="141" y="260"/>
                      <a:pt x="141" y="260"/>
                    </a:cubicBezTo>
                    <a:cubicBezTo>
                      <a:pt x="140" y="260"/>
                      <a:pt x="141" y="259"/>
                      <a:pt x="140" y="260"/>
                    </a:cubicBezTo>
                    <a:cubicBezTo>
                      <a:pt x="140" y="260"/>
                      <a:pt x="139" y="259"/>
                      <a:pt x="139" y="259"/>
                    </a:cubicBezTo>
                    <a:cubicBezTo>
                      <a:pt x="139" y="257"/>
                      <a:pt x="139" y="257"/>
                      <a:pt x="139" y="257"/>
                    </a:cubicBezTo>
                    <a:cubicBezTo>
                      <a:pt x="141" y="258"/>
                      <a:pt x="138" y="256"/>
                      <a:pt x="140" y="257"/>
                    </a:cubicBezTo>
                    <a:cubicBezTo>
                      <a:pt x="142" y="253"/>
                      <a:pt x="142" y="253"/>
                      <a:pt x="142" y="253"/>
                    </a:cubicBezTo>
                    <a:cubicBezTo>
                      <a:pt x="144" y="248"/>
                      <a:pt x="146" y="249"/>
                      <a:pt x="142" y="244"/>
                    </a:cubicBezTo>
                    <a:close/>
                    <a:moveTo>
                      <a:pt x="108" y="216"/>
                    </a:moveTo>
                    <a:cubicBezTo>
                      <a:pt x="108" y="218"/>
                      <a:pt x="108" y="218"/>
                      <a:pt x="108" y="218"/>
                    </a:cubicBezTo>
                    <a:cubicBezTo>
                      <a:pt x="107" y="216"/>
                      <a:pt x="107" y="217"/>
                      <a:pt x="108" y="216"/>
                    </a:cubicBezTo>
                    <a:close/>
                    <a:moveTo>
                      <a:pt x="106" y="214"/>
                    </a:moveTo>
                    <a:cubicBezTo>
                      <a:pt x="106" y="212"/>
                      <a:pt x="107" y="212"/>
                      <a:pt x="107" y="211"/>
                    </a:cubicBezTo>
                    <a:cubicBezTo>
                      <a:pt x="107" y="211"/>
                      <a:pt x="109" y="212"/>
                      <a:pt x="106" y="214"/>
                    </a:cubicBezTo>
                    <a:close/>
                    <a:moveTo>
                      <a:pt x="123" y="195"/>
                    </a:moveTo>
                    <a:cubicBezTo>
                      <a:pt x="123" y="196"/>
                      <a:pt x="123" y="196"/>
                      <a:pt x="124" y="197"/>
                    </a:cubicBezTo>
                    <a:cubicBezTo>
                      <a:pt x="122" y="197"/>
                      <a:pt x="122" y="197"/>
                      <a:pt x="122" y="197"/>
                    </a:cubicBezTo>
                    <a:cubicBezTo>
                      <a:pt x="123" y="195"/>
                      <a:pt x="123" y="195"/>
                      <a:pt x="123" y="195"/>
                    </a:cubicBezTo>
                    <a:close/>
                    <a:moveTo>
                      <a:pt x="108" y="216"/>
                    </a:moveTo>
                    <a:cubicBezTo>
                      <a:pt x="109" y="216"/>
                      <a:pt x="109" y="216"/>
                      <a:pt x="109" y="216"/>
                    </a:cubicBezTo>
                    <a:cubicBezTo>
                      <a:pt x="109" y="215"/>
                      <a:pt x="109" y="215"/>
                      <a:pt x="110" y="213"/>
                    </a:cubicBezTo>
                    <a:cubicBezTo>
                      <a:pt x="111" y="212"/>
                      <a:pt x="110" y="213"/>
                      <a:pt x="111" y="212"/>
                    </a:cubicBezTo>
                    <a:cubicBezTo>
                      <a:pt x="111" y="211"/>
                      <a:pt x="111" y="212"/>
                      <a:pt x="111" y="211"/>
                    </a:cubicBezTo>
                    <a:cubicBezTo>
                      <a:pt x="116" y="202"/>
                      <a:pt x="116" y="202"/>
                      <a:pt x="116" y="202"/>
                    </a:cubicBezTo>
                    <a:cubicBezTo>
                      <a:pt x="118" y="199"/>
                      <a:pt x="120" y="198"/>
                      <a:pt x="120" y="197"/>
                    </a:cubicBezTo>
                    <a:cubicBezTo>
                      <a:pt x="120" y="195"/>
                      <a:pt x="120" y="194"/>
                      <a:pt x="121" y="193"/>
                    </a:cubicBezTo>
                    <a:cubicBezTo>
                      <a:pt x="123" y="191"/>
                      <a:pt x="123" y="193"/>
                      <a:pt x="123" y="190"/>
                    </a:cubicBezTo>
                    <a:cubicBezTo>
                      <a:pt x="118" y="193"/>
                      <a:pt x="120" y="195"/>
                      <a:pt x="117" y="196"/>
                    </a:cubicBezTo>
                    <a:cubicBezTo>
                      <a:pt x="115" y="196"/>
                      <a:pt x="116" y="196"/>
                      <a:pt x="113" y="198"/>
                    </a:cubicBezTo>
                    <a:cubicBezTo>
                      <a:pt x="112" y="202"/>
                      <a:pt x="112" y="202"/>
                      <a:pt x="112" y="202"/>
                    </a:cubicBezTo>
                    <a:cubicBezTo>
                      <a:pt x="110" y="203"/>
                      <a:pt x="113" y="201"/>
                      <a:pt x="111" y="202"/>
                    </a:cubicBezTo>
                    <a:cubicBezTo>
                      <a:pt x="111" y="202"/>
                      <a:pt x="111" y="203"/>
                      <a:pt x="111" y="203"/>
                    </a:cubicBezTo>
                    <a:cubicBezTo>
                      <a:pt x="110" y="204"/>
                      <a:pt x="110" y="204"/>
                      <a:pt x="110" y="204"/>
                    </a:cubicBezTo>
                    <a:cubicBezTo>
                      <a:pt x="109" y="206"/>
                      <a:pt x="110" y="206"/>
                      <a:pt x="109" y="207"/>
                    </a:cubicBezTo>
                    <a:cubicBezTo>
                      <a:pt x="109" y="208"/>
                      <a:pt x="109" y="208"/>
                      <a:pt x="109" y="208"/>
                    </a:cubicBezTo>
                    <a:cubicBezTo>
                      <a:pt x="109" y="209"/>
                      <a:pt x="109" y="207"/>
                      <a:pt x="109" y="209"/>
                    </a:cubicBezTo>
                    <a:cubicBezTo>
                      <a:pt x="108" y="208"/>
                      <a:pt x="108" y="208"/>
                      <a:pt x="108" y="208"/>
                    </a:cubicBezTo>
                    <a:cubicBezTo>
                      <a:pt x="108" y="210"/>
                      <a:pt x="108" y="210"/>
                      <a:pt x="111" y="209"/>
                    </a:cubicBezTo>
                    <a:cubicBezTo>
                      <a:pt x="111" y="211"/>
                      <a:pt x="111" y="211"/>
                      <a:pt x="111" y="211"/>
                    </a:cubicBezTo>
                    <a:cubicBezTo>
                      <a:pt x="109" y="213"/>
                      <a:pt x="108" y="214"/>
                      <a:pt x="108" y="216"/>
                    </a:cubicBezTo>
                    <a:close/>
                    <a:moveTo>
                      <a:pt x="112" y="150"/>
                    </a:moveTo>
                    <a:cubicBezTo>
                      <a:pt x="112" y="151"/>
                      <a:pt x="112" y="151"/>
                      <a:pt x="112" y="151"/>
                    </a:cubicBezTo>
                    <a:cubicBezTo>
                      <a:pt x="112" y="151"/>
                      <a:pt x="112" y="151"/>
                      <a:pt x="112" y="151"/>
                    </a:cubicBezTo>
                    <a:cubicBezTo>
                      <a:pt x="112" y="150"/>
                      <a:pt x="112" y="150"/>
                      <a:pt x="112" y="150"/>
                    </a:cubicBezTo>
                    <a:close/>
                    <a:moveTo>
                      <a:pt x="150" y="150"/>
                    </a:moveTo>
                    <a:cubicBezTo>
                      <a:pt x="150" y="149"/>
                      <a:pt x="150" y="150"/>
                      <a:pt x="151" y="149"/>
                    </a:cubicBezTo>
                    <a:cubicBezTo>
                      <a:pt x="150" y="150"/>
                      <a:pt x="150" y="150"/>
                      <a:pt x="150" y="150"/>
                    </a:cubicBezTo>
                    <a:close/>
                    <a:moveTo>
                      <a:pt x="113" y="149"/>
                    </a:moveTo>
                    <a:cubicBezTo>
                      <a:pt x="112" y="150"/>
                      <a:pt x="113" y="149"/>
                      <a:pt x="111" y="149"/>
                    </a:cubicBezTo>
                    <a:cubicBezTo>
                      <a:pt x="112" y="150"/>
                      <a:pt x="111" y="149"/>
                      <a:pt x="112" y="150"/>
                    </a:cubicBezTo>
                    <a:cubicBezTo>
                      <a:pt x="113" y="150"/>
                      <a:pt x="113" y="150"/>
                      <a:pt x="113" y="150"/>
                    </a:cubicBezTo>
                    <a:lnTo>
                      <a:pt x="113" y="149"/>
                    </a:lnTo>
                    <a:close/>
                    <a:moveTo>
                      <a:pt x="113" y="149"/>
                    </a:moveTo>
                    <a:cubicBezTo>
                      <a:pt x="113" y="147"/>
                      <a:pt x="113" y="147"/>
                      <a:pt x="113" y="147"/>
                    </a:cubicBezTo>
                    <a:cubicBezTo>
                      <a:pt x="114" y="148"/>
                      <a:pt x="114" y="148"/>
                      <a:pt x="114" y="149"/>
                    </a:cubicBezTo>
                    <a:cubicBezTo>
                      <a:pt x="113" y="149"/>
                      <a:pt x="113" y="149"/>
                      <a:pt x="113" y="149"/>
                    </a:cubicBezTo>
                    <a:close/>
                    <a:moveTo>
                      <a:pt x="150" y="150"/>
                    </a:moveTo>
                    <a:cubicBezTo>
                      <a:pt x="149" y="149"/>
                      <a:pt x="149" y="149"/>
                      <a:pt x="149" y="149"/>
                    </a:cubicBezTo>
                    <a:cubicBezTo>
                      <a:pt x="148" y="151"/>
                      <a:pt x="150" y="150"/>
                      <a:pt x="147" y="150"/>
                    </a:cubicBezTo>
                    <a:cubicBezTo>
                      <a:pt x="147" y="152"/>
                      <a:pt x="147" y="152"/>
                      <a:pt x="147" y="152"/>
                    </a:cubicBezTo>
                    <a:cubicBezTo>
                      <a:pt x="145" y="152"/>
                      <a:pt x="145" y="152"/>
                      <a:pt x="145" y="152"/>
                    </a:cubicBezTo>
                    <a:cubicBezTo>
                      <a:pt x="145" y="151"/>
                      <a:pt x="145" y="151"/>
                      <a:pt x="145" y="150"/>
                    </a:cubicBezTo>
                    <a:cubicBezTo>
                      <a:pt x="146" y="152"/>
                      <a:pt x="146" y="151"/>
                      <a:pt x="146" y="151"/>
                    </a:cubicBezTo>
                    <a:cubicBezTo>
                      <a:pt x="146" y="150"/>
                      <a:pt x="145" y="151"/>
                      <a:pt x="146" y="149"/>
                    </a:cubicBezTo>
                    <a:cubicBezTo>
                      <a:pt x="147" y="148"/>
                      <a:pt x="147" y="148"/>
                      <a:pt x="147" y="148"/>
                    </a:cubicBezTo>
                    <a:cubicBezTo>
                      <a:pt x="149" y="146"/>
                      <a:pt x="149" y="148"/>
                      <a:pt x="149" y="145"/>
                    </a:cubicBezTo>
                    <a:cubicBezTo>
                      <a:pt x="145" y="145"/>
                      <a:pt x="148" y="148"/>
                      <a:pt x="143" y="149"/>
                    </a:cubicBezTo>
                    <a:cubicBezTo>
                      <a:pt x="142" y="151"/>
                      <a:pt x="142" y="151"/>
                      <a:pt x="142" y="151"/>
                    </a:cubicBezTo>
                    <a:cubicBezTo>
                      <a:pt x="142" y="152"/>
                      <a:pt x="142" y="152"/>
                      <a:pt x="142" y="152"/>
                    </a:cubicBezTo>
                    <a:cubicBezTo>
                      <a:pt x="140" y="155"/>
                      <a:pt x="140" y="155"/>
                      <a:pt x="140" y="155"/>
                    </a:cubicBezTo>
                    <a:cubicBezTo>
                      <a:pt x="140" y="155"/>
                      <a:pt x="140" y="155"/>
                      <a:pt x="140" y="155"/>
                    </a:cubicBezTo>
                    <a:cubicBezTo>
                      <a:pt x="139" y="157"/>
                      <a:pt x="139" y="157"/>
                      <a:pt x="139" y="157"/>
                    </a:cubicBezTo>
                    <a:cubicBezTo>
                      <a:pt x="136" y="160"/>
                      <a:pt x="138" y="159"/>
                      <a:pt x="136" y="162"/>
                    </a:cubicBezTo>
                    <a:cubicBezTo>
                      <a:pt x="136" y="162"/>
                      <a:pt x="136" y="162"/>
                      <a:pt x="136" y="162"/>
                    </a:cubicBezTo>
                    <a:cubicBezTo>
                      <a:pt x="136" y="162"/>
                      <a:pt x="137" y="162"/>
                      <a:pt x="137" y="162"/>
                    </a:cubicBezTo>
                    <a:cubicBezTo>
                      <a:pt x="138" y="164"/>
                      <a:pt x="138" y="164"/>
                      <a:pt x="138" y="164"/>
                    </a:cubicBezTo>
                    <a:cubicBezTo>
                      <a:pt x="137" y="165"/>
                      <a:pt x="137" y="166"/>
                      <a:pt x="135" y="165"/>
                    </a:cubicBezTo>
                    <a:cubicBezTo>
                      <a:pt x="135" y="167"/>
                      <a:pt x="135" y="166"/>
                      <a:pt x="136" y="166"/>
                    </a:cubicBezTo>
                    <a:cubicBezTo>
                      <a:pt x="136" y="168"/>
                      <a:pt x="136" y="167"/>
                      <a:pt x="136" y="168"/>
                    </a:cubicBezTo>
                    <a:cubicBezTo>
                      <a:pt x="134" y="171"/>
                      <a:pt x="134" y="171"/>
                      <a:pt x="134" y="171"/>
                    </a:cubicBezTo>
                    <a:cubicBezTo>
                      <a:pt x="132" y="171"/>
                      <a:pt x="134" y="171"/>
                      <a:pt x="132" y="171"/>
                    </a:cubicBezTo>
                    <a:cubicBezTo>
                      <a:pt x="132" y="172"/>
                      <a:pt x="132" y="173"/>
                      <a:pt x="131" y="174"/>
                    </a:cubicBezTo>
                    <a:cubicBezTo>
                      <a:pt x="131" y="177"/>
                      <a:pt x="131" y="177"/>
                      <a:pt x="131" y="177"/>
                    </a:cubicBezTo>
                    <a:cubicBezTo>
                      <a:pt x="129" y="178"/>
                      <a:pt x="129" y="178"/>
                      <a:pt x="129" y="180"/>
                    </a:cubicBezTo>
                    <a:cubicBezTo>
                      <a:pt x="130" y="180"/>
                      <a:pt x="129" y="180"/>
                      <a:pt x="131" y="180"/>
                    </a:cubicBezTo>
                    <a:cubicBezTo>
                      <a:pt x="132" y="179"/>
                      <a:pt x="130" y="179"/>
                      <a:pt x="132" y="179"/>
                    </a:cubicBezTo>
                    <a:cubicBezTo>
                      <a:pt x="131" y="181"/>
                      <a:pt x="132" y="181"/>
                      <a:pt x="133" y="181"/>
                    </a:cubicBezTo>
                    <a:cubicBezTo>
                      <a:pt x="132" y="175"/>
                      <a:pt x="133" y="179"/>
                      <a:pt x="133" y="175"/>
                    </a:cubicBezTo>
                    <a:cubicBezTo>
                      <a:pt x="135" y="174"/>
                      <a:pt x="135" y="174"/>
                      <a:pt x="135" y="174"/>
                    </a:cubicBezTo>
                    <a:cubicBezTo>
                      <a:pt x="135" y="175"/>
                      <a:pt x="135" y="174"/>
                      <a:pt x="135" y="175"/>
                    </a:cubicBezTo>
                    <a:cubicBezTo>
                      <a:pt x="135" y="175"/>
                      <a:pt x="135" y="176"/>
                      <a:pt x="135" y="176"/>
                    </a:cubicBezTo>
                    <a:cubicBezTo>
                      <a:pt x="137" y="174"/>
                      <a:pt x="137" y="174"/>
                      <a:pt x="137" y="174"/>
                    </a:cubicBezTo>
                    <a:cubicBezTo>
                      <a:pt x="138" y="173"/>
                      <a:pt x="136" y="174"/>
                      <a:pt x="138" y="174"/>
                    </a:cubicBezTo>
                    <a:cubicBezTo>
                      <a:pt x="138" y="173"/>
                      <a:pt x="138" y="173"/>
                      <a:pt x="138" y="173"/>
                    </a:cubicBezTo>
                    <a:cubicBezTo>
                      <a:pt x="137" y="172"/>
                      <a:pt x="136" y="172"/>
                      <a:pt x="138" y="168"/>
                    </a:cubicBezTo>
                    <a:cubicBezTo>
                      <a:pt x="139" y="167"/>
                      <a:pt x="139" y="167"/>
                      <a:pt x="139" y="167"/>
                    </a:cubicBezTo>
                    <a:cubicBezTo>
                      <a:pt x="139" y="167"/>
                      <a:pt x="139" y="167"/>
                      <a:pt x="139" y="167"/>
                    </a:cubicBezTo>
                    <a:cubicBezTo>
                      <a:pt x="140" y="167"/>
                      <a:pt x="140" y="167"/>
                      <a:pt x="140" y="167"/>
                    </a:cubicBezTo>
                    <a:cubicBezTo>
                      <a:pt x="140" y="168"/>
                      <a:pt x="140" y="168"/>
                      <a:pt x="140" y="169"/>
                    </a:cubicBezTo>
                    <a:cubicBezTo>
                      <a:pt x="138" y="171"/>
                      <a:pt x="138" y="171"/>
                      <a:pt x="138" y="171"/>
                    </a:cubicBezTo>
                    <a:cubicBezTo>
                      <a:pt x="138" y="172"/>
                      <a:pt x="138" y="172"/>
                      <a:pt x="139" y="173"/>
                    </a:cubicBezTo>
                    <a:cubicBezTo>
                      <a:pt x="136" y="177"/>
                      <a:pt x="137" y="178"/>
                      <a:pt x="135" y="179"/>
                    </a:cubicBezTo>
                    <a:cubicBezTo>
                      <a:pt x="135" y="182"/>
                      <a:pt x="135" y="182"/>
                      <a:pt x="135" y="182"/>
                    </a:cubicBezTo>
                    <a:cubicBezTo>
                      <a:pt x="137" y="184"/>
                      <a:pt x="137" y="182"/>
                      <a:pt x="140" y="186"/>
                    </a:cubicBezTo>
                    <a:cubicBezTo>
                      <a:pt x="142" y="188"/>
                      <a:pt x="144" y="191"/>
                      <a:pt x="145" y="190"/>
                    </a:cubicBezTo>
                    <a:cubicBezTo>
                      <a:pt x="145" y="192"/>
                      <a:pt x="146" y="196"/>
                      <a:pt x="147" y="197"/>
                    </a:cubicBezTo>
                    <a:cubicBezTo>
                      <a:pt x="146" y="200"/>
                      <a:pt x="147" y="198"/>
                      <a:pt x="147" y="204"/>
                    </a:cubicBezTo>
                    <a:cubicBezTo>
                      <a:pt x="147" y="210"/>
                      <a:pt x="147" y="206"/>
                      <a:pt x="147" y="209"/>
                    </a:cubicBezTo>
                    <a:cubicBezTo>
                      <a:pt x="148" y="213"/>
                      <a:pt x="148" y="218"/>
                      <a:pt x="148" y="219"/>
                    </a:cubicBezTo>
                    <a:cubicBezTo>
                      <a:pt x="149" y="224"/>
                      <a:pt x="149" y="224"/>
                      <a:pt x="149" y="224"/>
                    </a:cubicBezTo>
                    <a:cubicBezTo>
                      <a:pt x="150" y="225"/>
                      <a:pt x="150" y="225"/>
                      <a:pt x="150" y="227"/>
                    </a:cubicBezTo>
                    <a:cubicBezTo>
                      <a:pt x="150" y="228"/>
                      <a:pt x="148" y="239"/>
                      <a:pt x="148" y="238"/>
                    </a:cubicBezTo>
                    <a:cubicBezTo>
                      <a:pt x="148" y="238"/>
                      <a:pt x="147" y="238"/>
                      <a:pt x="147" y="238"/>
                    </a:cubicBezTo>
                    <a:cubicBezTo>
                      <a:pt x="150" y="240"/>
                      <a:pt x="151" y="243"/>
                      <a:pt x="153" y="243"/>
                    </a:cubicBezTo>
                    <a:cubicBezTo>
                      <a:pt x="154" y="241"/>
                      <a:pt x="153" y="243"/>
                      <a:pt x="153" y="240"/>
                    </a:cubicBezTo>
                    <a:cubicBezTo>
                      <a:pt x="153" y="239"/>
                      <a:pt x="153" y="237"/>
                      <a:pt x="153" y="236"/>
                    </a:cubicBezTo>
                    <a:cubicBezTo>
                      <a:pt x="152" y="234"/>
                      <a:pt x="151" y="232"/>
                      <a:pt x="153" y="229"/>
                    </a:cubicBezTo>
                    <a:cubicBezTo>
                      <a:pt x="152" y="229"/>
                      <a:pt x="151" y="227"/>
                      <a:pt x="151" y="226"/>
                    </a:cubicBezTo>
                    <a:cubicBezTo>
                      <a:pt x="151" y="223"/>
                      <a:pt x="152" y="223"/>
                      <a:pt x="151" y="221"/>
                    </a:cubicBezTo>
                    <a:cubicBezTo>
                      <a:pt x="152" y="222"/>
                      <a:pt x="152" y="221"/>
                      <a:pt x="152" y="222"/>
                    </a:cubicBezTo>
                    <a:cubicBezTo>
                      <a:pt x="152" y="217"/>
                      <a:pt x="152" y="217"/>
                      <a:pt x="152" y="217"/>
                    </a:cubicBezTo>
                    <a:cubicBezTo>
                      <a:pt x="151" y="218"/>
                      <a:pt x="152" y="217"/>
                      <a:pt x="151" y="218"/>
                    </a:cubicBezTo>
                    <a:cubicBezTo>
                      <a:pt x="151" y="215"/>
                      <a:pt x="151" y="216"/>
                      <a:pt x="151" y="214"/>
                    </a:cubicBezTo>
                    <a:cubicBezTo>
                      <a:pt x="152" y="216"/>
                      <a:pt x="152" y="216"/>
                      <a:pt x="152" y="216"/>
                    </a:cubicBezTo>
                    <a:cubicBezTo>
                      <a:pt x="153" y="212"/>
                      <a:pt x="153" y="212"/>
                      <a:pt x="153" y="212"/>
                    </a:cubicBezTo>
                    <a:cubicBezTo>
                      <a:pt x="153" y="211"/>
                      <a:pt x="153" y="212"/>
                      <a:pt x="153" y="211"/>
                    </a:cubicBezTo>
                    <a:cubicBezTo>
                      <a:pt x="154" y="202"/>
                      <a:pt x="153" y="193"/>
                      <a:pt x="153" y="193"/>
                    </a:cubicBezTo>
                    <a:cubicBezTo>
                      <a:pt x="153" y="191"/>
                      <a:pt x="154" y="193"/>
                      <a:pt x="153" y="187"/>
                    </a:cubicBezTo>
                    <a:cubicBezTo>
                      <a:pt x="153" y="187"/>
                      <a:pt x="153" y="187"/>
                      <a:pt x="153" y="187"/>
                    </a:cubicBezTo>
                    <a:cubicBezTo>
                      <a:pt x="153" y="187"/>
                      <a:pt x="153" y="186"/>
                      <a:pt x="153" y="186"/>
                    </a:cubicBezTo>
                    <a:cubicBezTo>
                      <a:pt x="153" y="186"/>
                      <a:pt x="153" y="186"/>
                      <a:pt x="153" y="186"/>
                    </a:cubicBezTo>
                    <a:cubicBezTo>
                      <a:pt x="153" y="184"/>
                      <a:pt x="153" y="184"/>
                      <a:pt x="153" y="184"/>
                    </a:cubicBezTo>
                    <a:cubicBezTo>
                      <a:pt x="152" y="182"/>
                      <a:pt x="152" y="183"/>
                      <a:pt x="152" y="183"/>
                    </a:cubicBezTo>
                    <a:cubicBezTo>
                      <a:pt x="152" y="183"/>
                      <a:pt x="152" y="183"/>
                      <a:pt x="152" y="183"/>
                    </a:cubicBezTo>
                    <a:cubicBezTo>
                      <a:pt x="151" y="181"/>
                      <a:pt x="151" y="181"/>
                      <a:pt x="151" y="181"/>
                    </a:cubicBezTo>
                    <a:cubicBezTo>
                      <a:pt x="153" y="181"/>
                      <a:pt x="153" y="181"/>
                      <a:pt x="153" y="181"/>
                    </a:cubicBezTo>
                    <a:cubicBezTo>
                      <a:pt x="152" y="178"/>
                      <a:pt x="152" y="169"/>
                      <a:pt x="153" y="165"/>
                    </a:cubicBezTo>
                    <a:cubicBezTo>
                      <a:pt x="153" y="160"/>
                      <a:pt x="152" y="161"/>
                      <a:pt x="151" y="158"/>
                    </a:cubicBezTo>
                    <a:cubicBezTo>
                      <a:pt x="151" y="157"/>
                      <a:pt x="151" y="154"/>
                      <a:pt x="151" y="152"/>
                    </a:cubicBezTo>
                    <a:cubicBezTo>
                      <a:pt x="150" y="150"/>
                      <a:pt x="150" y="150"/>
                      <a:pt x="150" y="150"/>
                    </a:cubicBezTo>
                    <a:close/>
                    <a:moveTo>
                      <a:pt x="116" y="147"/>
                    </a:moveTo>
                    <a:cubicBezTo>
                      <a:pt x="118" y="144"/>
                      <a:pt x="118" y="143"/>
                      <a:pt x="120" y="144"/>
                    </a:cubicBezTo>
                    <a:cubicBezTo>
                      <a:pt x="116" y="147"/>
                      <a:pt x="116" y="147"/>
                      <a:pt x="116" y="147"/>
                    </a:cubicBezTo>
                    <a:close/>
                    <a:moveTo>
                      <a:pt x="120" y="143"/>
                    </a:moveTo>
                    <a:cubicBezTo>
                      <a:pt x="120" y="143"/>
                      <a:pt x="121" y="143"/>
                      <a:pt x="121" y="142"/>
                    </a:cubicBezTo>
                    <a:cubicBezTo>
                      <a:pt x="121" y="142"/>
                      <a:pt x="120" y="142"/>
                      <a:pt x="120" y="143"/>
                    </a:cubicBezTo>
                    <a:close/>
                    <a:moveTo>
                      <a:pt x="124" y="138"/>
                    </a:moveTo>
                    <a:cubicBezTo>
                      <a:pt x="124" y="140"/>
                      <a:pt x="124" y="140"/>
                      <a:pt x="124" y="140"/>
                    </a:cubicBezTo>
                    <a:cubicBezTo>
                      <a:pt x="123" y="140"/>
                      <a:pt x="122" y="141"/>
                      <a:pt x="122" y="141"/>
                    </a:cubicBezTo>
                    <a:cubicBezTo>
                      <a:pt x="122" y="141"/>
                      <a:pt x="121" y="142"/>
                      <a:pt x="122" y="140"/>
                    </a:cubicBezTo>
                    <a:cubicBezTo>
                      <a:pt x="123" y="139"/>
                      <a:pt x="123" y="139"/>
                      <a:pt x="124" y="138"/>
                    </a:cubicBezTo>
                    <a:close/>
                    <a:moveTo>
                      <a:pt x="124" y="138"/>
                    </a:moveTo>
                    <a:cubicBezTo>
                      <a:pt x="125" y="138"/>
                      <a:pt x="125" y="139"/>
                      <a:pt x="124" y="137"/>
                    </a:cubicBezTo>
                    <a:cubicBezTo>
                      <a:pt x="124" y="138"/>
                      <a:pt x="124" y="137"/>
                      <a:pt x="124" y="138"/>
                    </a:cubicBezTo>
                    <a:close/>
                    <a:moveTo>
                      <a:pt x="134" y="127"/>
                    </a:moveTo>
                    <a:cubicBezTo>
                      <a:pt x="134" y="129"/>
                      <a:pt x="135" y="128"/>
                      <a:pt x="133" y="128"/>
                    </a:cubicBezTo>
                    <a:cubicBezTo>
                      <a:pt x="134" y="127"/>
                      <a:pt x="133" y="127"/>
                      <a:pt x="134" y="127"/>
                    </a:cubicBezTo>
                    <a:close/>
                    <a:moveTo>
                      <a:pt x="135" y="127"/>
                    </a:moveTo>
                    <a:cubicBezTo>
                      <a:pt x="136" y="126"/>
                      <a:pt x="136" y="126"/>
                      <a:pt x="136" y="126"/>
                    </a:cubicBezTo>
                    <a:cubicBezTo>
                      <a:pt x="136" y="126"/>
                      <a:pt x="136" y="125"/>
                      <a:pt x="136" y="125"/>
                    </a:cubicBezTo>
                    <a:cubicBezTo>
                      <a:pt x="136" y="125"/>
                      <a:pt x="137" y="125"/>
                      <a:pt x="137" y="125"/>
                    </a:cubicBezTo>
                    <a:cubicBezTo>
                      <a:pt x="139" y="122"/>
                      <a:pt x="139" y="122"/>
                      <a:pt x="139" y="122"/>
                    </a:cubicBezTo>
                    <a:cubicBezTo>
                      <a:pt x="139" y="122"/>
                      <a:pt x="139" y="122"/>
                      <a:pt x="139" y="121"/>
                    </a:cubicBezTo>
                    <a:cubicBezTo>
                      <a:pt x="136" y="122"/>
                      <a:pt x="137" y="123"/>
                      <a:pt x="136" y="124"/>
                    </a:cubicBezTo>
                    <a:cubicBezTo>
                      <a:pt x="134" y="125"/>
                      <a:pt x="134" y="125"/>
                      <a:pt x="134" y="125"/>
                    </a:cubicBezTo>
                    <a:cubicBezTo>
                      <a:pt x="134" y="126"/>
                      <a:pt x="134" y="125"/>
                      <a:pt x="134" y="127"/>
                    </a:cubicBezTo>
                    <a:cubicBezTo>
                      <a:pt x="135" y="127"/>
                      <a:pt x="135" y="127"/>
                      <a:pt x="135" y="127"/>
                    </a:cubicBezTo>
                    <a:close/>
                    <a:moveTo>
                      <a:pt x="123" y="115"/>
                    </a:moveTo>
                    <a:cubicBezTo>
                      <a:pt x="123" y="117"/>
                      <a:pt x="123" y="117"/>
                      <a:pt x="123" y="117"/>
                    </a:cubicBezTo>
                    <a:cubicBezTo>
                      <a:pt x="121" y="117"/>
                      <a:pt x="121" y="117"/>
                      <a:pt x="121" y="117"/>
                    </a:cubicBezTo>
                    <a:cubicBezTo>
                      <a:pt x="122" y="116"/>
                      <a:pt x="122" y="116"/>
                      <a:pt x="122" y="115"/>
                    </a:cubicBezTo>
                    <a:lnTo>
                      <a:pt x="123" y="115"/>
                    </a:lnTo>
                    <a:close/>
                    <a:moveTo>
                      <a:pt x="123" y="115"/>
                    </a:moveTo>
                    <a:cubicBezTo>
                      <a:pt x="124" y="115"/>
                      <a:pt x="124" y="115"/>
                      <a:pt x="124" y="115"/>
                    </a:cubicBezTo>
                    <a:cubicBezTo>
                      <a:pt x="124" y="113"/>
                      <a:pt x="124" y="114"/>
                      <a:pt x="123" y="114"/>
                    </a:cubicBezTo>
                    <a:cubicBezTo>
                      <a:pt x="123" y="115"/>
                      <a:pt x="123" y="115"/>
                      <a:pt x="123" y="115"/>
                    </a:cubicBezTo>
                    <a:close/>
                    <a:moveTo>
                      <a:pt x="155" y="101"/>
                    </a:moveTo>
                    <a:cubicBezTo>
                      <a:pt x="155" y="100"/>
                      <a:pt x="155" y="100"/>
                      <a:pt x="155" y="100"/>
                    </a:cubicBezTo>
                    <a:cubicBezTo>
                      <a:pt x="158" y="99"/>
                      <a:pt x="155" y="99"/>
                      <a:pt x="156" y="100"/>
                    </a:cubicBezTo>
                    <a:cubicBezTo>
                      <a:pt x="156" y="101"/>
                      <a:pt x="157" y="101"/>
                      <a:pt x="155" y="101"/>
                    </a:cubicBezTo>
                    <a:close/>
                    <a:moveTo>
                      <a:pt x="161" y="96"/>
                    </a:moveTo>
                    <a:cubicBezTo>
                      <a:pt x="160" y="97"/>
                      <a:pt x="160" y="97"/>
                      <a:pt x="160" y="97"/>
                    </a:cubicBezTo>
                    <a:cubicBezTo>
                      <a:pt x="160" y="95"/>
                      <a:pt x="160" y="95"/>
                      <a:pt x="160" y="95"/>
                    </a:cubicBezTo>
                    <a:cubicBezTo>
                      <a:pt x="161" y="96"/>
                      <a:pt x="161" y="96"/>
                      <a:pt x="161" y="96"/>
                    </a:cubicBezTo>
                    <a:close/>
                    <a:moveTo>
                      <a:pt x="65" y="97"/>
                    </a:moveTo>
                    <a:cubicBezTo>
                      <a:pt x="65" y="97"/>
                      <a:pt x="65" y="97"/>
                      <a:pt x="66" y="97"/>
                    </a:cubicBezTo>
                    <a:cubicBezTo>
                      <a:pt x="67" y="96"/>
                      <a:pt x="67" y="96"/>
                      <a:pt x="67" y="96"/>
                    </a:cubicBezTo>
                    <a:cubicBezTo>
                      <a:pt x="68" y="96"/>
                      <a:pt x="66" y="96"/>
                      <a:pt x="68" y="96"/>
                    </a:cubicBezTo>
                    <a:cubicBezTo>
                      <a:pt x="66" y="98"/>
                      <a:pt x="66" y="98"/>
                      <a:pt x="65" y="97"/>
                    </a:cubicBezTo>
                    <a:close/>
                    <a:moveTo>
                      <a:pt x="72" y="95"/>
                    </a:moveTo>
                    <a:cubicBezTo>
                      <a:pt x="72" y="94"/>
                      <a:pt x="73" y="96"/>
                      <a:pt x="72" y="95"/>
                    </a:cubicBezTo>
                    <a:close/>
                    <a:moveTo>
                      <a:pt x="161" y="96"/>
                    </a:moveTo>
                    <a:cubicBezTo>
                      <a:pt x="161" y="95"/>
                      <a:pt x="161" y="97"/>
                      <a:pt x="162" y="95"/>
                    </a:cubicBezTo>
                    <a:cubicBezTo>
                      <a:pt x="163" y="93"/>
                      <a:pt x="162" y="94"/>
                      <a:pt x="162" y="94"/>
                    </a:cubicBezTo>
                    <a:cubicBezTo>
                      <a:pt x="160" y="95"/>
                      <a:pt x="161" y="92"/>
                      <a:pt x="161" y="96"/>
                    </a:cubicBezTo>
                    <a:close/>
                    <a:moveTo>
                      <a:pt x="88" y="89"/>
                    </a:moveTo>
                    <a:cubicBezTo>
                      <a:pt x="86" y="88"/>
                      <a:pt x="87" y="89"/>
                      <a:pt x="87" y="88"/>
                    </a:cubicBezTo>
                    <a:cubicBezTo>
                      <a:pt x="86" y="88"/>
                      <a:pt x="87" y="89"/>
                      <a:pt x="86" y="88"/>
                    </a:cubicBezTo>
                    <a:cubicBezTo>
                      <a:pt x="88" y="88"/>
                      <a:pt x="88" y="88"/>
                      <a:pt x="88" y="88"/>
                    </a:cubicBezTo>
                    <a:cubicBezTo>
                      <a:pt x="88" y="89"/>
                      <a:pt x="88" y="89"/>
                      <a:pt x="88" y="89"/>
                    </a:cubicBezTo>
                    <a:close/>
                    <a:moveTo>
                      <a:pt x="176" y="84"/>
                    </a:moveTo>
                    <a:cubicBezTo>
                      <a:pt x="176" y="83"/>
                      <a:pt x="176" y="84"/>
                      <a:pt x="176" y="84"/>
                    </a:cubicBezTo>
                    <a:cubicBezTo>
                      <a:pt x="177" y="83"/>
                      <a:pt x="177" y="83"/>
                      <a:pt x="177" y="83"/>
                    </a:cubicBezTo>
                    <a:cubicBezTo>
                      <a:pt x="177" y="85"/>
                      <a:pt x="177" y="84"/>
                      <a:pt x="176" y="86"/>
                    </a:cubicBezTo>
                    <a:cubicBezTo>
                      <a:pt x="176" y="85"/>
                      <a:pt x="176" y="86"/>
                      <a:pt x="176" y="84"/>
                    </a:cubicBezTo>
                    <a:close/>
                    <a:moveTo>
                      <a:pt x="95" y="83"/>
                    </a:moveTo>
                    <a:cubicBezTo>
                      <a:pt x="96" y="82"/>
                      <a:pt x="96" y="83"/>
                      <a:pt x="96" y="83"/>
                    </a:cubicBezTo>
                    <a:cubicBezTo>
                      <a:pt x="95" y="83"/>
                      <a:pt x="95" y="83"/>
                      <a:pt x="95" y="83"/>
                    </a:cubicBezTo>
                    <a:close/>
                    <a:moveTo>
                      <a:pt x="132" y="83"/>
                    </a:moveTo>
                    <a:cubicBezTo>
                      <a:pt x="134" y="82"/>
                      <a:pt x="133" y="83"/>
                      <a:pt x="134" y="82"/>
                    </a:cubicBezTo>
                    <a:cubicBezTo>
                      <a:pt x="136" y="82"/>
                      <a:pt x="136" y="82"/>
                      <a:pt x="136" y="82"/>
                    </a:cubicBezTo>
                    <a:cubicBezTo>
                      <a:pt x="134" y="84"/>
                      <a:pt x="134" y="84"/>
                      <a:pt x="134" y="84"/>
                    </a:cubicBezTo>
                    <a:cubicBezTo>
                      <a:pt x="134" y="85"/>
                      <a:pt x="134" y="84"/>
                      <a:pt x="132" y="87"/>
                    </a:cubicBezTo>
                    <a:cubicBezTo>
                      <a:pt x="131" y="86"/>
                      <a:pt x="131" y="86"/>
                      <a:pt x="131" y="86"/>
                    </a:cubicBezTo>
                    <a:cubicBezTo>
                      <a:pt x="131" y="86"/>
                      <a:pt x="132" y="87"/>
                      <a:pt x="131" y="85"/>
                    </a:cubicBezTo>
                    <a:cubicBezTo>
                      <a:pt x="131" y="83"/>
                      <a:pt x="131" y="84"/>
                      <a:pt x="131" y="84"/>
                    </a:cubicBezTo>
                    <a:cubicBezTo>
                      <a:pt x="132" y="83"/>
                      <a:pt x="132" y="83"/>
                      <a:pt x="132" y="83"/>
                    </a:cubicBezTo>
                    <a:close/>
                    <a:moveTo>
                      <a:pt x="142" y="77"/>
                    </a:moveTo>
                    <a:cubicBezTo>
                      <a:pt x="141" y="76"/>
                      <a:pt x="142" y="77"/>
                      <a:pt x="142" y="77"/>
                    </a:cubicBezTo>
                    <a:cubicBezTo>
                      <a:pt x="142" y="78"/>
                      <a:pt x="142" y="77"/>
                      <a:pt x="142" y="77"/>
                    </a:cubicBezTo>
                    <a:close/>
                    <a:moveTo>
                      <a:pt x="130" y="96"/>
                    </a:moveTo>
                    <a:cubicBezTo>
                      <a:pt x="127" y="95"/>
                      <a:pt x="130" y="97"/>
                      <a:pt x="126" y="98"/>
                    </a:cubicBezTo>
                    <a:cubicBezTo>
                      <a:pt x="126" y="100"/>
                      <a:pt x="126" y="100"/>
                      <a:pt x="126" y="100"/>
                    </a:cubicBezTo>
                    <a:cubicBezTo>
                      <a:pt x="125" y="101"/>
                      <a:pt x="125" y="101"/>
                      <a:pt x="125" y="103"/>
                    </a:cubicBezTo>
                    <a:cubicBezTo>
                      <a:pt x="122" y="102"/>
                      <a:pt x="122" y="107"/>
                      <a:pt x="119" y="110"/>
                    </a:cubicBezTo>
                    <a:cubicBezTo>
                      <a:pt x="119" y="112"/>
                      <a:pt x="119" y="112"/>
                      <a:pt x="119" y="112"/>
                    </a:cubicBezTo>
                    <a:cubicBezTo>
                      <a:pt x="121" y="111"/>
                      <a:pt x="119" y="113"/>
                      <a:pt x="121" y="111"/>
                    </a:cubicBezTo>
                    <a:cubicBezTo>
                      <a:pt x="123" y="109"/>
                      <a:pt x="122" y="109"/>
                      <a:pt x="124" y="109"/>
                    </a:cubicBezTo>
                    <a:cubicBezTo>
                      <a:pt x="124" y="106"/>
                      <a:pt x="125" y="105"/>
                      <a:pt x="125" y="102"/>
                    </a:cubicBezTo>
                    <a:cubicBezTo>
                      <a:pt x="128" y="101"/>
                      <a:pt x="127" y="102"/>
                      <a:pt x="127" y="100"/>
                    </a:cubicBezTo>
                    <a:cubicBezTo>
                      <a:pt x="131" y="99"/>
                      <a:pt x="130" y="96"/>
                      <a:pt x="134" y="94"/>
                    </a:cubicBezTo>
                    <a:cubicBezTo>
                      <a:pt x="135" y="93"/>
                      <a:pt x="135" y="93"/>
                      <a:pt x="135" y="93"/>
                    </a:cubicBezTo>
                    <a:cubicBezTo>
                      <a:pt x="137" y="92"/>
                      <a:pt x="136" y="94"/>
                      <a:pt x="137" y="93"/>
                    </a:cubicBezTo>
                    <a:cubicBezTo>
                      <a:pt x="140" y="91"/>
                      <a:pt x="137" y="90"/>
                      <a:pt x="140" y="89"/>
                    </a:cubicBezTo>
                    <a:cubicBezTo>
                      <a:pt x="140" y="88"/>
                      <a:pt x="140" y="88"/>
                      <a:pt x="140" y="88"/>
                    </a:cubicBezTo>
                    <a:cubicBezTo>
                      <a:pt x="141" y="88"/>
                      <a:pt x="141" y="88"/>
                      <a:pt x="141" y="89"/>
                    </a:cubicBezTo>
                    <a:cubicBezTo>
                      <a:pt x="141" y="88"/>
                      <a:pt x="141" y="88"/>
                      <a:pt x="142" y="87"/>
                    </a:cubicBezTo>
                    <a:cubicBezTo>
                      <a:pt x="143" y="84"/>
                      <a:pt x="145" y="85"/>
                      <a:pt x="146" y="81"/>
                    </a:cubicBezTo>
                    <a:cubicBezTo>
                      <a:pt x="150" y="81"/>
                      <a:pt x="150" y="77"/>
                      <a:pt x="153" y="76"/>
                    </a:cubicBezTo>
                    <a:cubicBezTo>
                      <a:pt x="152" y="75"/>
                      <a:pt x="152" y="75"/>
                      <a:pt x="152" y="75"/>
                    </a:cubicBezTo>
                    <a:cubicBezTo>
                      <a:pt x="151" y="77"/>
                      <a:pt x="151" y="76"/>
                      <a:pt x="148" y="78"/>
                    </a:cubicBezTo>
                    <a:cubicBezTo>
                      <a:pt x="146" y="80"/>
                      <a:pt x="147" y="79"/>
                      <a:pt x="145" y="80"/>
                    </a:cubicBezTo>
                    <a:cubicBezTo>
                      <a:pt x="140" y="85"/>
                      <a:pt x="140" y="85"/>
                      <a:pt x="140" y="85"/>
                    </a:cubicBezTo>
                    <a:cubicBezTo>
                      <a:pt x="138" y="86"/>
                      <a:pt x="139" y="85"/>
                      <a:pt x="137" y="88"/>
                    </a:cubicBezTo>
                    <a:cubicBezTo>
                      <a:pt x="133" y="92"/>
                      <a:pt x="134" y="89"/>
                      <a:pt x="133" y="91"/>
                    </a:cubicBezTo>
                    <a:cubicBezTo>
                      <a:pt x="131" y="94"/>
                      <a:pt x="131" y="94"/>
                      <a:pt x="131" y="94"/>
                    </a:cubicBezTo>
                    <a:cubicBezTo>
                      <a:pt x="130" y="94"/>
                      <a:pt x="130" y="94"/>
                      <a:pt x="130" y="95"/>
                    </a:cubicBezTo>
                    <a:cubicBezTo>
                      <a:pt x="130" y="95"/>
                      <a:pt x="130" y="94"/>
                      <a:pt x="130" y="96"/>
                    </a:cubicBezTo>
                    <a:close/>
                    <a:moveTo>
                      <a:pt x="118" y="72"/>
                    </a:moveTo>
                    <a:cubicBezTo>
                      <a:pt x="118" y="71"/>
                      <a:pt x="119" y="69"/>
                      <a:pt x="121" y="71"/>
                    </a:cubicBezTo>
                    <a:cubicBezTo>
                      <a:pt x="120" y="71"/>
                      <a:pt x="119" y="71"/>
                      <a:pt x="119" y="71"/>
                    </a:cubicBezTo>
                    <a:cubicBezTo>
                      <a:pt x="119" y="72"/>
                      <a:pt x="119" y="72"/>
                      <a:pt x="118" y="72"/>
                    </a:cubicBezTo>
                    <a:close/>
                    <a:moveTo>
                      <a:pt x="112" y="151"/>
                    </a:moveTo>
                    <a:cubicBezTo>
                      <a:pt x="114" y="151"/>
                      <a:pt x="114" y="151"/>
                      <a:pt x="114" y="151"/>
                    </a:cubicBezTo>
                    <a:cubicBezTo>
                      <a:pt x="115" y="150"/>
                      <a:pt x="114" y="151"/>
                      <a:pt x="115" y="149"/>
                    </a:cubicBezTo>
                    <a:cubicBezTo>
                      <a:pt x="120" y="146"/>
                      <a:pt x="120" y="146"/>
                      <a:pt x="120" y="146"/>
                    </a:cubicBezTo>
                    <a:cubicBezTo>
                      <a:pt x="120" y="146"/>
                      <a:pt x="119" y="146"/>
                      <a:pt x="121" y="145"/>
                    </a:cubicBezTo>
                    <a:cubicBezTo>
                      <a:pt x="121" y="145"/>
                      <a:pt x="121" y="145"/>
                      <a:pt x="121" y="145"/>
                    </a:cubicBezTo>
                    <a:cubicBezTo>
                      <a:pt x="124" y="141"/>
                      <a:pt x="124" y="141"/>
                      <a:pt x="124" y="141"/>
                    </a:cubicBezTo>
                    <a:cubicBezTo>
                      <a:pt x="124" y="141"/>
                      <a:pt x="124" y="141"/>
                      <a:pt x="124" y="141"/>
                    </a:cubicBezTo>
                    <a:cubicBezTo>
                      <a:pt x="125" y="141"/>
                      <a:pt x="125" y="141"/>
                      <a:pt x="125" y="141"/>
                    </a:cubicBezTo>
                    <a:cubicBezTo>
                      <a:pt x="125" y="141"/>
                      <a:pt x="125" y="141"/>
                      <a:pt x="125" y="140"/>
                    </a:cubicBezTo>
                    <a:cubicBezTo>
                      <a:pt x="128" y="138"/>
                      <a:pt x="128" y="138"/>
                      <a:pt x="128" y="138"/>
                    </a:cubicBezTo>
                    <a:cubicBezTo>
                      <a:pt x="129" y="136"/>
                      <a:pt x="129" y="137"/>
                      <a:pt x="129" y="135"/>
                    </a:cubicBezTo>
                    <a:cubicBezTo>
                      <a:pt x="129" y="134"/>
                      <a:pt x="130" y="134"/>
                      <a:pt x="131" y="133"/>
                    </a:cubicBezTo>
                    <a:cubicBezTo>
                      <a:pt x="133" y="131"/>
                      <a:pt x="133" y="131"/>
                      <a:pt x="133" y="131"/>
                    </a:cubicBezTo>
                    <a:cubicBezTo>
                      <a:pt x="132" y="130"/>
                      <a:pt x="132" y="131"/>
                      <a:pt x="132" y="128"/>
                    </a:cubicBezTo>
                    <a:cubicBezTo>
                      <a:pt x="133" y="129"/>
                      <a:pt x="133" y="129"/>
                      <a:pt x="134" y="130"/>
                    </a:cubicBezTo>
                    <a:cubicBezTo>
                      <a:pt x="136" y="128"/>
                      <a:pt x="134" y="129"/>
                      <a:pt x="136" y="128"/>
                    </a:cubicBezTo>
                    <a:cubicBezTo>
                      <a:pt x="135" y="127"/>
                      <a:pt x="135" y="127"/>
                      <a:pt x="135" y="127"/>
                    </a:cubicBezTo>
                    <a:cubicBezTo>
                      <a:pt x="137" y="127"/>
                      <a:pt x="136" y="128"/>
                      <a:pt x="138" y="127"/>
                    </a:cubicBezTo>
                    <a:cubicBezTo>
                      <a:pt x="142" y="123"/>
                      <a:pt x="138" y="125"/>
                      <a:pt x="140" y="122"/>
                    </a:cubicBezTo>
                    <a:cubicBezTo>
                      <a:pt x="140" y="122"/>
                      <a:pt x="140" y="122"/>
                      <a:pt x="140" y="122"/>
                    </a:cubicBezTo>
                    <a:cubicBezTo>
                      <a:pt x="139" y="121"/>
                      <a:pt x="139" y="121"/>
                      <a:pt x="139" y="121"/>
                    </a:cubicBezTo>
                    <a:cubicBezTo>
                      <a:pt x="139" y="121"/>
                      <a:pt x="139" y="121"/>
                      <a:pt x="139" y="121"/>
                    </a:cubicBezTo>
                    <a:cubicBezTo>
                      <a:pt x="139" y="118"/>
                      <a:pt x="139" y="122"/>
                      <a:pt x="140" y="118"/>
                    </a:cubicBezTo>
                    <a:cubicBezTo>
                      <a:pt x="140" y="119"/>
                      <a:pt x="140" y="119"/>
                      <a:pt x="140" y="119"/>
                    </a:cubicBezTo>
                    <a:cubicBezTo>
                      <a:pt x="141" y="117"/>
                      <a:pt x="141" y="118"/>
                      <a:pt x="143" y="116"/>
                    </a:cubicBezTo>
                    <a:cubicBezTo>
                      <a:pt x="145" y="113"/>
                      <a:pt x="143" y="114"/>
                      <a:pt x="143" y="114"/>
                    </a:cubicBezTo>
                    <a:cubicBezTo>
                      <a:pt x="142" y="116"/>
                      <a:pt x="142" y="116"/>
                      <a:pt x="142" y="116"/>
                    </a:cubicBezTo>
                    <a:cubicBezTo>
                      <a:pt x="142" y="116"/>
                      <a:pt x="141" y="115"/>
                      <a:pt x="141" y="114"/>
                    </a:cubicBezTo>
                    <a:cubicBezTo>
                      <a:pt x="142" y="113"/>
                      <a:pt x="141" y="113"/>
                      <a:pt x="143" y="113"/>
                    </a:cubicBezTo>
                    <a:cubicBezTo>
                      <a:pt x="142" y="113"/>
                      <a:pt x="141" y="111"/>
                      <a:pt x="145" y="110"/>
                    </a:cubicBezTo>
                    <a:cubicBezTo>
                      <a:pt x="146" y="111"/>
                      <a:pt x="146" y="111"/>
                      <a:pt x="145" y="112"/>
                    </a:cubicBezTo>
                    <a:cubicBezTo>
                      <a:pt x="146" y="113"/>
                      <a:pt x="146" y="113"/>
                      <a:pt x="146" y="113"/>
                    </a:cubicBezTo>
                    <a:cubicBezTo>
                      <a:pt x="146" y="111"/>
                      <a:pt x="147" y="112"/>
                      <a:pt x="148" y="110"/>
                    </a:cubicBezTo>
                    <a:cubicBezTo>
                      <a:pt x="146" y="110"/>
                      <a:pt x="147" y="111"/>
                      <a:pt x="145" y="110"/>
                    </a:cubicBezTo>
                    <a:cubicBezTo>
                      <a:pt x="145" y="107"/>
                      <a:pt x="150" y="106"/>
                      <a:pt x="152" y="102"/>
                    </a:cubicBezTo>
                    <a:cubicBezTo>
                      <a:pt x="152" y="101"/>
                      <a:pt x="152" y="102"/>
                      <a:pt x="152" y="101"/>
                    </a:cubicBezTo>
                    <a:cubicBezTo>
                      <a:pt x="155" y="101"/>
                      <a:pt x="155" y="101"/>
                      <a:pt x="155" y="101"/>
                    </a:cubicBezTo>
                    <a:cubicBezTo>
                      <a:pt x="155" y="102"/>
                      <a:pt x="155" y="102"/>
                      <a:pt x="155" y="102"/>
                    </a:cubicBezTo>
                    <a:cubicBezTo>
                      <a:pt x="154" y="102"/>
                      <a:pt x="154" y="102"/>
                      <a:pt x="154" y="102"/>
                    </a:cubicBezTo>
                    <a:cubicBezTo>
                      <a:pt x="154" y="103"/>
                      <a:pt x="154" y="103"/>
                      <a:pt x="154" y="103"/>
                    </a:cubicBezTo>
                    <a:cubicBezTo>
                      <a:pt x="156" y="103"/>
                      <a:pt x="156" y="103"/>
                      <a:pt x="156" y="103"/>
                    </a:cubicBezTo>
                    <a:cubicBezTo>
                      <a:pt x="157" y="100"/>
                      <a:pt x="157" y="101"/>
                      <a:pt x="159" y="99"/>
                    </a:cubicBezTo>
                    <a:cubicBezTo>
                      <a:pt x="163" y="96"/>
                      <a:pt x="163" y="96"/>
                      <a:pt x="163" y="96"/>
                    </a:cubicBezTo>
                    <a:cubicBezTo>
                      <a:pt x="164" y="95"/>
                      <a:pt x="163" y="96"/>
                      <a:pt x="165" y="94"/>
                    </a:cubicBezTo>
                    <a:cubicBezTo>
                      <a:pt x="166" y="93"/>
                      <a:pt x="168" y="91"/>
                      <a:pt x="170" y="90"/>
                    </a:cubicBezTo>
                    <a:cubicBezTo>
                      <a:pt x="170" y="91"/>
                      <a:pt x="168" y="93"/>
                      <a:pt x="167" y="94"/>
                    </a:cubicBezTo>
                    <a:cubicBezTo>
                      <a:pt x="166" y="95"/>
                      <a:pt x="166" y="95"/>
                      <a:pt x="166" y="95"/>
                    </a:cubicBezTo>
                    <a:cubicBezTo>
                      <a:pt x="168" y="96"/>
                      <a:pt x="168" y="96"/>
                      <a:pt x="168" y="96"/>
                    </a:cubicBezTo>
                    <a:cubicBezTo>
                      <a:pt x="168" y="95"/>
                      <a:pt x="168" y="95"/>
                      <a:pt x="169" y="94"/>
                    </a:cubicBezTo>
                    <a:cubicBezTo>
                      <a:pt x="178" y="87"/>
                      <a:pt x="178" y="87"/>
                      <a:pt x="178" y="87"/>
                    </a:cubicBezTo>
                    <a:cubicBezTo>
                      <a:pt x="179" y="85"/>
                      <a:pt x="180" y="85"/>
                      <a:pt x="180" y="82"/>
                    </a:cubicBezTo>
                    <a:cubicBezTo>
                      <a:pt x="182" y="80"/>
                      <a:pt x="182" y="80"/>
                      <a:pt x="182" y="80"/>
                    </a:cubicBezTo>
                    <a:cubicBezTo>
                      <a:pt x="181" y="79"/>
                      <a:pt x="181" y="79"/>
                      <a:pt x="180" y="79"/>
                    </a:cubicBezTo>
                    <a:cubicBezTo>
                      <a:pt x="180" y="81"/>
                      <a:pt x="180" y="81"/>
                      <a:pt x="180" y="81"/>
                    </a:cubicBezTo>
                    <a:cubicBezTo>
                      <a:pt x="178" y="81"/>
                      <a:pt x="178" y="81"/>
                      <a:pt x="178" y="81"/>
                    </a:cubicBezTo>
                    <a:cubicBezTo>
                      <a:pt x="179" y="79"/>
                      <a:pt x="180" y="76"/>
                      <a:pt x="179" y="73"/>
                    </a:cubicBezTo>
                    <a:cubicBezTo>
                      <a:pt x="178" y="71"/>
                      <a:pt x="178" y="71"/>
                      <a:pt x="178" y="71"/>
                    </a:cubicBezTo>
                    <a:cubicBezTo>
                      <a:pt x="176" y="68"/>
                      <a:pt x="173" y="69"/>
                      <a:pt x="173" y="64"/>
                    </a:cubicBezTo>
                    <a:cubicBezTo>
                      <a:pt x="173" y="64"/>
                      <a:pt x="173" y="62"/>
                      <a:pt x="173" y="61"/>
                    </a:cubicBezTo>
                    <a:cubicBezTo>
                      <a:pt x="171" y="61"/>
                      <a:pt x="172" y="61"/>
                      <a:pt x="170" y="60"/>
                    </a:cubicBezTo>
                    <a:cubicBezTo>
                      <a:pt x="169" y="60"/>
                      <a:pt x="171" y="60"/>
                      <a:pt x="169" y="60"/>
                    </a:cubicBezTo>
                    <a:cubicBezTo>
                      <a:pt x="168" y="60"/>
                      <a:pt x="165" y="63"/>
                      <a:pt x="163" y="64"/>
                    </a:cubicBezTo>
                    <a:cubicBezTo>
                      <a:pt x="157" y="63"/>
                      <a:pt x="157" y="63"/>
                      <a:pt x="157" y="63"/>
                    </a:cubicBezTo>
                    <a:cubicBezTo>
                      <a:pt x="157" y="61"/>
                      <a:pt x="155" y="63"/>
                      <a:pt x="154" y="63"/>
                    </a:cubicBezTo>
                    <a:cubicBezTo>
                      <a:pt x="146" y="67"/>
                      <a:pt x="146" y="67"/>
                      <a:pt x="146" y="67"/>
                    </a:cubicBezTo>
                    <a:cubicBezTo>
                      <a:pt x="145" y="68"/>
                      <a:pt x="146" y="67"/>
                      <a:pt x="145" y="68"/>
                    </a:cubicBezTo>
                    <a:cubicBezTo>
                      <a:pt x="142" y="69"/>
                      <a:pt x="142" y="69"/>
                      <a:pt x="142" y="69"/>
                    </a:cubicBezTo>
                    <a:cubicBezTo>
                      <a:pt x="141" y="70"/>
                      <a:pt x="140" y="70"/>
                      <a:pt x="139" y="72"/>
                    </a:cubicBezTo>
                    <a:cubicBezTo>
                      <a:pt x="138" y="72"/>
                      <a:pt x="138" y="72"/>
                      <a:pt x="138" y="72"/>
                    </a:cubicBezTo>
                    <a:cubicBezTo>
                      <a:pt x="138" y="72"/>
                      <a:pt x="138" y="73"/>
                      <a:pt x="138" y="73"/>
                    </a:cubicBezTo>
                    <a:cubicBezTo>
                      <a:pt x="138" y="73"/>
                      <a:pt x="138" y="73"/>
                      <a:pt x="138" y="74"/>
                    </a:cubicBezTo>
                    <a:cubicBezTo>
                      <a:pt x="138" y="72"/>
                      <a:pt x="139" y="72"/>
                      <a:pt x="137" y="73"/>
                    </a:cubicBezTo>
                    <a:cubicBezTo>
                      <a:pt x="135" y="74"/>
                      <a:pt x="137" y="73"/>
                      <a:pt x="135" y="74"/>
                    </a:cubicBezTo>
                    <a:cubicBezTo>
                      <a:pt x="136" y="75"/>
                      <a:pt x="136" y="74"/>
                      <a:pt x="136" y="76"/>
                    </a:cubicBezTo>
                    <a:cubicBezTo>
                      <a:pt x="135" y="75"/>
                      <a:pt x="136" y="76"/>
                      <a:pt x="135" y="75"/>
                    </a:cubicBezTo>
                    <a:cubicBezTo>
                      <a:pt x="134" y="75"/>
                      <a:pt x="134" y="75"/>
                      <a:pt x="134" y="75"/>
                    </a:cubicBezTo>
                    <a:cubicBezTo>
                      <a:pt x="133" y="78"/>
                      <a:pt x="134" y="74"/>
                      <a:pt x="132" y="77"/>
                    </a:cubicBezTo>
                    <a:cubicBezTo>
                      <a:pt x="128" y="82"/>
                      <a:pt x="128" y="82"/>
                      <a:pt x="128" y="82"/>
                    </a:cubicBezTo>
                    <a:cubicBezTo>
                      <a:pt x="128" y="80"/>
                      <a:pt x="128" y="80"/>
                      <a:pt x="128" y="80"/>
                    </a:cubicBezTo>
                    <a:cubicBezTo>
                      <a:pt x="126" y="82"/>
                      <a:pt x="125" y="82"/>
                      <a:pt x="125" y="85"/>
                    </a:cubicBezTo>
                    <a:cubicBezTo>
                      <a:pt x="124" y="84"/>
                      <a:pt x="124" y="84"/>
                      <a:pt x="124" y="84"/>
                    </a:cubicBezTo>
                    <a:cubicBezTo>
                      <a:pt x="111" y="100"/>
                      <a:pt x="111" y="100"/>
                      <a:pt x="111" y="100"/>
                    </a:cubicBezTo>
                    <a:cubicBezTo>
                      <a:pt x="109" y="102"/>
                      <a:pt x="109" y="103"/>
                      <a:pt x="107" y="105"/>
                    </a:cubicBezTo>
                    <a:cubicBezTo>
                      <a:pt x="107" y="106"/>
                      <a:pt x="107" y="106"/>
                      <a:pt x="108" y="106"/>
                    </a:cubicBezTo>
                    <a:cubicBezTo>
                      <a:pt x="106" y="107"/>
                      <a:pt x="106" y="108"/>
                      <a:pt x="105" y="109"/>
                    </a:cubicBezTo>
                    <a:cubicBezTo>
                      <a:pt x="105" y="110"/>
                      <a:pt x="105" y="108"/>
                      <a:pt x="105" y="111"/>
                    </a:cubicBezTo>
                    <a:cubicBezTo>
                      <a:pt x="104" y="111"/>
                      <a:pt x="104" y="111"/>
                      <a:pt x="104" y="111"/>
                    </a:cubicBezTo>
                    <a:cubicBezTo>
                      <a:pt x="103" y="112"/>
                      <a:pt x="104" y="113"/>
                      <a:pt x="103" y="115"/>
                    </a:cubicBezTo>
                    <a:cubicBezTo>
                      <a:pt x="102" y="116"/>
                      <a:pt x="102" y="116"/>
                      <a:pt x="102" y="117"/>
                    </a:cubicBezTo>
                    <a:cubicBezTo>
                      <a:pt x="102" y="118"/>
                      <a:pt x="101" y="119"/>
                      <a:pt x="101" y="119"/>
                    </a:cubicBezTo>
                    <a:cubicBezTo>
                      <a:pt x="100" y="120"/>
                      <a:pt x="101" y="120"/>
                      <a:pt x="99" y="120"/>
                    </a:cubicBezTo>
                    <a:cubicBezTo>
                      <a:pt x="99" y="122"/>
                      <a:pt x="99" y="122"/>
                      <a:pt x="99" y="122"/>
                    </a:cubicBezTo>
                    <a:cubicBezTo>
                      <a:pt x="99" y="122"/>
                      <a:pt x="98" y="124"/>
                      <a:pt x="98" y="124"/>
                    </a:cubicBezTo>
                    <a:cubicBezTo>
                      <a:pt x="95" y="134"/>
                      <a:pt x="95" y="134"/>
                      <a:pt x="95" y="134"/>
                    </a:cubicBezTo>
                    <a:cubicBezTo>
                      <a:pt x="94" y="135"/>
                      <a:pt x="95" y="134"/>
                      <a:pt x="94" y="136"/>
                    </a:cubicBezTo>
                    <a:cubicBezTo>
                      <a:pt x="88" y="142"/>
                      <a:pt x="88" y="142"/>
                      <a:pt x="88" y="142"/>
                    </a:cubicBezTo>
                    <a:cubicBezTo>
                      <a:pt x="86" y="145"/>
                      <a:pt x="82" y="148"/>
                      <a:pt x="81" y="151"/>
                    </a:cubicBezTo>
                    <a:cubicBezTo>
                      <a:pt x="80" y="153"/>
                      <a:pt x="80" y="153"/>
                      <a:pt x="80" y="153"/>
                    </a:cubicBezTo>
                    <a:cubicBezTo>
                      <a:pt x="79" y="154"/>
                      <a:pt x="78" y="155"/>
                      <a:pt x="76" y="155"/>
                    </a:cubicBezTo>
                    <a:cubicBezTo>
                      <a:pt x="77" y="156"/>
                      <a:pt x="77" y="155"/>
                      <a:pt x="77" y="156"/>
                    </a:cubicBezTo>
                    <a:cubicBezTo>
                      <a:pt x="75" y="156"/>
                      <a:pt x="75" y="156"/>
                      <a:pt x="75" y="156"/>
                    </a:cubicBezTo>
                    <a:cubicBezTo>
                      <a:pt x="75" y="154"/>
                      <a:pt x="75" y="153"/>
                      <a:pt x="75" y="151"/>
                    </a:cubicBezTo>
                    <a:cubicBezTo>
                      <a:pt x="75" y="148"/>
                      <a:pt x="75" y="148"/>
                      <a:pt x="75" y="148"/>
                    </a:cubicBezTo>
                    <a:cubicBezTo>
                      <a:pt x="75" y="146"/>
                      <a:pt x="76" y="142"/>
                      <a:pt x="75" y="138"/>
                    </a:cubicBezTo>
                    <a:cubicBezTo>
                      <a:pt x="75" y="137"/>
                      <a:pt x="75" y="137"/>
                      <a:pt x="75" y="137"/>
                    </a:cubicBezTo>
                    <a:cubicBezTo>
                      <a:pt x="75" y="134"/>
                      <a:pt x="75" y="135"/>
                      <a:pt x="75" y="133"/>
                    </a:cubicBezTo>
                    <a:cubicBezTo>
                      <a:pt x="73" y="126"/>
                      <a:pt x="73" y="127"/>
                      <a:pt x="71" y="122"/>
                    </a:cubicBezTo>
                    <a:cubicBezTo>
                      <a:pt x="69" y="119"/>
                      <a:pt x="68" y="116"/>
                      <a:pt x="66" y="113"/>
                    </a:cubicBezTo>
                    <a:cubicBezTo>
                      <a:pt x="58" y="103"/>
                      <a:pt x="58" y="103"/>
                      <a:pt x="58" y="103"/>
                    </a:cubicBezTo>
                    <a:cubicBezTo>
                      <a:pt x="59" y="102"/>
                      <a:pt x="59" y="103"/>
                      <a:pt x="59" y="101"/>
                    </a:cubicBezTo>
                    <a:cubicBezTo>
                      <a:pt x="60" y="103"/>
                      <a:pt x="62" y="101"/>
                      <a:pt x="63" y="101"/>
                    </a:cubicBezTo>
                    <a:cubicBezTo>
                      <a:pt x="66" y="100"/>
                      <a:pt x="66" y="100"/>
                      <a:pt x="66" y="100"/>
                    </a:cubicBezTo>
                    <a:cubicBezTo>
                      <a:pt x="69" y="99"/>
                      <a:pt x="71" y="97"/>
                      <a:pt x="74" y="96"/>
                    </a:cubicBezTo>
                    <a:cubicBezTo>
                      <a:pt x="78" y="95"/>
                      <a:pt x="78" y="95"/>
                      <a:pt x="78" y="95"/>
                    </a:cubicBezTo>
                    <a:cubicBezTo>
                      <a:pt x="80" y="94"/>
                      <a:pt x="78" y="95"/>
                      <a:pt x="80" y="94"/>
                    </a:cubicBezTo>
                    <a:cubicBezTo>
                      <a:pt x="82" y="93"/>
                      <a:pt x="82" y="93"/>
                      <a:pt x="82" y="93"/>
                    </a:cubicBezTo>
                    <a:cubicBezTo>
                      <a:pt x="84" y="91"/>
                      <a:pt x="88" y="91"/>
                      <a:pt x="88" y="89"/>
                    </a:cubicBezTo>
                    <a:cubicBezTo>
                      <a:pt x="90" y="89"/>
                      <a:pt x="90" y="89"/>
                      <a:pt x="93" y="87"/>
                    </a:cubicBezTo>
                    <a:cubicBezTo>
                      <a:pt x="94" y="86"/>
                      <a:pt x="95" y="86"/>
                      <a:pt x="96" y="86"/>
                    </a:cubicBezTo>
                    <a:cubicBezTo>
                      <a:pt x="96" y="85"/>
                      <a:pt x="97" y="84"/>
                      <a:pt x="98" y="83"/>
                    </a:cubicBezTo>
                    <a:cubicBezTo>
                      <a:pt x="105" y="81"/>
                      <a:pt x="101" y="81"/>
                      <a:pt x="104" y="80"/>
                    </a:cubicBezTo>
                    <a:cubicBezTo>
                      <a:pt x="105" y="79"/>
                      <a:pt x="106" y="79"/>
                      <a:pt x="108" y="79"/>
                    </a:cubicBezTo>
                    <a:cubicBezTo>
                      <a:pt x="108" y="78"/>
                      <a:pt x="108" y="78"/>
                      <a:pt x="108" y="78"/>
                    </a:cubicBezTo>
                    <a:cubicBezTo>
                      <a:pt x="110" y="77"/>
                      <a:pt x="111" y="75"/>
                      <a:pt x="113" y="75"/>
                    </a:cubicBezTo>
                    <a:cubicBezTo>
                      <a:pt x="113" y="75"/>
                      <a:pt x="115" y="75"/>
                      <a:pt x="112" y="77"/>
                    </a:cubicBezTo>
                    <a:cubicBezTo>
                      <a:pt x="111" y="78"/>
                      <a:pt x="111" y="78"/>
                      <a:pt x="110" y="78"/>
                    </a:cubicBezTo>
                    <a:cubicBezTo>
                      <a:pt x="110" y="79"/>
                      <a:pt x="112" y="80"/>
                      <a:pt x="111" y="78"/>
                    </a:cubicBezTo>
                    <a:cubicBezTo>
                      <a:pt x="113" y="78"/>
                      <a:pt x="113" y="77"/>
                      <a:pt x="114" y="77"/>
                    </a:cubicBezTo>
                    <a:cubicBezTo>
                      <a:pt x="113" y="76"/>
                      <a:pt x="113" y="75"/>
                      <a:pt x="113" y="74"/>
                    </a:cubicBezTo>
                    <a:cubicBezTo>
                      <a:pt x="114" y="74"/>
                      <a:pt x="115" y="73"/>
                      <a:pt x="116" y="72"/>
                    </a:cubicBezTo>
                    <a:cubicBezTo>
                      <a:pt x="118" y="72"/>
                      <a:pt x="118" y="72"/>
                      <a:pt x="118" y="72"/>
                    </a:cubicBezTo>
                    <a:cubicBezTo>
                      <a:pt x="117" y="74"/>
                      <a:pt x="115" y="73"/>
                      <a:pt x="114" y="76"/>
                    </a:cubicBezTo>
                    <a:cubicBezTo>
                      <a:pt x="118" y="74"/>
                      <a:pt x="118" y="74"/>
                      <a:pt x="118" y="74"/>
                    </a:cubicBezTo>
                    <a:cubicBezTo>
                      <a:pt x="121" y="74"/>
                      <a:pt x="115" y="74"/>
                      <a:pt x="118" y="74"/>
                    </a:cubicBezTo>
                    <a:cubicBezTo>
                      <a:pt x="118" y="74"/>
                      <a:pt x="119" y="75"/>
                      <a:pt x="119" y="75"/>
                    </a:cubicBezTo>
                    <a:cubicBezTo>
                      <a:pt x="120" y="73"/>
                      <a:pt x="119" y="73"/>
                      <a:pt x="122" y="71"/>
                    </a:cubicBezTo>
                    <a:cubicBezTo>
                      <a:pt x="123" y="71"/>
                      <a:pt x="123" y="71"/>
                      <a:pt x="123" y="71"/>
                    </a:cubicBezTo>
                    <a:cubicBezTo>
                      <a:pt x="123" y="71"/>
                      <a:pt x="123" y="70"/>
                      <a:pt x="123" y="70"/>
                    </a:cubicBezTo>
                    <a:cubicBezTo>
                      <a:pt x="124" y="70"/>
                      <a:pt x="122" y="70"/>
                      <a:pt x="124" y="70"/>
                    </a:cubicBezTo>
                    <a:cubicBezTo>
                      <a:pt x="124" y="69"/>
                      <a:pt x="124" y="70"/>
                      <a:pt x="126" y="70"/>
                    </a:cubicBezTo>
                    <a:cubicBezTo>
                      <a:pt x="127" y="69"/>
                      <a:pt x="127" y="69"/>
                      <a:pt x="127" y="68"/>
                    </a:cubicBezTo>
                    <a:cubicBezTo>
                      <a:pt x="129" y="67"/>
                      <a:pt x="128" y="69"/>
                      <a:pt x="130" y="67"/>
                    </a:cubicBezTo>
                    <a:cubicBezTo>
                      <a:pt x="132" y="64"/>
                      <a:pt x="132" y="64"/>
                      <a:pt x="132" y="64"/>
                    </a:cubicBezTo>
                    <a:cubicBezTo>
                      <a:pt x="136" y="62"/>
                      <a:pt x="134" y="62"/>
                      <a:pt x="137" y="60"/>
                    </a:cubicBezTo>
                    <a:cubicBezTo>
                      <a:pt x="140" y="58"/>
                      <a:pt x="136" y="62"/>
                      <a:pt x="141" y="58"/>
                    </a:cubicBezTo>
                    <a:cubicBezTo>
                      <a:pt x="144" y="55"/>
                      <a:pt x="144" y="55"/>
                      <a:pt x="144" y="55"/>
                    </a:cubicBezTo>
                    <a:cubicBezTo>
                      <a:pt x="144" y="55"/>
                      <a:pt x="144" y="55"/>
                      <a:pt x="144" y="55"/>
                    </a:cubicBezTo>
                    <a:cubicBezTo>
                      <a:pt x="145" y="55"/>
                      <a:pt x="146" y="54"/>
                      <a:pt x="147" y="54"/>
                    </a:cubicBezTo>
                    <a:cubicBezTo>
                      <a:pt x="148" y="52"/>
                      <a:pt x="148" y="52"/>
                      <a:pt x="148" y="52"/>
                    </a:cubicBezTo>
                    <a:cubicBezTo>
                      <a:pt x="149" y="52"/>
                      <a:pt x="148" y="52"/>
                      <a:pt x="149" y="52"/>
                    </a:cubicBezTo>
                    <a:cubicBezTo>
                      <a:pt x="151" y="51"/>
                      <a:pt x="162" y="44"/>
                      <a:pt x="166" y="43"/>
                    </a:cubicBezTo>
                    <a:cubicBezTo>
                      <a:pt x="165" y="42"/>
                      <a:pt x="165" y="42"/>
                      <a:pt x="165" y="42"/>
                    </a:cubicBezTo>
                    <a:cubicBezTo>
                      <a:pt x="167" y="42"/>
                      <a:pt x="169" y="39"/>
                      <a:pt x="170" y="38"/>
                    </a:cubicBezTo>
                    <a:cubicBezTo>
                      <a:pt x="171" y="37"/>
                      <a:pt x="172" y="35"/>
                      <a:pt x="173" y="35"/>
                    </a:cubicBezTo>
                    <a:cubicBezTo>
                      <a:pt x="175" y="31"/>
                      <a:pt x="173" y="31"/>
                      <a:pt x="173" y="29"/>
                    </a:cubicBezTo>
                    <a:cubicBezTo>
                      <a:pt x="172" y="25"/>
                      <a:pt x="172" y="26"/>
                      <a:pt x="172" y="23"/>
                    </a:cubicBezTo>
                    <a:cubicBezTo>
                      <a:pt x="171" y="22"/>
                      <a:pt x="172" y="23"/>
                      <a:pt x="171" y="22"/>
                    </a:cubicBezTo>
                    <a:cubicBezTo>
                      <a:pt x="171" y="19"/>
                      <a:pt x="171" y="22"/>
                      <a:pt x="170" y="20"/>
                    </a:cubicBezTo>
                    <a:cubicBezTo>
                      <a:pt x="165" y="11"/>
                      <a:pt x="165" y="11"/>
                      <a:pt x="165" y="11"/>
                    </a:cubicBezTo>
                    <a:cubicBezTo>
                      <a:pt x="165" y="11"/>
                      <a:pt x="164" y="9"/>
                      <a:pt x="163" y="8"/>
                    </a:cubicBezTo>
                    <a:cubicBezTo>
                      <a:pt x="158" y="5"/>
                      <a:pt x="158" y="5"/>
                      <a:pt x="158" y="5"/>
                    </a:cubicBezTo>
                    <a:cubicBezTo>
                      <a:pt x="156" y="3"/>
                      <a:pt x="153" y="1"/>
                      <a:pt x="150" y="1"/>
                    </a:cubicBezTo>
                    <a:cubicBezTo>
                      <a:pt x="150" y="0"/>
                      <a:pt x="150" y="0"/>
                      <a:pt x="150" y="0"/>
                    </a:cubicBezTo>
                    <a:cubicBezTo>
                      <a:pt x="136" y="0"/>
                      <a:pt x="136" y="0"/>
                      <a:pt x="136" y="0"/>
                    </a:cubicBezTo>
                    <a:cubicBezTo>
                      <a:pt x="135" y="1"/>
                      <a:pt x="134" y="2"/>
                      <a:pt x="133" y="3"/>
                    </a:cubicBezTo>
                    <a:cubicBezTo>
                      <a:pt x="132" y="5"/>
                      <a:pt x="130" y="12"/>
                      <a:pt x="132" y="16"/>
                    </a:cubicBezTo>
                    <a:cubicBezTo>
                      <a:pt x="134" y="19"/>
                      <a:pt x="134" y="19"/>
                      <a:pt x="134" y="19"/>
                    </a:cubicBezTo>
                    <a:cubicBezTo>
                      <a:pt x="134" y="21"/>
                      <a:pt x="134" y="21"/>
                      <a:pt x="134" y="21"/>
                    </a:cubicBezTo>
                    <a:cubicBezTo>
                      <a:pt x="134" y="21"/>
                      <a:pt x="134" y="21"/>
                      <a:pt x="133" y="21"/>
                    </a:cubicBezTo>
                    <a:cubicBezTo>
                      <a:pt x="121" y="39"/>
                      <a:pt x="121" y="39"/>
                      <a:pt x="121" y="39"/>
                    </a:cubicBezTo>
                    <a:cubicBezTo>
                      <a:pt x="120" y="39"/>
                      <a:pt x="120" y="39"/>
                      <a:pt x="120" y="40"/>
                    </a:cubicBezTo>
                    <a:cubicBezTo>
                      <a:pt x="119" y="40"/>
                      <a:pt x="119" y="40"/>
                      <a:pt x="119" y="40"/>
                    </a:cubicBezTo>
                    <a:cubicBezTo>
                      <a:pt x="118" y="41"/>
                      <a:pt x="119" y="41"/>
                      <a:pt x="118" y="42"/>
                    </a:cubicBezTo>
                    <a:cubicBezTo>
                      <a:pt x="115" y="42"/>
                      <a:pt x="115" y="47"/>
                      <a:pt x="111" y="47"/>
                    </a:cubicBezTo>
                    <a:cubicBezTo>
                      <a:pt x="112" y="49"/>
                      <a:pt x="112" y="47"/>
                      <a:pt x="111" y="49"/>
                    </a:cubicBezTo>
                    <a:cubicBezTo>
                      <a:pt x="103" y="56"/>
                      <a:pt x="103" y="56"/>
                      <a:pt x="103" y="56"/>
                    </a:cubicBezTo>
                    <a:cubicBezTo>
                      <a:pt x="102" y="56"/>
                      <a:pt x="102" y="56"/>
                      <a:pt x="102" y="56"/>
                    </a:cubicBezTo>
                    <a:cubicBezTo>
                      <a:pt x="102" y="56"/>
                      <a:pt x="102" y="56"/>
                      <a:pt x="102" y="56"/>
                    </a:cubicBezTo>
                    <a:cubicBezTo>
                      <a:pt x="98" y="59"/>
                      <a:pt x="98" y="59"/>
                      <a:pt x="98" y="59"/>
                    </a:cubicBezTo>
                    <a:cubicBezTo>
                      <a:pt x="97" y="60"/>
                      <a:pt x="98" y="60"/>
                      <a:pt x="97" y="61"/>
                    </a:cubicBezTo>
                    <a:cubicBezTo>
                      <a:pt x="92" y="64"/>
                      <a:pt x="92" y="64"/>
                      <a:pt x="92" y="64"/>
                    </a:cubicBezTo>
                    <a:cubicBezTo>
                      <a:pt x="91" y="65"/>
                      <a:pt x="90" y="67"/>
                      <a:pt x="88" y="67"/>
                    </a:cubicBezTo>
                    <a:cubicBezTo>
                      <a:pt x="88" y="68"/>
                      <a:pt x="88" y="68"/>
                      <a:pt x="88" y="68"/>
                    </a:cubicBezTo>
                    <a:cubicBezTo>
                      <a:pt x="85" y="69"/>
                      <a:pt x="87" y="68"/>
                      <a:pt x="86" y="69"/>
                    </a:cubicBezTo>
                    <a:cubicBezTo>
                      <a:pt x="74" y="78"/>
                      <a:pt x="74" y="78"/>
                      <a:pt x="74" y="78"/>
                    </a:cubicBezTo>
                    <a:cubicBezTo>
                      <a:pt x="73" y="79"/>
                      <a:pt x="73" y="78"/>
                      <a:pt x="73" y="80"/>
                    </a:cubicBezTo>
                    <a:cubicBezTo>
                      <a:pt x="72" y="78"/>
                      <a:pt x="73" y="79"/>
                      <a:pt x="71" y="80"/>
                    </a:cubicBezTo>
                    <a:cubicBezTo>
                      <a:pt x="49" y="94"/>
                      <a:pt x="49" y="94"/>
                      <a:pt x="49" y="94"/>
                    </a:cubicBezTo>
                    <a:cubicBezTo>
                      <a:pt x="45" y="95"/>
                      <a:pt x="45" y="96"/>
                      <a:pt x="41" y="95"/>
                    </a:cubicBezTo>
                    <a:cubicBezTo>
                      <a:pt x="36" y="93"/>
                      <a:pt x="36" y="93"/>
                      <a:pt x="36" y="93"/>
                    </a:cubicBezTo>
                    <a:cubicBezTo>
                      <a:pt x="35" y="93"/>
                      <a:pt x="34" y="93"/>
                      <a:pt x="33" y="93"/>
                    </a:cubicBezTo>
                    <a:cubicBezTo>
                      <a:pt x="27" y="92"/>
                      <a:pt x="27" y="91"/>
                      <a:pt x="21" y="93"/>
                    </a:cubicBezTo>
                    <a:cubicBezTo>
                      <a:pt x="18" y="93"/>
                      <a:pt x="21" y="93"/>
                      <a:pt x="19" y="94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3" y="96"/>
                      <a:pt x="13" y="96"/>
                      <a:pt x="13" y="97"/>
                    </a:cubicBezTo>
                    <a:cubicBezTo>
                      <a:pt x="9" y="99"/>
                      <a:pt x="9" y="99"/>
                      <a:pt x="9" y="99"/>
                    </a:cubicBezTo>
                    <a:cubicBezTo>
                      <a:pt x="8" y="99"/>
                      <a:pt x="8" y="100"/>
                      <a:pt x="7" y="100"/>
                    </a:cubicBezTo>
                    <a:cubicBezTo>
                      <a:pt x="3" y="100"/>
                      <a:pt x="3" y="100"/>
                      <a:pt x="3" y="100"/>
                    </a:cubicBezTo>
                    <a:cubicBezTo>
                      <a:pt x="4" y="101"/>
                      <a:pt x="4" y="101"/>
                      <a:pt x="5" y="101"/>
                    </a:cubicBezTo>
                    <a:cubicBezTo>
                      <a:pt x="5" y="102"/>
                      <a:pt x="5" y="101"/>
                      <a:pt x="5" y="102"/>
                    </a:cubicBezTo>
                    <a:cubicBezTo>
                      <a:pt x="0" y="106"/>
                      <a:pt x="0" y="106"/>
                      <a:pt x="0" y="106"/>
                    </a:cubicBezTo>
                    <a:cubicBezTo>
                      <a:pt x="0" y="109"/>
                      <a:pt x="1" y="109"/>
                      <a:pt x="4" y="109"/>
                    </a:cubicBezTo>
                    <a:cubicBezTo>
                      <a:pt x="4" y="108"/>
                      <a:pt x="4" y="108"/>
                      <a:pt x="4" y="108"/>
                    </a:cubicBezTo>
                    <a:cubicBezTo>
                      <a:pt x="6" y="108"/>
                      <a:pt x="9" y="108"/>
                      <a:pt x="10" y="107"/>
                    </a:cubicBezTo>
                    <a:cubicBezTo>
                      <a:pt x="11" y="107"/>
                      <a:pt x="11" y="107"/>
                      <a:pt x="11" y="107"/>
                    </a:cubicBezTo>
                    <a:cubicBezTo>
                      <a:pt x="11" y="107"/>
                      <a:pt x="11" y="107"/>
                      <a:pt x="11" y="107"/>
                    </a:cubicBezTo>
                    <a:cubicBezTo>
                      <a:pt x="11" y="107"/>
                      <a:pt x="11" y="107"/>
                      <a:pt x="12" y="107"/>
                    </a:cubicBezTo>
                    <a:cubicBezTo>
                      <a:pt x="14" y="106"/>
                      <a:pt x="13" y="107"/>
                      <a:pt x="16" y="108"/>
                    </a:cubicBezTo>
                    <a:cubicBezTo>
                      <a:pt x="16" y="108"/>
                      <a:pt x="17" y="107"/>
                      <a:pt x="17" y="107"/>
                    </a:cubicBezTo>
                    <a:cubicBezTo>
                      <a:pt x="18" y="107"/>
                      <a:pt x="17" y="107"/>
                      <a:pt x="18" y="107"/>
                    </a:cubicBezTo>
                    <a:cubicBezTo>
                      <a:pt x="23" y="107"/>
                      <a:pt x="24" y="106"/>
                      <a:pt x="28" y="108"/>
                    </a:cubicBezTo>
                    <a:cubicBezTo>
                      <a:pt x="32" y="110"/>
                      <a:pt x="33" y="108"/>
                      <a:pt x="37" y="115"/>
                    </a:cubicBezTo>
                    <a:cubicBezTo>
                      <a:pt x="39" y="117"/>
                      <a:pt x="37" y="121"/>
                      <a:pt x="39" y="124"/>
                    </a:cubicBezTo>
                    <a:cubicBezTo>
                      <a:pt x="40" y="126"/>
                      <a:pt x="40" y="124"/>
                      <a:pt x="40" y="125"/>
                    </a:cubicBezTo>
                    <a:cubicBezTo>
                      <a:pt x="41" y="128"/>
                      <a:pt x="40" y="132"/>
                      <a:pt x="40" y="133"/>
                    </a:cubicBezTo>
                    <a:cubicBezTo>
                      <a:pt x="40" y="135"/>
                      <a:pt x="40" y="134"/>
                      <a:pt x="40" y="137"/>
                    </a:cubicBezTo>
                    <a:cubicBezTo>
                      <a:pt x="40" y="138"/>
                      <a:pt x="40" y="137"/>
                      <a:pt x="40" y="139"/>
                    </a:cubicBezTo>
                    <a:cubicBezTo>
                      <a:pt x="39" y="142"/>
                      <a:pt x="40" y="146"/>
                      <a:pt x="39" y="148"/>
                    </a:cubicBezTo>
                    <a:cubicBezTo>
                      <a:pt x="39" y="150"/>
                      <a:pt x="39" y="149"/>
                      <a:pt x="39" y="151"/>
                    </a:cubicBezTo>
                    <a:cubicBezTo>
                      <a:pt x="39" y="153"/>
                      <a:pt x="39" y="154"/>
                      <a:pt x="39" y="156"/>
                    </a:cubicBezTo>
                    <a:cubicBezTo>
                      <a:pt x="38" y="157"/>
                      <a:pt x="38" y="157"/>
                      <a:pt x="38" y="159"/>
                    </a:cubicBezTo>
                    <a:cubicBezTo>
                      <a:pt x="38" y="165"/>
                      <a:pt x="38" y="162"/>
                      <a:pt x="37" y="165"/>
                    </a:cubicBezTo>
                    <a:cubicBezTo>
                      <a:pt x="34" y="186"/>
                      <a:pt x="34" y="186"/>
                      <a:pt x="34" y="186"/>
                    </a:cubicBezTo>
                    <a:cubicBezTo>
                      <a:pt x="34" y="187"/>
                      <a:pt x="35" y="187"/>
                      <a:pt x="35" y="188"/>
                    </a:cubicBezTo>
                    <a:cubicBezTo>
                      <a:pt x="35" y="188"/>
                      <a:pt x="34" y="188"/>
                      <a:pt x="34" y="188"/>
                    </a:cubicBezTo>
                    <a:cubicBezTo>
                      <a:pt x="34" y="188"/>
                      <a:pt x="34" y="188"/>
                      <a:pt x="34" y="189"/>
                    </a:cubicBezTo>
                    <a:cubicBezTo>
                      <a:pt x="34" y="190"/>
                      <a:pt x="35" y="192"/>
                      <a:pt x="33" y="193"/>
                    </a:cubicBezTo>
                    <a:cubicBezTo>
                      <a:pt x="33" y="198"/>
                      <a:pt x="33" y="198"/>
                      <a:pt x="33" y="198"/>
                    </a:cubicBezTo>
                    <a:cubicBezTo>
                      <a:pt x="33" y="199"/>
                      <a:pt x="32" y="201"/>
                      <a:pt x="32" y="203"/>
                    </a:cubicBezTo>
                    <a:cubicBezTo>
                      <a:pt x="31" y="203"/>
                      <a:pt x="32" y="202"/>
                      <a:pt x="32" y="204"/>
                    </a:cubicBezTo>
                    <a:cubicBezTo>
                      <a:pt x="31" y="208"/>
                      <a:pt x="32" y="209"/>
                      <a:pt x="31" y="213"/>
                    </a:cubicBezTo>
                    <a:cubicBezTo>
                      <a:pt x="29" y="217"/>
                      <a:pt x="29" y="217"/>
                      <a:pt x="29" y="217"/>
                    </a:cubicBezTo>
                    <a:cubicBezTo>
                      <a:pt x="29" y="218"/>
                      <a:pt x="28" y="221"/>
                      <a:pt x="28" y="222"/>
                    </a:cubicBezTo>
                    <a:cubicBezTo>
                      <a:pt x="27" y="224"/>
                      <a:pt x="28" y="222"/>
                      <a:pt x="27" y="223"/>
                    </a:cubicBezTo>
                    <a:cubicBezTo>
                      <a:pt x="27" y="224"/>
                      <a:pt x="26" y="227"/>
                      <a:pt x="26" y="227"/>
                    </a:cubicBezTo>
                    <a:cubicBezTo>
                      <a:pt x="22" y="233"/>
                      <a:pt x="22" y="233"/>
                      <a:pt x="22" y="233"/>
                    </a:cubicBezTo>
                    <a:cubicBezTo>
                      <a:pt x="22" y="235"/>
                      <a:pt x="20" y="235"/>
                      <a:pt x="19" y="236"/>
                    </a:cubicBezTo>
                    <a:cubicBezTo>
                      <a:pt x="16" y="238"/>
                      <a:pt x="16" y="242"/>
                      <a:pt x="16" y="246"/>
                    </a:cubicBezTo>
                    <a:cubicBezTo>
                      <a:pt x="14" y="246"/>
                      <a:pt x="15" y="246"/>
                      <a:pt x="15" y="247"/>
                    </a:cubicBezTo>
                    <a:cubicBezTo>
                      <a:pt x="16" y="252"/>
                      <a:pt x="16" y="252"/>
                      <a:pt x="16" y="252"/>
                    </a:cubicBezTo>
                    <a:cubicBezTo>
                      <a:pt x="17" y="255"/>
                      <a:pt x="17" y="255"/>
                      <a:pt x="17" y="258"/>
                    </a:cubicBezTo>
                    <a:cubicBezTo>
                      <a:pt x="17" y="260"/>
                      <a:pt x="17" y="260"/>
                      <a:pt x="18" y="260"/>
                    </a:cubicBezTo>
                    <a:cubicBezTo>
                      <a:pt x="18" y="263"/>
                      <a:pt x="18" y="262"/>
                      <a:pt x="18" y="264"/>
                    </a:cubicBezTo>
                    <a:cubicBezTo>
                      <a:pt x="20" y="269"/>
                      <a:pt x="21" y="268"/>
                      <a:pt x="22" y="271"/>
                    </a:cubicBezTo>
                    <a:cubicBezTo>
                      <a:pt x="26" y="272"/>
                      <a:pt x="28" y="274"/>
                      <a:pt x="34" y="274"/>
                    </a:cubicBezTo>
                    <a:cubicBezTo>
                      <a:pt x="38" y="274"/>
                      <a:pt x="39" y="277"/>
                      <a:pt x="46" y="276"/>
                    </a:cubicBezTo>
                    <a:cubicBezTo>
                      <a:pt x="46" y="276"/>
                      <a:pt x="46" y="275"/>
                      <a:pt x="46" y="275"/>
                    </a:cubicBezTo>
                    <a:cubicBezTo>
                      <a:pt x="46" y="275"/>
                      <a:pt x="48" y="274"/>
                      <a:pt x="49" y="274"/>
                    </a:cubicBezTo>
                    <a:cubicBezTo>
                      <a:pt x="51" y="272"/>
                      <a:pt x="51" y="272"/>
                      <a:pt x="51" y="272"/>
                    </a:cubicBezTo>
                    <a:cubicBezTo>
                      <a:pt x="53" y="270"/>
                      <a:pt x="56" y="266"/>
                      <a:pt x="56" y="263"/>
                    </a:cubicBezTo>
                    <a:cubicBezTo>
                      <a:pt x="55" y="262"/>
                      <a:pt x="55" y="262"/>
                      <a:pt x="55" y="262"/>
                    </a:cubicBezTo>
                    <a:cubicBezTo>
                      <a:pt x="56" y="261"/>
                      <a:pt x="56" y="261"/>
                      <a:pt x="56" y="260"/>
                    </a:cubicBezTo>
                    <a:cubicBezTo>
                      <a:pt x="56" y="259"/>
                      <a:pt x="55" y="258"/>
                      <a:pt x="56" y="257"/>
                    </a:cubicBezTo>
                    <a:cubicBezTo>
                      <a:pt x="55" y="255"/>
                      <a:pt x="55" y="255"/>
                      <a:pt x="55" y="255"/>
                    </a:cubicBezTo>
                    <a:cubicBezTo>
                      <a:pt x="57" y="252"/>
                      <a:pt x="57" y="252"/>
                      <a:pt x="57" y="252"/>
                    </a:cubicBezTo>
                    <a:cubicBezTo>
                      <a:pt x="57" y="251"/>
                      <a:pt x="57" y="251"/>
                      <a:pt x="57" y="251"/>
                    </a:cubicBezTo>
                    <a:cubicBezTo>
                      <a:pt x="58" y="249"/>
                      <a:pt x="59" y="248"/>
                      <a:pt x="60" y="246"/>
                    </a:cubicBezTo>
                    <a:cubicBezTo>
                      <a:pt x="59" y="245"/>
                      <a:pt x="61" y="246"/>
                      <a:pt x="58" y="245"/>
                    </a:cubicBezTo>
                    <a:cubicBezTo>
                      <a:pt x="60" y="244"/>
                      <a:pt x="60" y="244"/>
                      <a:pt x="60" y="244"/>
                    </a:cubicBezTo>
                    <a:cubicBezTo>
                      <a:pt x="58" y="243"/>
                      <a:pt x="59" y="245"/>
                      <a:pt x="59" y="243"/>
                    </a:cubicBezTo>
                    <a:cubicBezTo>
                      <a:pt x="59" y="239"/>
                      <a:pt x="60" y="236"/>
                      <a:pt x="62" y="233"/>
                    </a:cubicBezTo>
                    <a:cubicBezTo>
                      <a:pt x="62" y="233"/>
                      <a:pt x="63" y="232"/>
                      <a:pt x="63" y="232"/>
                    </a:cubicBezTo>
                    <a:cubicBezTo>
                      <a:pt x="63" y="232"/>
                      <a:pt x="63" y="232"/>
                      <a:pt x="63" y="232"/>
                    </a:cubicBezTo>
                    <a:cubicBezTo>
                      <a:pt x="63" y="232"/>
                      <a:pt x="63" y="232"/>
                      <a:pt x="63" y="231"/>
                    </a:cubicBezTo>
                    <a:cubicBezTo>
                      <a:pt x="63" y="231"/>
                      <a:pt x="63" y="230"/>
                      <a:pt x="63" y="230"/>
                    </a:cubicBezTo>
                    <a:cubicBezTo>
                      <a:pt x="64" y="230"/>
                      <a:pt x="64" y="230"/>
                      <a:pt x="64" y="230"/>
                    </a:cubicBezTo>
                    <a:cubicBezTo>
                      <a:pt x="65" y="229"/>
                      <a:pt x="64" y="227"/>
                      <a:pt x="65" y="227"/>
                    </a:cubicBezTo>
                    <a:cubicBezTo>
                      <a:pt x="67" y="225"/>
                      <a:pt x="68" y="223"/>
                      <a:pt x="69" y="221"/>
                    </a:cubicBezTo>
                    <a:cubicBezTo>
                      <a:pt x="69" y="221"/>
                      <a:pt x="70" y="221"/>
                      <a:pt x="70" y="221"/>
                    </a:cubicBezTo>
                    <a:cubicBezTo>
                      <a:pt x="71" y="219"/>
                      <a:pt x="72" y="218"/>
                      <a:pt x="72" y="216"/>
                    </a:cubicBezTo>
                    <a:cubicBezTo>
                      <a:pt x="74" y="211"/>
                      <a:pt x="74" y="214"/>
                      <a:pt x="74" y="209"/>
                    </a:cubicBezTo>
                    <a:cubicBezTo>
                      <a:pt x="75" y="208"/>
                      <a:pt x="73" y="208"/>
                      <a:pt x="75" y="208"/>
                    </a:cubicBezTo>
                    <a:cubicBezTo>
                      <a:pt x="74" y="207"/>
                      <a:pt x="74" y="206"/>
                      <a:pt x="76" y="205"/>
                    </a:cubicBezTo>
                    <a:cubicBezTo>
                      <a:pt x="77" y="204"/>
                      <a:pt x="77" y="203"/>
                      <a:pt x="77" y="201"/>
                    </a:cubicBezTo>
                    <a:cubicBezTo>
                      <a:pt x="78" y="199"/>
                      <a:pt x="79" y="197"/>
                      <a:pt x="80" y="195"/>
                    </a:cubicBezTo>
                    <a:cubicBezTo>
                      <a:pt x="81" y="195"/>
                      <a:pt x="82" y="196"/>
                      <a:pt x="83" y="195"/>
                    </a:cubicBezTo>
                    <a:cubicBezTo>
                      <a:pt x="78" y="208"/>
                      <a:pt x="78" y="208"/>
                      <a:pt x="78" y="208"/>
                    </a:cubicBezTo>
                    <a:cubicBezTo>
                      <a:pt x="77" y="214"/>
                      <a:pt x="79" y="217"/>
                      <a:pt x="77" y="223"/>
                    </a:cubicBezTo>
                    <a:cubicBezTo>
                      <a:pt x="76" y="228"/>
                      <a:pt x="77" y="240"/>
                      <a:pt x="81" y="239"/>
                    </a:cubicBezTo>
                    <a:cubicBezTo>
                      <a:pt x="83" y="239"/>
                      <a:pt x="81" y="238"/>
                      <a:pt x="83" y="238"/>
                    </a:cubicBezTo>
                    <a:cubicBezTo>
                      <a:pt x="85" y="242"/>
                      <a:pt x="84" y="243"/>
                      <a:pt x="86" y="246"/>
                    </a:cubicBezTo>
                    <a:cubicBezTo>
                      <a:pt x="88" y="245"/>
                      <a:pt x="87" y="246"/>
                      <a:pt x="89" y="245"/>
                    </a:cubicBezTo>
                    <a:cubicBezTo>
                      <a:pt x="88" y="253"/>
                      <a:pt x="88" y="253"/>
                      <a:pt x="88" y="253"/>
                    </a:cubicBezTo>
                    <a:cubicBezTo>
                      <a:pt x="89" y="255"/>
                      <a:pt x="89" y="255"/>
                      <a:pt x="89" y="255"/>
                    </a:cubicBezTo>
                    <a:cubicBezTo>
                      <a:pt x="92" y="255"/>
                      <a:pt x="91" y="253"/>
                      <a:pt x="93" y="251"/>
                    </a:cubicBezTo>
                    <a:cubicBezTo>
                      <a:pt x="96" y="251"/>
                      <a:pt x="96" y="251"/>
                      <a:pt x="96" y="252"/>
                    </a:cubicBezTo>
                    <a:cubicBezTo>
                      <a:pt x="98" y="250"/>
                      <a:pt x="98" y="250"/>
                      <a:pt x="98" y="250"/>
                    </a:cubicBezTo>
                    <a:cubicBezTo>
                      <a:pt x="99" y="252"/>
                      <a:pt x="100" y="253"/>
                      <a:pt x="102" y="254"/>
                    </a:cubicBezTo>
                    <a:cubicBezTo>
                      <a:pt x="104" y="253"/>
                      <a:pt x="104" y="251"/>
                      <a:pt x="104" y="249"/>
                    </a:cubicBezTo>
                    <a:cubicBezTo>
                      <a:pt x="101" y="241"/>
                      <a:pt x="101" y="241"/>
                      <a:pt x="101" y="241"/>
                    </a:cubicBezTo>
                    <a:cubicBezTo>
                      <a:pt x="102" y="238"/>
                      <a:pt x="102" y="238"/>
                      <a:pt x="102" y="238"/>
                    </a:cubicBezTo>
                    <a:cubicBezTo>
                      <a:pt x="102" y="238"/>
                      <a:pt x="103" y="238"/>
                      <a:pt x="103" y="238"/>
                    </a:cubicBezTo>
                    <a:cubicBezTo>
                      <a:pt x="103" y="234"/>
                      <a:pt x="102" y="233"/>
                      <a:pt x="103" y="231"/>
                    </a:cubicBezTo>
                    <a:cubicBezTo>
                      <a:pt x="103" y="231"/>
                      <a:pt x="103" y="231"/>
                      <a:pt x="103" y="230"/>
                    </a:cubicBezTo>
                    <a:cubicBezTo>
                      <a:pt x="106" y="225"/>
                      <a:pt x="106" y="225"/>
                      <a:pt x="106" y="225"/>
                    </a:cubicBezTo>
                    <a:cubicBezTo>
                      <a:pt x="106" y="223"/>
                      <a:pt x="106" y="222"/>
                      <a:pt x="108" y="221"/>
                    </a:cubicBezTo>
                    <a:cubicBezTo>
                      <a:pt x="107" y="220"/>
                      <a:pt x="108" y="220"/>
                      <a:pt x="108" y="219"/>
                    </a:cubicBezTo>
                    <a:cubicBezTo>
                      <a:pt x="108" y="219"/>
                      <a:pt x="109" y="219"/>
                      <a:pt x="109" y="219"/>
                    </a:cubicBezTo>
                    <a:cubicBezTo>
                      <a:pt x="111" y="214"/>
                      <a:pt x="111" y="214"/>
                      <a:pt x="111" y="214"/>
                    </a:cubicBezTo>
                    <a:cubicBezTo>
                      <a:pt x="112" y="214"/>
                      <a:pt x="112" y="214"/>
                      <a:pt x="112" y="214"/>
                    </a:cubicBezTo>
                    <a:cubicBezTo>
                      <a:pt x="114" y="209"/>
                      <a:pt x="114" y="209"/>
                      <a:pt x="114" y="209"/>
                    </a:cubicBezTo>
                    <a:cubicBezTo>
                      <a:pt x="115" y="207"/>
                      <a:pt x="116" y="206"/>
                      <a:pt x="117" y="205"/>
                    </a:cubicBezTo>
                    <a:cubicBezTo>
                      <a:pt x="118" y="205"/>
                      <a:pt x="116" y="207"/>
                      <a:pt x="118" y="204"/>
                    </a:cubicBezTo>
                    <a:cubicBezTo>
                      <a:pt x="120" y="202"/>
                      <a:pt x="120" y="201"/>
                      <a:pt x="121" y="199"/>
                    </a:cubicBezTo>
                    <a:cubicBezTo>
                      <a:pt x="121" y="199"/>
                      <a:pt x="121" y="198"/>
                      <a:pt x="121" y="198"/>
                    </a:cubicBezTo>
                    <a:cubicBezTo>
                      <a:pt x="122" y="197"/>
                      <a:pt x="122" y="197"/>
                      <a:pt x="122" y="197"/>
                    </a:cubicBezTo>
                    <a:cubicBezTo>
                      <a:pt x="123" y="199"/>
                      <a:pt x="123" y="198"/>
                      <a:pt x="123" y="199"/>
                    </a:cubicBezTo>
                    <a:cubicBezTo>
                      <a:pt x="123" y="207"/>
                      <a:pt x="123" y="207"/>
                      <a:pt x="123" y="207"/>
                    </a:cubicBezTo>
                    <a:cubicBezTo>
                      <a:pt x="123" y="207"/>
                      <a:pt x="123" y="207"/>
                      <a:pt x="123" y="207"/>
                    </a:cubicBezTo>
                    <a:cubicBezTo>
                      <a:pt x="124" y="216"/>
                      <a:pt x="124" y="216"/>
                      <a:pt x="124" y="216"/>
                    </a:cubicBezTo>
                    <a:cubicBezTo>
                      <a:pt x="123" y="216"/>
                      <a:pt x="123" y="216"/>
                      <a:pt x="123" y="216"/>
                    </a:cubicBezTo>
                    <a:cubicBezTo>
                      <a:pt x="123" y="216"/>
                      <a:pt x="123" y="221"/>
                      <a:pt x="122" y="222"/>
                    </a:cubicBezTo>
                    <a:cubicBezTo>
                      <a:pt x="122" y="224"/>
                      <a:pt x="122" y="224"/>
                      <a:pt x="121" y="226"/>
                    </a:cubicBezTo>
                    <a:cubicBezTo>
                      <a:pt x="121" y="226"/>
                      <a:pt x="121" y="228"/>
                      <a:pt x="121" y="228"/>
                    </a:cubicBezTo>
                    <a:cubicBezTo>
                      <a:pt x="120" y="231"/>
                      <a:pt x="120" y="231"/>
                      <a:pt x="120" y="231"/>
                    </a:cubicBezTo>
                    <a:cubicBezTo>
                      <a:pt x="119" y="233"/>
                      <a:pt x="117" y="238"/>
                      <a:pt x="116" y="240"/>
                    </a:cubicBezTo>
                    <a:cubicBezTo>
                      <a:pt x="115" y="241"/>
                      <a:pt x="115" y="241"/>
                      <a:pt x="115" y="242"/>
                    </a:cubicBezTo>
                    <a:cubicBezTo>
                      <a:pt x="114" y="245"/>
                      <a:pt x="113" y="246"/>
                      <a:pt x="112" y="249"/>
                    </a:cubicBezTo>
                    <a:cubicBezTo>
                      <a:pt x="105" y="260"/>
                      <a:pt x="105" y="260"/>
                      <a:pt x="105" y="260"/>
                    </a:cubicBezTo>
                    <a:cubicBezTo>
                      <a:pt x="104" y="261"/>
                      <a:pt x="104" y="261"/>
                      <a:pt x="104" y="261"/>
                    </a:cubicBezTo>
                    <a:cubicBezTo>
                      <a:pt x="103" y="262"/>
                      <a:pt x="103" y="262"/>
                      <a:pt x="102" y="262"/>
                    </a:cubicBezTo>
                    <a:cubicBezTo>
                      <a:pt x="103" y="263"/>
                      <a:pt x="103" y="263"/>
                      <a:pt x="103" y="263"/>
                    </a:cubicBezTo>
                    <a:cubicBezTo>
                      <a:pt x="101" y="264"/>
                      <a:pt x="99" y="265"/>
                      <a:pt x="98" y="267"/>
                    </a:cubicBezTo>
                    <a:cubicBezTo>
                      <a:pt x="89" y="275"/>
                      <a:pt x="89" y="275"/>
                      <a:pt x="89" y="275"/>
                    </a:cubicBezTo>
                    <a:cubicBezTo>
                      <a:pt x="88" y="276"/>
                      <a:pt x="88" y="276"/>
                      <a:pt x="87" y="276"/>
                    </a:cubicBezTo>
                    <a:cubicBezTo>
                      <a:pt x="86" y="278"/>
                      <a:pt x="86" y="278"/>
                      <a:pt x="86" y="278"/>
                    </a:cubicBezTo>
                    <a:cubicBezTo>
                      <a:pt x="84" y="278"/>
                      <a:pt x="82" y="279"/>
                      <a:pt x="81" y="280"/>
                    </a:cubicBezTo>
                    <a:cubicBezTo>
                      <a:pt x="77" y="283"/>
                      <a:pt x="73" y="283"/>
                      <a:pt x="70" y="285"/>
                    </a:cubicBezTo>
                    <a:cubicBezTo>
                      <a:pt x="70" y="285"/>
                      <a:pt x="70" y="285"/>
                      <a:pt x="70" y="285"/>
                    </a:cubicBezTo>
                    <a:cubicBezTo>
                      <a:pt x="70" y="285"/>
                      <a:pt x="70" y="285"/>
                      <a:pt x="69" y="285"/>
                    </a:cubicBezTo>
                    <a:cubicBezTo>
                      <a:pt x="63" y="287"/>
                      <a:pt x="63" y="287"/>
                      <a:pt x="63" y="287"/>
                    </a:cubicBezTo>
                    <a:cubicBezTo>
                      <a:pt x="63" y="287"/>
                      <a:pt x="63" y="287"/>
                      <a:pt x="63" y="287"/>
                    </a:cubicBezTo>
                    <a:cubicBezTo>
                      <a:pt x="63" y="287"/>
                      <a:pt x="63" y="288"/>
                      <a:pt x="63" y="288"/>
                    </a:cubicBezTo>
                    <a:cubicBezTo>
                      <a:pt x="62" y="289"/>
                      <a:pt x="63" y="287"/>
                      <a:pt x="60" y="289"/>
                    </a:cubicBezTo>
                    <a:cubicBezTo>
                      <a:pt x="60" y="289"/>
                      <a:pt x="60" y="290"/>
                      <a:pt x="60" y="290"/>
                    </a:cubicBezTo>
                    <a:cubicBezTo>
                      <a:pt x="57" y="290"/>
                      <a:pt x="56" y="290"/>
                      <a:pt x="53" y="291"/>
                    </a:cubicBezTo>
                    <a:cubicBezTo>
                      <a:pt x="42" y="294"/>
                      <a:pt x="42" y="294"/>
                      <a:pt x="42" y="294"/>
                    </a:cubicBezTo>
                    <a:cubicBezTo>
                      <a:pt x="43" y="295"/>
                      <a:pt x="42" y="295"/>
                      <a:pt x="43" y="296"/>
                    </a:cubicBezTo>
                    <a:cubicBezTo>
                      <a:pt x="42" y="294"/>
                      <a:pt x="43" y="295"/>
                      <a:pt x="41" y="295"/>
                    </a:cubicBezTo>
                    <a:cubicBezTo>
                      <a:pt x="41" y="296"/>
                      <a:pt x="41" y="295"/>
                      <a:pt x="41" y="297"/>
                    </a:cubicBezTo>
                    <a:cubicBezTo>
                      <a:pt x="40" y="297"/>
                      <a:pt x="40" y="296"/>
                      <a:pt x="40" y="296"/>
                    </a:cubicBezTo>
                    <a:cubicBezTo>
                      <a:pt x="39" y="297"/>
                      <a:pt x="39" y="297"/>
                      <a:pt x="39" y="297"/>
                    </a:cubicBezTo>
                    <a:cubicBezTo>
                      <a:pt x="39" y="300"/>
                      <a:pt x="39" y="300"/>
                      <a:pt x="39" y="300"/>
                    </a:cubicBezTo>
                    <a:cubicBezTo>
                      <a:pt x="35" y="301"/>
                      <a:pt x="35" y="301"/>
                      <a:pt x="35" y="301"/>
                    </a:cubicBezTo>
                    <a:cubicBezTo>
                      <a:pt x="43" y="302"/>
                      <a:pt x="37" y="300"/>
                      <a:pt x="44" y="301"/>
                    </a:cubicBezTo>
                    <a:cubicBezTo>
                      <a:pt x="45" y="302"/>
                      <a:pt x="44" y="302"/>
                      <a:pt x="45" y="301"/>
                    </a:cubicBezTo>
                    <a:cubicBezTo>
                      <a:pt x="47" y="302"/>
                      <a:pt x="48" y="303"/>
                      <a:pt x="50" y="302"/>
                    </a:cubicBezTo>
                    <a:cubicBezTo>
                      <a:pt x="51" y="302"/>
                      <a:pt x="51" y="302"/>
                      <a:pt x="51" y="302"/>
                    </a:cubicBezTo>
                    <a:cubicBezTo>
                      <a:pt x="53" y="302"/>
                      <a:pt x="57" y="302"/>
                      <a:pt x="59" y="301"/>
                    </a:cubicBezTo>
                    <a:cubicBezTo>
                      <a:pt x="60" y="301"/>
                      <a:pt x="62" y="301"/>
                      <a:pt x="63" y="301"/>
                    </a:cubicBezTo>
                    <a:cubicBezTo>
                      <a:pt x="65" y="300"/>
                      <a:pt x="63" y="300"/>
                      <a:pt x="65" y="300"/>
                    </a:cubicBezTo>
                    <a:cubicBezTo>
                      <a:pt x="69" y="299"/>
                      <a:pt x="74" y="300"/>
                      <a:pt x="78" y="301"/>
                    </a:cubicBezTo>
                    <a:cubicBezTo>
                      <a:pt x="79" y="301"/>
                      <a:pt x="79" y="301"/>
                      <a:pt x="81" y="301"/>
                    </a:cubicBezTo>
                    <a:cubicBezTo>
                      <a:pt x="81" y="301"/>
                      <a:pt x="81" y="301"/>
                      <a:pt x="81" y="301"/>
                    </a:cubicBezTo>
                    <a:cubicBezTo>
                      <a:pt x="82" y="301"/>
                      <a:pt x="83" y="301"/>
                      <a:pt x="84" y="302"/>
                    </a:cubicBezTo>
                    <a:cubicBezTo>
                      <a:pt x="90" y="302"/>
                      <a:pt x="90" y="302"/>
                      <a:pt x="90" y="302"/>
                    </a:cubicBezTo>
                    <a:cubicBezTo>
                      <a:pt x="89" y="302"/>
                      <a:pt x="89" y="303"/>
                      <a:pt x="87" y="302"/>
                    </a:cubicBezTo>
                    <a:cubicBezTo>
                      <a:pt x="87" y="303"/>
                      <a:pt x="87" y="303"/>
                      <a:pt x="87" y="304"/>
                    </a:cubicBezTo>
                    <a:cubicBezTo>
                      <a:pt x="86" y="304"/>
                      <a:pt x="86" y="304"/>
                      <a:pt x="85" y="304"/>
                    </a:cubicBezTo>
                    <a:cubicBezTo>
                      <a:pt x="85" y="305"/>
                      <a:pt x="85" y="306"/>
                      <a:pt x="86" y="307"/>
                    </a:cubicBezTo>
                    <a:cubicBezTo>
                      <a:pt x="92" y="307"/>
                      <a:pt x="92" y="307"/>
                      <a:pt x="92" y="307"/>
                    </a:cubicBezTo>
                    <a:cubicBezTo>
                      <a:pt x="92" y="307"/>
                      <a:pt x="92" y="307"/>
                      <a:pt x="92" y="307"/>
                    </a:cubicBezTo>
                    <a:cubicBezTo>
                      <a:pt x="93" y="309"/>
                      <a:pt x="94" y="309"/>
                      <a:pt x="95" y="308"/>
                    </a:cubicBezTo>
                    <a:cubicBezTo>
                      <a:pt x="100" y="306"/>
                      <a:pt x="100" y="306"/>
                      <a:pt x="100" y="306"/>
                    </a:cubicBezTo>
                    <a:cubicBezTo>
                      <a:pt x="101" y="306"/>
                      <a:pt x="100" y="306"/>
                      <a:pt x="101" y="305"/>
                    </a:cubicBezTo>
                    <a:cubicBezTo>
                      <a:pt x="102" y="303"/>
                      <a:pt x="105" y="302"/>
                      <a:pt x="107" y="301"/>
                    </a:cubicBezTo>
                    <a:cubicBezTo>
                      <a:pt x="108" y="300"/>
                      <a:pt x="108" y="299"/>
                      <a:pt x="109" y="300"/>
                    </a:cubicBezTo>
                    <a:cubicBezTo>
                      <a:pt x="109" y="297"/>
                      <a:pt x="111" y="299"/>
                      <a:pt x="115" y="295"/>
                    </a:cubicBezTo>
                    <a:cubicBezTo>
                      <a:pt x="115" y="295"/>
                      <a:pt x="115" y="295"/>
                      <a:pt x="115" y="295"/>
                    </a:cubicBezTo>
                    <a:cubicBezTo>
                      <a:pt x="115" y="295"/>
                      <a:pt x="115" y="295"/>
                      <a:pt x="115" y="295"/>
                    </a:cubicBezTo>
                    <a:cubicBezTo>
                      <a:pt x="115" y="294"/>
                      <a:pt x="115" y="294"/>
                      <a:pt x="115" y="294"/>
                    </a:cubicBezTo>
                    <a:cubicBezTo>
                      <a:pt x="117" y="292"/>
                      <a:pt x="118" y="289"/>
                      <a:pt x="119" y="288"/>
                    </a:cubicBezTo>
                    <a:cubicBezTo>
                      <a:pt x="121" y="286"/>
                      <a:pt x="124" y="285"/>
                      <a:pt x="125" y="283"/>
                    </a:cubicBezTo>
                    <a:cubicBezTo>
                      <a:pt x="129" y="280"/>
                      <a:pt x="129" y="280"/>
                      <a:pt x="129" y="280"/>
                    </a:cubicBezTo>
                    <a:cubicBezTo>
                      <a:pt x="132" y="277"/>
                      <a:pt x="132" y="274"/>
                      <a:pt x="135" y="270"/>
                    </a:cubicBezTo>
                    <a:cubicBezTo>
                      <a:pt x="135" y="270"/>
                      <a:pt x="135" y="270"/>
                      <a:pt x="135" y="270"/>
                    </a:cubicBezTo>
                    <a:cubicBezTo>
                      <a:pt x="136" y="269"/>
                      <a:pt x="136" y="269"/>
                      <a:pt x="136" y="267"/>
                    </a:cubicBezTo>
                    <a:cubicBezTo>
                      <a:pt x="145" y="272"/>
                      <a:pt x="145" y="272"/>
                      <a:pt x="145" y="272"/>
                    </a:cubicBezTo>
                    <a:cubicBezTo>
                      <a:pt x="146" y="273"/>
                      <a:pt x="145" y="272"/>
                      <a:pt x="146" y="274"/>
                    </a:cubicBezTo>
                    <a:cubicBezTo>
                      <a:pt x="147" y="275"/>
                      <a:pt x="146" y="274"/>
                      <a:pt x="147" y="275"/>
                    </a:cubicBezTo>
                    <a:cubicBezTo>
                      <a:pt x="150" y="275"/>
                      <a:pt x="150" y="275"/>
                      <a:pt x="150" y="275"/>
                    </a:cubicBezTo>
                    <a:cubicBezTo>
                      <a:pt x="153" y="277"/>
                      <a:pt x="153" y="277"/>
                      <a:pt x="153" y="277"/>
                    </a:cubicBezTo>
                    <a:cubicBezTo>
                      <a:pt x="152" y="279"/>
                      <a:pt x="152" y="278"/>
                      <a:pt x="152" y="280"/>
                    </a:cubicBezTo>
                    <a:cubicBezTo>
                      <a:pt x="152" y="280"/>
                      <a:pt x="152" y="279"/>
                      <a:pt x="153" y="279"/>
                    </a:cubicBezTo>
                    <a:cubicBezTo>
                      <a:pt x="153" y="279"/>
                      <a:pt x="153" y="279"/>
                      <a:pt x="153" y="279"/>
                    </a:cubicBezTo>
                    <a:cubicBezTo>
                      <a:pt x="153" y="279"/>
                      <a:pt x="154" y="279"/>
                      <a:pt x="154" y="279"/>
                    </a:cubicBezTo>
                    <a:cubicBezTo>
                      <a:pt x="155" y="281"/>
                      <a:pt x="154" y="280"/>
                      <a:pt x="155" y="281"/>
                    </a:cubicBezTo>
                    <a:cubicBezTo>
                      <a:pt x="155" y="285"/>
                      <a:pt x="155" y="285"/>
                      <a:pt x="155" y="285"/>
                    </a:cubicBezTo>
                    <a:cubicBezTo>
                      <a:pt x="157" y="286"/>
                      <a:pt x="158" y="288"/>
                      <a:pt x="159" y="290"/>
                    </a:cubicBezTo>
                    <a:cubicBezTo>
                      <a:pt x="162" y="295"/>
                      <a:pt x="162" y="292"/>
                      <a:pt x="167" y="299"/>
                    </a:cubicBezTo>
                    <a:cubicBezTo>
                      <a:pt x="173" y="309"/>
                      <a:pt x="173" y="309"/>
                      <a:pt x="173" y="309"/>
                    </a:cubicBezTo>
                    <a:cubicBezTo>
                      <a:pt x="177" y="313"/>
                      <a:pt x="177" y="314"/>
                      <a:pt x="182" y="316"/>
                    </a:cubicBezTo>
                    <a:cubicBezTo>
                      <a:pt x="182" y="316"/>
                      <a:pt x="182" y="316"/>
                      <a:pt x="182" y="316"/>
                    </a:cubicBezTo>
                    <a:cubicBezTo>
                      <a:pt x="182" y="316"/>
                      <a:pt x="182" y="316"/>
                      <a:pt x="182" y="316"/>
                    </a:cubicBezTo>
                    <a:cubicBezTo>
                      <a:pt x="188" y="319"/>
                      <a:pt x="188" y="319"/>
                      <a:pt x="188" y="319"/>
                    </a:cubicBezTo>
                    <a:cubicBezTo>
                      <a:pt x="189" y="320"/>
                      <a:pt x="190" y="320"/>
                      <a:pt x="192" y="320"/>
                    </a:cubicBezTo>
                    <a:cubicBezTo>
                      <a:pt x="192" y="321"/>
                      <a:pt x="191" y="320"/>
                      <a:pt x="193" y="321"/>
                    </a:cubicBezTo>
                    <a:cubicBezTo>
                      <a:pt x="199" y="321"/>
                      <a:pt x="199" y="321"/>
                      <a:pt x="199" y="321"/>
                    </a:cubicBezTo>
                    <a:cubicBezTo>
                      <a:pt x="203" y="321"/>
                      <a:pt x="203" y="322"/>
                      <a:pt x="203" y="321"/>
                    </a:cubicBezTo>
                    <a:cubicBezTo>
                      <a:pt x="205" y="321"/>
                      <a:pt x="205" y="321"/>
                      <a:pt x="207" y="320"/>
                    </a:cubicBezTo>
                    <a:cubicBezTo>
                      <a:pt x="207" y="320"/>
                      <a:pt x="207" y="320"/>
                      <a:pt x="207" y="320"/>
                    </a:cubicBezTo>
                    <a:cubicBezTo>
                      <a:pt x="209" y="318"/>
                      <a:pt x="210" y="316"/>
                      <a:pt x="211" y="314"/>
                    </a:cubicBezTo>
                    <a:cubicBezTo>
                      <a:pt x="212" y="310"/>
                      <a:pt x="212" y="310"/>
                      <a:pt x="212" y="310"/>
                    </a:cubicBezTo>
                    <a:cubicBezTo>
                      <a:pt x="212" y="309"/>
                      <a:pt x="212" y="308"/>
                      <a:pt x="212" y="307"/>
                    </a:cubicBezTo>
                    <a:cubicBezTo>
                      <a:pt x="212" y="306"/>
                      <a:pt x="212" y="307"/>
                      <a:pt x="211" y="302"/>
                    </a:cubicBezTo>
                    <a:cubicBezTo>
                      <a:pt x="210" y="300"/>
                      <a:pt x="211" y="300"/>
                      <a:pt x="209" y="298"/>
                    </a:cubicBezTo>
                    <a:cubicBezTo>
                      <a:pt x="205" y="293"/>
                      <a:pt x="205" y="293"/>
                      <a:pt x="205" y="293"/>
                    </a:cubicBezTo>
                    <a:cubicBezTo>
                      <a:pt x="205" y="293"/>
                      <a:pt x="205" y="293"/>
                      <a:pt x="205" y="292"/>
                    </a:cubicBezTo>
                    <a:cubicBezTo>
                      <a:pt x="196" y="283"/>
                      <a:pt x="196" y="283"/>
                      <a:pt x="196" y="283"/>
                    </a:cubicBezTo>
                    <a:cubicBezTo>
                      <a:pt x="196" y="283"/>
                      <a:pt x="195" y="283"/>
                      <a:pt x="195" y="282"/>
                    </a:cubicBezTo>
                    <a:cubicBezTo>
                      <a:pt x="181" y="274"/>
                      <a:pt x="181" y="274"/>
                      <a:pt x="181" y="274"/>
                    </a:cubicBezTo>
                    <a:cubicBezTo>
                      <a:pt x="181" y="270"/>
                      <a:pt x="181" y="270"/>
                      <a:pt x="181" y="270"/>
                    </a:cubicBezTo>
                    <a:cubicBezTo>
                      <a:pt x="182" y="270"/>
                      <a:pt x="182" y="269"/>
                      <a:pt x="183" y="266"/>
                    </a:cubicBezTo>
                    <a:cubicBezTo>
                      <a:pt x="183" y="266"/>
                      <a:pt x="183" y="266"/>
                      <a:pt x="183" y="266"/>
                    </a:cubicBezTo>
                    <a:cubicBezTo>
                      <a:pt x="184" y="265"/>
                      <a:pt x="184" y="262"/>
                      <a:pt x="184" y="261"/>
                    </a:cubicBezTo>
                    <a:cubicBezTo>
                      <a:pt x="184" y="253"/>
                      <a:pt x="184" y="253"/>
                      <a:pt x="184" y="253"/>
                    </a:cubicBezTo>
                    <a:cubicBezTo>
                      <a:pt x="184" y="250"/>
                      <a:pt x="185" y="250"/>
                      <a:pt x="184" y="247"/>
                    </a:cubicBezTo>
                    <a:cubicBezTo>
                      <a:pt x="184" y="245"/>
                      <a:pt x="185" y="244"/>
                      <a:pt x="185" y="243"/>
                    </a:cubicBezTo>
                    <a:cubicBezTo>
                      <a:pt x="185" y="236"/>
                      <a:pt x="182" y="225"/>
                      <a:pt x="184" y="218"/>
                    </a:cubicBezTo>
                    <a:cubicBezTo>
                      <a:pt x="185" y="213"/>
                      <a:pt x="185" y="210"/>
                      <a:pt x="185" y="205"/>
                    </a:cubicBezTo>
                    <a:cubicBezTo>
                      <a:pt x="185" y="205"/>
                      <a:pt x="185" y="204"/>
                      <a:pt x="185" y="204"/>
                    </a:cubicBezTo>
                    <a:cubicBezTo>
                      <a:pt x="186" y="202"/>
                      <a:pt x="186" y="204"/>
                      <a:pt x="186" y="200"/>
                    </a:cubicBezTo>
                    <a:cubicBezTo>
                      <a:pt x="188" y="198"/>
                      <a:pt x="184" y="200"/>
                      <a:pt x="187" y="199"/>
                    </a:cubicBezTo>
                    <a:cubicBezTo>
                      <a:pt x="187" y="195"/>
                      <a:pt x="187" y="195"/>
                      <a:pt x="187" y="195"/>
                    </a:cubicBezTo>
                    <a:cubicBezTo>
                      <a:pt x="188" y="194"/>
                      <a:pt x="187" y="196"/>
                      <a:pt x="188" y="194"/>
                    </a:cubicBezTo>
                    <a:cubicBezTo>
                      <a:pt x="188" y="194"/>
                      <a:pt x="188" y="193"/>
                      <a:pt x="188" y="193"/>
                    </a:cubicBezTo>
                    <a:cubicBezTo>
                      <a:pt x="188" y="186"/>
                      <a:pt x="189" y="186"/>
                      <a:pt x="189" y="186"/>
                    </a:cubicBezTo>
                    <a:cubicBezTo>
                      <a:pt x="189" y="183"/>
                      <a:pt x="188" y="184"/>
                      <a:pt x="190" y="182"/>
                    </a:cubicBezTo>
                    <a:cubicBezTo>
                      <a:pt x="190" y="181"/>
                      <a:pt x="190" y="181"/>
                      <a:pt x="190" y="181"/>
                    </a:cubicBezTo>
                    <a:cubicBezTo>
                      <a:pt x="190" y="181"/>
                      <a:pt x="190" y="181"/>
                      <a:pt x="190" y="181"/>
                    </a:cubicBezTo>
                    <a:cubicBezTo>
                      <a:pt x="191" y="179"/>
                      <a:pt x="191" y="179"/>
                      <a:pt x="191" y="179"/>
                    </a:cubicBezTo>
                    <a:cubicBezTo>
                      <a:pt x="193" y="178"/>
                      <a:pt x="193" y="177"/>
                      <a:pt x="194" y="175"/>
                    </a:cubicBezTo>
                    <a:cubicBezTo>
                      <a:pt x="197" y="170"/>
                      <a:pt x="197" y="170"/>
                      <a:pt x="197" y="170"/>
                    </a:cubicBezTo>
                    <a:cubicBezTo>
                      <a:pt x="197" y="170"/>
                      <a:pt x="197" y="170"/>
                      <a:pt x="197" y="170"/>
                    </a:cubicBezTo>
                    <a:cubicBezTo>
                      <a:pt x="198" y="169"/>
                      <a:pt x="198" y="169"/>
                      <a:pt x="198" y="169"/>
                    </a:cubicBezTo>
                    <a:cubicBezTo>
                      <a:pt x="198" y="169"/>
                      <a:pt x="198" y="169"/>
                      <a:pt x="198" y="169"/>
                    </a:cubicBezTo>
                    <a:cubicBezTo>
                      <a:pt x="198" y="167"/>
                      <a:pt x="198" y="166"/>
                      <a:pt x="199" y="165"/>
                    </a:cubicBezTo>
                    <a:cubicBezTo>
                      <a:pt x="199" y="164"/>
                      <a:pt x="199" y="164"/>
                      <a:pt x="199" y="163"/>
                    </a:cubicBezTo>
                    <a:cubicBezTo>
                      <a:pt x="200" y="161"/>
                      <a:pt x="199" y="163"/>
                      <a:pt x="200" y="161"/>
                    </a:cubicBezTo>
                    <a:cubicBezTo>
                      <a:pt x="200" y="160"/>
                      <a:pt x="200" y="153"/>
                      <a:pt x="199" y="150"/>
                    </a:cubicBezTo>
                    <a:cubicBezTo>
                      <a:pt x="198" y="149"/>
                      <a:pt x="198" y="149"/>
                      <a:pt x="198" y="149"/>
                    </a:cubicBezTo>
                    <a:cubicBezTo>
                      <a:pt x="198" y="147"/>
                      <a:pt x="198" y="144"/>
                      <a:pt x="198" y="143"/>
                    </a:cubicBezTo>
                    <a:cubicBezTo>
                      <a:pt x="198" y="143"/>
                      <a:pt x="198" y="143"/>
                      <a:pt x="197" y="143"/>
                    </a:cubicBezTo>
                    <a:cubicBezTo>
                      <a:pt x="199" y="141"/>
                      <a:pt x="198" y="142"/>
                      <a:pt x="198" y="140"/>
                    </a:cubicBezTo>
                    <a:cubicBezTo>
                      <a:pt x="197" y="139"/>
                      <a:pt x="198" y="139"/>
                      <a:pt x="196" y="139"/>
                    </a:cubicBezTo>
                    <a:cubicBezTo>
                      <a:pt x="197" y="138"/>
                      <a:pt x="194" y="134"/>
                      <a:pt x="193" y="133"/>
                    </a:cubicBezTo>
                    <a:cubicBezTo>
                      <a:pt x="186" y="126"/>
                      <a:pt x="186" y="126"/>
                      <a:pt x="186" y="126"/>
                    </a:cubicBezTo>
                    <a:cubicBezTo>
                      <a:pt x="181" y="122"/>
                      <a:pt x="181" y="123"/>
                      <a:pt x="178" y="122"/>
                    </a:cubicBezTo>
                    <a:cubicBezTo>
                      <a:pt x="175" y="121"/>
                      <a:pt x="180" y="122"/>
                      <a:pt x="177" y="121"/>
                    </a:cubicBezTo>
                    <a:cubicBezTo>
                      <a:pt x="173" y="121"/>
                      <a:pt x="173" y="121"/>
                      <a:pt x="173" y="121"/>
                    </a:cubicBezTo>
                    <a:cubicBezTo>
                      <a:pt x="173" y="120"/>
                      <a:pt x="174" y="121"/>
                      <a:pt x="172" y="121"/>
                    </a:cubicBezTo>
                    <a:cubicBezTo>
                      <a:pt x="171" y="121"/>
                      <a:pt x="171" y="121"/>
                      <a:pt x="170" y="121"/>
                    </a:cubicBezTo>
                    <a:cubicBezTo>
                      <a:pt x="163" y="122"/>
                      <a:pt x="166" y="121"/>
                      <a:pt x="161" y="125"/>
                    </a:cubicBezTo>
                    <a:cubicBezTo>
                      <a:pt x="160" y="126"/>
                      <a:pt x="160" y="126"/>
                      <a:pt x="160" y="126"/>
                    </a:cubicBezTo>
                    <a:cubicBezTo>
                      <a:pt x="157" y="127"/>
                      <a:pt x="158" y="127"/>
                      <a:pt x="157" y="128"/>
                    </a:cubicBezTo>
                    <a:cubicBezTo>
                      <a:pt x="157" y="128"/>
                      <a:pt x="157" y="128"/>
                      <a:pt x="157" y="128"/>
                    </a:cubicBezTo>
                    <a:cubicBezTo>
                      <a:pt x="155" y="129"/>
                      <a:pt x="155" y="129"/>
                      <a:pt x="155" y="129"/>
                    </a:cubicBezTo>
                    <a:cubicBezTo>
                      <a:pt x="154" y="130"/>
                      <a:pt x="153" y="131"/>
                      <a:pt x="152" y="131"/>
                    </a:cubicBezTo>
                    <a:cubicBezTo>
                      <a:pt x="151" y="132"/>
                      <a:pt x="151" y="132"/>
                      <a:pt x="151" y="132"/>
                    </a:cubicBezTo>
                    <a:cubicBezTo>
                      <a:pt x="151" y="132"/>
                      <a:pt x="151" y="132"/>
                      <a:pt x="151" y="132"/>
                    </a:cubicBezTo>
                    <a:cubicBezTo>
                      <a:pt x="150" y="132"/>
                      <a:pt x="150" y="132"/>
                      <a:pt x="149" y="133"/>
                    </a:cubicBezTo>
                    <a:cubicBezTo>
                      <a:pt x="150" y="133"/>
                      <a:pt x="150" y="133"/>
                      <a:pt x="150" y="133"/>
                    </a:cubicBezTo>
                    <a:cubicBezTo>
                      <a:pt x="148" y="134"/>
                      <a:pt x="146" y="136"/>
                      <a:pt x="144" y="137"/>
                    </a:cubicBezTo>
                    <a:cubicBezTo>
                      <a:pt x="143" y="139"/>
                      <a:pt x="143" y="139"/>
                      <a:pt x="143" y="139"/>
                    </a:cubicBezTo>
                    <a:cubicBezTo>
                      <a:pt x="143" y="139"/>
                      <a:pt x="142" y="139"/>
                      <a:pt x="142" y="139"/>
                    </a:cubicBezTo>
                    <a:cubicBezTo>
                      <a:pt x="142" y="140"/>
                      <a:pt x="142" y="140"/>
                      <a:pt x="142" y="140"/>
                    </a:cubicBezTo>
                    <a:cubicBezTo>
                      <a:pt x="133" y="151"/>
                      <a:pt x="133" y="151"/>
                      <a:pt x="133" y="151"/>
                    </a:cubicBezTo>
                    <a:cubicBezTo>
                      <a:pt x="132" y="153"/>
                      <a:pt x="130" y="155"/>
                      <a:pt x="128" y="157"/>
                    </a:cubicBezTo>
                    <a:cubicBezTo>
                      <a:pt x="128" y="157"/>
                      <a:pt x="128" y="157"/>
                      <a:pt x="128" y="157"/>
                    </a:cubicBezTo>
                    <a:cubicBezTo>
                      <a:pt x="126" y="159"/>
                      <a:pt x="126" y="159"/>
                      <a:pt x="126" y="159"/>
                    </a:cubicBezTo>
                    <a:cubicBezTo>
                      <a:pt x="126" y="159"/>
                      <a:pt x="126" y="160"/>
                      <a:pt x="126" y="160"/>
                    </a:cubicBezTo>
                    <a:cubicBezTo>
                      <a:pt x="124" y="162"/>
                      <a:pt x="127" y="159"/>
                      <a:pt x="125" y="161"/>
                    </a:cubicBezTo>
                    <a:cubicBezTo>
                      <a:pt x="125" y="161"/>
                      <a:pt x="124" y="162"/>
                      <a:pt x="124" y="162"/>
                    </a:cubicBezTo>
                    <a:cubicBezTo>
                      <a:pt x="124" y="163"/>
                      <a:pt x="124" y="162"/>
                      <a:pt x="124" y="163"/>
                    </a:cubicBezTo>
                    <a:cubicBezTo>
                      <a:pt x="123" y="162"/>
                      <a:pt x="123" y="162"/>
                      <a:pt x="123" y="162"/>
                    </a:cubicBezTo>
                    <a:cubicBezTo>
                      <a:pt x="123" y="164"/>
                      <a:pt x="123" y="163"/>
                      <a:pt x="122" y="164"/>
                    </a:cubicBezTo>
                    <a:cubicBezTo>
                      <a:pt x="108" y="180"/>
                      <a:pt x="108" y="180"/>
                      <a:pt x="108" y="180"/>
                    </a:cubicBezTo>
                    <a:cubicBezTo>
                      <a:pt x="108" y="176"/>
                      <a:pt x="107" y="177"/>
                      <a:pt x="107" y="174"/>
                    </a:cubicBezTo>
                    <a:cubicBezTo>
                      <a:pt x="107" y="170"/>
                      <a:pt x="107" y="170"/>
                      <a:pt x="107" y="170"/>
                    </a:cubicBezTo>
                    <a:cubicBezTo>
                      <a:pt x="107" y="170"/>
                      <a:pt x="108" y="169"/>
                      <a:pt x="108" y="169"/>
                    </a:cubicBezTo>
                    <a:cubicBezTo>
                      <a:pt x="109" y="160"/>
                      <a:pt x="109" y="160"/>
                      <a:pt x="109" y="160"/>
                    </a:cubicBezTo>
                    <a:cubicBezTo>
                      <a:pt x="110" y="158"/>
                      <a:pt x="110" y="158"/>
                      <a:pt x="110" y="157"/>
                    </a:cubicBezTo>
                    <a:cubicBezTo>
                      <a:pt x="112" y="151"/>
                      <a:pt x="112" y="151"/>
                      <a:pt x="112" y="151"/>
                    </a:cubicBezTo>
                    <a:close/>
                    <a:moveTo>
                      <a:pt x="139" y="157"/>
                    </a:moveTo>
                    <a:cubicBezTo>
                      <a:pt x="141" y="156"/>
                      <a:pt x="141" y="156"/>
                      <a:pt x="141" y="156"/>
                    </a:cubicBezTo>
                    <a:cubicBezTo>
                      <a:pt x="140" y="155"/>
                      <a:pt x="140" y="155"/>
                      <a:pt x="140" y="155"/>
                    </a:cubicBezTo>
                    <a:cubicBezTo>
                      <a:pt x="142" y="155"/>
                      <a:pt x="142" y="155"/>
                      <a:pt x="142" y="155"/>
                    </a:cubicBezTo>
                    <a:cubicBezTo>
                      <a:pt x="142" y="157"/>
                      <a:pt x="142" y="157"/>
                      <a:pt x="142" y="157"/>
                    </a:cubicBezTo>
                    <a:cubicBezTo>
                      <a:pt x="142" y="159"/>
                      <a:pt x="142" y="157"/>
                      <a:pt x="141" y="158"/>
                    </a:cubicBezTo>
                    <a:cubicBezTo>
                      <a:pt x="140" y="159"/>
                      <a:pt x="140" y="159"/>
                      <a:pt x="140" y="159"/>
                    </a:cubicBezTo>
                    <a:cubicBezTo>
                      <a:pt x="139" y="160"/>
                      <a:pt x="140" y="160"/>
                      <a:pt x="139" y="161"/>
                    </a:cubicBezTo>
                    <a:cubicBezTo>
                      <a:pt x="138" y="160"/>
                      <a:pt x="138" y="160"/>
                      <a:pt x="138" y="160"/>
                    </a:cubicBezTo>
                    <a:cubicBezTo>
                      <a:pt x="138" y="159"/>
                      <a:pt x="138" y="160"/>
                      <a:pt x="139" y="158"/>
                    </a:cubicBezTo>
                    <a:cubicBezTo>
                      <a:pt x="139" y="157"/>
                      <a:pt x="139" y="158"/>
                      <a:pt x="139" y="157"/>
                    </a:cubicBezTo>
                    <a:close/>
                    <a:moveTo>
                      <a:pt x="147" y="156"/>
                    </a:moveTo>
                    <a:cubicBezTo>
                      <a:pt x="147" y="154"/>
                      <a:pt x="147" y="154"/>
                      <a:pt x="147" y="154"/>
                    </a:cubicBezTo>
                    <a:cubicBezTo>
                      <a:pt x="149" y="155"/>
                      <a:pt x="148" y="154"/>
                      <a:pt x="149" y="155"/>
                    </a:cubicBezTo>
                    <a:cubicBezTo>
                      <a:pt x="149" y="155"/>
                      <a:pt x="148" y="157"/>
                      <a:pt x="149" y="156"/>
                    </a:cubicBezTo>
                    <a:cubicBezTo>
                      <a:pt x="149" y="156"/>
                      <a:pt x="149" y="156"/>
                      <a:pt x="149" y="156"/>
                    </a:cubicBezTo>
                    <a:cubicBezTo>
                      <a:pt x="149" y="156"/>
                      <a:pt x="148" y="156"/>
                      <a:pt x="148" y="156"/>
                    </a:cubicBezTo>
                    <a:cubicBezTo>
                      <a:pt x="146" y="156"/>
                      <a:pt x="148" y="156"/>
                      <a:pt x="147" y="156"/>
                    </a:cubicBezTo>
                    <a:close/>
                    <a:moveTo>
                      <a:pt x="38" y="299"/>
                    </a:moveTo>
                    <a:cubicBezTo>
                      <a:pt x="37" y="299"/>
                      <a:pt x="37" y="299"/>
                      <a:pt x="37" y="299"/>
                    </a:cubicBezTo>
                    <a:cubicBezTo>
                      <a:pt x="35" y="298"/>
                      <a:pt x="36" y="299"/>
                      <a:pt x="36" y="298"/>
                    </a:cubicBezTo>
                    <a:cubicBezTo>
                      <a:pt x="37" y="297"/>
                      <a:pt x="37" y="297"/>
                      <a:pt x="38" y="299"/>
                    </a:cubicBezTo>
                    <a:close/>
                    <a:moveTo>
                      <a:pt x="151" y="193"/>
                    </a:moveTo>
                    <a:cubicBezTo>
                      <a:pt x="152" y="190"/>
                      <a:pt x="152" y="192"/>
                      <a:pt x="152" y="193"/>
                    </a:cubicBezTo>
                    <a:cubicBezTo>
                      <a:pt x="151" y="193"/>
                      <a:pt x="151" y="193"/>
                      <a:pt x="151" y="193"/>
                    </a:cubicBezTo>
                    <a:close/>
                    <a:moveTo>
                      <a:pt x="154" y="103"/>
                    </a:moveTo>
                    <a:cubicBezTo>
                      <a:pt x="155" y="104"/>
                      <a:pt x="155" y="104"/>
                      <a:pt x="155" y="104"/>
                    </a:cubicBezTo>
                    <a:cubicBezTo>
                      <a:pt x="154" y="104"/>
                      <a:pt x="154" y="104"/>
                      <a:pt x="154" y="104"/>
                    </a:cubicBezTo>
                    <a:cubicBezTo>
                      <a:pt x="153" y="102"/>
                      <a:pt x="154" y="103"/>
                      <a:pt x="154" y="103"/>
                    </a:cubicBezTo>
                    <a:close/>
                    <a:moveTo>
                      <a:pt x="140" y="164"/>
                    </a:moveTo>
                    <a:cubicBezTo>
                      <a:pt x="142" y="162"/>
                      <a:pt x="141" y="165"/>
                      <a:pt x="142" y="163"/>
                    </a:cubicBezTo>
                    <a:cubicBezTo>
                      <a:pt x="142" y="163"/>
                      <a:pt x="142" y="164"/>
                      <a:pt x="142" y="164"/>
                    </a:cubicBezTo>
                    <a:cubicBezTo>
                      <a:pt x="142" y="164"/>
                      <a:pt x="142" y="164"/>
                      <a:pt x="142" y="164"/>
                    </a:cubicBezTo>
                    <a:cubicBezTo>
                      <a:pt x="141" y="164"/>
                      <a:pt x="141" y="164"/>
                      <a:pt x="141" y="164"/>
                    </a:cubicBezTo>
                    <a:cubicBezTo>
                      <a:pt x="141" y="164"/>
                      <a:pt x="141" y="164"/>
                      <a:pt x="140" y="164"/>
                    </a:cubicBezTo>
                    <a:close/>
                    <a:moveTo>
                      <a:pt x="145" y="112"/>
                    </a:moveTo>
                    <a:cubicBezTo>
                      <a:pt x="145" y="114"/>
                      <a:pt x="145" y="114"/>
                      <a:pt x="145" y="114"/>
                    </a:cubicBezTo>
                    <a:cubicBezTo>
                      <a:pt x="144" y="113"/>
                      <a:pt x="144" y="113"/>
                      <a:pt x="144" y="113"/>
                    </a:cubicBezTo>
                    <a:cubicBezTo>
                      <a:pt x="145" y="112"/>
                      <a:pt x="145" y="112"/>
                      <a:pt x="145" y="112"/>
                    </a:cubicBezTo>
                    <a:close/>
                    <a:moveTo>
                      <a:pt x="140" y="167"/>
                    </a:moveTo>
                    <a:cubicBezTo>
                      <a:pt x="140" y="166"/>
                      <a:pt x="140" y="166"/>
                      <a:pt x="140" y="166"/>
                    </a:cubicBezTo>
                    <a:cubicBezTo>
                      <a:pt x="140" y="166"/>
                      <a:pt x="140" y="166"/>
                      <a:pt x="140" y="167"/>
                    </a:cubicBezTo>
                    <a:cubicBezTo>
                      <a:pt x="141" y="168"/>
                      <a:pt x="140" y="167"/>
                      <a:pt x="140" y="167"/>
                    </a:cubicBezTo>
                    <a:close/>
                    <a:moveTo>
                      <a:pt x="123" y="145"/>
                    </a:moveTo>
                    <a:cubicBezTo>
                      <a:pt x="123" y="144"/>
                      <a:pt x="122" y="145"/>
                      <a:pt x="123" y="144"/>
                    </a:cubicBezTo>
                    <a:cubicBezTo>
                      <a:pt x="124" y="144"/>
                      <a:pt x="123" y="144"/>
                      <a:pt x="123" y="144"/>
                    </a:cubicBezTo>
                    <a:cubicBezTo>
                      <a:pt x="123" y="144"/>
                      <a:pt x="125" y="146"/>
                      <a:pt x="123" y="145"/>
                    </a:cubicBezTo>
                    <a:close/>
                    <a:moveTo>
                      <a:pt x="160" y="102"/>
                    </a:moveTo>
                    <a:cubicBezTo>
                      <a:pt x="160" y="101"/>
                      <a:pt x="160" y="101"/>
                      <a:pt x="160" y="101"/>
                    </a:cubicBezTo>
                    <a:cubicBezTo>
                      <a:pt x="161" y="101"/>
                      <a:pt x="160" y="100"/>
                      <a:pt x="160" y="102"/>
                    </a:cubicBezTo>
                    <a:close/>
                    <a:moveTo>
                      <a:pt x="108" y="79"/>
                    </a:moveTo>
                    <a:cubicBezTo>
                      <a:pt x="109" y="79"/>
                      <a:pt x="109" y="79"/>
                      <a:pt x="109" y="79"/>
                    </a:cubicBezTo>
                    <a:cubicBezTo>
                      <a:pt x="108" y="80"/>
                      <a:pt x="109" y="80"/>
                      <a:pt x="108" y="79"/>
                    </a:cubicBezTo>
                    <a:close/>
                    <a:moveTo>
                      <a:pt x="75" y="215"/>
                    </a:moveTo>
                    <a:cubicBezTo>
                      <a:pt x="75" y="214"/>
                      <a:pt x="75" y="214"/>
                      <a:pt x="75" y="214"/>
                    </a:cubicBezTo>
                    <a:cubicBezTo>
                      <a:pt x="75" y="215"/>
                      <a:pt x="76" y="215"/>
                      <a:pt x="75" y="215"/>
                    </a:cubicBezTo>
                    <a:close/>
                    <a:moveTo>
                      <a:pt x="32" y="115"/>
                    </a:moveTo>
                    <a:cubicBezTo>
                      <a:pt x="32" y="114"/>
                      <a:pt x="32" y="115"/>
                      <a:pt x="32" y="115"/>
                    </a:cubicBezTo>
                    <a:cubicBezTo>
                      <a:pt x="32" y="116"/>
                      <a:pt x="32" y="115"/>
                      <a:pt x="32" y="115"/>
                    </a:cubicBezTo>
                    <a:close/>
                    <a:moveTo>
                      <a:pt x="148" y="110"/>
                    </a:moveTo>
                    <a:cubicBezTo>
                      <a:pt x="148" y="109"/>
                      <a:pt x="149" y="109"/>
                      <a:pt x="148" y="109"/>
                    </a:cubicBezTo>
                    <a:cubicBezTo>
                      <a:pt x="149" y="109"/>
                      <a:pt x="149" y="109"/>
                      <a:pt x="149" y="109"/>
                    </a:cubicBezTo>
                    <a:cubicBezTo>
                      <a:pt x="148" y="110"/>
                      <a:pt x="148" y="110"/>
                      <a:pt x="148" y="110"/>
                    </a:cubicBezTo>
                    <a:close/>
                    <a:moveTo>
                      <a:pt x="145" y="158"/>
                    </a:moveTo>
                    <a:cubicBezTo>
                      <a:pt x="144" y="157"/>
                      <a:pt x="145" y="158"/>
                      <a:pt x="145" y="158"/>
                    </a:cubicBezTo>
                    <a:cubicBezTo>
                      <a:pt x="146" y="159"/>
                      <a:pt x="145" y="158"/>
                      <a:pt x="145" y="158"/>
                    </a:cubicBezTo>
                    <a:close/>
                    <a:moveTo>
                      <a:pt x="153" y="280"/>
                    </a:moveTo>
                    <a:cubicBezTo>
                      <a:pt x="154" y="281"/>
                      <a:pt x="154" y="281"/>
                      <a:pt x="154" y="281"/>
                    </a:cubicBezTo>
                    <a:cubicBezTo>
                      <a:pt x="152" y="281"/>
                      <a:pt x="153" y="281"/>
                      <a:pt x="153" y="280"/>
                    </a:cubicBezTo>
                    <a:close/>
                    <a:moveTo>
                      <a:pt x="33" y="299"/>
                    </a:moveTo>
                    <a:cubicBezTo>
                      <a:pt x="33" y="299"/>
                      <a:pt x="32" y="300"/>
                      <a:pt x="33" y="299"/>
                    </a:cubicBezTo>
                    <a:cubicBezTo>
                      <a:pt x="33" y="299"/>
                      <a:pt x="34" y="298"/>
                      <a:pt x="33" y="299"/>
                    </a:cubicBezTo>
                    <a:close/>
                    <a:moveTo>
                      <a:pt x="154" y="108"/>
                    </a:moveTo>
                    <a:cubicBezTo>
                      <a:pt x="154" y="108"/>
                      <a:pt x="154" y="108"/>
                      <a:pt x="154" y="108"/>
                    </a:cubicBezTo>
                    <a:cubicBezTo>
                      <a:pt x="154" y="108"/>
                      <a:pt x="153" y="108"/>
                      <a:pt x="154" y="108"/>
                    </a:cubicBezTo>
                    <a:close/>
                    <a:moveTo>
                      <a:pt x="115" y="152"/>
                    </a:moveTo>
                    <a:cubicBezTo>
                      <a:pt x="115" y="152"/>
                      <a:pt x="115" y="152"/>
                      <a:pt x="115" y="152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" name="Freeform 13"/>
              <p:cNvSpPr>
                <a:spLocks noEditPoints="1"/>
              </p:cNvSpPr>
              <p:nvPr/>
            </p:nvSpPr>
            <p:spPr bwMode="auto">
              <a:xfrm>
                <a:off x="4260672" y="4327256"/>
                <a:ext cx="263525" cy="250825"/>
              </a:xfrm>
              <a:custGeom>
                <a:avLst/>
                <a:gdLst>
                  <a:gd name="T0" fmla="*/ 148 w 230"/>
                  <a:gd name="T1" fmla="*/ 91 h 218"/>
                  <a:gd name="T2" fmla="*/ 151 w 230"/>
                  <a:gd name="T3" fmla="*/ 87 h 218"/>
                  <a:gd name="T4" fmla="*/ 166 w 230"/>
                  <a:gd name="T5" fmla="*/ 76 h 218"/>
                  <a:gd name="T6" fmla="*/ 154 w 230"/>
                  <a:gd name="T7" fmla="*/ 83 h 218"/>
                  <a:gd name="T8" fmla="*/ 48 w 230"/>
                  <a:gd name="T9" fmla="*/ 45 h 218"/>
                  <a:gd name="T10" fmla="*/ 151 w 230"/>
                  <a:gd name="T11" fmla="*/ 36 h 218"/>
                  <a:gd name="T12" fmla="*/ 144 w 230"/>
                  <a:gd name="T13" fmla="*/ 58 h 218"/>
                  <a:gd name="T14" fmla="*/ 51 w 230"/>
                  <a:gd name="T15" fmla="*/ 35 h 218"/>
                  <a:gd name="T16" fmla="*/ 50 w 230"/>
                  <a:gd name="T17" fmla="*/ 41 h 218"/>
                  <a:gd name="T18" fmla="*/ 54 w 230"/>
                  <a:gd name="T19" fmla="*/ 44 h 218"/>
                  <a:gd name="T20" fmla="*/ 51 w 230"/>
                  <a:gd name="T21" fmla="*/ 56 h 218"/>
                  <a:gd name="T22" fmla="*/ 50 w 230"/>
                  <a:gd name="T23" fmla="*/ 70 h 218"/>
                  <a:gd name="T24" fmla="*/ 54 w 230"/>
                  <a:gd name="T25" fmla="*/ 57 h 218"/>
                  <a:gd name="T26" fmla="*/ 62 w 230"/>
                  <a:gd name="T27" fmla="*/ 38 h 218"/>
                  <a:gd name="T28" fmla="*/ 55 w 230"/>
                  <a:gd name="T29" fmla="*/ 27 h 218"/>
                  <a:gd name="T30" fmla="*/ 23 w 230"/>
                  <a:gd name="T31" fmla="*/ 159 h 218"/>
                  <a:gd name="T32" fmla="*/ 22 w 230"/>
                  <a:gd name="T33" fmla="*/ 187 h 218"/>
                  <a:gd name="T34" fmla="*/ 60 w 230"/>
                  <a:gd name="T35" fmla="*/ 207 h 218"/>
                  <a:gd name="T36" fmla="*/ 62 w 230"/>
                  <a:gd name="T37" fmla="*/ 194 h 218"/>
                  <a:gd name="T38" fmla="*/ 80 w 230"/>
                  <a:gd name="T39" fmla="*/ 168 h 218"/>
                  <a:gd name="T40" fmla="*/ 102 w 230"/>
                  <a:gd name="T41" fmla="*/ 191 h 218"/>
                  <a:gd name="T42" fmla="*/ 151 w 230"/>
                  <a:gd name="T43" fmla="*/ 212 h 218"/>
                  <a:gd name="T44" fmla="*/ 180 w 230"/>
                  <a:gd name="T45" fmla="*/ 214 h 218"/>
                  <a:gd name="T46" fmla="*/ 209 w 230"/>
                  <a:gd name="T47" fmla="*/ 212 h 218"/>
                  <a:gd name="T48" fmla="*/ 228 w 230"/>
                  <a:gd name="T49" fmla="*/ 192 h 218"/>
                  <a:gd name="T50" fmla="*/ 198 w 230"/>
                  <a:gd name="T51" fmla="*/ 164 h 218"/>
                  <a:gd name="T52" fmla="*/ 185 w 230"/>
                  <a:gd name="T53" fmla="*/ 174 h 218"/>
                  <a:gd name="T54" fmla="*/ 176 w 230"/>
                  <a:gd name="T55" fmla="*/ 177 h 218"/>
                  <a:gd name="T56" fmla="*/ 151 w 230"/>
                  <a:gd name="T57" fmla="*/ 177 h 218"/>
                  <a:gd name="T58" fmla="*/ 111 w 230"/>
                  <a:gd name="T59" fmla="*/ 157 h 218"/>
                  <a:gd name="T60" fmla="*/ 120 w 230"/>
                  <a:gd name="T61" fmla="*/ 133 h 218"/>
                  <a:gd name="T62" fmla="*/ 139 w 230"/>
                  <a:gd name="T63" fmla="*/ 154 h 218"/>
                  <a:gd name="T64" fmla="*/ 151 w 230"/>
                  <a:gd name="T65" fmla="*/ 140 h 218"/>
                  <a:gd name="T66" fmla="*/ 168 w 230"/>
                  <a:gd name="T67" fmla="*/ 128 h 218"/>
                  <a:gd name="T68" fmla="*/ 187 w 230"/>
                  <a:gd name="T69" fmla="*/ 97 h 218"/>
                  <a:gd name="T70" fmla="*/ 186 w 230"/>
                  <a:gd name="T71" fmla="*/ 50 h 218"/>
                  <a:gd name="T72" fmla="*/ 157 w 230"/>
                  <a:gd name="T73" fmla="*/ 49 h 218"/>
                  <a:gd name="T74" fmla="*/ 148 w 230"/>
                  <a:gd name="T75" fmla="*/ 6 h 218"/>
                  <a:gd name="T76" fmla="*/ 137 w 230"/>
                  <a:gd name="T77" fmla="*/ 37 h 218"/>
                  <a:gd name="T78" fmla="*/ 129 w 230"/>
                  <a:gd name="T79" fmla="*/ 77 h 218"/>
                  <a:gd name="T80" fmla="*/ 91 w 230"/>
                  <a:gd name="T81" fmla="*/ 112 h 218"/>
                  <a:gd name="T82" fmla="*/ 75 w 230"/>
                  <a:gd name="T83" fmla="*/ 139 h 218"/>
                  <a:gd name="T84" fmla="*/ 58 w 230"/>
                  <a:gd name="T85" fmla="*/ 157 h 218"/>
                  <a:gd name="T86" fmla="*/ 65 w 230"/>
                  <a:gd name="T87" fmla="*/ 112 h 218"/>
                  <a:gd name="T88" fmla="*/ 82 w 230"/>
                  <a:gd name="T89" fmla="*/ 77 h 218"/>
                  <a:gd name="T90" fmla="*/ 79 w 230"/>
                  <a:gd name="T91" fmla="*/ 36 h 218"/>
                  <a:gd name="T92" fmla="*/ 59 w 230"/>
                  <a:gd name="T93" fmla="*/ 5 h 218"/>
                  <a:gd name="T94" fmla="*/ 48 w 230"/>
                  <a:gd name="T95" fmla="*/ 36 h 218"/>
                  <a:gd name="T96" fmla="*/ 43 w 230"/>
                  <a:gd name="T97" fmla="*/ 43 h 218"/>
                  <a:gd name="T98" fmla="*/ 38 w 230"/>
                  <a:gd name="T99" fmla="*/ 59 h 218"/>
                  <a:gd name="T100" fmla="*/ 34 w 230"/>
                  <a:gd name="T101" fmla="*/ 84 h 218"/>
                  <a:gd name="T102" fmla="*/ 10 w 230"/>
                  <a:gd name="T103" fmla="*/ 106 h 218"/>
                  <a:gd name="T104" fmla="*/ 25 w 230"/>
                  <a:gd name="T105" fmla="*/ 130 h 218"/>
                  <a:gd name="T106" fmla="*/ 24 w 230"/>
                  <a:gd name="T107" fmla="*/ 152 h 218"/>
                  <a:gd name="T108" fmla="*/ 21 w 230"/>
                  <a:gd name="T109" fmla="*/ 180 h 218"/>
                  <a:gd name="T110" fmla="*/ 20 w 230"/>
                  <a:gd name="T111" fmla="*/ 180 h 218"/>
                  <a:gd name="T112" fmla="*/ 178 w 230"/>
                  <a:gd name="T113" fmla="*/ 217 h 218"/>
                  <a:gd name="T114" fmla="*/ 80 w 230"/>
                  <a:gd name="T115" fmla="*/ 168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30" h="218">
                    <a:moveTo>
                      <a:pt x="182" y="215"/>
                    </a:moveTo>
                    <a:cubicBezTo>
                      <a:pt x="181" y="214"/>
                      <a:pt x="182" y="217"/>
                      <a:pt x="181" y="214"/>
                    </a:cubicBezTo>
                    <a:cubicBezTo>
                      <a:pt x="182" y="215"/>
                      <a:pt x="181" y="213"/>
                      <a:pt x="182" y="215"/>
                    </a:cubicBezTo>
                    <a:close/>
                    <a:moveTo>
                      <a:pt x="22" y="168"/>
                    </a:moveTo>
                    <a:cubicBezTo>
                      <a:pt x="23" y="169"/>
                      <a:pt x="23" y="168"/>
                      <a:pt x="23" y="169"/>
                    </a:cubicBezTo>
                    <a:cubicBezTo>
                      <a:pt x="22" y="169"/>
                      <a:pt x="22" y="169"/>
                      <a:pt x="22" y="168"/>
                    </a:cubicBezTo>
                    <a:cubicBezTo>
                      <a:pt x="22" y="168"/>
                      <a:pt x="22" y="168"/>
                      <a:pt x="22" y="168"/>
                    </a:cubicBezTo>
                    <a:close/>
                    <a:moveTo>
                      <a:pt x="147" y="88"/>
                    </a:moveTo>
                    <a:cubicBezTo>
                      <a:pt x="149" y="88"/>
                      <a:pt x="148" y="88"/>
                      <a:pt x="148" y="91"/>
                    </a:cubicBezTo>
                    <a:cubicBezTo>
                      <a:pt x="149" y="95"/>
                      <a:pt x="149" y="95"/>
                      <a:pt x="149" y="95"/>
                    </a:cubicBezTo>
                    <a:cubicBezTo>
                      <a:pt x="149" y="96"/>
                      <a:pt x="149" y="96"/>
                      <a:pt x="149" y="97"/>
                    </a:cubicBezTo>
                    <a:cubicBezTo>
                      <a:pt x="149" y="99"/>
                      <a:pt x="149" y="100"/>
                      <a:pt x="149" y="101"/>
                    </a:cubicBezTo>
                    <a:cubicBezTo>
                      <a:pt x="148" y="101"/>
                      <a:pt x="148" y="101"/>
                      <a:pt x="148" y="101"/>
                    </a:cubicBezTo>
                    <a:cubicBezTo>
                      <a:pt x="147" y="88"/>
                      <a:pt x="147" y="88"/>
                      <a:pt x="147" y="88"/>
                    </a:cubicBezTo>
                    <a:close/>
                    <a:moveTo>
                      <a:pt x="153" y="100"/>
                    </a:moveTo>
                    <a:cubicBezTo>
                      <a:pt x="155" y="95"/>
                      <a:pt x="152" y="95"/>
                      <a:pt x="154" y="91"/>
                    </a:cubicBezTo>
                    <a:cubicBezTo>
                      <a:pt x="152" y="91"/>
                      <a:pt x="152" y="91"/>
                      <a:pt x="152" y="91"/>
                    </a:cubicBezTo>
                    <a:cubicBezTo>
                      <a:pt x="151" y="87"/>
                      <a:pt x="151" y="87"/>
                      <a:pt x="151" y="87"/>
                    </a:cubicBezTo>
                    <a:cubicBezTo>
                      <a:pt x="150" y="87"/>
                      <a:pt x="150" y="87"/>
                      <a:pt x="149" y="86"/>
                    </a:cubicBezTo>
                    <a:cubicBezTo>
                      <a:pt x="151" y="92"/>
                      <a:pt x="149" y="89"/>
                      <a:pt x="152" y="98"/>
                    </a:cubicBezTo>
                    <a:cubicBezTo>
                      <a:pt x="152" y="101"/>
                      <a:pt x="152" y="99"/>
                      <a:pt x="153" y="100"/>
                    </a:cubicBezTo>
                    <a:close/>
                    <a:moveTo>
                      <a:pt x="151" y="84"/>
                    </a:moveTo>
                    <a:cubicBezTo>
                      <a:pt x="151" y="85"/>
                      <a:pt x="151" y="85"/>
                      <a:pt x="151" y="86"/>
                    </a:cubicBezTo>
                    <a:cubicBezTo>
                      <a:pt x="150" y="86"/>
                      <a:pt x="150" y="87"/>
                      <a:pt x="150" y="85"/>
                    </a:cubicBezTo>
                    <a:cubicBezTo>
                      <a:pt x="150" y="83"/>
                      <a:pt x="151" y="84"/>
                      <a:pt x="151" y="84"/>
                    </a:cubicBezTo>
                    <a:close/>
                    <a:moveTo>
                      <a:pt x="165" y="76"/>
                    </a:moveTo>
                    <a:cubicBezTo>
                      <a:pt x="166" y="76"/>
                      <a:pt x="166" y="76"/>
                      <a:pt x="166" y="76"/>
                    </a:cubicBezTo>
                    <a:cubicBezTo>
                      <a:pt x="166" y="80"/>
                      <a:pt x="166" y="80"/>
                      <a:pt x="166" y="84"/>
                    </a:cubicBezTo>
                    <a:cubicBezTo>
                      <a:pt x="163" y="85"/>
                      <a:pt x="168" y="84"/>
                      <a:pt x="165" y="85"/>
                    </a:cubicBezTo>
                    <a:cubicBezTo>
                      <a:pt x="163" y="93"/>
                      <a:pt x="163" y="93"/>
                      <a:pt x="163" y="93"/>
                    </a:cubicBezTo>
                    <a:cubicBezTo>
                      <a:pt x="162" y="96"/>
                      <a:pt x="162" y="96"/>
                      <a:pt x="160" y="96"/>
                    </a:cubicBezTo>
                    <a:cubicBezTo>
                      <a:pt x="161" y="98"/>
                      <a:pt x="161" y="98"/>
                      <a:pt x="161" y="98"/>
                    </a:cubicBezTo>
                    <a:cubicBezTo>
                      <a:pt x="158" y="101"/>
                      <a:pt x="158" y="101"/>
                      <a:pt x="158" y="101"/>
                    </a:cubicBezTo>
                    <a:cubicBezTo>
                      <a:pt x="155" y="101"/>
                      <a:pt x="156" y="97"/>
                      <a:pt x="155" y="90"/>
                    </a:cubicBezTo>
                    <a:cubicBezTo>
                      <a:pt x="154" y="89"/>
                      <a:pt x="155" y="91"/>
                      <a:pt x="155" y="83"/>
                    </a:cubicBezTo>
                    <a:cubicBezTo>
                      <a:pt x="154" y="83"/>
                      <a:pt x="154" y="83"/>
                      <a:pt x="154" y="83"/>
                    </a:cubicBezTo>
                    <a:cubicBezTo>
                      <a:pt x="154" y="82"/>
                      <a:pt x="153" y="82"/>
                      <a:pt x="155" y="83"/>
                    </a:cubicBezTo>
                    <a:cubicBezTo>
                      <a:pt x="154" y="79"/>
                      <a:pt x="155" y="78"/>
                      <a:pt x="158" y="76"/>
                    </a:cubicBezTo>
                    <a:cubicBezTo>
                      <a:pt x="164" y="74"/>
                      <a:pt x="164" y="74"/>
                      <a:pt x="164" y="74"/>
                    </a:cubicBezTo>
                    <a:cubicBezTo>
                      <a:pt x="164" y="74"/>
                      <a:pt x="164" y="74"/>
                      <a:pt x="165" y="74"/>
                    </a:cubicBezTo>
                    <a:cubicBezTo>
                      <a:pt x="165" y="76"/>
                      <a:pt x="165" y="76"/>
                      <a:pt x="165" y="76"/>
                    </a:cubicBezTo>
                    <a:close/>
                    <a:moveTo>
                      <a:pt x="45" y="53"/>
                    </a:moveTo>
                    <a:cubicBezTo>
                      <a:pt x="45" y="52"/>
                      <a:pt x="46" y="53"/>
                      <a:pt x="46" y="53"/>
                    </a:cubicBezTo>
                    <a:cubicBezTo>
                      <a:pt x="46" y="54"/>
                      <a:pt x="45" y="53"/>
                      <a:pt x="45" y="53"/>
                    </a:cubicBezTo>
                    <a:close/>
                    <a:moveTo>
                      <a:pt x="48" y="45"/>
                    </a:moveTo>
                    <a:cubicBezTo>
                      <a:pt x="49" y="46"/>
                      <a:pt x="49" y="43"/>
                      <a:pt x="48" y="48"/>
                    </a:cubicBezTo>
                    <a:cubicBezTo>
                      <a:pt x="47" y="47"/>
                      <a:pt x="47" y="49"/>
                      <a:pt x="48" y="45"/>
                    </a:cubicBezTo>
                    <a:close/>
                    <a:moveTo>
                      <a:pt x="49" y="42"/>
                    </a:moveTo>
                    <a:cubicBezTo>
                      <a:pt x="49" y="43"/>
                      <a:pt x="49" y="43"/>
                      <a:pt x="49" y="43"/>
                    </a:cubicBezTo>
                    <a:cubicBezTo>
                      <a:pt x="49" y="44"/>
                      <a:pt x="49" y="43"/>
                      <a:pt x="48" y="45"/>
                    </a:cubicBezTo>
                    <a:cubicBezTo>
                      <a:pt x="50" y="44"/>
                      <a:pt x="50" y="44"/>
                      <a:pt x="49" y="42"/>
                    </a:cubicBezTo>
                    <a:close/>
                    <a:moveTo>
                      <a:pt x="149" y="35"/>
                    </a:moveTo>
                    <a:cubicBezTo>
                      <a:pt x="151" y="36"/>
                      <a:pt x="149" y="35"/>
                      <a:pt x="151" y="33"/>
                    </a:cubicBezTo>
                    <a:cubicBezTo>
                      <a:pt x="153" y="37"/>
                      <a:pt x="152" y="36"/>
                      <a:pt x="151" y="36"/>
                    </a:cubicBezTo>
                    <a:cubicBezTo>
                      <a:pt x="151" y="40"/>
                      <a:pt x="151" y="40"/>
                      <a:pt x="151" y="40"/>
                    </a:cubicBezTo>
                    <a:cubicBezTo>
                      <a:pt x="151" y="40"/>
                      <a:pt x="151" y="40"/>
                      <a:pt x="151" y="40"/>
                    </a:cubicBezTo>
                    <a:cubicBezTo>
                      <a:pt x="151" y="40"/>
                      <a:pt x="151" y="40"/>
                      <a:pt x="151" y="40"/>
                    </a:cubicBezTo>
                    <a:cubicBezTo>
                      <a:pt x="150" y="40"/>
                      <a:pt x="150" y="40"/>
                      <a:pt x="150" y="40"/>
                    </a:cubicBezTo>
                    <a:cubicBezTo>
                      <a:pt x="150" y="40"/>
                      <a:pt x="150" y="40"/>
                      <a:pt x="150" y="40"/>
                    </a:cubicBezTo>
                    <a:cubicBezTo>
                      <a:pt x="150" y="50"/>
                      <a:pt x="151" y="43"/>
                      <a:pt x="149" y="49"/>
                    </a:cubicBezTo>
                    <a:cubicBezTo>
                      <a:pt x="148" y="54"/>
                      <a:pt x="148" y="54"/>
                      <a:pt x="148" y="54"/>
                    </a:cubicBezTo>
                    <a:cubicBezTo>
                      <a:pt x="148" y="55"/>
                      <a:pt x="147" y="56"/>
                      <a:pt x="147" y="56"/>
                    </a:cubicBezTo>
                    <a:cubicBezTo>
                      <a:pt x="147" y="57"/>
                      <a:pt x="145" y="58"/>
                      <a:pt x="144" y="58"/>
                    </a:cubicBezTo>
                    <a:cubicBezTo>
                      <a:pt x="146" y="57"/>
                      <a:pt x="145" y="57"/>
                      <a:pt x="145" y="55"/>
                    </a:cubicBezTo>
                    <a:cubicBezTo>
                      <a:pt x="145" y="52"/>
                      <a:pt x="146" y="52"/>
                      <a:pt x="146" y="52"/>
                    </a:cubicBezTo>
                    <a:cubicBezTo>
                      <a:pt x="147" y="44"/>
                      <a:pt x="147" y="44"/>
                      <a:pt x="147" y="44"/>
                    </a:cubicBezTo>
                    <a:cubicBezTo>
                      <a:pt x="148" y="43"/>
                      <a:pt x="148" y="43"/>
                      <a:pt x="148" y="43"/>
                    </a:cubicBezTo>
                    <a:cubicBezTo>
                      <a:pt x="148" y="43"/>
                      <a:pt x="148" y="43"/>
                      <a:pt x="148" y="42"/>
                    </a:cubicBezTo>
                    <a:cubicBezTo>
                      <a:pt x="147" y="41"/>
                      <a:pt x="149" y="39"/>
                      <a:pt x="149" y="35"/>
                    </a:cubicBezTo>
                    <a:close/>
                    <a:moveTo>
                      <a:pt x="49" y="42"/>
                    </a:moveTo>
                    <a:cubicBezTo>
                      <a:pt x="49" y="40"/>
                      <a:pt x="50" y="40"/>
                      <a:pt x="50" y="38"/>
                    </a:cubicBezTo>
                    <a:cubicBezTo>
                      <a:pt x="51" y="38"/>
                      <a:pt x="51" y="36"/>
                      <a:pt x="51" y="35"/>
                    </a:cubicBezTo>
                    <a:cubicBezTo>
                      <a:pt x="52" y="33"/>
                      <a:pt x="52" y="33"/>
                      <a:pt x="52" y="33"/>
                    </a:cubicBezTo>
                    <a:cubicBezTo>
                      <a:pt x="52" y="33"/>
                      <a:pt x="52" y="33"/>
                      <a:pt x="53" y="33"/>
                    </a:cubicBezTo>
                    <a:cubicBezTo>
                      <a:pt x="53" y="32"/>
                      <a:pt x="53" y="32"/>
                      <a:pt x="53" y="32"/>
                    </a:cubicBezTo>
                    <a:cubicBezTo>
                      <a:pt x="54" y="30"/>
                      <a:pt x="53" y="32"/>
                      <a:pt x="54" y="30"/>
                    </a:cubicBezTo>
                    <a:cubicBezTo>
                      <a:pt x="54" y="30"/>
                      <a:pt x="54" y="30"/>
                      <a:pt x="54" y="31"/>
                    </a:cubicBezTo>
                    <a:cubicBezTo>
                      <a:pt x="53" y="35"/>
                      <a:pt x="53" y="35"/>
                      <a:pt x="53" y="35"/>
                    </a:cubicBezTo>
                    <a:cubicBezTo>
                      <a:pt x="52" y="37"/>
                      <a:pt x="53" y="36"/>
                      <a:pt x="52" y="36"/>
                    </a:cubicBezTo>
                    <a:cubicBezTo>
                      <a:pt x="52" y="37"/>
                      <a:pt x="52" y="37"/>
                      <a:pt x="52" y="37"/>
                    </a:cubicBezTo>
                    <a:cubicBezTo>
                      <a:pt x="50" y="41"/>
                      <a:pt x="50" y="41"/>
                      <a:pt x="50" y="41"/>
                    </a:cubicBezTo>
                    <a:cubicBezTo>
                      <a:pt x="50" y="42"/>
                      <a:pt x="50" y="42"/>
                      <a:pt x="50" y="42"/>
                    </a:cubicBezTo>
                    <a:cubicBezTo>
                      <a:pt x="49" y="42"/>
                      <a:pt x="49" y="42"/>
                      <a:pt x="49" y="42"/>
                    </a:cubicBezTo>
                    <a:close/>
                    <a:moveTo>
                      <a:pt x="59" y="27"/>
                    </a:moveTo>
                    <a:cubicBezTo>
                      <a:pt x="58" y="28"/>
                      <a:pt x="58" y="28"/>
                      <a:pt x="58" y="28"/>
                    </a:cubicBezTo>
                    <a:cubicBezTo>
                      <a:pt x="57" y="34"/>
                      <a:pt x="57" y="34"/>
                      <a:pt x="57" y="34"/>
                    </a:cubicBezTo>
                    <a:cubicBezTo>
                      <a:pt x="56" y="37"/>
                      <a:pt x="55" y="37"/>
                      <a:pt x="56" y="38"/>
                    </a:cubicBezTo>
                    <a:cubicBezTo>
                      <a:pt x="56" y="39"/>
                      <a:pt x="55" y="38"/>
                      <a:pt x="56" y="39"/>
                    </a:cubicBezTo>
                    <a:cubicBezTo>
                      <a:pt x="56" y="39"/>
                      <a:pt x="57" y="41"/>
                      <a:pt x="55" y="39"/>
                    </a:cubicBezTo>
                    <a:cubicBezTo>
                      <a:pt x="54" y="44"/>
                      <a:pt x="54" y="44"/>
                      <a:pt x="54" y="44"/>
                    </a:cubicBezTo>
                    <a:cubicBezTo>
                      <a:pt x="54" y="46"/>
                      <a:pt x="53" y="45"/>
                      <a:pt x="53" y="49"/>
                    </a:cubicBezTo>
                    <a:cubicBezTo>
                      <a:pt x="51" y="49"/>
                      <a:pt x="52" y="49"/>
                      <a:pt x="52" y="50"/>
                    </a:cubicBezTo>
                    <a:cubicBezTo>
                      <a:pt x="52" y="51"/>
                      <a:pt x="52" y="51"/>
                      <a:pt x="52" y="51"/>
                    </a:cubicBezTo>
                    <a:cubicBezTo>
                      <a:pt x="52" y="51"/>
                      <a:pt x="52" y="51"/>
                      <a:pt x="52" y="51"/>
                    </a:cubicBezTo>
                    <a:cubicBezTo>
                      <a:pt x="53" y="53"/>
                      <a:pt x="53" y="53"/>
                      <a:pt x="53" y="53"/>
                    </a:cubicBezTo>
                    <a:cubicBezTo>
                      <a:pt x="52" y="53"/>
                      <a:pt x="52" y="54"/>
                      <a:pt x="52" y="54"/>
                    </a:cubicBezTo>
                    <a:cubicBezTo>
                      <a:pt x="51" y="54"/>
                      <a:pt x="53" y="54"/>
                      <a:pt x="51" y="54"/>
                    </a:cubicBezTo>
                    <a:cubicBezTo>
                      <a:pt x="52" y="55"/>
                      <a:pt x="52" y="55"/>
                      <a:pt x="52" y="55"/>
                    </a:cubicBezTo>
                    <a:cubicBezTo>
                      <a:pt x="52" y="55"/>
                      <a:pt x="52" y="55"/>
                      <a:pt x="51" y="56"/>
                    </a:cubicBezTo>
                    <a:cubicBezTo>
                      <a:pt x="51" y="58"/>
                      <a:pt x="51" y="58"/>
                      <a:pt x="51" y="58"/>
                    </a:cubicBezTo>
                    <a:cubicBezTo>
                      <a:pt x="51" y="58"/>
                      <a:pt x="51" y="58"/>
                      <a:pt x="51" y="58"/>
                    </a:cubicBezTo>
                    <a:cubicBezTo>
                      <a:pt x="50" y="64"/>
                      <a:pt x="50" y="64"/>
                      <a:pt x="50" y="64"/>
                    </a:cubicBezTo>
                    <a:cubicBezTo>
                      <a:pt x="50" y="64"/>
                      <a:pt x="50" y="64"/>
                      <a:pt x="50" y="64"/>
                    </a:cubicBezTo>
                    <a:cubicBezTo>
                      <a:pt x="50" y="64"/>
                      <a:pt x="50" y="64"/>
                      <a:pt x="50" y="64"/>
                    </a:cubicBezTo>
                    <a:cubicBezTo>
                      <a:pt x="49" y="64"/>
                      <a:pt x="50" y="61"/>
                      <a:pt x="49" y="68"/>
                    </a:cubicBezTo>
                    <a:cubicBezTo>
                      <a:pt x="49" y="68"/>
                      <a:pt x="49" y="68"/>
                      <a:pt x="49" y="68"/>
                    </a:cubicBezTo>
                    <a:cubicBezTo>
                      <a:pt x="48" y="72"/>
                      <a:pt x="48" y="72"/>
                      <a:pt x="48" y="72"/>
                    </a:cubicBezTo>
                    <a:cubicBezTo>
                      <a:pt x="52" y="71"/>
                      <a:pt x="48" y="72"/>
                      <a:pt x="50" y="70"/>
                    </a:cubicBezTo>
                    <a:cubicBezTo>
                      <a:pt x="51" y="69"/>
                      <a:pt x="52" y="67"/>
                      <a:pt x="50" y="66"/>
                    </a:cubicBezTo>
                    <a:cubicBezTo>
                      <a:pt x="51" y="66"/>
                      <a:pt x="51" y="66"/>
                      <a:pt x="52" y="65"/>
                    </a:cubicBezTo>
                    <a:cubicBezTo>
                      <a:pt x="52" y="65"/>
                      <a:pt x="52" y="64"/>
                      <a:pt x="52" y="64"/>
                    </a:cubicBezTo>
                    <a:cubicBezTo>
                      <a:pt x="51" y="62"/>
                      <a:pt x="51" y="62"/>
                      <a:pt x="51" y="62"/>
                    </a:cubicBezTo>
                    <a:cubicBezTo>
                      <a:pt x="53" y="62"/>
                      <a:pt x="53" y="62"/>
                      <a:pt x="53" y="62"/>
                    </a:cubicBezTo>
                    <a:cubicBezTo>
                      <a:pt x="53" y="60"/>
                      <a:pt x="53" y="59"/>
                      <a:pt x="52" y="59"/>
                    </a:cubicBezTo>
                    <a:cubicBezTo>
                      <a:pt x="52" y="58"/>
                      <a:pt x="52" y="58"/>
                      <a:pt x="52" y="58"/>
                    </a:cubicBezTo>
                    <a:cubicBezTo>
                      <a:pt x="53" y="58"/>
                      <a:pt x="53" y="58"/>
                      <a:pt x="53" y="58"/>
                    </a:cubicBezTo>
                    <a:cubicBezTo>
                      <a:pt x="54" y="58"/>
                      <a:pt x="54" y="58"/>
                      <a:pt x="54" y="57"/>
                    </a:cubicBezTo>
                    <a:cubicBezTo>
                      <a:pt x="54" y="56"/>
                      <a:pt x="54" y="57"/>
                      <a:pt x="55" y="55"/>
                    </a:cubicBezTo>
                    <a:cubicBezTo>
                      <a:pt x="55" y="53"/>
                      <a:pt x="54" y="53"/>
                      <a:pt x="54" y="51"/>
                    </a:cubicBezTo>
                    <a:cubicBezTo>
                      <a:pt x="55" y="52"/>
                      <a:pt x="54" y="51"/>
                      <a:pt x="56" y="51"/>
                    </a:cubicBezTo>
                    <a:cubicBezTo>
                      <a:pt x="57" y="50"/>
                      <a:pt x="56" y="50"/>
                      <a:pt x="57" y="49"/>
                    </a:cubicBezTo>
                    <a:cubicBezTo>
                      <a:pt x="57" y="49"/>
                      <a:pt x="57" y="48"/>
                      <a:pt x="58" y="48"/>
                    </a:cubicBezTo>
                    <a:cubicBezTo>
                      <a:pt x="58" y="47"/>
                      <a:pt x="58" y="48"/>
                      <a:pt x="58" y="46"/>
                    </a:cubicBezTo>
                    <a:cubicBezTo>
                      <a:pt x="59" y="43"/>
                      <a:pt x="58" y="46"/>
                      <a:pt x="60" y="42"/>
                    </a:cubicBezTo>
                    <a:cubicBezTo>
                      <a:pt x="61" y="43"/>
                      <a:pt x="61" y="43"/>
                      <a:pt x="62" y="44"/>
                    </a:cubicBezTo>
                    <a:cubicBezTo>
                      <a:pt x="63" y="42"/>
                      <a:pt x="64" y="40"/>
                      <a:pt x="62" y="38"/>
                    </a:cubicBezTo>
                    <a:cubicBezTo>
                      <a:pt x="62" y="35"/>
                      <a:pt x="62" y="35"/>
                      <a:pt x="62" y="35"/>
                    </a:cubicBezTo>
                    <a:cubicBezTo>
                      <a:pt x="63" y="33"/>
                      <a:pt x="63" y="33"/>
                      <a:pt x="63" y="31"/>
                    </a:cubicBezTo>
                    <a:cubicBezTo>
                      <a:pt x="62" y="30"/>
                      <a:pt x="62" y="30"/>
                      <a:pt x="62" y="30"/>
                    </a:cubicBezTo>
                    <a:cubicBezTo>
                      <a:pt x="63" y="28"/>
                      <a:pt x="63" y="31"/>
                      <a:pt x="63" y="27"/>
                    </a:cubicBezTo>
                    <a:cubicBezTo>
                      <a:pt x="61" y="25"/>
                      <a:pt x="61" y="25"/>
                      <a:pt x="61" y="25"/>
                    </a:cubicBezTo>
                    <a:cubicBezTo>
                      <a:pt x="60" y="26"/>
                      <a:pt x="60" y="26"/>
                      <a:pt x="59" y="27"/>
                    </a:cubicBezTo>
                    <a:close/>
                    <a:moveTo>
                      <a:pt x="55" y="27"/>
                    </a:moveTo>
                    <a:cubicBezTo>
                      <a:pt x="55" y="30"/>
                      <a:pt x="55" y="30"/>
                      <a:pt x="55" y="30"/>
                    </a:cubicBezTo>
                    <a:cubicBezTo>
                      <a:pt x="54" y="29"/>
                      <a:pt x="53" y="29"/>
                      <a:pt x="55" y="27"/>
                    </a:cubicBezTo>
                    <a:close/>
                    <a:moveTo>
                      <a:pt x="27" y="146"/>
                    </a:moveTo>
                    <a:cubicBezTo>
                      <a:pt x="26" y="148"/>
                      <a:pt x="27" y="146"/>
                      <a:pt x="26" y="150"/>
                    </a:cubicBezTo>
                    <a:cubicBezTo>
                      <a:pt x="26" y="150"/>
                      <a:pt x="26" y="150"/>
                      <a:pt x="25" y="151"/>
                    </a:cubicBezTo>
                    <a:cubicBezTo>
                      <a:pt x="24" y="156"/>
                      <a:pt x="24" y="156"/>
                      <a:pt x="24" y="156"/>
                    </a:cubicBezTo>
                    <a:cubicBezTo>
                      <a:pt x="24" y="158"/>
                      <a:pt x="24" y="157"/>
                      <a:pt x="24" y="159"/>
                    </a:cubicBezTo>
                    <a:cubicBezTo>
                      <a:pt x="24" y="160"/>
                      <a:pt x="24" y="162"/>
                      <a:pt x="24" y="164"/>
                    </a:cubicBezTo>
                    <a:cubicBezTo>
                      <a:pt x="23" y="163"/>
                      <a:pt x="23" y="163"/>
                      <a:pt x="23" y="163"/>
                    </a:cubicBezTo>
                    <a:cubicBezTo>
                      <a:pt x="23" y="164"/>
                      <a:pt x="23" y="168"/>
                      <a:pt x="22" y="168"/>
                    </a:cubicBezTo>
                    <a:cubicBezTo>
                      <a:pt x="21" y="164"/>
                      <a:pt x="23" y="164"/>
                      <a:pt x="23" y="159"/>
                    </a:cubicBezTo>
                    <a:cubicBezTo>
                      <a:pt x="23" y="159"/>
                      <a:pt x="23" y="159"/>
                      <a:pt x="23" y="159"/>
                    </a:cubicBezTo>
                    <a:cubicBezTo>
                      <a:pt x="23" y="159"/>
                      <a:pt x="23" y="159"/>
                      <a:pt x="22" y="159"/>
                    </a:cubicBezTo>
                    <a:cubicBezTo>
                      <a:pt x="22" y="159"/>
                      <a:pt x="22" y="159"/>
                      <a:pt x="22" y="159"/>
                    </a:cubicBezTo>
                    <a:cubicBezTo>
                      <a:pt x="20" y="161"/>
                      <a:pt x="21" y="170"/>
                      <a:pt x="21" y="171"/>
                    </a:cubicBezTo>
                    <a:cubicBezTo>
                      <a:pt x="22" y="171"/>
                      <a:pt x="21" y="171"/>
                      <a:pt x="22" y="170"/>
                    </a:cubicBezTo>
                    <a:cubicBezTo>
                      <a:pt x="21" y="173"/>
                      <a:pt x="22" y="181"/>
                      <a:pt x="22" y="184"/>
                    </a:cubicBezTo>
                    <a:cubicBezTo>
                      <a:pt x="21" y="184"/>
                      <a:pt x="21" y="183"/>
                      <a:pt x="20" y="182"/>
                    </a:cubicBezTo>
                    <a:cubicBezTo>
                      <a:pt x="21" y="185"/>
                      <a:pt x="21" y="183"/>
                      <a:pt x="20" y="186"/>
                    </a:cubicBezTo>
                    <a:cubicBezTo>
                      <a:pt x="22" y="187"/>
                      <a:pt x="22" y="187"/>
                      <a:pt x="22" y="187"/>
                    </a:cubicBezTo>
                    <a:cubicBezTo>
                      <a:pt x="22" y="189"/>
                      <a:pt x="22" y="189"/>
                      <a:pt x="22" y="189"/>
                    </a:cubicBezTo>
                    <a:cubicBezTo>
                      <a:pt x="22" y="190"/>
                      <a:pt x="21" y="190"/>
                      <a:pt x="21" y="191"/>
                    </a:cubicBezTo>
                    <a:cubicBezTo>
                      <a:pt x="21" y="193"/>
                      <a:pt x="22" y="193"/>
                      <a:pt x="23" y="195"/>
                    </a:cubicBezTo>
                    <a:cubicBezTo>
                      <a:pt x="25" y="199"/>
                      <a:pt x="28" y="200"/>
                      <a:pt x="32" y="206"/>
                    </a:cubicBezTo>
                    <a:cubicBezTo>
                      <a:pt x="32" y="207"/>
                      <a:pt x="33" y="208"/>
                      <a:pt x="34" y="209"/>
                    </a:cubicBezTo>
                    <a:cubicBezTo>
                      <a:pt x="37" y="212"/>
                      <a:pt x="37" y="212"/>
                      <a:pt x="37" y="212"/>
                    </a:cubicBezTo>
                    <a:cubicBezTo>
                      <a:pt x="40" y="214"/>
                      <a:pt x="45" y="213"/>
                      <a:pt x="48" y="213"/>
                    </a:cubicBezTo>
                    <a:cubicBezTo>
                      <a:pt x="49" y="213"/>
                      <a:pt x="51" y="213"/>
                      <a:pt x="52" y="213"/>
                    </a:cubicBezTo>
                    <a:cubicBezTo>
                      <a:pt x="56" y="212"/>
                      <a:pt x="58" y="208"/>
                      <a:pt x="60" y="207"/>
                    </a:cubicBezTo>
                    <a:cubicBezTo>
                      <a:pt x="58" y="206"/>
                      <a:pt x="59" y="207"/>
                      <a:pt x="59" y="206"/>
                    </a:cubicBezTo>
                    <a:cubicBezTo>
                      <a:pt x="59" y="206"/>
                      <a:pt x="59" y="206"/>
                      <a:pt x="59" y="206"/>
                    </a:cubicBezTo>
                    <a:cubicBezTo>
                      <a:pt x="59" y="206"/>
                      <a:pt x="59" y="205"/>
                      <a:pt x="59" y="205"/>
                    </a:cubicBezTo>
                    <a:cubicBezTo>
                      <a:pt x="60" y="205"/>
                      <a:pt x="59" y="205"/>
                      <a:pt x="60" y="205"/>
                    </a:cubicBezTo>
                    <a:cubicBezTo>
                      <a:pt x="60" y="201"/>
                      <a:pt x="60" y="201"/>
                      <a:pt x="60" y="201"/>
                    </a:cubicBezTo>
                    <a:cubicBezTo>
                      <a:pt x="61" y="201"/>
                      <a:pt x="60" y="201"/>
                      <a:pt x="60" y="200"/>
                    </a:cubicBezTo>
                    <a:cubicBezTo>
                      <a:pt x="61" y="196"/>
                      <a:pt x="61" y="196"/>
                      <a:pt x="61" y="196"/>
                    </a:cubicBezTo>
                    <a:cubicBezTo>
                      <a:pt x="61" y="195"/>
                      <a:pt x="61" y="195"/>
                      <a:pt x="61" y="195"/>
                    </a:cubicBezTo>
                    <a:cubicBezTo>
                      <a:pt x="61" y="195"/>
                      <a:pt x="61" y="195"/>
                      <a:pt x="62" y="194"/>
                    </a:cubicBezTo>
                    <a:cubicBezTo>
                      <a:pt x="62" y="193"/>
                      <a:pt x="66" y="187"/>
                      <a:pt x="67" y="187"/>
                    </a:cubicBezTo>
                    <a:cubicBezTo>
                      <a:pt x="67" y="185"/>
                      <a:pt x="67" y="185"/>
                      <a:pt x="68" y="183"/>
                    </a:cubicBezTo>
                    <a:cubicBezTo>
                      <a:pt x="69" y="182"/>
                      <a:pt x="69" y="182"/>
                      <a:pt x="69" y="182"/>
                    </a:cubicBezTo>
                    <a:cubicBezTo>
                      <a:pt x="71" y="180"/>
                      <a:pt x="70" y="181"/>
                      <a:pt x="72" y="177"/>
                    </a:cubicBezTo>
                    <a:cubicBezTo>
                      <a:pt x="76" y="171"/>
                      <a:pt x="76" y="171"/>
                      <a:pt x="76" y="171"/>
                    </a:cubicBezTo>
                    <a:cubicBezTo>
                      <a:pt x="76" y="171"/>
                      <a:pt x="76" y="171"/>
                      <a:pt x="76" y="171"/>
                    </a:cubicBezTo>
                    <a:cubicBezTo>
                      <a:pt x="79" y="167"/>
                      <a:pt x="79" y="167"/>
                      <a:pt x="79" y="167"/>
                    </a:cubicBezTo>
                    <a:cubicBezTo>
                      <a:pt x="80" y="166"/>
                      <a:pt x="79" y="166"/>
                      <a:pt x="81" y="166"/>
                    </a:cubicBezTo>
                    <a:cubicBezTo>
                      <a:pt x="80" y="167"/>
                      <a:pt x="80" y="166"/>
                      <a:pt x="80" y="168"/>
                    </a:cubicBezTo>
                    <a:cubicBezTo>
                      <a:pt x="81" y="168"/>
                      <a:pt x="82" y="167"/>
                      <a:pt x="83" y="166"/>
                    </a:cubicBezTo>
                    <a:cubicBezTo>
                      <a:pt x="82" y="163"/>
                      <a:pt x="82" y="163"/>
                      <a:pt x="82" y="163"/>
                    </a:cubicBezTo>
                    <a:cubicBezTo>
                      <a:pt x="83" y="163"/>
                      <a:pt x="82" y="164"/>
                      <a:pt x="83" y="162"/>
                    </a:cubicBezTo>
                    <a:cubicBezTo>
                      <a:pt x="84" y="163"/>
                      <a:pt x="84" y="163"/>
                      <a:pt x="84" y="164"/>
                    </a:cubicBezTo>
                    <a:cubicBezTo>
                      <a:pt x="85" y="163"/>
                      <a:pt x="85" y="163"/>
                      <a:pt x="86" y="163"/>
                    </a:cubicBezTo>
                    <a:cubicBezTo>
                      <a:pt x="87" y="164"/>
                      <a:pt x="87" y="167"/>
                      <a:pt x="89" y="170"/>
                    </a:cubicBezTo>
                    <a:cubicBezTo>
                      <a:pt x="89" y="170"/>
                      <a:pt x="89" y="170"/>
                      <a:pt x="89" y="170"/>
                    </a:cubicBezTo>
                    <a:cubicBezTo>
                      <a:pt x="90" y="173"/>
                      <a:pt x="94" y="179"/>
                      <a:pt x="96" y="183"/>
                    </a:cubicBezTo>
                    <a:cubicBezTo>
                      <a:pt x="102" y="191"/>
                      <a:pt x="102" y="191"/>
                      <a:pt x="102" y="191"/>
                    </a:cubicBezTo>
                    <a:cubicBezTo>
                      <a:pt x="108" y="199"/>
                      <a:pt x="111" y="197"/>
                      <a:pt x="114" y="198"/>
                    </a:cubicBezTo>
                    <a:cubicBezTo>
                      <a:pt x="116" y="199"/>
                      <a:pt x="116" y="201"/>
                      <a:pt x="118" y="202"/>
                    </a:cubicBezTo>
                    <a:cubicBezTo>
                      <a:pt x="118" y="202"/>
                      <a:pt x="118" y="202"/>
                      <a:pt x="118" y="203"/>
                    </a:cubicBezTo>
                    <a:cubicBezTo>
                      <a:pt x="119" y="203"/>
                      <a:pt x="119" y="203"/>
                      <a:pt x="119" y="203"/>
                    </a:cubicBezTo>
                    <a:cubicBezTo>
                      <a:pt x="119" y="203"/>
                      <a:pt x="119" y="203"/>
                      <a:pt x="119" y="203"/>
                    </a:cubicBezTo>
                    <a:cubicBezTo>
                      <a:pt x="120" y="203"/>
                      <a:pt x="121" y="204"/>
                      <a:pt x="122" y="204"/>
                    </a:cubicBezTo>
                    <a:cubicBezTo>
                      <a:pt x="132" y="206"/>
                      <a:pt x="132" y="206"/>
                      <a:pt x="132" y="206"/>
                    </a:cubicBezTo>
                    <a:cubicBezTo>
                      <a:pt x="134" y="207"/>
                      <a:pt x="132" y="207"/>
                      <a:pt x="136" y="207"/>
                    </a:cubicBezTo>
                    <a:cubicBezTo>
                      <a:pt x="151" y="212"/>
                      <a:pt x="151" y="212"/>
                      <a:pt x="151" y="212"/>
                    </a:cubicBezTo>
                    <a:cubicBezTo>
                      <a:pt x="156" y="214"/>
                      <a:pt x="155" y="213"/>
                      <a:pt x="159" y="212"/>
                    </a:cubicBezTo>
                    <a:cubicBezTo>
                      <a:pt x="159" y="214"/>
                      <a:pt x="159" y="214"/>
                      <a:pt x="159" y="214"/>
                    </a:cubicBezTo>
                    <a:cubicBezTo>
                      <a:pt x="160" y="213"/>
                      <a:pt x="160" y="214"/>
                      <a:pt x="160" y="213"/>
                    </a:cubicBezTo>
                    <a:cubicBezTo>
                      <a:pt x="162" y="214"/>
                      <a:pt x="163" y="214"/>
                      <a:pt x="166" y="214"/>
                    </a:cubicBezTo>
                    <a:cubicBezTo>
                      <a:pt x="167" y="216"/>
                      <a:pt x="169" y="218"/>
                      <a:pt x="171" y="216"/>
                    </a:cubicBezTo>
                    <a:cubicBezTo>
                      <a:pt x="172" y="217"/>
                      <a:pt x="172" y="216"/>
                      <a:pt x="174" y="217"/>
                    </a:cubicBezTo>
                    <a:cubicBezTo>
                      <a:pt x="174" y="217"/>
                      <a:pt x="174" y="217"/>
                      <a:pt x="174" y="217"/>
                    </a:cubicBezTo>
                    <a:cubicBezTo>
                      <a:pt x="175" y="216"/>
                      <a:pt x="175" y="216"/>
                      <a:pt x="175" y="216"/>
                    </a:cubicBezTo>
                    <a:cubicBezTo>
                      <a:pt x="177" y="216"/>
                      <a:pt x="178" y="215"/>
                      <a:pt x="180" y="214"/>
                    </a:cubicBezTo>
                    <a:cubicBezTo>
                      <a:pt x="182" y="217"/>
                      <a:pt x="182" y="217"/>
                      <a:pt x="182" y="217"/>
                    </a:cubicBezTo>
                    <a:cubicBezTo>
                      <a:pt x="182" y="217"/>
                      <a:pt x="182" y="217"/>
                      <a:pt x="182" y="217"/>
                    </a:cubicBezTo>
                    <a:cubicBezTo>
                      <a:pt x="183" y="215"/>
                      <a:pt x="183" y="215"/>
                      <a:pt x="183" y="215"/>
                    </a:cubicBezTo>
                    <a:cubicBezTo>
                      <a:pt x="185" y="216"/>
                      <a:pt x="185" y="216"/>
                      <a:pt x="185" y="216"/>
                    </a:cubicBezTo>
                    <a:cubicBezTo>
                      <a:pt x="187" y="215"/>
                      <a:pt x="187" y="215"/>
                      <a:pt x="189" y="215"/>
                    </a:cubicBezTo>
                    <a:cubicBezTo>
                      <a:pt x="196" y="214"/>
                      <a:pt x="196" y="214"/>
                      <a:pt x="196" y="214"/>
                    </a:cubicBezTo>
                    <a:cubicBezTo>
                      <a:pt x="196" y="215"/>
                      <a:pt x="196" y="215"/>
                      <a:pt x="196" y="215"/>
                    </a:cubicBezTo>
                    <a:cubicBezTo>
                      <a:pt x="197" y="215"/>
                      <a:pt x="199" y="214"/>
                      <a:pt x="200" y="214"/>
                    </a:cubicBezTo>
                    <a:cubicBezTo>
                      <a:pt x="203" y="212"/>
                      <a:pt x="206" y="213"/>
                      <a:pt x="209" y="212"/>
                    </a:cubicBezTo>
                    <a:cubicBezTo>
                      <a:pt x="211" y="211"/>
                      <a:pt x="211" y="210"/>
                      <a:pt x="211" y="210"/>
                    </a:cubicBezTo>
                    <a:cubicBezTo>
                      <a:pt x="213" y="210"/>
                      <a:pt x="213" y="210"/>
                      <a:pt x="213" y="211"/>
                    </a:cubicBezTo>
                    <a:cubicBezTo>
                      <a:pt x="214" y="209"/>
                      <a:pt x="216" y="209"/>
                      <a:pt x="218" y="209"/>
                    </a:cubicBezTo>
                    <a:cubicBezTo>
                      <a:pt x="218" y="208"/>
                      <a:pt x="220" y="207"/>
                      <a:pt x="221" y="206"/>
                    </a:cubicBezTo>
                    <a:cubicBezTo>
                      <a:pt x="221" y="205"/>
                      <a:pt x="221" y="204"/>
                      <a:pt x="221" y="203"/>
                    </a:cubicBezTo>
                    <a:cubicBezTo>
                      <a:pt x="223" y="203"/>
                      <a:pt x="222" y="203"/>
                      <a:pt x="223" y="202"/>
                    </a:cubicBezTo>
                    <a:cubicBezTo>
                      <a:pt x="224" y="202"/>
                      <a:pt x="225" y="202"/>
                      <a:pt x="225" y="201"/>
                    </a:cubicBezTo>
                    <a:cubicBezTo>
                      <a:pt x="226" y="200"/>
                      <a:pt x="227" y="200"/>
                      <a:pt x="227" y="193"/>
                    </a:cubicBezTo>
                    <a:cubicBezTo>
                      <a:pt x="227" y="193"/>
                      <a:pt x="227" y="193"/>
                      <a:pt x="228" y="192"/>
                    </a:cubicBezTo>
                    <a:cubicBezTo>
                      <a:pt x="230" y="190"/>
                      <a:pt x="230" y="183"/>
                      <a:pt x="229" y="181"/>
                    </a:cubicBezTo>
                    <a:cubicBezTo>
                      <a:pt x="227" y="178"/>
                      <a:pt x="227" y="178"/>
                      <a:pt x="227" y="178"/>
                    </a:cubicBezTo>
                    <a:cubicBezTo>
                      <a:pt x="226" y="177"/>
                      <a:pt x="226" y="177"/>
                      <a:pt x="225" y="177"/>
                    </a:cubicBezTo>
                    <a:cubicBezTo>
                      <a:pt x="218" y="172"/>
                      <a:pt x="218" y="172"/>
                      <a:pt x="218" y="172"/>
                    </a:cubicBezTo>
                    <a:cubicBezTo>
                      <a:pt x="218" y="172"/>
                      <a:pt x="217" y="171"/>
                      <a:pt x="217" y="171"/>
                    </a:cubicBezTo>
                    <a:cubicBezTo>
                      <a:pt x="211" y="168"/>
                      <a:pt x="211" y="168"/>
                      <a:pt x="211" y="168"/>
                    </a:cubicBezTo>
                    <a:cubicBezTo>
                      <a:pt x="205" y="163"/>
                      <a:pt x="206" y="165"/>
                      <a:pt x="203" y="164"/>
                    </a:cubicBezTo>
                    <a:cubicBezTo>
                      <a:pt x="203" y="164"/>
                      <a:pt x="201" y="163"/>
                      <a:pt x="200" y="164"/>
                    </a:cubicBezTo>
                    <a:cubicBezTo>
                      <a:pt x="198" y="164"/>
                      <a:pt x="198" y="164"/>
                      <a:pt x="198" y="164"/>
                    </a:cubicBezTo>
                    <a:cubicBezTo>
                      <a:pt x="197" y="163"/>
                      <a:pt x="198" y="164"/>
                      <a:pt x="196" y="164"/>
                    </a:cubicBezTo>
                    <a:cubicBezTo>
                      <a:pt x="197" y="164"/>
                      <a:pt x="197" y="164"/>
                      <a:pt x="197" y="164"/>
                    </a:cubicBezTo>
                    <a:cubicBezTo>
                      <a:pt x="197" y="164"/>
                      <a:pt x="196" y="165"/>
                      <a:pt x="195" y="164"/>
                    </a:cubicBezTo>
                    <a:cubicBezTo>
                      <a:pt x="194" y="163"/>
                      <a:pt x="194" y="163"/>
                      <a:pt x="194" y="163"/>
                    </a:cubicBezTo>
                    <a:cubicBezTo>
                      <a:pt x="192" y="164"/>
                      <a:pt x="193" y="165"/>
                      <a:pt x="190" y="164"/>
                    </a:cubicBezTo>
                    <a:cubicBezTo>
                      <a:pt x="190" y="167"/>
                      <a:pt x="190" y="167"/>
                      <a:pt x="188" y="168"/>
                    </a:cubicBezTo>
                    <a:cubicBezTo>
                      <a:pt x="186" y="171"/>
                      <a:pt x="187" y="169"/>
                      <a:pt x="187" y="171"/>
                    </a:cubicBezTo>
                    <a:cubicBezTo>
                      <a:pt x="186" y="171"/>
                      <a:pt x="186" y="170"/>
                      <a:pt x="186" y="170"/>
                    </a:cubicBezTo>
                    <a:cubicBezTo>
                      <a:pt x="185" y="174"/>
                      <a:pt x="185" y="174"/>
                      <a:pt x="185" y="174"/>
                    </a:cubicBezTo>
                    <a:cubicBezTo>
                      <a:pt x="183" y="174"/>
                      <a:pt x="181" y="174"/>
                      <a:pt x="180" y="176"/>
                    </a:cubicBezTo>
                    <a:cubicBezTo>
                      <a:pt x="180" y="177"/>
                      <a:pt x="180" y="177"/>
                      <a:pt x="180" y="177"/>
                    </a:cubicBezTo>
                    <a:cubicBezTo>
                      <a:pt x="179" y="177"/>
                      <a:pt x="179" y="177"/>
                      <a:pt x="179" y="177"/>
                    </a:cubicBezTo>
                    <a:cubicBezTo>
                      <a:pt x="179" y="177"/>
                      <a:pt x="179" y="176"/>
                      <a:pt x="179" y="176"/>
                    </a:cubicBezTo>
                    <a:cubicBezTo>
                      <a:pt x="179" y="176"/>
                      <a:pt x="179" y="176"/>
                      <a:pt x="179" y="176"/>
                    </a:cubicBezTo>
                    <a:cubicBezTo>
                      <a:pt x="179" y="176"/>
                      <a:pt x="179" y="176"/>
                      <a:pt x="179" y="176"/>
                    </a:cubicBezTo>
                    <a:cubicBezTo>
                      <a:pt x="178" y="176"/>
                      <a:pt x="178" y="175"/>
                      <a:pt x="178" y="175"/>
                    </a:cubicBezTo>
                    <a:cubicBezTo>
                      <a:pt x="176" y="177"/>
                      <a:pt x="176" y="177"/>
                      <a:pt x="176" y="177"/>
                    </a:cubicBezTo>
                    <a:cubicBezTo>
                      <a:pt x="176" y="177"/>
                      <a:pt x="176" y="177"/>
                      <a:pt x="176" y="177"/>
                    </a:cubicBezTo>
                    <a:cubicBezTo>
                      <a:pt x="175" y="176"/>
                      <a:pt x="174" y="177"/>
                      <a:pt x="173" y="175"/>
                    </a:cubicBezTo>
                    <a:cubicBezTo>
                      <a:pt x="173" y="174"/>
                      <a:pt x="173" y="174"/>
                      <a:pt x="173" y="174"/>
                    </a:cubicBezTo>
                    <a:cubicBezTo>
                      <a:pt x="172" y="176"/>
                      <a:pt x="172" y="176"/>
                      <a:pt x="171" y="177"/>
                    </a:cubicBezTo>
                    <a:cubicBezTo>
                      <a:pt x="171" y="179"/>
                      <a:pt x="171" y="179"/>
                      <a:pt x="172" y="180"/>
                    </a:cubicBezTo>
                    <a:cubicBezTo>
                      <a:pt x="172" y="180"/>
                      <a:pt x="173" y="180"/>
                      <a:pt x="171" y="180"/>
                    </a:cubicBezTo>
                    <a:cubicBezTo>
                      <a:pt x="160" y="180"/>
                      <a:pt x="160" y="180"/>
                      <a:pt x="160" y="180"/>
                    </a:cubicBezTo>
                    <a:cubicBezTo>
                      <a:pt x="156" y="180"/>
                      <a:pt x="155" y="179"/>
                      <a:pt x="154" y="178"/>
                    </a:cubicBezTo>
                    <a:cubicBezTo>
                      <a:pt x="153" y="178"/>
                      <a:pt x="153" y="178"/>
                      <a:pt x="152" y="178"/>
                    </a:cubicBezTo>
                    <a:cubicBezTo>
                      <a:pt x="150" y="178"/>
                      <a:pt x="152" y="178"/>
                      <a:pt x="151" y="177"/>
                    </a:cubicBezTo>
                    <a:cubicBezTo>
                      <a:pt x="144" y="176"/>
                      <a:pt x="144" y="176"/>
                      <a:pt x="144" y="176"/>
                    </a:cubicBezTo>
                    <a:cubicBezTo>
                      <a:pt x="142" y="175"/>
                      <a:pt x="143" y="175"/>
                      <a:pt x="141" y="175"/>
                    </a:cubicBezTo>
                    <a:cubicBezTo>
                      <a:pt x="140" y="174"/>
                      <a:pt x="141" y="175"/>
                      <a:pt x="140" y="175"/>
                    </a:cubicBezTo>
                    <a:cubicBezTo>
                      <a:pt x="126" y="169"/>
                      <a:pt x="126" y="169"/>
                      <a:pt x="126" y="169"/>
                    </a:cubicBezTo>
                    <a:cubicBezTo>
                      <a:pt x="123" y="169"/>
                      <a:pt x="121" y="167"/>
                      <a:pt x="119" y="166"/>
                    </a:cubicBezTo>
                    <a:cubicBezTo>
                      <a:pt x="118" y="164"/>
                      <a:pt x="119" y="165"/>
                      <a:pt x="117" y="164"/>
                    </a:cubicBezTo>
                    <a:cubicBezTo>
                      <a:pt x="115" y="162"/>
                      <a:pt x="114" y="161"/>
                      <a:pt x="112" y="158"/>
                    </a:cubicBezTo>
                    <a:cubicBezTo>
                      <a:pt x="112" y="158"/>
                      <a:pt x="112" y="158"/>
                      <a:pt x="112" y="158"/>
                    </a:cubicBezTo>
                    <a:cubicBezTo>
                      <a:pt x="111" y="157"/>
                      <a:pt x="111" y="157"/>
                      <a:pt x="111" y="157"/>
                    </a:cubicBezTo>
                    <a:cubicBezTo>
                      <a:pt x="111" y="157"/>
                      <a:pt x="111" y="158"/>
                      <a:pt x="111" y="156"/>
                    </a:cubicBezTo>
                    <a:cubicBezTo>
                      <a:pt x="110" y="151"/>
                      <a:pt x="111" y="155"/>
                      <a:pt x="109" y="152"/>
                    </a:cubicBezTo>
                    <a:cubicBezTo>
                      <a:pt x="109" y="143"/>
                      <a:pt x="109" y="143"/>
                      <a:pt x="109" y="143"/>
                    </a:cubicBezTo>
                    <a:cubicBezTo>
                      <a:pt x="109" y="141"/>
                      <a:pt x="108" y="142"/>
                      <a:pt x="109" y="140"/>
                    </a:cubicBezTo>
                    <a:cubicBezTo>
                      <a:pt x="109" y="136"/>
                      <a:pt x="109" y="136"/>
                      <a:pt x="109" y="136"/>
                    </a:cubicBezTo>
                    <a:cubicBezTo>
                      <a:pt x="109" y="133"/>
                      <a:pt x="110" y="125"/>
                      <a:pt x="114" y="127"/>
                    </a:cubicBezTo>
                    <a:cubicBezTo>
                      <a:pt x="114" y="127"/>
                      <a:pt x="115" y="127"/>
                      <a:pt x="115" y="127"/>
                    </a:cubicBezTo>
                    <a:cubicBezTo>
                      <a:pt x="117" y="129"/>
                      <a:pt x="117" y="129"/>
                      <a:pt x="117" y="129"/>
                    </a:cubicBezTo>
                    <a:cubicBezTo>
                      <a:pt x="118" y="130"/>
                      <a:pt x="119" y="131"/>
                      <a:pt x="120" y="133"/>
                    </a:cubicBezTo>
                    <a:cubicBezTo>
                      <a:pt x="120" y="133"/>
                      <a:pt x="120" y="133"/>
                      <a:pt x="120" y="134"/>
                    </a:cubicBezTo>
                    <a:cubicBezTo>
                      <a:pt x="120" y="135"/>
                      <a:pt x="120" y="135"/>
                      <a:pt x="120" y="135"/>
                    </a:cubicBezTo>
                    <a:cubicBezTo>
                      <a:pt x="120" y="137"/>
                      <a:pt x="122" y="141"/>
                      <a:pt x="123" y="143"/>
                    </a:cubicBezTo>
                    <a:cubicBezTo>
                      <a:pt x="123" y="143"/>
                      <a:pt x="123" y="143"/>
                      <a:pt x="123" y="143"/>
                    </a:cubicBezTo>
                    <a:cubicBezTo>
                      <a:pt x="124" y="146"/>
                      <a:pt x="124" y="146"/>
                      <a:pt x="124" y="146"/>
                    </a:cubicBezTo>
                    <a:cubicBezTo>
                      <a:pt x="124" y="146"/>
                      <a:pt x="124" y="146"/>
                      <a:pt x="125" y="146"/>
                    </a:cubicBezTo>
                    <a:cubicBezTo>
                      <a:pt x="126" y="148"/>
                      <a:pt x="127" y="149"/>
                      <a:pt x="129" y="150"/>
                    </a:cubicBezTo>
                    <a:cubicBezTo>
                      <a:pt x="132" y="151"/>
                      <a:pt x="136" y="149"/>
                      <a:pt x="136" y="155"/>
                    </a:cubicBezTo>
                    <a:cubicBezTo>
                      <a:pt x="139" y="154"/>
                      <a:pt x="139" y="154"/>
                      <a:pt x="139" y="154"/>
                    </a:cubicBezTo>
                    <a:cubicBezTo>
                      <a:pt x="139" y="156"/>
                      <a:pt x="139" y="156"/>
                      <a:pt x="139" y="156"/>
                    </a:cubicBezTo>
                    <a:cubicBezTo>
                      <a:pt x="139" y="157"/>
                      <a:pt x="140" y="156"/>
                      <a:pt x="139" y="157"/>
                    </a:cubicBezTo>
                    <a:cubicBezTo>
                      <a:pt x="140" y="158"/>
                      <a:pt x="139" y="158"/>
                      <a:pt x="141" y="159"/>
                    </a:cubicBezTo>
                    <a:cubicBezTo>
                      <a:pt x="142" y="158"/>
                      <a:pt x="142" y="158"/>
                      <a:pt x="143" y="156"/>
                    </a:cubicBezTo>
                    <a:cubicBezTo>
                      <a:pt x="143" y="155"/>
                      <a:pt x="143" y="155"/>
                      <a:pt x="143" y="154"/>
                    </a:cubicBezTo>
                    <a:cubicBezTo>
                      <a:pt x="145" y="153"/>
                      <a:pt x="144" y="153"/>
                      <a:pt x="145" y="153"/>
                    </a:cubicBezTo>
                    <a:cubicBezTo>
                      <a:pt x="147" y="152"/>
                      <a:pt x="147" y="152"/>
                      <a:pt x="147" y="152"/>
                    </a:cubicBezTo>
                    <a:cubicBezTo>
                      <a:pt x="148" y="151"/>
                      <a:pt x="149" y="149"/>
                      <a:pt x="150" y="147"/>
                    </a:cubicBezTo>
                    <a:cubicBezTo>
                      <a:pt x="150" y="146"/>
                      <a:pt x="151" y="141"/>
                      <a:pt x="151" y="140"/>
                    </a:cubicBezTo>
                    <a:cubicBezTo>
                      <a:pt x="151" y="140"/>
                      <a:pt x="151" y="140"/>
                      <a:pt x="151" y="140"/>
                    </a:cubicBezTo>
                    <a:cubicBezTo>
                      <a:pt x="151" y="131"/>
                      <a:pt x="151" y="131"/>
                      <a:pt x="151" y="131"/>
                    </a:cubicBezTo>
                    <a:cubicBezTo>
                      <a:pt x="155" y="131"/>
                      <a:pt x="155" y="131"/>
                      <a:pt x="155" y="131"/>
                    </a:cubicBezTo>
                    <a:cubicBezTo>
                      <a:pt x="155" y="131"/>
                      <a:pt x="155" y="131"/>
                      <a:pt x="156" y="131"/>
                    </a:cubicBezTo>
                    <a:cubicBezTo>
                      <a:pt x="156" y="132"/>
                      <a:pt x="156" y="132"/>
                      <a:pt x="156" y="132"/>
                    </a:cubicBezTo>
                    <a:cubicBezTo>
                      <a:pt x="160" y="132"/>
                      <a:pt x="160" y="131"/>
                      <a:pt x="163" y="130"/>
                    </a:cubicBezTo>
                    <a:cubicBezTo>
                      <a:pt x="164" y="130"/>
                      <a:pt x="164" y="130"/>
                      <a:pt x="165" y="129"/>
                    </a:cubicBezTo>
                    <a:cubicBezTo>
                      <a:pt x="166" y="129"/>
                      <a:pt x="165" y="129"/>
                      <a:pt x="167" y="129"/>
                    </a:cubicBezTo>
                    <a:cubicBezTo>
                      <a:pt x="167" y="128"/>
                      <a:pt x="167" y="129"/>
                      <a:pt x="168" y="128"/>
                    </a:cubicBezTo>
                    <a:cubicBezTo>
                      <a:pt x="174" y="122"/>
                      <a:pt x="174" y="122"/>
                      <a:pt x="174" y="122"/>
                    </a:cubicBezTo>
                    <a:cubicBezTo>
                      <a:pt x="175" y="121"/>
                      <a:pt x="175" y="121"/>
                      <a:pt x="175" y="121"/>
                    </a:cubicBezTo>
                    <a:cubicBezTo>
                      <a:pt x="176" y="120"/>
                      <a:pt x="176" y="120"/>
                      <a:pt x="177" y="119"/>
                    </a:cubicBezTo>
                    <a:cubicBezTo>
                      <a:pt x="178" y="116"/>
                      <a:pt x="184" y="112"/>
                      <a:pt x="182" y="108"/>
                    </a:cubicBezTo>
                    <a:cubicBezTo>
                      <a:pt x="186" y="105"/>
                      <a:pt x="185" y="104"/>
                      <a:pt x="186" y="101"/>
                    </a:cubicBezTo>
                    <a:cubicBezTo>
                      <a:pt x="186" y="101"/>
                      <a:pt x="185" y="101"/>
                      <a:pt x="185" y="101"/>
                    </a:cubicBezTo>
                    <a:cubicBezTo>
                      <a:pt x="185" y="101"/>
                      <a:pt x="185" y="101"/>
                      <a:pt x="185" y="100"/>
                    </a:cubicBezTo>
                    <a:cubicBezTo>
                      <a:pt x="185" y="100"/>
                      <a:pt x="185" y="100"/>
                      <a:pt x="184" y="100"/>
                    </a:cubicBezTo>
                    <a:cubicBezTo>
                      <a:pt x="186" y="99"/>
                      <a:pt x="186" y="99"/>
                      <a:pt x="187" y="97"/>
                    </a:cubicBezTo>
                    <a:cubicBezTo>
                      <a:pt x="188" y="96"/>
                      <a:pt x="189" y="95"/>
                      <a:pt x="189" y="94"/>
                    </a:cubicBezTo>
                    <a:cubicBezTo>
                      <a:pt x="190" y="90"/>
                      <a:pt x="190" y="90"/>
                      <a:pt x="190" y="90"/>
                    </a:cubicBezTo>
                    <a:cubicBezTo>
                      <a:pt x="191" y="88"/>
                      <a:pt x="189" y="87"/>
                      <a:pt x="191" y="86"/>
                    </a:cubicBezTo>
                    <a:cubicBezTo>
                      <a:pt x="190" y="85"/>
                      <a:pt x="190" y="86"/>
                      <a:pt x="191" y="85"/>
                    </a:cubicBezTo>
                    <a:cubicBezTo>
                      <a:pt x="191" y="82"/>
                      <a:pt x="191" y="75"/>
                      <a:pt x="192" y="72"/>
                    </a:cubicBezTo>
                    <a:cubicBezTo>
                      <a:pt x="192" y="71"/>
                      <a:pt x="192" y="72"/>
                      <a:pt x="192" y="70"/>
                    </a:cubicBezTo>
                    <a:cubicBezTo>
                      <a:pt x="192" y="68"/>
                      <a:pt x="192" y="69"/>
                      <a:pt x="192" y="65"/>
                    </a:cubicBezTo>
                    <a:cubicBezTo>
                      <a:pt x="192" y="61"/>
                      <a:pt x="191" y="58"/>
                      <a:pt x="190" y="55"/>
                    </a:cubicBezTo>
                    <a:cubicBezTo>
                      <a:pt x="186" y="50"/>
                      <a:pt x="186" y="50"/>
                      <a:pt x="186" y="50"/>
                    </a:cubicBezTo>
                    <a:cubicBezTo>
                      <a:pt x="184" y="48"/>
                      <a:pt x="180" y="48"/>
                      <a:pt x="177" y="48"/>
                    </a:cubicBezTo>
                    <a:cubicBezTo>
                      <a:pt x="177" y="48"/>
                      <a:pt x="177" y="48"/>
                      <a:pt x="176" y="48"/>
                    </a:cubicBezTo>
                    <a:cubicBezTo>
                      <a:pt x="176" y="48"/>
                      <a:pt x="176" y="48"/>
                      <a:pt x="175" y="48"/>
                    </a:cubicBezTo>
                    <a:cubicBezTo>
                      <a:pt x="173" y="49"/>
                      <a:pt x="172" y="49"/>
                      <a:pt x="170" y="49"/>
                    </a:cubicBezTo>
                    <a:cubicBezTo>
                      <a:pt x="165" y="50"/>
                      <a:pt x="165" y="50"/>
                      <a:pt x="165" y="50"/>
                    </a:cubicBezTo>
                    <a:cubicBezTo>
                      <a:pt x="164" y="50"/>
                      <a:pt x="164" y="50"/>
                      <a:pt x="164" y="50"/>
                    </a:cubicBezTo>
                    <a:cubicBezTo>
                      <a:pt x="162" y="51"/>
                      <a:pt x="159" y="52"/>
                      <a:pt x="157" y="54"/>
                    </a:cubicBezTo>
                    <a:cubicBezTo>
                      <a:pt x="156" y="52"/>
                      <a:pt x="156" y="52"/>
                      <a:pt x="156" y="52"/>
                    </a:cubicBezTo>
                    <a:cubicBezTo>
                      <a:pt x="157" y="51"/>
                      <a:pt x="157" y="51"/>
                      <a:pt x="157" y="49"/>
                    </a:cubicBezTo>
                    <a:cubicBezTo>
                      <a:pt x="159" y="42"/>
                      <a:pt x="159" y="42"/>
                      <a:pt x="159" y="42"/>
                    </a:cubicBezTo>
                    <a:cubicBezTo>
                      <a:pt x="159" y="39"/>
                      <a:pt x="160" y="40"/>
                      <a:pt x="160" y="36"/>
                    </a:cubicBezTo>
                    <a:cubicBezTo>
                      <a:pt x="161" y="35"/>
                      <a:pt x="161" y="35"/>
                      <a:pt x="161" y="35"/>
                    </a:cubicBezTo>
                    <a:cubicBezTo>
                      <a:pt x="161" y="31"/>
                      <a:pt x="161" y="29"/>
                      <a:pt x="163" y="25"/>
                    </a:cubicBezTo>
                    <a:cubicBezTo>
                      <a:pt x="165" y="21"/>
                      <a:pt x="165" y="11"/>
                      <a:pt x="162" y="7"/>
                    </a:cubicBezTo>
                    <a:cubicBezTo>
                      <a:pt x="161" y="5"/>
                      <a:pt x="158" y="4"/>
                      <a:pt x="156" y="4"/>
                    </a:cubicBezTo>
                    <a:cubicBezTo>
                      <a:pt x="155" y="4"/>
                      <a:pt x="155" y="4"/>
                      <a:pt x="155" y="4"/>
                    </a:cubicBezTo>
                    <a:cubicBezTo>
                      <a:pt x="155" y="4"/>
                      <a:pt x="155" y="4"/>
                      <a:pt x="155" y="4"/>
                    </a:cubicBezTo>
                    <a:cubicBezTo>
                      <a:pt x="153" y="6"/>
                      <a:pt x="150" y="6"/>
                      <a:pt x="148" y="6"/>
                    </a:cubicBezTo>
                    <a:cubicBezTo>
                      <a:pt x="148" y="6"/>
                      <a:pt x="147" y="7"/>
                      <a:pt x="147" y="7"/>
                    </a:cubicBezTo>
                    <a:cubicBezTo>
                      <a:pt x="146" y="9"/>
                      <a:pt x="145" y="10"/>
                      <a:pt x="145" y="12"/>
                    </a:cubicBezTo>
                    <a:cubicBezTo>
                      <a:pt x="144" y="13"/>
                      <a:pt x="144" y="13"/>
                      <a:pt x="144" y="13"/>
                    </a:cubicBezTo>
                    <a:cubicBezTo>
                      <a:pt x="143" y="18"/>
                      <a:pt x="143" y="16"/>
                      <a:pt x="141" y="20"/>
                    </a:cubicBezTo>
                    <a:cubicBezTo>
                      <a:pt x="141" y="20"/>
                      <a:pt x="141" y="20"/>
                      <a:pt x="141" y="20"/>
                    </a:cubicBezTo>
                    <a:cubicBezTo>
                      <a:pt x="139" y="24"/>
                      <a:pt x="138" y="27"/>
                      <a:pt x="138" y="31"/>
                    </a:cubicBezTo>
                    <a:cubicBezTo>
                      <a:pt x="136" y="30"/>
                      <a:pt x="138" y="33"/>
                      <a:pt x="137" y="37"/>
                    </a:cubicBezTo>
                    <a:cubicBezTo>
                      <a:pt x="137" y="37"/>
                      <a:pt x="136" y="37"/>
                      <a:pt x="136" y="37"/>
                    </a:cubicBezTo>
                    <a:cubicBezTo>
                      <a:pt x="136" y="38"/>
                      <a:pt x="136" y="37"/>
                      <a:pt x="137" y="37"/>
                    </a:cubicBezTo>
                    <a:cubicBezTo>
                      <a:pt x="136" y="41"/>
                      <a:pt x="134" y="44"/>
                      <a:pt x="134" y="47"/>
                    </a:cubicBezTo>
                    <a:cubicBezTo>
                      <a:pt x="132" y="48"/>
                      <a:pt x="136" y="47"/>
                      <a:pt x="134" y="48"/>
                    </a:cubicBezTo>
                    <a:cubicBezTo>
                      <a:pt x="133" y="53"/>
                      <a:pt x="133" y="53"/>
                      <a:pt x="133" y="53"/>
                    </a:cubicBezTo>
                    <a:cubicBezTo>
                      <a:pt x="133" y="54"/>
                      <a:pt x="133" y="57"/>
                      <a:pt x="132" y="58"/>
                    </a:cubicBezTo>
                    <a:cubicBezTo>
                      <a:pt x="131" y="60"/>
                      <a:pt x="131" y="66"/>
                      <a:pt x="131" y="68"/>
                    </a:cubicBezTo>
                    <a:cubicBezTo>
                      <a:pt x="130" y="69"/>
                      <a:pt x="130" y="68"/>
                      <a:pt x="130" y="70"/>
                    </a:cubicBezTo>
                    <a:cubicBezTo>
                      <a:pt x="130" y="71"/>
                      <a:pt x="130" y="72"/>
                      <a:pt x="130" y="72"/>
                    </a:cubicBezTo>
                    <a:cubicBezTo>
                      <a:pt x="129" y="73"/>
                      <a:pt x="129" y="74"/>
                      <a:pt x="129" y="76"/>
                    </a:cubicBezTo>
                    <a:cubicBezTo>
                      <a:pt x="129" y="77"/>
                      <a:pt x="129" y="77"/>
                      <a:pt x="129" y="77"/>
                    </a:cubicBezTo>
                    <a:cubicBezTo>
                      <a:pt x="128" y="79"/>
                      <a:pt x="128" y="78"/>
                      <a:pt x="128" y="80"/>
                    </a:cubicBezTo>
                    <a:cubicBezTo>
                      <a:pt x="112" y="95"/>
                      <a:pt x="112" y="95"/>
                      <a:pt x="112" y="95"/>
                    </a:cubicBezTo>
                    <a:cubicBezTo>
                      <a:pt x="112" y="95"/>
                      <a:pt x="112" y="95"/>
                      <a:pt x="112" y="96"/>
                    </a:cubicBezTo>
                    <a:cubicBezTo>
                      <a:pt x="109" y="99"/>
                      <a:pt x="109" y="99"/>
                      <a:pt x="109" y="99"/>
                    </a:cubicBezTo>
                    <a:cubicBezTo>
                      <a:pt x="107" y="100"/>
                      <a:pt x="106" y="101"/>
                      <a:pt x="104" y="101"/>
                    </a:cubicBezTo>
                    <a:cubicBezTo>
                      <a:pt x="103" y="101"/>
                      <a:pt x="103" y="100"/>
                      <a:pt x="103" y="102"/>
                    </a:cubicBezTo>
                    <a:cubicBezTo>
                      <a:pt x="101" y="102"/>
                      <a:pt x="100" y="102"/>
                      <a:pt x="99" y="103"/>
                    </a:cubicBezTo>
                    <a:cubicBezTo>
                      <a:pt x="99" y="103"/>
                      <a:pt x="99" y="103"/>
                      <a:pt x="99" y="103"/>
                    </a:cubicBezTo>
                    <a:cubicBezTo>
                      <a:pt x="95" y="106"/>
                      <a:pt x="93" y="108"/>
                      <a:pt x="91" y="112"/>
                    </a:cubicBezTo>
                    <a:cubicBezTo>
                      <a:pt x="89" y="116"/>
                      <a:pt x="89" y="116"/>
                      <a:pt x="89" y="116"/>
                    </a:cubicBezTo>
                    <a:cubicBezTo>
                      <a:pt x="88" y="118"/>
                      <a:pt x="87" y="120"/>
                      <a:pt x="87" y="123"/>
                    </a:cubicBezTo>
                    <a:cubicBezTo>
                      <a:pt x="86" y="126"/>
                      <a:pt x="86" y="126"/>
                      <a:pt x="86" y="126"/>
                    </a:cubicBezTo>
                    <a:cubicBezTo>
                      <a:pt x="84" y="127"/>
                      <a:pt x="82" y="130"/>
                      <a:pt x="81" y="132"/>
                    </a:cubicBezTo>
                    <a:cubicBezTo>
                      <a:pt x="77" y="136"/>
                      <a:pt x="77" y="136"/>
                      <a:pt x="77" y="136"/>
                    </a:cubicBezTo>
                    <a:cubicBezTo>
                      <a:pt x="77" y="136"/>
                      <a:pt x="77" y="137"/>
                      <a:pt x="77" y="137"/>
                    </a:cubicBezTo>
                    <a:cubicBezTo>
                      <a:pt x="77" y="137"/>
                      <a:pt x="77" y="137"/>
                      <a:pt x="76" y="137"/>
                    </a:cubicBezTo>
                    <a:cubicBezTo>
                      <a:pt x="75" y="139"/>
                      <a:pt x="75" y="139"/>
                      <a:pt x="75" y="139"/>
                    </a:cubicBezTo>
                    <a:cubicBezTo>
                      <a:pt x="75" y="139"/>
                      <a:pt x="75" y="139"/>
                      <a:pt x="75" y="139"/>
                    </a:cubicBezTo>
                    <a:cubicBezTo>
                      <a:pt x="75" y="140"/>
                      <a:pt x="75" y="140"/>
                      <a:pt x="75" y="140"/>
                    </a:cubicBezTo>
                    <a:cubicBezTo>
                      <a:pt x="75" y="140"/>
                      <a:pt x="74" y="140"/>
                      <a:pt x="74" y="140"/>
                    </a:cubicBezTo>
                    <a:cubicBezTo>
                      <a:pt x="71" y="144"/>
                      <a:pt x="71" y="144"/>
                      <a:pt x="71" y="144"/>
                    </a:cubicBezTo>
                    <a:cubicBezTo>
                      <a:pt x="71" y="144"/>
                      <a:pt x="71" y="144"/>
                      <a:pt x="71" y="144"/>
                    </a:cubicBezTo>
                    <a:cubicBezTo>
                      <a:pt x="71" y="144"/>
                      <a:pt x="71" y="144"/>
                      <a:pt x="70" y="145"/>
                    </a:cubicBezTo>
                    <a:cubicBezTo>
                      <a:pt x="70" y="146"/>
                      <a:pt x="68" y="147"/>
                      <a:pt x="67" y="148"/>
                    </a:cubicBezTo>
                    <a:cubicBezTo>
                      <a:pt x="61" y="156"/>
                      <a:pt x="61" y="156"/>
                      <a:pt x="61" y="156"/>
                    </a:cubicBezTo>
                    <a:cubicBezTo>
                      <a:pt x="60" y="156"/>
                      <a:pt x="60" y="156"/>
                      <a:pt x="60" y="157"/>
                    </a:cubicBezTo>
                    <a:cubicBezTo>
                      <a:pt x="58" y="157"/>
                      <a:pt x="60" y="158"/>
                      <a:pt x="58" y="157"/>
                    </a:cubicBezTo>
                    <a:cubicBezTo>
                      <a:pt x="58" y="156"/>
                      <a:pt x="58" y="157"/>
                      <a:pt x="59" y="156"/>
                    </a:cubicBezTo>
                    <a:cubicBezTo>
                      <a:pt x="59" y="156"/>
                      <a:pt x="59" y="156"/>
                      <a:pt x="59" y="156"/>
                    </a:cubicBezTo>
                    <a:cubicBezTo>
                      <a:pt x="59" y="131"/>
                      <a:pt x="59" y="131"/>
                      <a:pt x="59" y="131"/>
                    </a:cubicBezTo>
                    <a:cubicBezTo>
                      <a:pt x="59" y="129"/>
                      <a:pt x="59" y="128"/>
                      <a:pt x="59" y="126"/>
                    </a:cubicBezTo>
                    <a:cubicBezTo>
                      <a:pt x="59" y="124"/>
                      <a:pt x="59" y="122"/>
                      <a:pt x="59" y="121"/>
                    </a:cubicBezTo>
                    <a:cubicBezTo>
                      <a:pt x="59" y="120"/>
                      <a:pt x="60" y="119"/>
                      <a:pt x="60" y="116"/>
                    </a:cubicBezTo>
                    <a:cubicBezTo>
                      <a:pt x="63" y="114"/>
                      <a:pt x="63" y="114"/>
                      <a:pt x="63" y="114"/>
                    </a:cubicBezTo>
                    <a:cubicBezTo>
                      <a:pt x="63" y="114"/>
                      <a:pt x="63" y="114"/>
                      <a:pt x="63" y="114"/>
                    </a:cubicBezTo>
                    <a:cubicBezTo>
                      <a:pt x="65" y="112"/>
                      <a:pt x="65" y="112"/>
                      <a:pt x="65" y="112"/>
                    </a:cubicBezTo>
                    <a:cubicBezTo>
                      <a:pt x="66" y="112"/>
                      <a:pt x="67" y="112"/>
                      <a:pt x="69" y="110"/>
                    </a:cubicBezTo>
                    <a:cubicBezTo>
                      <a:pt x="74" y="106"/>
                      <a:pt x="74" y="106"/>
                      <a:pt x="74" y="106"/>
                    </a:cubicBezTo>
                    <a:cubicBezTo>
                      <a:pt x="74" y="106"/>
                      <a:pt x="74" y="106"/>
                      <a:pt x="74" y="106"/>
                    </a:cubicBezTo>
                    <a:cubicBezTo>
                      <a:pt x="76" y="104"/>
                      <a:pt x="76" y="104"/>
                      <a:pt x="76" y="104"/>
                    </a:cubicBezTo>
                    <a:cubicBezTo>
                      <a:pt x="77" y="102"/>
                      <a:pt x="78" y="101"/>
                      <a:pt x="80" y="98"/>
                    </a:cubicBezTo>
                    <a:cubicBezTo>
                      <a:pt x="83" y="91"/>
                      <a:pt x="83" y="91"/>
                      <a:pt x="83" y="91"/>
                    </a:cubicBezTo>
                    <a:cubicBezTo>
                      <a:pt x="83" y="90"/>
                      <a:pt x="83" y="91"/>
                      <a:pt x="84" y="90"/>
                    </a:cubicBezTo>
                    <a:cubicBezTo>
                      <a:pt x="85" y="82"/>
                      <a:pt x="82" y="82"/>
                      <a:pt x="82" y="77"/>
                    </a:cubicBezTo>
                    <a:cubicBezTo>
                      <a:pt x="82" y="77"/>
                      <a:pt x="82" y="77"/>
                      <a:pt x="82" y="77"/>
                    </a:cubicBezTo>
                    <a:cubicBezTo>
                      <a:pt x="82" y="77"/>
                      <a:pt x="81" y="77"/>
                      <a:pt x="81" y="77"/>
                    </a:cubicBezTo>
                    <a:cubicBezTo>
                      <a:pt x="81" y="72"/>
                      <a:pt x="81" y="72"/>
                      <a:pt x="81" y="72"/>
                    </a:cubicBezTo>
                    <a:cubicBezTo>
                      <a:pt x="80" y="72"/>
                      <a:pt x="81" y="72"/>
                      <a:pt x="80" y="72"/>
                    </a:cubicBezTo>
                    <a:cubicBezTo>
                      <a:pt x="80" y="72"/>
                      <a:pt x="81" y="72"/>
                      <a:pt x="80" y="72"/>
                    </a:cubicBezTo>
                    <a:cubicBezTo>
                      <a:pt x="81" y="67"/>
                      <a:pt x="79" y="67"/>
                      <a:pt x="79" y="65"/>
                    </a:cubicBezTo>
                    <a:cubicBezTo>
                      <a:pt x="79" y="49"/>
                      <a:pt x="79" y="49"/>
                      <a:pt x="79" y="49"/>
                    </a:cubicBezTo>
                    <a:cubicBezTo>
                      <a:pt x="79" y="46"/>
                      <a:pt x="80" y="41"/>
                      <a:pt x="79" y="38"/>
                    </a:cubicBezTo>
                    <a:cubicBezTo>
                      <a:pt x="79" y="38"/>
                      <a:pt x="79" y="38"/>
                      <a:pt x="79" y="38"/>
                    </a:cubicBezTo>
                    <a:cubicBezTo>
                      <a:pt x="79" y="36"/>
                      <a:pt x="79" y="36"/>
                      <a:pt x="79" y="36"/>
                    </a:cubicBezTo>
                    <a:cubicBezTo>
                      <a:pt x="79" y="35"/>
                      <a:pt x="79" y="34"/>
                      <a:pt x="78" y="34"/>
                    </a:cubicBezTo>
                    <a:cubicBezTo>
                      <a:pt x="78" y="26"/>
                      <a:pt x="82" y="25"/>
                      <a:pt x="77" y="22"/>
                    </a:cubicBezTo>
                    <a:cubicBezTo>
                      <a:pt x="73" y="19"/>
                      <a:pt x="75" y="18"/>
                      <a:pt x="74" y="13"/>
                    </a:cubicBezTo>
                    <a:cubicBezTo>
                      <a:pt x="73" y="8"/>
                      <a:pt x="75" y="4"/>
                      <a:pt x="69" y="1"/>
                    </a:cubicBezTo>
                    <a:cubicBezTo>
                      <a:pt x="69" y="1"/>
                      <a:pt x="69" y="1"/>
                      <a:pt x="69" y="1"/>
                    </a:cubicBezTo>
                    <a:cubicBezTo>
                      <a:pt x="68" y="0"/>
                      <a:pt x="65" y="0"/>
                      <a:pt x="64" y="0"/>
                    </a:cubicBezTo>
                    <a:cubicBezTo>
                      <a:pt x="61" y="3"/>
                      <a:pt x="61" y="3"/>
                      <a:pt x="61" y="3"/>
                    </a:cubicBezTo>
                    <a:cubicBezTo>
                      <a:pt x="61" y="3"/>
                      <a:pt x="61" y="3"/>
                      <a:pt x="61" y="3"/>
                    </a:cubicBezTo>
                    <a:cubicBezTo>
                      <a:pt x="59" y="5"/>
                      <a:pt x="59" y="5"/>
                      <a:pt x="59" y="5"/>
                    </a:cubicBezTo>
                    <a:cubicBezTo>
                      <a:pt x="58" y="7"/>
                      <a:pt x="56" y="9"/>
                      <a:pt x="55" y="11"/>
                    </a:cubicBezTo>
                    <a:cubicBezTo>
                      <a:pt x="54" y="15"/>
                      <a:pt x="53" y="18"/>
                      <a:pt x="52" y="21"/>
                    </a:cubicBezTo>
                    <a:cubicBezTo>
                      <a:pt x="51" y="24"/>
                      <a:pt x="51" y="23"/>
                      <a:pt x="51" y="26"/>
                    </a:cubicBezTo>
                    <a:cubicBezTo>
                      <a:pt x="51" y="27"/>
                      <a:pt x="50" y="27"/>
                      <a:pt x="49" y="27"/>
                    </a:cubicBezTo>
                    <a:cubicBezTo>
                      <a:pt x="50" y="29"/>
                      <a:pt x="50" y="29"/>
                      <a:pt x="50" y="29"/>
                    </a:cubicBezTo>
                    <a:cubicBezTo>
                      <a:pt x="48" y="30"/>
                      <a:pt x="48" y="30"/>
                      <a:pt x="48" y="30"/>
                    </a:cubicBezTo>
                    <a:cubicBezTo>
                      <a:pt x="49" y="33"/>
                      <a:pt x="49" y="33"/>
                      <a:pt x="49" y="33"/>
                    </a:cubicBezTo>
                    <a:cubicBezTo>
                      <a:pt x="47" y="33"/>
                      <a:pt x="48" y="33"/>
                      <a:pt x="47" y="34"/>
                    </a:cubicBezTo>
                    <a:cubicBezTo>
                      <a:pt x="47" y="35"/>
                      <a:pt x="47" y="35"/>
                      <a:pt x="48" y="36"/>
                    </a:cubicBezTo>
                    <a:cubicBezTo>
                      <a:pt x="47" y="36"/>
                      <a:pt x="47" y="36"/>
                      <a:pt x="47" y="36"/>
                    </a:cubicBezTo>
                    <a:cubicBezTo>
                      <a:pt x="47" y="37"/>
                      <a:pt x="46" y="37"/>
                      <a:pt x="46" y="39"/>
                    </a:cubicBezTo>
                    <a:cubicBezTo>
                      <a:pt x="46" y="38"/>
                      <a:pt x="46" y="38"/>
                      <a:pt x="45" y="38"/>
                    </a:cubicBezTo>
                    <a:cubicBezTo>
                      <a:pt x="45" y="39"/>
                      <a:pt x="45" y="39"/>
                      <a:pt x="46" y="40"/>
                    </a:cubicBezTo>
                    <a:cubicBezTo>
                      <a:pt x="46" y="40"/>
                      <a:pt x="45" y="41"/>
                      <a:pt x="45" y="41"/>
                    </a:cubicBezTo>
                    <a:cubicBezTo>
                      <a:pt x="45" y="41"/>
                      <a:pt x="45" y="41"/>
                      <a:pt x="45" y="41"/>
                    </a:cubicBezTo>
                    <a:cubicBezTo>
                      <a:pt x="45" y="41"/>
                      <a:pt x="44" y="41"/>
                      <a:pt x="44" y="40"/>
                    </a:cubicBezTo>
                    <a:cubicBezTo>
                      <a:pt x="44" y="40"/>
                      <a:pt x="44" y="40"/>
                      <a:pt x="44" y="40"/>
                    </a:cubicBezTo>
                    <a:cubicBezTo>
                      <a:pt x="44" y="43"/>
                      <a:pt x="44" y="41"/>
                      <a:pt x="43" y="43"/>
                    </a:cubicBezTo>
                    <a:cubicBezTo>
                      <a:pt x="43" y="44"/>
                      <a:pt x="44" y="43"/>
                      <a:pt x="42" y="44"/>
                    </a:cubicBezTo>
                    <a:cubicBezTo>
                      <a:pt x="44" y="47"/>
                      <a:pt x="44" y="47"/>
                      <a:pt x="44" y="47"/>
                    </a:cubicBezTo>
                    <a:cubicBezTo>
                      <a:pt x="43" y="47"/>
                      <a:pt x="45" y="47"/>
                      <a:pt x="43" y="47"/>
                    </a:cubicBezTo>
                    <a:cubicBezTo>
                      <a:pt x="43" y="47"/>
                      <a:pt x="42" y="47"/>
                      <a:pt x="42" y="47"/>
                    </a:cubicBezTo>
                    <a:cubicBezTo>
                      <a:pt x="41" y="50"/>
                      <a:pt x="42" y="49"/>
                      <a:pt x="41" y="49"/>
                    </a:cubicBezTo>
                    <a:cubicBezTo>
                      <a:pt x="41" y="53"/>
                      <a:pt x="43" y="55"/>
                      <a:pt x="41" y="55"/>
                    </a:cubicBezTo>
                    <a:cubicBezTo>
                      <a:pt x="41" y="57"/>
                      <a:pt x="40" y="60"/>
                      <a:pt x="40" y="60"/>
                    </a:cubicBezTo>
                    <a:cubicBezTo>
                      <a:pt x="40" y="57"/>
                      <a:pt x="40" y="57"/>
                      <a:pt x="40" y="57"/>
                    </a:cubicBezTo>
                    <a:cubicBezTo>
                      <a:pt x="38" y="59"/>
                      <a:pt x="38" y="59"/>
                      <a:pt x="38" y="59"/>
                    </a:cubicBezTo>
                    <a:cubicBezTo>
                      <a:pt x="38" y="61"/>
                      <a:pt x="37" y="61"/>
                      <a:pt x="40" y="62"/>
                    </a:cubicBezTo>
                    <a:cubicBezTo>
                      <a:pt x="39" y="65"/>
                      <a:pt x="39" y="65"/>
                      <a:pt x="39" y="65"/>
                    </a:cubicBezTo>
                    <a:cubicBezTo>
                      <a:pt x="37" y="64"/>
                      <a:pt x="39" y="64"/>
                      <a:pt x="38" y="65"/>
                    </a:cubicBezTo>
                    <a:cubicBezTo>
                      <a:pt x="37" y="66"/>
                      <a:pt x="37" y="66"/>
                      <a:pt x="37" y="66"/>
                    </a:cubicBezTo>
                    <a:cubicBezTo>
                      <a:pt x="37" y="66"/>
                      <a:pt x="36" y="66"/>
                      <a:pt x="36" y="66"/>
                    </a:cubicBezTo>
                    <a:cubicBezTo>
                      <a:pt x="36" y="69"/>
                      <a:pt x="37" y="71"/>
                      <a:pt x="37" y="74"/>
                    </a:cubicBezTo>
                    <a:cubicBezTo>
                      <a:pt x="37" y="75"/>
                      <a:pt x="37" y="74"/>
                      <a:pt x="36" y="77"/>
                    </a:cubicBezTo>
                    <a:cubicBezTo>
                      <a:pt x="34" y="80"/>
                      <a:pt x="34" y="79"/>
                      <a:pt x="35" y="84"/>
                    </a:cubicBezTo>
                    <a:cubicBezTo>
                      <a:pt x="34" y="84"/>
                      <a:pt x="34" y="84"/>
                      <a:pt x="34" y="84"/>
                    </a:cubicBezTo>
                    <a:cubicBezTo>
                      <a:pt x="33" y="85"/>
                      <a:pt x="34" y="87"/>
                      <a:pt x="33" y="88"/>
                    </a:cubicBezTo>
                    <a:cubicBezTo>
                      <a:pt x="33" y="89"/>
                      <a:pt x="33" y="89"/>
                      <a:pt x="34" y="90"/>
                    </a:cubicBezTo>
                    <a:cubicBezTo>
                      <a:pt x="32" y="92"/>
                      <a:pt x="32" y="92"/>
                      <a:pt x="32" y="92"/>
                    </a:cubicBezTo>
                    <a:cubicBezTo>
                      <a:pt x="32" y="93"/>
                      <a:pt x="32" y="93"/>
                      <a:pt x="32" y="94"/>
                    </a:cubicBezTo>
                    <a:cubicBezTo>
                      <a:pt x="31" y="95"/>
                      <a:pt x="28" y="98"/>
                      <a:pt x="28" y="98"/>
                    </a:cubicBezTo>
                    <a:cubicBezTo>
                      <a:pt x="24" y="100"/>
                      <a:pt x="24" y="100"/>
                      <a:pt x="24" y="100"/>
                    </a:cubicBezTo>
                    <a:cubicBezTo>
                      <a:pt x="23" y="101"/>
                      <a:pt x="22" y="102"/>
                      <a:pt x="21" y="101"/>
                    </a:cubicBezTo>
                    <a:cubicBezTo>
                      <a:pt x="20" y="105"/>
                      <a:pt x="17" y="103"/>
                      <a:pt x="15" y="104"/>
                    </a:cubicBezTo>
                    <a:cubicBezTo>
                      <a:pt x="13" y="105"/>
                      <a:pt x="14" y="106"/>
                      <a:pt x="10" y="106"/>
                    </a:cubicBezTo>
                    <a:cubicBezTo>
                      <a:pt x="8" y="108"/>
                      <a:pt x="8" y="108"/>
                      <a:pt x="6" y="108"/>
                    </a:cubicBezTo>
                    <a:cubicBezTo>
                      <a:pt x="4" y="110"/>
                      <a:pt x="5" y="108"/>
                      <a:pt x="5" y="110"/>
                    </a:cubicBezTo>
                    <a:cubicBezTo>
                      <a:pt x="2" y="110"/>
                      <a:pt x="2" y="110"/>
                      <a:pt x="2" y="110"/>
                    </a:cubicBezTo>
                    <a:cubicBezTo>
                      <a:pt x="1" y="112"/>
                      <a:pt x="2" y="110"/>
                      <a:pt x="1" y="112"/>
                    </a:cubicBezTo>
                    <a:cubicBezTo>
                      <a:pt x="0" y="115"/>
                      <a:pt x="0" y="116"/>
                      <a:pt x="1" y="118"/>
                    </a:cubicBezTo>
                    <a:cubicBezTo>
                      <a:pt x="3" y="123"/>
                      <a:pt x="6" y="122"/>
                      <a:pt x="6" y="126"/>
                    </a:cubicBezTo>
                    <a:cubicBezTo>
                      <a:pt x="7" y="125"/>
                      <a:pt x="8" y="126"/>
                      <a:pt x="11" y="127"/>
                    </a:cubicBezTo>
                    <a:cubicBezTo>
                      <a:pt x="12" y="127"/>
                      <a:pt x="11" y="127"/>
                      <a:pt x="13" y="128"/>
                    </a:cubicBezTo>
                    <a:cubicBezTo>
                      <a:pt x="18" y="129"/>
                      <a:pt x="24" y="129"/>
                      <a:pt x="25" y="130"/>
                    </a:cubicBezTo>
                    <a:cubicBezTo>
                      <a:pt x="26" y="135"/>
                      <a:pt x="24" y="136"/>
                      <a:pt x="27" y="137"/>
                    </a:cubicBezTo>
                    <a:cubicBezTo>
                      <a:pt x="27" y="134"/>
                      <a:pt x="27" y="134"/>
                      <a:pt x="27" y="134"/>
                    </a:cubicBezTo>
                    <a:cubicBezTo>
                      <a:pt x="29" y="136"/>
                      <a:pt x="27" y="142"/>
                      <a:pt x="27" y="144"/>
                    </a:cubicBezTo>
                    <a:cubicBezTo>
                      <a:pt x="28" y="145"/>
                      <a:pt x="28" y="145"/>
                      <a:pt x="29" y="145"/>
                    </a:cubicBezTo>
                    <a:cubicBezTo>
                      <a:pt x="29" y="149"/>
                      <a:pt x="29" y="149"/>
                      <a:pt x="29" y="149"/>
                    </a:cubicBezTo>
                    <a:cubicBezTo>
                      <a:pt x="28" y="150"/>
                      <a:pt x="29" y="151"/>
                      <a:pt x="26" y="150"/>
                    </a:cubicBezTo>
                    <a:cubicBezTo>
                      <a:pt x="27" y="146"/>
                      <a:pt x="27" y="146"/>
                      <a:pt x="27" y="146"/>
                    </a:cubicBezTo>
                    <a:close/>
                    <a:moveTo>
                      <a:pt x="22" y="157"/>
                    </a:moveTo>
                    <a:cubicBezTo>
                      <a:pt x="22" y="156"/>
                      <a:pt x="22" y="152"/>
                      <a:pt x="24" y="152"/>
                    </a:cubicBezTo>
                    <a:cubicBezTo>
                      <a:pt x="24" y="156"/>
                      <a:pt x="24" y="154"/>
                      <a:pt x="23" y="156"/>
                    </a:cubicBezTo>
                    <a:cubicBezTo>
                      <a:pt x="22" y="158"/>
                      <a:pt x="23" y="157"/>
                      <a:pt x="22" y="157"/>
                    </a:cubicBezTo>
                    <a:close/>
                    <a:moveTo>
                      <a:pt x="186" y="170"/>
                    </a:moveTo>
                    <a:cubicBezTo>
                      <a:pt x="183" y="164"/>
                      <a:pt x="183" y="164"/>
                      <a:pt x="183" y="164"/>
                    </a:cubicBezTo>
                    <a:cubicBezTo>
                      <a:pt x="184" y="165"/>
                      <a:pt x="184" y="165"/>
                      <a:pt x="184" y="165"/>
                    </a:cubicBezTo>
                    <a:cubicBezTo>
                      <a:pt x="184" y="166"/>
                      <a:pt x="184" y="166"/>
                      <a:pt x="185" y="167"/>
                    </a:cubicBezTo>
                    <a:cubicBezTo>
                      <a:pt x="186" y="169"/>
                      <a:pt x="185" y="168"/>
                      <a:pt x="187" y="168"/>
                    </a:cubicBezTo>
                    <a:cubicBezTo>
                      <a:pt x="185" y="170"/>
                      <a:pt x="186" y="168"/>
                      <a:pt x="186" y="170"/>
                    </a:cubicBezTo>
                    <a:close/>
                    <a:moveTo>
                      <a:pt x="21" y="180"/>
                    </a:moveTo>
                    <a:cubicBezTo>
                      <a:pt x="20" y="179"/>
                      <a:pt x="20" y="177"/>
                      <a:pt x="21" y="176"/>
                    </a:cubicBezTo>
                    <a:cubicBezTo>
                      <a:pt x="21" y="178"/>
                      <a:pt x="22" y="179"/>
                      <a:pt x="21" y="180"/>
                    </a:cubicBezTo>
                    <a:close/>
                    <a:moveTo>
                      <a:pt x="183" y="164"/>
                    </a:moveTo>
                    <a:cubicBezTo>
                      <a:pt x="183" y="164"/>
                      <a:pt x="182" y="164"/>
                      <a:pt x="182" y="164"/>
                    </a:cubicBezTo>
                    <a:cubicBezTo>
                      <a:pt x="181" y="161"/>
                      <a:pt x="182" y="163"/>
                      <a:pt x="182" y="162"/>
                    </a:cubicBezTo>
                    <a:cubicBezTo>
                      <a:pt x="183" y="164"/>
                      <a:pt x="183" y="164"/>
                      <a:pt x="183" y="164"/>
                    </a:cubicBezTo>
                    <a:close/>
                    <a:moveTo>
                      <a:pt x="21" y="180"/>
                    </a:moveTo>
                    <a:cubicBezTo>
                      <a:pt x="21" y="182"/>
                      <a:pt x="20" y="180"/>
                      <a:pt x="21" y="182"/>
                    </a:cubicBezTo>
                    <a:cubicBezTo>
                      <a:pt x="20" y="181"/>
                      <a:pt x="20" y="181"/>
                      <a:pt x="20" y="180"/>
                    </a:cubicBezTo>
                    <a:cubicBezTo>
                      <a:pt x="21" y="180"/>
                      <a:pt x="21" y="180"/>
                      <a:pt x="21" y="180"/>
                    </a:cubicBezTo>
                    <a:close/>
                    <a:moveTo>
                      <a:pt x="77" y="172"/>
                    </a:moveTo>
                    <a:cubicBezTo>
                      <a:pt x="77" y="172"/>
                      <a:pt x="77" y="172"/>
                      <a:pt x="77" y="172"/>
                    </a:cubicBezTo>
                    <a:cubicBezTo>
                      <a:pt x="76" y="172"/>
                      <a:pt x="77" y="171"/>
                      <a:pt x="77" y="172"/>
                    </a:cubicBezTo>
                    <a:close/>
                    <a:moveTo>
                      <a:pt x="165" y="76"/>
                    </a:moveTo>
                    <a:cubicBezTo>
                      <a:pt x="164" y="76"/>
                      <a:pt x="165" y="78"/>
                      <a:pt x="165" y="75"/>
                    </a:cubicBezTo>
                    <a:cubicBezTo>
                      <a:pt x="164" y="77"/>
                      <a:pt x="164" y="77"/>
                      <a:pt x="164" y="77"/>
                    </a:cubicBezTo>
                    <a:cubicBezTo>
                      <a:pt x="166" y="77"/>
                      <a:pt x="164" y="77"/>
                      <a:pt x="165" y="76"/>
                    </a:cubicBezTo>
                    <a:close/>
                    <a:moveTo>
                      <a:pt x="178" y="217"/>
                    </a:moveTo>
                    <a:cubicBezTo>
                      <a:pt x="177" y="218"/>
                      <a:pt x="177" y="217"/>
                      <a:pt x="177" y="218"/>
                    </a:cubicBezTo>
                    <a:cubicBezTo>
                      <a:pt x="177" y="217"/>
                      <a:pt x="176" y="216"/>
                      <a:pt x="178" y="217"/>
                    </a:cubicBezTo>
                    <a:close/>
                    <a:moveTo>
                      <a:pt x="27" y="146"/>
                    </a:moveTo>
                    <a:cubicBezTo>
                      <a:pt x="28" y="145"/>
                      <a:pt x="28" y="145"/>
                      <a:pt x="28" y="145"/>
                    </a:cubicBezTo>
                    <a:cubicBezTo>
                      <a:pt x="28" y="147"/>
                      <a:pt x="28" y="147"/>
                      <a:pt x="28" y="147"/>
                    </a:cubicBezTo>
                    <a:cubicBezTo>
                      <a:pt x="28" y="145"/>
                      <a:pt x="28" y="146"/>
                      <a:pt x="27" y="146"/>
                    </a:cubicBezTo>
                    <a:close/>
                    <a:moveTo>
                      <a:pt x="80" y="168"/>
                    </a:moveTo>
                    <a:cubicBezTo>
                      <a:pt x="80" y="170"/>
                      <a:pt x="80" y="169"/>
                      <a:pt x="79" y="169"/>
                    </a:cubicBezTo>
                    <a:cubicBezTo>
                      <a:pt x="80" y="168"/>
                      <a:pt x="80" y="168"/>
                      <a:pt x="80" y="168"/>
                    </a:cubicBezTo>
                    <a:close/>
                    <a:moveTo>
                      <a:pt x="25" y="140"/>
                    </a:moveTo>
                    <a:cubicBezTo>
                      <a:pt x="25" y="139"/>
                      <a:pt x="25" y="139"/>
                      <a:pt x="25" y="139"/>
                    </a:cubicBezTo>
                    <a:cubicBezTo>
                      <a:pt x="26" y="141"/>
                      <a:pt x="25" y="140"/>
                      <a:pt x="25" y="140"/>
                    </a:cubicBezTo>
                    <a:close/>
                    <a:moveTo>
                      <a:pt x="164" y="216"/>
                    </a:moveTo>
                    <a:cubicBezTo>
                      <a:pt x="163" y="215"/>
                      <a:pt x="163" y="215"/>
                      <a:pt x="163" y="215"/>
                    </a:cubicBezTo>
                    <a:cubicBezTo>
                      <a:pt x="164" y="216"/>
                      <a:pt x="164" y="215"/>
                      <a:pt x="164" y="2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" name="Freeform 14"/>
              <p:cNvSpPr>
                <a:spLocks noEditPoints="1"/>
              </p:cNvSpPr>
              <p:nvPr/>
            </p:nvSpPr>
            <p:spPr bwMode="auto">
              <a:xfrm>
                <a:off x="3987622" y="4298681"/>
                <a:ext cx="220663" cy="300038"/>
              </a:xfrm>
              <a:custGeom>
                <a:avLst/>
                <a:gdLst>
                  <a:gd name="T0" fmla="*/ 120 w 192"/>
                  <a:gd name="T1" fmla="*/ 186 h 261"/>
                  <a:gd name="T2" fmla="*/ 87 w 192"/>
                  <a:gd name="T3" fmla="*/ 148 h 261"/>
                  <a:gd name="T4" fmla="*/ 92 w 192"/>
                  <a:gd name="T5" fmla="*/ 150 h 261"/>
                  <a:gd name="T6" fmla="*/ 92 w 192"/>
                  <a:gd name="T7" fmla="*/ 145 h 261"/>
                  <a:gd name="T8" fmla="*/ 54 w 192"/>
                  <a:gd name="T9" fmla="*/ 140 h 261"/>
                  <a:gd name="T10" fmla="*/ 56 w 192"/>
                  <a:gd name="T11" fmla="*/ 128 h 261"/>
                  <a:gd name="T12" fmla="*/ 54 w 192"/>
                  <a:gd name="T13" fmla="*/ 113 h 261"/>
                  <a:gd name="T14" fmla="*/ 112 w 192"/>
                  <a:gd name="T15" fmla="*/ 182 h 261"/>
                  <a:gd name="T16" fmla="*/ 92 w 192"/>
                  <a:gd name="T17" fmla="*/ 193 h 261"/>
                  <a:gd name="T18" fmla="*/ 104 w 192"/>
                  <a:gd name="T19" fmla="*/ 179 h 261"/>
                  <a:gd name="T20" fmla="*/ 111 w 192"/>
                  <a:gd name="T21" fmla="*/ 169 h 261"/>
                  <a:gd name="T22" fmla="*/ 104 w 192"/>
                  <a:gd name="T23" fmla="*/ 114 h 261"/>
                  <a:gd name="T24" fmla="*/ 100 w 192"/>
                  <a:gd name="T25" fmla="*/ 169 h 261"/>
                  <a:gd name="T26" fmla="*/ 57 w 192"/>
                  <a:gd name="T27" fmla="*/ 177 h 261"/>
                  <a:gd name="T28" fmla="*/ 59 w 192"/>
                  <a:gd name="T29" fmla="*/ 160 h 261"/>
                  <a:gd name="T30" fmla="*/ 44 w 192"/>
                  <a:gd name="T31" fmla="*/ 180 h 261"/>
                  <a:gd name="T32" fmla="*/ 51 w 192"/>
                  <a:gd name="T33" fmla="*/ 214 h 261"/>
                  <a:gd name="T34" fmla="*/ 80 w 192"/>
                  <a:gd name="T35" fmla="*/ 202 h 261"/>
                  <a:gd name="T36" fmla="*/ 108 w 192"/>
                  <a:gd name="T37" fmla="*/ 197 h 261"/>
                  <a:gd name="T38" fmla="*/ 114 w 192"/>
                  <a:gd name="T39" fmla="*/ 191 h 261"/>
                  <a:gd name="T40" fmla="*/ 118 w 192"/>
                  <a:gd name="T41" fmla="*/ 184 h 261"/>
                  <a:gd name="T42" fmla="*/ 56 w 192"/>
                  <a:gd name="T43" fmla="*/ 132 h 261"/>
                  <a:gd name="T44" fmla="*/ 56 w 192"/>
                  <a:gd name="T45" fmla="*/ 127 h 261"/>
                  <a:gd name="T46" fmla="*/ 60 w 192"/>
                  <a:gd name="T47" fmla="*/ 113 h 261"/>
                  <a:gd name="T48" fmla="*/ 92 w 192"/>
                  <a:gd name="T49" fmla="*/ 93 h 261"/>
                  <a:gd name="T50" fmla="*/ 105 w 192"/>
                  <a:gd name="T51" fmla="*/ 99 h 261"/>
                  <a:gd name="T52" fmla="*/ 97 w 192"/>
                  <a:gd name="T53" fmla="*/ 124 h 261"/>
                  <a:gd name="T54" fmla="*/ 54 w 192"/>
                  <a:gd name="T55" fmla="*/ 140 h 261"/>
                  <a:gd name="T56" fmla="*/ 66 w 192"/>
                  <a:gd name="T57" fmla="*/ 81 h 261"/>
                  <a:gd name="T58" fmla="*/ 70 w 192"/>
                  <a:gd name="T59" fmla="*/ 75 h 261"/>
                  <a:gd name="T60" fmla="*/ 145 w 192"/>
                  <a:gd name="T61" fmla="*/ 89 h 261"/>
                  <a:gd name="T62" fmla="*/ 141 w 192"/>
                  <a:gd name="T63" fmla="*/ 166 h 261"/>
                  <a:gd name="T64" fmla="*/ 143 w 192"/>
                  <a:gd name="T65" fmla="*/ 126 h 261"/>
                  <a:gd name="T66" fmla="*/ 141 w 192"/>
                  <a:gd name="T67" fmla="*/ 92 h 261"/>
                  <a:gd name="T68" fmla="*/ 84 w 192"/>
                  <a:gd name="T69" fmla="*/ 64 h 261"/>
                  <a:gd name="T70" fmla="*/ 65 w 192"/>
                  <a:gd name="T71" fmla="*/ 87 h 261"/>
                  <a:gd name="T72" fmla="*/ 83 w 192"/>
                  <a:gd name="T73" fmla="*/ 76 h 261"/>
                  <a:gd name="T74" fmla="*/ 92 w 192"/>
                  <a:gd name="T75" fmla="*/ 57 h 261"/>
                  <a:gd name="T76" fmla="*/ 124 w 192"/>
                  <a:gd name="T77" fmla="*/ 46 h 261"/>
                  <a:gd name="T78" fmla="*/ 128 w 192"/>
                  <a:gd name="T79" fmla="*/ 86 h 261"/>
                  <a:gd name="T80" fmla="*/ 120 w 192"/>
                  <a:gd name="T81" fmla="*/ 104 h 261"/>
                  <a:gd name="T82" fmla="*/ 111 w 192"/>
                  <a:gd name="T83" fmla="*/ 62 h 261"/>
                  <a:gd name="T84" fmla="*/ 119 w 192"/>
                  <a:gd name="T85" fmla="*/ 36 h 261"/>
                  <a:gd name="T86" fmla="*/ 128 w 192"/>
                  <a:gd name="T87" fmla="*/ 31 h 261"/>
                  <a:gd name="T88" fmla="*/ 137 w 192"/>
                  <a:gd name="T89" fmla="*/ 6 h 261"/>
                  <a:gd name="T90" fmla="*/ 82 w 192"/>
                  <a:gd name="T91" fmla="*/ 39 h 261"/>
                  <a:gd name="T92" fmla="*/ 50 w 192"/>
                  <a:gd name="T93" fmla="*/ 82 h 261"/>
                  <a:gd name="T94" fmla="*/ 31 w 192"/>
                  <a:gd name="T95" fmla="*/ 132 h 261"/>
                  <a:gd name="T96" fmla="*/ 30 w 192"/>
                  <a:gd name="T97" fmla="*/ 80 h 261"/>
                  <a:gd name="T98" fmla="*/ 13 w 192"/>
                  <a:gd name="T99" fmla="*/ 92 h 261"/>
                  <a:gd name="T100" fmla="*/ 1 w 192"/>
                  <a:gd name="T101" fmla="*/ 168 h 261"/>
                  <a:gd name="T102" fmla="*/ 40 w 192"/>
                  <a:gd name="T103" fmla="*/ 231 h 261"/>
                  <a:gd name="T104" fmla="*/ 138 w 192"/>
                  <a:gd name="T105" fmla="*/ 227 h 261"/>
                  <a:gd name="T106" fmla="*/ 166 w 192"/>
                  <a:gd name="T107" fmla="*/ 252 h 261"/>
                  <a:gd name="T108" fmla="*/ 180 w 192"/>
                  <a:gd name="T109" fmla="*/ 167 h 261"/>
                  <a:gd name="T110" fmla="*/ 181 w 192"/>
                  <a:gd name="T111" fmla="*/ 130 h 261"/>
                  <a:gd name="T112" fmla="*/ 179 w 192"/>
                  <a:gd name="T113" fmla="*/ 97 h 261"/>
                  <a:gd name="T114" fmla="*/ 191 w 192"/>
                  <a:gd name="T115" fmla="*/ 38 h 261"/>
                  <a:gd name="T116" fmla="*/ 94 w 192"/>
                  <a:gd name="T117" fmla="*/ 94 h 261"/>
                  <a:gd name="T118" fmla="*/ 58 w 192"/>
                  <a:gd name="T119" fmla="*/ 117 h 261"/>
                  <a:gd name="T120" fmla="*/ 92 w 192"/>
                  <a:gd name="T121" fmla="*/ 97 h 261"/>
                  <a:gd name="T122" fmla="*/ 14 w 192"/>
                  <a:gd name="T123" fmla="*/ 61 h 2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92" h="261">
                    <a:moveTo>
                      <a:pt x="129" y="187"/>
                    </a:moveTo>
                    <a:cubicBezTo>
                      <a:pt x="129" y="188"/>
                      <a:pt x="129" y="188"/>
                      <a:pt x="129" y="188"/>
                    </a:cubicBezTo>
                    <a:cubicBezTo>
                      <a:pt x="128" y="188"/>
                      <a:pt x="129" y="189"/>
                      <a:pt x="129" y="187"/>
                    </a:cubicBezTo>
                    <a:close/>
                    <a:moveTo>
                      <a:pt x="118" y="187"/>
                    </a:moveTo>
                    <a:cubicBezTo>
                      <a:pt x="119" y="188"/>
                      <a:pt x="119" y="187"/>
                      <a:pt x="119" y="188"/>
                    </a:cubicBezTo>
                    <a:cubicBezTo>
                      <a:pt x="118" y="188"/>
                      <a:pt x="118" y="189"/>
                      <a:pt x="118" y="187"/>
                    </a:cubicBezTo>
                    <a:close/>
                    <a:moveTo>
                      <a:pt x="120" y="186"/>
                    </a:moveTo>
                    <a:cubicBezTo>
                      <a:pt x="121" y="186"/>
                      <a:pt x="121" y="186"/>
                      <a:pt x="121" y="186"/>
                    </a:cubicBezTo>
                    <a:cubicBezTo>
                      <a:pt x="121" y="187"/>
                      <a:pt x="121" y="187"/>
                      <a:pt x="121" y="187"/>
                    </a:cubicBezTo>
                    <a:cubicBezTo>
                      <a:pt x="121" y="187"/>
                      <a:pt x="121" y="187"/>
                      <a:pt x="121" y="187"/>
                    </a:cubicBezTo>
                    <a:cubicBezTo>
                      <a:pt x="123" y="188"/>
                      <a:pt x="125" y="189"/>
                      <a:pt x="126" y="190"/>
                    </a:cubicBezTo>
                    <a:cubicBezTo>
                      <a:pt x="125" y="191"/>
                      <a:pt x="126" y="191"/>
                      <a:pt x="123" y="189"/>
                    </a:cubicBezTo>
                    <a:cubicBezTo>
                      <a:pt x="122" y="189"/>
                      <a:pt x="122" y="189"/>
                      <a:pt x="122" y="189"/>
                    </a:cubicBezTo>
                    <a:cubicBezTo>
                      <a:pt x="120" y="188"/>
                      <a:pt x="121" y="189"/>
                      <a:pt x="120" y="186"/>
                    </a:cubicBezTo>
                    <a:close/>
                    <a:moveTo>
                      <a:pt x="40" y="177"/>
                    </a:moveTo>
                    <a:cubicBezTo>
                      <a:pt x="39" y="176"/>
                      <a:pt x="39" y="177"/>
                      <a:pt x="39" y="176"/>
                    </a:cubicBezTo>
                    <a:cubicBezTo>
                      <a:pt x="39" y="174"/>
                      <a:pt x="39" y="175"/>
                      <a:pt x="40" y="175"/>
                    </a:cubicBezTo>
                    <a:cubicBezTo>
                      <a:pt x="40" y="177"/>
                      <a:pt x="40" y="177"/>
                      <a:pt x="40" y="177"/>
                    </a:cubicBezTo>
                    <a:close/>
                    <a:moveTo>
                      <a:pt x="46" y="157"/>
                    </a:moveTo>
                    <a:cubicBezTo>
                      <a:pt x="49" y="155"/>
                      <a:pt x="47" y="157"/>
                      <a:pt x="48" y="157"/>
                    </a:cubicBezTo>
                    <a:cubicBezTo>
                      <a:pt x="46" y="157"/>
                      <a:pt x="46" y="157"/>
                      <a:pt x="46" y="157"/>
                    </a:cubicBezTo>
                    <a:close/>
                    <a:moveTo>
                      <a:pt x="83" y="152"/>
                    </a:moveTo>
                    <a:cubicBezTo>
                      <a:pt x="83" y="151"/>
                      <a:pt x="84" y="154"/>
                      <a:pt x="83" y="152"/>
                    </a:cubicBezTo>
                    <a:close/>
                    <a:moveTo>
                      <a:pt x="87" y="147"/>
                    </a:moveTo>
                    <a:cubicBezTo>
                      <a:pt x="86" y="149"/>
                      <a:pt x="86" y="149"/>
                      <a:pt x="86" y="149"/>
                    </a:cubicBezTo>
                    <a:cubicBezTo>
                      <a:pt x="85" y="146"/>
                      <a:pt x="86" y="147"/>
                      <a:pt x="87" y="147"/>
                    </a:cubicBezTo>
                    <a:close/>
                    <a:moveTo>
                      <a:pt x="87" y="147"/>
                    </a:moveTo>
                    <a:cubicBezTo>
                      <a:pt x="87" y="148"/>
                      <a:pt x="87" y="148"/>
                      <a:pt x="87" y="148"/>
                    </a:cubicBezTo>
                    <a:cubicBezTo>
                      <a:pt x="88" y="145"/>
                      <a:pt x="88" y="147"/>
                      <a:pt x="88" y="145"/>
                    </a:cubicBezTo>
                    <a:cubicBezTo>
                      <a:pt x="88" y="145"/>
                      <a:pt x="88" y="144"/>
                      <a:pt x="87" y="144"/>
                    </a:cubicBezTo>
                    <a:cubicBezTo>
                      <a:pt x="87" y="146"/>
                      <a:pt x="87" y="145"/>
                      <a:pt x="87" y="147"/>
                    </a:cubicBezTo>
                    <a:close/>
                    <a:moveTo>
                      <a:pt x="88" y="145"/>
                    </a:moveTo>
                    <a:cubicBezTo>
                      <a:pt x="89" y="141"/>
                      <a:pt x="89" y="145"/>
                      <a:pt x="89" y="142"/>
                    </a:cubicBezTo>
                    <a:cubicBezTo>
                      <a:pt x="89" y="142"/>
                      <a:pt x="89" y="142"/>
                      <a:pt x="90" y="142"/>
                    </a:cubicBezTo>
                    <a:cubicBezTo>
                      <a:pt x="91" y="143"/>
                      <a:pt x="91" y="143"/>
                      <a:pt x="91" y="143"/>
                    </a:cubicBezTo>
                    <a:cubicBezTo>
                      <a:pt x="91" y="143"/>
                      <a:pt x="91" y="144"/>
                      <a:pt x="91" y="144"/>
                    </a:cubicBezTo>
                    <a:cubicBezTo>
                      <a:pt x="93" y="143"/>
                      <a:pt x="92" y="143"/>
                      <a:pt x="93" y="142"/>
                    </a:cubicBezTo>
                    <a:cubicBezTo>
                      <a:pt x="95" y="140"/>
                      <a:pt x="95" y="140"/>
                      <a:pt x="95" y="140"/>
                    </a:cubicBezTo>
                    <a:cubicBezTo>
                      <a:pt x="96" y="140"/>
                      <a:pt x="96" y="140"/>
                      <a:pt x="97" y="140"/>
                    </a:cubicBezTo>
                    <a:cubicBezTo>
                      <a:pt x="95" y="142"/>
                      <a:pt x="95" y="143"/>
                      <a:pt x="94" y="146"/>
                    </a:cubicBezTo>
                    <a:cubicBezTo>
                      <a:pt x="94" y="146"/>
                      <a:pt x="94" y="147"/>
                      <a:pt x="94" y="147"/>
                    </a:cubicBezTo>
                    <a:cubicBezTo>
                      <a:pt x="92" y="150"/>
                      <a:pt x="92" y="150"/>
                      <a:pt x="92" y="150"/>
                    </a:cubicBezTo>
                    <a:cubicBezTo>
                      <a:pt x="91" y="151"/>
                      <a:pt x="92" y="151"/>
                      <a:pt x="91" y="152"/>
                    </a:cubicBezTo>
                    <a:cubicBezTo>
                      <a:pt x="92" y="153"/>
                      <a:pt x="92" y="153"/>
                      <a:pt x="92" y="153"/>
                    </a:cubicBezTo>
                    <a:cubicBezTo>
                      <a:pt x="91" y="153"/>
                      <a:pt x="91" y="153"/>
                      <a:pt x="90" y="155"/>
                    </a:cubicBezTo>
                    <a:cubicBezTo>
                      <a:pt x="86" y="160"/>
                      <a:pt x="86" y="160"/>
                      <a:pt x="86" y="160"/>
                    </a:cubicBezTo>
                    <a:cubicBezTo>
                      <a:pt x="86" y="161"/>
                      <a:pt x="81" y="167"/>
                      <a:pt x="80" y="168"/>
                    </a:cubicBezTo>
                    <a:cubicBezTo>
                      <a:pt x="79" y="168"/>
                      <a:pt x="79" y="167"/>
                      <a:pt x="79" y="167"/>
                    </a:cubicBezTo>
                    <a:cubicBezTo>
                      <a:pt x="80" y="165"/>
                      <a:pt x="80" y="167"/>
                      <a:pt x="80" y="163"/>
                    </a:cubicBezTo>
                    <a:cubicBezTo>
                      <a:pt x="82" y="162"/>
                      <a:pt x="82" y="162"/>
                      <a:pt x="82" y="162"/>
                    </a:cubicBezTo>
                    <a:cubicBezTo>
                      <a:pt x="82" y="160"/>
                      <a:pt x="82" y="160"/>
                      <a:pt x="82" y="160"/>
                    </a:cubicBezTo>
                    <a:cubicBezTo>
                      <a:pt x="82" y="160"/>
                      <a:pt x="83" y="159"/>
                      <a:pt x="83" y="159"/>
                    </a:cubicBezTo>
                    <a:cubicBezTo>
                      <a:pt x="86" y="157"/>
                      <a:pt x="84" y="156"/>
                      <a:pt x="86" y="156"/>
                    </a:cubicBezTo>
                    <a:cubicBezTo>
                      <a:pt x="86" y="155"/>
                      <a:pt x="86" y="155"/>
                      <a:pt x="86" y="154"/>
                    </a:cubicBezTo>
                    <a:cubicBezTo>
                      <a:pt x="89" y="152"/>
                      <a:pt x="88" y="151"/>
                      <a:pt x="90" y="148"/>
                    </a:cubicBezTo>
                    <a:cubicBezTo>
                      <a:pt x="91" y="146"/>
                      <a:pt x="91" y="147"/>
                      <a:pt x="92" y="145"/>
                    </a:cubicBezTo>
                    <a:cubicBezTo>
                      <a:pt x="89" y="145"/>
                      <a:pt x="90" y="144"/>
                      <a:pt x="88" y="145"/>
                    </a:cubicBezTo>
                    <a:close/>
                    <a:moveTo>
                      <a:pt x="53" y="140"/>
                    </a:moveTo>
                    <a:cubicBezTo>
                      <a:pt x="53" y="141"/>
                      <a:pt x="53" y="142"/>
                      <a:pt x="52" y="144"/>
                    </a:cubicBezTo>
                    <a:cubicBezTo>
                      <a:pt x="51" y="142"/>
                      <a:pt x="51" y="143"/>
                      <a:pt x="52" y="141"/>
                    </a:cubicBezTo>
                    <a:cubicBezTo>
                      <a:pt x="53" y="140"/>
                      <a:pt x="53" y="140"/>
                      <a:pt x="53" y="140"/>
                    </a:cubicBezTo>
                    <a:close/>
                    <a:moveTo>
                      <a:pt x="51" y="140"/>
                    </a:moveTo>
                    <a:cubicBezTo>
                      <a:pt x="49" y="140"/>
                      <a:pt x="50" y="141"/>
                      <a:pt x="50" y="138"/>
                    </a:cubicBezTo>
                    <a:cubicBezTo>
                      <a:pt x="50" y="137"/>
                      <a:pt x="50" y="136"/>
                      <a:pt x="50" y="136"/>
                    </a:cubicBezTo>
                    <a:cubicBezTo>
                      <a:pt x="51" y="140"/>
                      <a:pt x="51" y="140"/>
                      <a:pt x="51" y="140"/>
                    </a:cubicBezTo>
                    <a:close/>
                    <a:moveTo>
                      <a:pt x="97" y="138"/>
                    </a:moveTo>
                    <a:cubicBezTo>
                      <a:pt x="97" y="137"/>
                      <a:pt x="97" y="138"/>
                      <a:pt x="96" y="137"/>
                    </a:cubicBezTo>
                    <a:cubicBezTo>
                      <a:pt x="96" y="139"/>
                      <a:pt x="96" y="138"/>
                      <a:pt x="97" y="139"/>
                    </a:cubicBezTo>
                    <a:cubicBezTo>
                      <a:pt x="97" y="139"/>
                      <a:pt x="97" y="140"/>
                      <a:pt x="97" y="138"/>
                    </a:cubicBezTo>
                    <a:close/>
                    <a:moveTo>
                      <a:pt x="54" y="140"/>
                    </a:moveTo>
                    <a:cubicBezTo>
                      <a:pt x="54" y="136"/>
                      <a:pt x="54" y="139"/>
                      <a:pt x="55" y="137"/>
                    </a:cubicBezTo>
                    <a:cubicBezTo>
                      <a:pt x="55" y="134"/>
                      <a:pt x="55" y="136"/>
                      <a:pt x="54" y="135"/>
                    </a:cubicBezTo>
                    <a:cubicBezTo>
                      <a:pt x="54" y="138"/>
                      <a:pt x="53" y="137"/>
                      <a:pt x="53" y="140"/>
                    </a:cubicBezTo>
                    <a:cubicBezTo>
                      <a:pt x="54" y="140"/>
                      <a:pt x="54" y="140"/>
                      <a:pt x="54" y="140"/>
                    </a:cubicBezTo>
                    <a:close/>
                    <a:moveTo>
                      <a:pt x="51" y="134"/>
                    </a:moveTo>
                    <a:cubicBezTo>
                      <a:pt x="52" y="132"/>
                      <a:pt x="51" y="132"/>
                      <a:pt x="52" y="130"/>
                    </a:cubicBezTo>
                    <a:cubicBezTo>
                      <a:pt x="53" y="131"/>
                      <a:pt x="53" y="132"/>
                      <a:pt x="54" y="132"/>
                    </a:cubicBezTo>
                    <a:cubicBezTo>
                      <a:pt x="53" y="133"/>
                      <a:pt x="54" y="132"/>
                      <a:pt x="53" y="133"/>
                    </a:cubicBezTo>
                    <a:cubicBezTo>
                      <a:pt x="52" y="135"/>
                      <a:pt x="53" y="134"/>
                      <a:pt x="53" y="134"/>
                    </a:cubicBezTo>
                    <a:cubicBezTo>
                      <a:pt x="53" y="134"/>
                      <a:pt x="52" y="134"/>
                      <a:pt x="51" y="134"/>
                    </a:cubicBezTo>
                    <a:close/>
                    <a:moveTo>
                      <a:pt x="55" y="134"/>
                    </a:moveTo>
                    <a:cubicBezTo>
                      <a:pt x="55" y="133"/>
                      <a:pt x="55" y="133"/>
                      <a:pt x="55" y="132"/>
                    </a:cubicBezTo>
                    <a:cubicBezTo>
                      <a:pt x="57" y="134"/>
                      <a:pt x="56" y="134"/>
                      <a:pt x="55" y="134"/>
                    </a:cubicBezTo>
                    <a:close/>
                    <a:moveTo>
                      <a:pt x="56" y="128"/>
                    </a:moveTo>
                    <a:cubicBezTo>
                      <a:pt x="57" y="130"/>
                      <a:pt x="57" y="130"/>
                      <a:pt x="57" y="130"/>
                    </a:cubicBezTo>
                    <a:cubicBezTo>
                      <a:pt x="56" y="129"/>
                      <a:pt x="56" y="129"/>
                      <a:pt x="55" y="128"/>
                    </a:cubicBezTo>
                    <a:cubicBezTo>
                      <a:pt x="56" y="127"/>
                      <a:pt x="55" y="127"/>
                      <a:pt x="56" y="128"/>
                    </a:cubicBezTo>
                    <a:close/>
                    <a:moveTo>
                      <a:pt x="56" y="128"/>
                    </a:moveTo>
                    <a:cubicBezTo>
                      <a:pt x="58" y="130"/>
                      <a:pt x="56" y="128"/>
                      <a:pt x="58" y="129"/>
                    </a:cubicBezTo>
                    <a:cubicBezTo>
                      <a:pt x="58" y="127"/>
                      <a:pt x="58" y="127"/>
                      <a:pt x="58" y="127"/>
                    </a:cubicBezTo>
                    <a:cubicBezTo>
                      <a:pt x="57" y="127"/>
                      <a:pt x="58" y="127"/>
                      <a:pt x="56" y="127"/>
                    </a:cubicBezTo>
                    <a:cubicBezTo>
                      <a:pt x="56" y="128"/>
                      <a:pt x="56" y="128"/>
                      <a:pt x="56" y="128"/>
                    </a:cubicBezTo>
                    <a:close/>
                    <a:moveTo>
                      <a:pt x="56" y="117"/>
                    </a:moveTo>
                    <a:cubicBezTo>
                      <a:pt x="56" y="116"/>
                      <a:pt x="56" y="116"/>
                      <a:pt x="56" y="116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56" y="117"/>
                      <a:pt x="56" y="117"/>
                      <a:pt x="56" y="117"/>
                    </a:cubicBezTo>
                    <a:close/>
                    <a:moveTo>
                      <a:pt x="55" y="112"/>
                    </a:moveTo>
                    <a:cubicBezTo>
                      <a:pt x="54" y="113"/>
                      <a:pt x="54" y="113"/>
                      <a:pt x="54" y="113"/>
                    </a:cubicBezTo>
                    <a:cubicBezTo>
                      <a:pt x="54" y="112"/>
                      <a:pt x="54" y="113"/>
                      <a:pt x="55" y="112"/>
                    </a:cubicBezTo>
                    <a:close/>
                    <a:moveTo>
                      <a:pt x="56" y="112"/>
                    </a:moveTo>
                    <a:cubicBezTo>
                      <a:pt x="56" y="110"/>
                      <a:pt x="56" y="111"/>
                      <a:pt x="55" y="110"/>
                    </a:cubicBezTo>
                    <a:cubicBezTo>
                      <a:pt x="55" y="112"/>
                      <a:pt x="55" y="112"/>
                      <a:pt x="55" y="112"/>
                    </a:cubicBezTo>
                    <a:cubicBezTo>
                      <a:pt x="56" y="112"/>
                      <a:pt x="56" y="112"/>
                      <a:pt x="56" y="112"/>
                    </a:cubicBezTo>
                    <a:close/>
                    <a:moveTo>
                      <a:pt x="129" y="187"/>
                    </a:moveTo>
                    <a:cubicBezTo>
                      <a:pt x="128" y="185"/>
                      <a:pt x="127" y="183"/>
                      <a:pt x="127" y="181"/>
                    </a:cubicBezTo>
                    <a:cubicBezTo>
                      <a:pt x="127" y="179"/>
                      <a:pt x="126" y="179"/>
                      <a:pt x="126" y="178"/>
                    </a:cubicBezTo>
                    <a:cubicBezTo>
                      <a:pt x="126" y="177"/>
                      <a:pt x="126" y="177"/>
                      <a:pt x="126" y="177"/>
                    </a:cubicBezTo>
                    <a:cubicBezTo>
                      <a:pt x="126" y="177"/>
                      <a:pt x="126" y="176"/>
                      <a:pt x="126" y="176"/>
                    </a:cubicBezTo>
                    <a:cubicBezTo>
                      <a:pt x="125" y="174"/>
                      <a:pt x="125" y="174"/>
                      <a:pt x="125" y="174"/>
                    </a:cubicBezTo>
                    <a:cubicBezTo>
                      <a:pt x="124" y="174"/>
                      <a:pt x="124" y="174"/>
                      <a:pt x="122" y="175"/>
                    </a:cubicBezTo>
                    <a:cubicBezTo>
                      <a:pt x="117" y="179"/>
                      <a:pt x="117" y="179"/>
                      <a:pt x="117" y="179"/>
                    </a:cubicBezTo>
                    <a:cubicBezTo>
                      <a:pt x="114" y="180"/>
                      <a:pt x="114" y="179"/>
                      <a:pt x="112" y="182"/>
                    </a:cubicBezTo>
                    <a:cubicBezTo>
                      <a:pt x="111" y="182"/>
                      <a:pt x="112" y="182"/>
                      <a:pt x="111" y="183"/>
                    </a:cubicBezTo>
                    <a:cubicBezTo>
                      <a:pt x="109" y="184"/>
                      <a:pt x="109" y="184"/>
                      <a:pt x="109" y="184"/>
                    </a:cubicBezTo>
                    <a:cubicBezTo>
                      <a:pt x="109" y="187"/>
                      <a:pt x="109" y="187"/>
                      <a:pt x="109" y="187"/>
                    </a:cubicBezTo>
                    <a:cubicBezTo>
                      <a:pt x="106" y="187"/>
                      <a:pt x="106" y="187"/>
                      <a:pt x="108" y="189"/>
                    </a:cubicBezTo>
                    <a:cubicBezTo>
                      <a:pt x="104" y="188"/>
                      <a:pt x="104" y="188"/>
                      <a:pt x="104" y="188"/>
                    </a:cubicBezTo>
                    <a:cubicBezTo>
                      <a:pt x="102" y="190"/>
                      <a:pt x="102" y="190"/>
                      <a:pt x="102" y="190"/>
                    </a:cubicBezTo>
                    <a:cubicBezTo>
                      <a:pt x="99" y="188"/>
                      <a:pt x="99" y="188"/>
                      <a:pt x="99" y="188"/>
                    </a:cubicBezTo>
                    <a:cubicBezTo>
                      <a:pt x="98" y="187"/>
                      <a:pt x="99" y="188"/>
                      <a:pt x="98" y="187"/>
                    </a:cubicBezTo>
                    <a:cubicBezTo>
                      <a:pt x="98" y="190"/>
                      <a:pt x="98" y="189"/>
                      <a:pt x="100" y="190"/>
                    </a:cubicBezTo>
                    <a:cubicBezTo>
                      <a:pt x="99" y="190"/>
                      <a:pt x="98" y="191"/>
                      <a:pt x="98" y="192"/>
                    </a:cubicBezTo>
                    <a:cubicBezTo>
                      <a:pt x="97" y="191"/>
                      <a:pt x="98" y="191"/>
                      <a:pt x="96" y="192"/>
                    </a:cubicBezTo>
                    <a:cubicBezTo>
                      <a:pt x="95" y="192"/>
                      <a:pt x="96" y="193"/>
                      <a:pt x="94" y="192"/>
                    </a:cubicBezTo>
                    <a:cubicBezTo>
                      <a:pt x="94" y="193"/>
                      <a:pt x="93" y="192"/>
                      <a:pt x="94" y="193"/>
                    </a:cubicBezTo>
                    <a:cubicBezTo>
                      <a:pt x="92" y="193"/>
                      <a:pt x="92" y="193"/>
                      <a:pt x="92" y="193"/>
                    </a:cubicBezTo>
                    <a:cubicBezTo>
                      <a:pt x="91" y="195"/>
                      <a:pt x="91" y="195"/>
                      <a:pt x="91" y="195"/>
                    </a:cubicBezTo>
                    <a:cubicBezTo>
                      <a:pt x="90" y="194"/>
                      <a:pt x="90" y="195"/>
                      <a:pt x="90" y="195"/>
                    </a:cubicBezTo>
                    <a:cubicBezTo>
                      <a:pt x="90" y="194"/>
                      <a:pt x="90" y="195"/>
                      <a:pt x="90" y="194"/>
                    </a:cubicBezTo>
                    <a:cubicBezTo>
                      <a:pt x="91" y="192"/>
                      <a:pt x="91" y="192"/>
                      <a:pt x="91" y="192"/>
                    </a:cubicBezTo>
                    <a:cubicBezTo>
                      <a:pt x="91" y="192"/>
                      <a:pt x="91" y="192"/>
                      <a:pt x="91" y="192"/>
                    </a:cubicBezTo>
                    <a:cubicBezTo>
                      <a:pt x="93" y="190"/>
                      <a:pt x="93" y="190"/>
                      <a:pt x="93" y="190"/>
                    </a:cubicBezTo>
                    <a:cubicBezTo>
                      <a:pt x="93" y="191"/>
                      <a:pt x="94" y="192"/>
                      <a:pt x="94" y="191"/>
                    </a:cubicBezTo>
                    <a:cubicBezTo>
                      <a:pt x="95" y="189"/>
                      <a:pt x="93" y="191"/>
                      <a:pt x="94" y="189"/>
                    </a:cubicBezTo>
                    <a:cubicBezTo>
                      <a:pt x="95" y="189"/>
                      <a:pt x="95" y="190"/>
                      <a:pt x="96" y="190"/>
                    </a:cubicBezTo>
                    <a:cubicBezTo>
                      <a:pt x="96" y="190"/>
                      <a:pt x="96" y="190"/>
                      <a:pt x="98" y="189"/>
                    </a:cubicBezTo>
                    <a:cubicBezTo>
                      <a:pt x="97" y="188"/>
                      <a:pt x="98" y="189"/>
                      <a:pt x="97" y="187"/>
                    </a:cubicBezTo>
                    <a:cubicBezTo>
                      <a:pt x="98" y="186"/>
                      <a:pt x="100" y="184"/>
                      <a:pt x="101" y="182"/>
                    </a:cubicBezTo>
                    <a:cubicBezTo>
                      <a:pt x="102" y="181"/>
                      <a:pt x="102" y="181"/>
                      <a:pt x="102" y="181"/>
                    </a:cubicBezTo>
                    <a:cubicBezTo>
                      <a:pt x="104" y="180"/>
                      <a:pt x="103" y="180"/>
                      <a:pt x="104" y="179"/>
                    </a:cubicBezTo>
                    <a:cubicBezTo>
                      <a:pt x="103" y="177"/>
                      <a:pt x="104" y="179"/>
                      <a:pt x="103" y="178"/>
                    </a:cubicBezTo>
                    <a:cubicBezTo>
                      <a:pt x="104" y="177"/>
                      <a:pt x="104" y="178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5"/>
                      <a:pt x="103" y="175"/>
                      <a:pt x="103" y="174"/>
                    </a:cubicBezTo>
                    <a:cubicBezTo>
                      <a:pt x="104" y="175"/>
                      <a:pt x="103" y="174"/>
                      <a:pt x="105" y="175"/>
                    </a:cubicBezTo>
                    <a:cubicBezTo>
                      <a:pt x="105" y="175"/>
                      <a:pt x="106" y="175"/>
                      <a:pt x="106" y="175"/>
                    </a:cubicBezTo>
                    <a:cubicBezTo>
                      <a:pt x="106" y="175"/>
                      <a:pt x="106" y="175"/>
                      <a:pt x="106" y="175"/>
                    </a:cubicBezTo>
                    <a:cubicBezTo>
                      <a:pt x="106" y="175"/>
                      <a:pt x="106" y="175"/>
                      <a:pt x="106" y="175"/>
                    </a:cubicBezTo>
                    <a:cubicBezTo>
                      <a:pt x="107" y="175"/>
                      <a:pt x="107" y="175"/>
                      <a:pt x="107" y="175"/>
                    </a:cubicBezTo>
                    <a:cubicBezTo>
                      <a:pt x="108" y="174"/>
                      <a:pt x="107" y="175"/>
                      <a:pt x="108" y="174"/>
                    </a:cubicBezTo>
                    <a:cubicBezTo>
                      <a:pt x="110" y="171"/>
                      <a:pt x="110" y="171"/>
                      <a:pt x="110" y="171"/>
                    </a:cubicBezTo>
                    <a:cubicBezTo>
                      <a:pt x="110" y="171"/>
                      <a:pt x="110" y="171"/>
                      <a:pt x="110" y="170"/>
                    </a:cubicBezTo>
                    <a:cubicBezTo>
                      <a:pt x="111" y="169"/>
                      <a:pt x="110" y="170"/>
                      <a:pt x="111" y="169"/>
                    </a:cubicBezTo>
                    <a:cubicBezTo>
                      <a:pt x="111" y="169"/>
                      <a:pt x="111" y="169"/>
                      <a:pt x="111" y="169"/>
                    </a:cubicBezTo>
                    <a:cubicBezTo>
                      <a:pt x="112" y="168"/>
                      <a:pt x="113" y="166"/>
                      <a:pt x="114" y="165"/>
                    </a:cubicBezTo>
                    <a:cubicBezTo>
                      <a:pt x="114" y="163"/>
                      <a:pt x="114" y="163"/>
                      <a:pt x="115" y="162"/>
                    </a:cubicBezTo>
                    <a:cubicBezTo>
                      <a:pt x="118" y="157"/>
                      <a:pt x="117" y="153"/>
                      <a:pt x="115" y="148"/>
                    </a:cubicBezTo>
                    <a:cubicBezTo>
                      <a:pt x="114" y="145"/>
                      <a:pt x="114" y="145"/>
                      <a:pt x="114" y="145"/>
                    </a:cubicBezTo>
                    <a:cubicBezTo>
                      <a:pt x="113" y="143"/>
                      <a:pt x="114" y="143"/>
                      <a:pt x="113" y="142"/>
                    </a:cubicBezTo>
                    <a:cubicBezTo>
                      <a:pt x="112" y="139"/>
                      <a:pt x="112" y="139"/>
                      <a:pt x="112" y="139"/>
                    </a:cubicBezTo>
                    <a:cubicBezTo>
                      <a:pt x="111" y="136"/>
                      <a:pt x="110" y="128"/>
                      <a:pt x="109" y="125"/>
                    </a:cubicBezTo>
                    <a:cubicBezTo>
                      <a:pt x="108" y="117"/>
                      <a:pt x="108" y="117"/>
                      <a:pt x="108" y="117"/>
                    </a:cubicBezTo>
                    <a:cubicBezTo>
                      <a:pt x="107" y="113"/>
                      <a:pt x="109" y="114"/>
                      <a:pt x="106" y="111"/>
                    </a:cubicBezTo>
                    <a:cubicBezTo>
                      <a:pt x="107" y="108"/>
                      <a:pt x="107" y="108"/>
                      <a:pt x="107" y="108"/>
                    </a:cubicBezTo>
                    <a:cubicBezTo>
                      <a:pt x="105" y="109"/>
                      <a:pt x="105" y="109"/>
                      <a:pt x="105" y="109"/>
                    </a:cubicBezTo>
                    <a:cubicBezTo>
                      <a:pt x="106" y="109"/>
                      <a:pt x="105" y="108"/>
                      <a:pt x="105" y="109"/>
                    </a:cubicBezTo>
                    <a:cubicBezTo>
                      <a:pt x="105" y="110"/>
                      <a:pt x="104" y="108"/>
                      <a:pt x="105" y="110"/>
                    </a:cubicBezTo>
                    <a:cubicBezTo>
                      <a:pt x="104" y="111"/>
                      <a:pt x="104" y="112"/>
                      <a:pt x="104" y="114"/>
                    </a:cubicBezTo>
                    <a:cubicBezTo>
                      <a:pt x="105" y="113"/>
                      <a:pt x="105" y="113"/>
                      <a:pt x="106" y="112"/>
                    </a:cubicBezTo>
                    <a:cubicBezTo>
                      <a:pt x="107" y="113"/>
                      <a:pt x="107" y="115"/>
                      <a:pt x="107" y="116"/>
                    </a:cubicBezTo>
                    <a:cubicBezTo>
                      <a:pt x="106" y="123"/>
                      <a:pt x="107" y="122"/>
                      <a:pt x="107" y="123"/>
                    </a:cubicBezTo>
                    <a:cubicBezTo>
                      <a:pt x="107" y="126"/>
                      <a:pt x="107" y="124"/>
                      <a:pt x="106" y="125"/>
                    </a:cubicBezTo>
                    <a:cubicBezTo>
                      <a:pt x="106" y="130"/>
                      <a:pt x="106" y="130"/>
                      <a:pt x="106" y="130"/>
                    </a:cubicBezTo>
                    <a:cubicBezTo>
                      <a:pt x="105" y="134"/>
                      <a:pt x="106" y="132"/>
                      <a:pt x="107" y="136"/>
                    </a:cubicBezTo>
                    <a:cubicBezTo>
                      <a:pt x="107" y="145"/>
                      <a:pt x="107" y="145"/>
                      <a:pt x="107" y="145"/>
                    </a:cubicBezTo>
                    <a:cubicBezTo>
                      <a:pt x="107" y="145"/>
                      <a:pt x="107" y="144"/>
                      <a:pt x="108" y="146"/>
                    </a:cubicBezTo>
                    <a:cubicBezTo>
                      <a:pt x="108" y="147"/>
                      <a:pt x="108" y="149"/>
                      <a:pt x="108" y="150"/>
                    </a:cubicBezTo>
                    <a:cubicBezTo>
                      <a:pt x="108" y="153"/>
                      <a:pt x="108" y="152"/>
                      <a:pt x="107" y="153"/>
                    </a:cubicBezTo>
                    <a:cubicBezTo>
                      <a:pt x="107" y="155"/>
                      <a:pt x="107" y="155"/>
                      <a:pt x="106" y="156"/>
                    </a:cubicBezTo>
                    <a:cubicBezTo>
                      <a:pt x="106" y="158"/>
                      <a:pt x="105" y="159"/>
                      <a:pt x="105" y="160"/>
                    </a:cubicBezTo>
                    <a:cubicBezTo>
                      <a:pt x="104" y="164"/>
                      <a:pt x="102" y="165"/>
                      <a:pt x="100" y="168"/>
                    </a:cubicBezTo>
                    <a:cubicBezTo>
                      <a:pt x="100" y="169"/>
                      <a:pt x="100" y="168"/>
                      <a:pt x="100" y="169"/>
                    </a:cubicBezTo>
                    <a:cubicBezTo>
                      <a:pt x="98" y="171"/>
                      <a:pt x="98" y="174"/>
                      <a:pt x="96" y="175"/>
                    </a:cubicBezTo>
                    <a:cubicBezTo>
                      <a:pt x="96" y="176"/>
                      <a:pt x="96" y="176"/>
                      <a:pt x="96" y="176"/>
                    </a:cubicBezTo>
                    <a:cubicBezTo>
                      <a:pt x="96" y="176"/>
                      <a:pt x="95" y="176"/>
                      <a:pt x="95" y="176"/>
                    </a:cubicBezTo>
                    <a:cubicBezTo>
                      <a:pt x="77" y="191"/>
                      <a:pt x="77" y="191"/>
                      <a:pt x="77" y="191"/>
                    </a:cubicBezTo>
                    <a:cubicBezTo>
                      <a:pt x="77" y="191"/>
                      <a:pt x="76" y="191"/>
                      <a:pt x="75" y="192"/>
                    </a:cubicBezTo>
                    <a:cubicBezTo>
                      <a:pt x="74" y="192"/>
                      <a:pt x="73" y="193"/>
                      <a:pt x="73" y="193"/>
                    </a:cubicBezTo>
                    <a:cubicBezTo>
                      <a:pt x="70" y="195"/>
                      <a:pt x="70" y="196"/>
                      <a:pt x="66" y="198"/>
                    </a:cubicBezTo>
                    <a:cubicBezTo>
                      <a:pt x="64" y="198"/>
                      <a:pt x="64" y="198"/>
                      <a:pt x="64" y="198"/>
                    </a:cubicBezTo>
                    <a:cubicBezTo>
                      <a:pt x="62" y="199"/>
                      <a:pt x="61" y="198"/>
                      <a:pt x="60" y="197"/>
                    </a:cubicBezTo>
                    <a:cubicBezTo>
                      <a:pt x="57" y="195"/>
                      <a:pt x="57" y="195"/>
                      <a:pt x="57" y="195"/>
                    </a:cubicBezTo>
                    <a:cubicBezTo>
                      <a:pt x="53" y="193"/>
                      <a:pt x="53" y="191"/>
                      <a:pt x="53" y="187"/>
                    </a:cubicBezTo>
                    <a:cubicBezTo>
                      <a:pt x="54" y="186"/>
                      <a:pt x="55" y="183"/>
                      <a:pt x="55" y="181"/>
                    </a:cubicBezTo>
                    <a:cubicBezTo>
                      <a:pt x="57" y="179"/>
                      <a:pt x="57" y="179"/>
                      <a:pt x="57" y="179"/>
                    </a:cubicBezTo>
                    <a:cubicBezTo>
                      <a:pt x="57" y="179"/>
                      <a:pt x="57" y="178"/>
                      <a:pt x="57" y="177"/>
                    </a:cubicBezTo>
                    <a:cubicBezTo>
                      <a:pt x="57" y="177"/>
                      <a:pt x="57" y="177"/>
                      <a:pt x="57" y="177"/>
                    </a:cubicBezTo>
                    <a:cubicBezTo>
                      <a:pt x="59" y="171"/>
                      <a:pt x="58" y="170"/>
                      <a:pt x="58" y="167"/>
                    </a:cubicBezTo>
                    <a:cubicBezTo>
                      <a:pt x="58" y="167"/>
                      <a:pt x="59" y="166"/>
                      <a:pt x="59" y="166"/>
                    </a:cubicBezTo>
                    <a:cubicBezTo>
                      <a:pt x="65" y="154"/>
                      <a:pt x="65" y="154"/>
                      <a:pt x="65" y="154"/>
                    </a:cubicBezTo>
                    <a:cubicBezTo>
                      <a:pt x="67" y="151"/>
                      <a:pt x="67" y="152"/>
                      <a:pt x="69" y="148"/>
                    </a:cubicBezTo>
                    <a:cubicBezTo>
                      <a:pt x="68" y="148"/>
                      <a:pt x="67" y="148"/>
                      <a:pt x="67" y="148"/>
                    </a:cubicBezTo>
                    <a:cubicBezTo>
                      <a:pt x="66" y="149"/>
                      <a:pt x="68" y="148"/>
                      <a:pt x="67" y="148"/>
                    </a:cubicBezTo>
                    <a:cubicBezTo>
                      <a:pt x="66" y="149"/>
                      <a:pt x="66" y="149"/>
                      <a:pt x="66" y="149"/>
                    </a:cubicBezTo>
                    <a:cubicBezTo>
                      <a:pt x="66" y="149"/>
                      <a:pt x="65" y="149"/>
                      <a:pt x="65" y="149"/>
                    </a:cubicBezTo>
                    <a:cubicBezTo>
                      <a:pt x="64" y="151"/>
                      <a:pt x="65" y="149"/>
                      <a:pt x="65" y="150"/>
                    </a:cubicBezTo>
                    <a:cubicBezTo>
                      <a:pt x="62" y="154"/>
                      <a:pt x="62" y="154"/>
                      <a:pt x="62" y="154"/>
                    </a:cubicBezTo>
                    <a:cubicBezTo>
                      <a:pt x="61" y="154"/>
                      <a:pt x="61" y="154"/>
                      <a:pt x="61" y="154"/>
                    </a:cubicBezTo>
                    <a:cubicBezTo>
                      <a:pt x="61" y="154"/>
                      <a:pt x="61" y="154"/>
                      <a:pt x="61" y="154"/>
                    </a:cubicBezTo>
                    <a:cubicBezTo>
                      <a:pt x="59" y="160"/>
                      <a:pt x="59" y="160"/>
                      <a:pt x="59" y="160"/>
                    </a:cubicBezTo>
                    <a:cubicBezTo>
                      <a:pt x="58" y="158"/>
                      <a:pt x="59" y="159"/>
                      <a:pt x="57" y="159"/>
                    </a:cubicBezTo>
                    <a:cubicBezTo>
                      <a:pt x="54" y="158"/>
                      <a:pt x="55" y="157"/>
                      <a:pt x="53" y="159"/>
                    </a:cubicBezTo>
                    <a:cubicBezTo>
                      <a:pt x="52" y="160"/>
                      <a:pt x="52" y="160"/>
                      <a:pt x="52" y="160"/>
                    </a:cubicBezTo>
                    <a:cubicBezTo>
                      <a:pt x="51" y="159"/>
                      <a:pt x="49" y="159"/>
                      <a:pt x="49" y="158"/>
                    </a:cubicBezTo>
                    <a:cubicBezTo>
                      <a:pt x="48" y="159"/>
                      <a:pt x="46" y="162"/>
                      <a:pt x="47" y="163"/>
                    </a:cubicBezTo>
                    <a:cubicBezTo>
                      <a:pt x="46" y="163"/>
                      <a:pt x="46" y="163"/>
                      <a:pt x="46" y="163"/>
                    </a:cubicBezTo>
                    <a:cubicBezTo>
                      <a:pt x="47" y="161"/>
                      <a:pt x="47" y="161"/>
                      <a:pt x="45" y="160"/>
                    </a:cubicBezTo>
                    <a:cubicBezTo>
                      <a:pt x="45" y="163"/>
                      <a:pt x="45" y="166"/>
                      <a:pt x="46" y="168"/>
                    </a:cubicBezTo>
                    <a:cubicBezTo>
                      <a:pt x="46" y="169"/>
                      <a:pt x="46" y="169"/>
                      <a:pt x="46" y="169"/>
                    </a:cubicBezTo>
                    <a:cubicBezTo>
                      <a:pt x="44" y="169"/>
                      <a:pt x="44" y="171"/>
                      <a:pt x="44" y="172"/>
                    </a:cubicBezTo>
                    <a:cubicBezTo>
                      <a:pt x="44" y="174"/>
                      <a:pt x="44" y="174"/>
                      <a:pt x="44" y="174"/>
                    </a:cubicBezTo>
                    <a:cubicBezTo>
                      <a:pt x="43" y="174"/>
                      <a:pt x="43" y="174"/>
                      <a:pt x="43" y="174"/>
                    </a:cubicBezTo>
                    <a:cubicBezTo>
                      <a:pt x="43" y="176"/>
                      <a:pt x="43" y="176"/>
                      <a:pt x="43" y="176"/>
                    </a:cubicBezTo>
                    <a:cubicBezTo>
                      <a:pt x="44" y="177"/>
                      <a:pt x="44" y="178"/>
                      <a:pt x="44" y="180"/>
                    </a:cubicBezTo>
                    <a:cubicBezTo>
                      <a:pt x="45" y="179"/>
                      <a:pt x="45" y="180"/>
                      <a:pt x="45" y="179"/>
                    </a:cubicBezTo>
                    <a:cubicBezTo>
                      <a:pt x="46" y="182"/>
                      <a:pt x="44" y="179"/>
                      <a:pt x="45" y="182"/>
                    </a:cubicBezTo>
                    <a:cubicBezTo>
                      <a:pt x="44" y="182"/>
                      <a:pt x="44" y="182"/>
                      <a:pt x="43" y="182"/>
                    </a:cubicBezTo>
                    <a:cubicBezTo>
                      <a:pt x="43" y="183"/>
                      <a:pt x="43" y="183"/>
                      <a:pt x="43" y="183"/>
                    </a:cubicBezTo>
                    <a:cubicBezTo>
                      <a:pt x="43" y="183"/>
                      <a:pt x="43" y="183"/>
                      <a:pt x="43" y="183"/>
                    </a:cubicBezTo>
                    <a:cubicBezTo>
                      <a:pt x="43" y="185"/>
                      <a:pt x="43" y="185"/>
                      <a:pt x="43" y="185"/>
                    </a:cubicBezTo>
                    <a:cubicBezTo>
                      <a:pt x="43" y="187"/>
                      <a:pt x="43" y="187"/>
                      <a:pt x="43" y="188"/>
                    </a:cubicBezTo>
                    <a:cubicBezTo>
                      <a:pt x="43" y="190"/>
                      <a:pt x="44" y="192"/>
                      <a:pt x="45" y="192"/>
                    </a:cubicBezTo>
                    <a:cubicBezTo>
                      <a:pt x="45" y="193"/>
                      <a:pt x="45" y="193"/>
                      <a:pt x="45" y="193"/>
                    </a:cubicBezTo>
                    <a:cubicBezTo>
                      <a:pt x="46" y="194"/>
                      <a:pt x="44" y="193"/>
                      <a:pt x="46" y="195"/>
                    </a:cubicBezTo>
                    <a:cubicBezTo>
                      <a:pt x="45" y="196"/>
                      <a:pt x="47" y="195"/>
                      <a:pt x="46" y="196"/>
                    </a:cubicBezTo>
                    <a:cubicBezTo>
                      <a:pt x="45" y="197"/>
                      <a:pt x="45" y="197"/>
                      <a:pt x="45" y="197"/>
                    </a:cubicBezTo>
                    <a:cubicBezTo>
                      <a:pt x="47" y="199"/>
                      <a:pt x="45" y="197"/>
                      <a:pt x="46" y="199"/>
                    </a:cubicBezTo>
                    <a:cubicBezTo>
                      <a:pt x="46" y="202"/>
                      <a:pt x="50" y="212"/>
                      <a:pt x="51" y="214"/>
                    </a:cubicBezTo>
                    <a:cubicBezTo>
                      <a:pt x="54" y="213"/>
                      <a:pt x="54" y="213"/>
                      <a:pt x="54" y="213"/>
                    </a:cubicBezTo>
                    <a:cubicBezTo>
                      <a:pt x="54" y="213"/>
                      <a:pt x="55" y="214"/>
                      <a:pt x="54" y="212"/>
                    </a:cubicBezTo>
                    <a:cubicBezTo>
                      <a:pt x="56" y="212"/>
                      <a:pt x="56" y="210"/>
                      <a:pt x="57" y="209"/>
                    </a:cubicBezTo>
                    <a:cubicBezTo>
                      <a:pt x="57" y="209"/>
                      <a:pt x="57" y="209"/>
                      <a:pt x="58" y="209"/>
                    </a:cubicBezTo>
                    <a:cubicBezTo>
                      <a:pt x="58" y="209"/>
                      <a:pt x="58" y="209"/>
                      <a:pt x="58" y="208"/>
                    </a:cubicBezTo>
                    <a:cubicBezTo>
                      <a:pt x="60" y="208"/>
                      <a:pt x="60" y="208"/>
                      <a:pt x="60" y="208"/>
                    </a:cubicBezTo>
                    <a:cubicBezTo>
                      <a:pt x="60" y="208"/>
                      <a:pt x="60" y="208"/>
                      <a:pt x="60" y="208"/>
                    </a:cubicBezTo>
                    <a:cubicBezTo>
                      <a:pt x="61" y="208"/>
                      <a:pt x="61" y="208"/>
                      <a:pt x="61" y="208"/>
                    </a:cubicBezTo>
                    <a:cubicBezTo>
                      <a:pt x="61" y="208"/>
                      <a:pt x="61" y="208"/>
                      <a:pt x="61" y="208"/>
                    </a:cubicBezTo>
                    <a:cubicBezTo>
                      <a:pt x="72" y="206"/>
                      <a:pt x="72" y="206"/>
                      <a:pt x="72" y="206"/>
                    </a:cubicBezTo>
                    <a:cubicBezTo>
                      <a:pt x="73" y="206"/>
                      <a:pt x="73" y="206"/>
                      <a:pt x="74" y="206"/>
                    </a:cubicBezTo>
                    <a:cubicBezTo>
                      <a:pt x="75" y="204"/>
                      <a:pt x="77" y="206"/>
                      <a:pt x="79" y="203"/>
                    </a:cubicBezTo>
                    <a:cubicBezTo>
                      <a:pt x="80" y="204"/>
                      <a:pt x="80" y="203"/>
                      <a:pt x="81" y="204"/>
                    </a:cubicBezTo>
                    <a:cubicBezTo>
                      <a:pt x="81" y="204"/>
                      <a:pt x="80" y="203"/>
                      <a:pt x="80" y="202"/>
                    </a:cubicBezTo>
                    <a:cubicBezTo>
                      <a:pt x="83" y="202"/>
                      <a:pt x="84" y="197"/>
                      <a:pt x="87" y="196"/>
                    </a:cubicBezTo>
                    <a:cubicBezTo>
                      <a:pt x="83" y="202"/>
                      <a:pt x="83" y="202"/>
                      <a:pt x="83" y="202"/>
                    </a:cubicBezTo>
                    <a:cubicBezTo>
                      <a:pt x="84" y="202"/>
                      <a:pt x="85" y="202"/>
                      <a:pt x="87" y="202"/>
                    </a:cubicBezTo>
                    <a:cubicBezTo>
                      <a:pt x="87" y="202"/>
                      <a:pt x="87" y="202"/>
                      <a:pt x="87" y="202"/>
                    </a:cubicBezTo>
                    <a:cubicBezTo>
                      <a:pt x="98" y="200"/>
                      <a:pt x="98" y="200"/>
                      <a:pt x="98" y="200"/>
                    </a:cubicBezTo>
                    <a:cubicBezTo>
                      <a:pt x="99" y="197"/>
                      <a:pt x="98" y="202"/>
                      <a:pt x="99" y="199"/>
                    </a:cubicBezTo>
                    <a:cubicBezTo>
                      <a:pt x="103" y="199"/>
                      <a:pt x="103" y="199"/>
                      <a:pt x="103" y="199"/>
                    </a:cubicBezTo>
                    <a:cubicBezTo>
                      <a:pt x="102" y="198"/>
                      <a:pt x="103" y="198"/>
                      <a:pt x="106" y="198"/>
                    </a:cubicBezTo>
                    <a:cubicBezTo>
                      <a:pt x="105" y="196"/>
                      <a:pt x="105" y="196"/>
                      <a:pt x="105" y="196"/>
                    </a:cubicBezTo>
                    <a:cubicBezTo>
                      <a:pt x="107" y="197"/>
                      <a:pt x="107" y="197"/>
                      <a:pt x="107" y="197"/>
                    </a:cubicBezTo>
                    <a:cubicBezTo>
                      <a:pt x="107" y="197"/>
                      <a:pt x="107" y="197"/>
                      <a:pt x="107" y="197"/>
                    </a:cubicBezTo>
                    <a:cubicBezTo>
                      <a:pt x="108" y="197"/>
                      <a:pt x="108" y="197"/>
                      <a:pt x="108" y="197"/>
                    </a:cubicBezTo>
                    <a:cubicBezTo>
                      <a:pt x="107" y="195"/>
                      <a:pt x="107" y="196"/>
                      <a:pt x="108" y="196"/>
                    </a:cubicBezTo>
                    <a:cubicBezTo>
                      <a:pt x="108" y="196"/>
                      <a:pt x="108" y="194"/>
                      <a:pt x="108" y="197"/>
                    </a:cubicBezTo>
                    <a:cubicBezTo>
                      <a:pt x="109" y="196"/>
                      <a:pt x="109" y="196"/>
                      <a:pt x="109" y="196"/>
                    </a:cubicBezTo>
                    <a:cubicBezTo>
                      <a:pt x="109" y="196"/>
                      <a:pt x="110" y="196"/>
                      <a:pt x="110" y="196"/>
                    </a:cubicBezTo>
                    <a:cubicBezTo>
                      <a:pt x="109" y="194"/>
                      <a:pt x="109" y="194"/>
                      <a:pt x="109" y="194"/>
                    </a:cubicBezTo>
                    <a:cubicBezTo>
                      <a:pt x="111" y="195"/>
                      <a:pt x="110" y="195"/>
                      <a:pt x="110" y="196"/>
                    </a:cubicBezTo>
                    <a:cubicBezTo>
                      <a:pt x="113" y="196"/>
                      <a:pt x="111" y="196"/>
                      <a:pt x="114" y="196"/>
                    </a:cubicBezTo>
                    <a:cubicBezTo>
                      <a:pt x="116" y="194"/>
                      <a:pt x="115" y="195"/>
                      <a:pt x="118" y="194"/>
                    </a:cubicBezTo>
                    <a:cubicBezTo>
                      <a:pt x="117" y="193"/>
                      <a:pt x="117" y="193"/>
                      <a:pt x="117" y="193"/>
                    </a:cubicBezTo>
                    <a:cubicBezTo>
                      <a:pt x="117" y="193"/>
                      <a:pt x="116" y="193"/>
                      <a:pt x="116" y="193"/>
                    </a:cubicBezTo>
                    <a:cubicBezTo>
                      <a:pt x="116" y="193"/>
                      <a:pt x="116" y="193"/>
                      <a:pt x="115" y="192"/>
                    </a:cubicBezTo>
                    <a:cubicBezTo>
                      <a:pt x="115" y="193"/>
                      <a:pt x="115" y="191"/>
                      <a:pt x="115" y="193"/>
                    </a:cubicBezTo>
                    <a:cubicBezTo>
                      <a:pt x="113" y="193"/>
                      <a:pt x="114" y="194"/>
                      <a:pt x="113" y="191"/>
                    </a:cubicBezTo>
                    <a:cubicBezTo>
                      <a:pt x="114" y="192"/>
                      <a:pt x="113" y="192"/>
                      <a:pt x="114" y="192"/>
                    </a:cubicBezTo>
                    <a:cubicBezTo>
                      <a:pt x="114" y="192"/>
                      <a:pt x="114" y="191"/>
                      <a:pt x="114" y="190"/>
                    </a:cubicBezTo>
                    <a:cubicBezTo>
                      <a:pt x="114" y="191"/>
                      <a:pt x="113" y="190"/>
                      <a:pt x="114" y="191"/>
                    </a:cubicBezTo>
                    <a:cubicBezTo>
                      <a:pt x="115" y="192"/>
                      <a:pt x="114" y="191"/>
                      <a:pt x="115" y="192"/>
                    </a:cubicBezTo>
                    <a:cubicBezTo>
                      <a:pt x="115" y="189"/>
                      <a:pt x="115" y="189"/>
                      <a:pt x="115" y="189"/>
                    </a:cubicBezTo>
                    <a:cubicBezTo>
                      <a:pt x="116" y="189"/>
                      <a:pt x="116" y="190"/>
                      <a:pt x="117" y="192"/>
                    </a:cubicBezTo>
                    <a:cubicBezTo>
                      <a:pt x="119" y="195"/>
                      <a:pt x="118" y="191"/>
                      <a:pt x="119" y="193"/>
                    </a:cubicBezTo>
                    <a:cubicBezTo>
                      <a:pt x="121" y="193"/>
                      <a:pt x="121" y="193"/>
                      <a:pt x="121" y="193"/>
                    </a:cubicBezTo>
                    <a:cubicBezTo>
                      <a:pt x="122" y="191"/>
                      <a:pt x="122" y="191"/>
                      <a:pt x="122" y="191"/>
                    </a:cubicBezTo>
                    <a:cubicBezTo>
                      <a:pt x="120" y="191"/>
                      <a:pt x="121" y="191"/>
                      <a:pt x="120" y="191"/>
                    </a:cubicBezTo>
                    <a:cubicBezTo>
                      <a:pt x="116" y="188"/>
                      <a:pt x="117" y="189"/>
                      <a:pt x="115" y="186"/>
                    </a:cubicBezTo>
                    <a:cubicBezTo>
                      <a:pt x="117" y="187"/>
                      <a:pt x="115" y="187"/>
                      <a:pt x="118" y="187"/>
                    </a:cubicBezTo>
                    <a:cubicBezTo>
                      <a:pt x="118" y="186"/>
                      <a:pt x="118" y="187"/>
                      <a:pt x="118" y="186"/>
                    </a:cubicBezTo>
                    <a:cubicBezTo>
                      <a:pt x="120" y="186"/>
                      <a:pt x="120" y="186"/>
                      <a:pt x="120" y="186"/>
                    </a:cubicBezTo>
                    <a:cubicBezTo>
                      <a:pt x="119" y="185"/>
                      <a:pt x="119" y="185"/>
                      <a:pt x="118" y="184"/>
                    </a:cubicBezTo>
                    <a:cubicBezTo>
                      <a:pt x="118" y="184"/>
                      <a:pt x="118" y="184"/>
                      <a:pt x="118" y="184"/>
                    </a:cubicBezTo>
                    <a:cubicBezTo>
                      <a:pt x="118" y="184"/>
                      <a:pt x="118" y="184"/>
                      <a:pt x="118" y="184"/>
                    </a:cubicBezTo>
                    <a:cubicBezTo>
                      <a:pt x="120" y="183"/>
                      <a:pt x="122" y="185"/>
                      <a:pt x="125" y="186"/>
                    </a:cubicBezTo>
                    <a:cubicBezTo>
                      <a:pt x="126" y="187"/>
                      <a:pt x="126" y="186"/>
                      <a:pt x="126" y="186"/>
                    </a:cubicBezTo>
                    <a:cubicBezTo>
                      <a:pt x="126" y="187"/>
                      <a:pt x="127" y="188"/>
                      <a:pt x="129" y="187"/>
                    </a:cubicBezTo>
                    <a:close/>
                    <a:moveTo>
                      <a:pt x="93" y="89"/>
                    </a:moveTo>
                    <a:cubicBezTo>
                      <a:pt x="93" y="89"/>
                      <a:pt x="93" y="89"/>
                      <a:pt x="93" y="90"/>
                    </a:cubicBezTo>
                    <a:cubicBezTo>
                      <a:pt x="93" y="90"/>
                      <a:pt x="94" y="90"/>
                      <a:pt x="92" y="90"/>
                    </a:cubicBezTo>
                    <a:cubicBezTo>
                      <a:pt x="92" y="89"/>
                      <a:pt x="92" y="89"/>
                      <a:pt x="93" y="89"/>
                    </a:cubicBezTo>
                    <a:close/>
                    <a:moveTo>
                      <a:pt x="94" y="88"/>
                    </a:moveTo>
                    <a:cubicBezTo>
                      <a:pt x="94" y="88"/>
                      <a:pt x="95" y="89"/>
                      <a:pt x="94" y="88"/>
                    </a:cubicBezTo>
                    <a:cubicBezTo>
                      <a:pt x="94" y="88"/>
                      <a:pt x="93" y="87"/>
                      <a:pt x="94" y="88"/>
                    </a:cubicBezTo>
                    <a:close/>
                    <a:moveTo>
                      <a:pt x="54" y="140"/>
                    </a:moveTo>
                    <a:cubicBezTo>
                      <a:pt x="56" y="139"/>
                      <a:pt x="55" y="139"/>
                      <a:pt x="56" y="140"/>
                    </a:cubicBezTo>
                    <a:cubicBezTo>
                      <a:pt x="56" y="136"/>
                      <a:pt x="57" y="139"/>
                      <a:pt x="57" y="136"/>
                    </a:cubicBezTo>
                    <a:cubicBezTo>
                      <a:pt x="57" y="134"/>
                      <a:pt x="56" y="135"/>
                      <a:pt x="56" y="132"/>
                    </a:cubicBezTo>
                    <a:cubicBezTo>
                      <a:pt x="56" y="132"/>
                      <a:pt x="57" y="132"/>
                      <a:pt x="57" y="132"/>
                    </a:cubicBezTo>
                    <a:cubicBezTo>
                      <a:pt x="58" y="132"/>
                      <a:pt x="58" y="132"/>
                      <a:pt x="58" y="132"/>
                    </a:cubicBezTo>
                    <a:cubicBezTo>
                      <a:pt x="60" y="130"/>
                      <a:pt x="59" y="120"/>
                      <a:pt x="59" y="120"/>
                    </a:cubicBezTo>
                    <a:cubicBezTo>
                      <a:pt x="59" y="119"/>
                      <a:pt x="59" y="119"/>
                      <a:pt x="59" y="119"/>
                    </a:cubicBezTo>
                    <a:cubicBezTo>
                      <a:pt x="59" y="118"/>
                      <a:pt x="59" y="118"/>
                      <a:pt x="59" y="118"/>
                    </a:cubicBezTo>
                    <a:cubicBezTo>
                      <a:pt x="58" y="119"/>
                      <a:pt x="58" y="117"/>
                      <a:pt x="58" y="120"/>
                    </a:cubicBezTo>
                    <a:cubicBezTo>
                      <a:pt x="58" y="120"/>
                      <a:pt x="58" y="120"/>
                      <a:pt x="58" y="120"/>
                    </a:cubicBezTo>
                    <a:cubicBezTo>
                      <a:pt x="58" y="120"/>
                      <a:pt x="58" y="121"/>
                      <a:pt x="59" y="121"/>
                    </a:cubicBezTo>
                    <a:cubicBezTo>
                      <a:pt x="59" y="121"/>
                      <a:pt x="59" y="121"/>
                      <a:pt x="59" y="121"/>
                    </a:cubicBezTo>
                    <a:cubicBezTo>
                      <a:pt x="57" y="122"/>
                      <a:pt x="57" y="122"/>
                      <a:pt x="57" y="122"/>
                    </a:cubicBezTo>
                    <a:cubicBezTo>
                      <a:pt x="58" y="122"/>
                      <a:pt x="56" y="123"/>
                      <a:pt x="58" y="123"/>
                    </a:cubicBezTo>
                    <a:cubicBezTo>
                      <a:pt x="57" y="123"/>
                      <a:pt x="58" y="123"/>
                      <a:pt x="57" y="124"/>
                    </a:cubicBezTo>
                    <a:cubicBezTo>
                      <a:pt x="56" y="125"/>
                      <a:pt x="58" y="123"/>
                      <a:pt x="57" y="125"/>
                    </a:cubicBezTo>
                    <a:cubicBezTo>
                      <a:pt x="56" y="127"/>
                      <a:pt x="56" y="127"/>
                      <a:pt x="56" y="127"/>
                    </a:cubicBezTo>
                    <a:cubicBezTo>
                      <a:pt x="55" y="127"/>
                      <a:pt x="55" y="127"/>
                      <a:pt x="55" y="127"/>
                    </a:cubicBezTo>
                    <a:cubicBezTo>
                      <a:pt x="55" y="129"/>
                      <a:pt x="55" y="129"/>
                      <a:pt x="55" y="129"/>
                    </a:cubicBezTo>
                    <a:cubicBezTo>
                      <a:pt x="54" y="128"/>
                      <a:pt x="54" y="127"/>
                      <a:pt x="55" y="125"/>
                    </a:cubicBezTo>
                    <a:cubicBezTo>
                      <a:pt x="54" y="124"/>
                      <a:pt x="54" y="124"/>
                      <a:pt x="54" y="124"/>
                    </a:cubicBezTo>
                    <a:cubicBezTo>
                      <a:pt x="54" y="118"/>
                      <a:pt x="55" y="121"/>
                      <a:pt x="55" y="118"/>
                    </a:cubicBezTo>
                    <a:cubicBezTo>
                      <a:pt x="55" y="118"/>
                      <a:pt x="55" y="117"/>
                      <a:pt x="55" y="116"/>
                    </a:cubicBezTo>
                    <a:cubicBezTo>
                      <a:pt x="56" y="117"/>
                      <a:pt x="56" y="117"/>
                      <a:pt x="56" y="117"/>
                    </a:cubicBezTo>
                    <a:cubicBezTo>
                      <a:pt x="57" y="118"/>
                      <a:pt x="55" y="118"/>
                      <a:pt x="57" y="118"/>
                    </a:cubicBezTo>
                    <a:cubicBezTo>
                      <a:pt x="57" y="118"/>
                      <a:pt x="58" y="116"/>
                      <a:pt x="58" y="116"/>
                    </a:cubicBezTo>
                    <a:cubicBezTo>
                      <a:pt x="56" y="114"/>
                      <a:pt x="56" y="117"/>
                      <a:pt x="56" y="112"/>
                    </a:cubicBezTo>
                    <a:cubicBezTo>
                      <a:pt x="58" y="113"/>
                      <a:pt x="56" y="112"/>
                      <a:pt x="58" y="113"/>
                    </a:cubicBezTo>
                    <a:cubicBezTo>
                      <a:pt x="58" y="112"/>
                      <a:pt x="58" y="112"/>
                      <a:pt x="59" y="111"/>
                    </a:cubicBezTo>
                    <a:cubicBezTo>
                      <a:pt x="59" y="112"/>
                      <a:pt x="59" y="111"/>
                      <a:pt x="59" y="112"/>
                    </a:cubicBezTo>
                    <a:cubicBezTo>
                      <a:pt x="59" y="112"/>
                      <a:pt x="60" y="113"/>
                      <a:pt x="60" y="113"/>
                    </a:cubicBezTo>
                    <a:cubicBezTo>
                      <a:pt x="60" y="112"/>
                      <a:pt x="60" y="111"/>
                      <a:pt x="60" y="111"/>
                    </a:cubicBezTo>
                    <a:cubicBezTo>
                      <a:pt x="60" y="111"/>
                      <a:pt x="61" y="110"/>
                      <a:pt x="61" y="109"/>
                    </a:cubicBezTo>
                    <a:cubicBezTo>
                      <a:pt x="63" y="109"/>
                      <a:pt x="63" y="109"/>
                      <a:pt x="63" y="109"/>
                    </a:cubicBezTo>
                    <a:cubicBezTo>
                      <a:pt x="64" y="109"/>
                      <a:pt x="68" y="106"/>
                      <a:pt x="71" y="105"/>
                    </a:cubicBezTo>
                    <a:cubicBezTo>
                      <a:pt x="71" y="105"/>
                      <a:pt x="72" y="105"/>
                      <a:pt x="72" y="105"/>
                    </a:cubicBezTo>
                    <a:cubicBezTo>
                      <a:pt x="72" y="104"/>
                      <a:pt x="72" y="104"/>
                      <a:pt x="72" y="104"/>
                    </a:cubicBezTo>
                    <a:cubicBezTo>
                      <a:pt x="74" y="104"/>
                      <a:pt x="76" y="103"/>
                      <a:pt x="78" y="102"/>
                    </a:cubicBezTo>
                    <a:cubicBezTo>
                      <a:pt x="82" y="100"/>
                      <a:pt x="81" y="99"/>
                      <a:pt x="83" y="99"/>
                    </a:cubicBezTo>
                    <a:cubicBezTo>
                      <a:pt x="82" y="98"/>
                      <a:pt x="82" y="98"/>
                      <a:pt x="82" y="98"/>
                    </a:cubicBezTo>
                    <a:cubicBezTo>
                      <a:pt x="84" y="98"/>
                      <a:pt x="85" y="97"/>
                      <a:pt x="85" y="95"/>
                    </a:cubicBezTo>
                    <a:cubicBezTo>
                      <a:pt x="86" y="95"/>
                      <a:pt x="87" y="95"/>
                      <a:pt x="87" y="96"/>
                    </a:cubicBezTo>
                    <a:cubicBezTo>
                      <a:pt x="88" y="93"/>
                      <a:pt x="88" y="93"/>
                      <a:pt x="88" y="93"/>
                    </a:cubicBezTo>
                    <a:cubicBezTo>
                      <a:pt x="91" y="92"/>
                      <a:pt x="90" y="93"/>
                      <a:pt x="91" y="90"/>
                    </a:cubicBezTo>
                    <a:cubicBezTo>
                      <a:pt x="91" y="92"/>
                      <a:pt x="91" y="92"/>
                      <a:pt x="92" y="93"/>
                    </a:cubicBezTo>
                    <a:cubicBezTo>
                      <a:pt x="93" y="93"/>
                      <a:pt x="93" y="93"/>
                      <a:pt x="93" y="93"/>
                    </a:cubicBezTo>
                    <a:cubicBezTo>
                      <a:pt x="94" y="91"/>
                      <a:pt x="94" y="91"/>
                      <a:pt x="94" y="91"/>
                    </a:cubicBezTo>
                    <a:cubicBezTo>
                      <a:pt x="94" y="90"/>
                      <a:pt x="95" y="89"/>
                      <a:pt x="96" y="89"/>
                    </a:cubicBezTo>
                    <a:cubicBezTo>
                      <a:pt x="95" y="87"/>
                      <a:pt x="95" y="89"/>
                      <a:pt x="96" y="87"/>
                    </a:cubicBezTo>
                    <a:cubicBezTo>
                      <a:pt x="98" y="86"/>
                      <a:pt x="97" y="86"/>
                      <a:pt x="98" y="86"/>
                    </a:cubicBezTo>
                    <a:cubicBezTo>
                      <a:pt x="98" y="85"/>
                      <a:pt x="99" y="84"/>
                      <a:pt x="99" y="83"/>
                    </a:cubicBezTo>
                    <a:cubicBezTo>
                      <a:pt x="101" y="82"/>
                      <a:pt x="101" y="82"/>
                      <a:pt x="101" y="82"/>
                    </a:cubicBezTo>
                    <a:cubicBezTo>
                      <a:pt x="102" y="84"/>
                      <a:pt x="102" y="82"/>
                      <a:pt x="102" y="85"/>
                    </a:cubicBezTo>
                    <a:cubicBezTo>
                      <a:pt x="103" y="88"/>
                      <a:pt x="103" y="88"/>
                      <a:pt x="103" y="88"/>
                    </a:cubicBezTo>
                    <a:cubicBezTo>
                      <a:pt x="103" y="89"/>
                      <a:pt x="103" y="88"/>
                      <a:pt x="103" y="90"/>
                    </a:cubicBezTo>
                    <a:cubicBezTo>
                      <a:pt x="103" y="90"/>
                      <a:pt x="103" y="90"/>
                      <a:pt x="103" y="90"/>
                    </a:cubicBezTo>
                    <a:cubicBezTo>
                      <a:pt x="103" y="92"/>
                      <a:pt x="103" y="92"/>
                      <a:pt x="104" y="93"/>
                    </a:cubicBezTo>
                    <a:cubicBezTo>
                      <a:pt x="102" y="94"/>
                      <a:pt x="102" y="94"/>
                      <a:pt x="102" y="94"/>
                    </a:cubicBezTo>
                    <a:cubicBezTo>
                      <a:pt x="104" y="96"/>
                      <a:pt x="104" y="96"/>
                      <a:pt x="105" y="99"/>
                    </a:cubicBezTo>
                    <a:cubicBezTo>
                      <a:pt x="106" y="105"/>
                      <a:pt x="106" y="105"/>
                      <a:pt x="106" y="105"/>
                    </a:cubicBezTo>
                    <a:cubicBezTo>
                      <a:pt x="106" y="105"/>
                      <a:pt x="105" y="105"/>
                      <a:pt x="105" y="105"/>
                    </a:cubicBezTo>
                    <a:cubicBezTo>
                      <a:pt x="104" y="106"/>
                      <a:pt x="104" y="106"/>
                      <a:pt x="104" y="106"/>
                    </a:cubicBezTo>
                    <a:cubicBezTo>
                      <a:pt x="104" y="104"/>
                      <a:pt x="105" y="107"/>
                      <a:pt x="102" y="103"/>
                    </a:cubicBezTo>
                    <a:cubicBezTo>
                      <a:pt x="102" y="108"/>
                      <a:pt x="102" y="115"/>
                      <a:pt x="105" y="116"/>
                    </a:cubicBezTo>
                    <a:cubicBezTo>
                      <a:pt x="104" y="123"/>
                      <a:pt x="104" y="123"/>
                      <a:pt x="104" y="123"/>
                    </a:cubicBezTo>
                    <a:cubicBezTo>
                      <a:pt x="103" y="123"/>
                      <a:pt x="103" y="124"/>
                      <a:pt x="103" y="123"/>
                    </a:cubicBezTo>
                    <a:cubicBezTo>
                      <a:pt x="103" y="123"/>
                      <a:pt x="103" y="124"/>
                      <a:pt x="103" y="124"/>
                    </a:cubicBezTo>
                    <a:cubicBezTo>
                      <a:pt x="102" y="123"/>
                      <a:pt x="102" y="123"/>
                      <a:pt x="101" y="122"/>
                    </a:cubicBezTo>
                    <a:cubicBezTo>
                      <a:pt x="99" y="125"/>
                      <a:pt x="99" y="125"/>
                      <a:pt x="99" y="125"/>
                    </a:cubicBezTo>
                    <a:cubicBezTo>
                      <a:pt x="99" y="125"/>
                      <a:pt x="99" y="125"/>
                      <a:pt x="98" y="125"/>
                    </a:cubicBezTo>
                    <a:cubicBezTo>
                      <a:pt x="98" y="125"/>
                      <a:pt x="98" y="125"/>
                      <a:pt x="98" y="125"/>
                    </a:cubicBezTo>
                    <a:cubicBezTo>
                      <a:pt x="98" y="125"/>
                      <a:pt x="98" y="124"/>
                      <a:pt x="98" y="124"/>
                    </a:cubicBezTo>
                    <a:cubicBezTo>
                      <a:pt x="98" y="124"/>
                      <a:pt x="98" y="124"/>
                      <a:pt x="97" y="124"/>
                    </a:cubicBezTo>
                    <a:cubicBezTo>
                      <a:pt x="97" y="124"/>
                      <a:pt x="97" y="124"/>
                      <a:pt x="97" y="123"/>
                    </a:cubicBezTo>
                    <a:cubicBezTo>
                      <a:pt x="93" y="122"/>
                      <a:pt x="93" y="122"/>
                      <a:pt x="93" y="122"/>
                    </a:cubicBezTo>
                    <a:cubicBezTo>
                      <a:pt x="89" y="121"/>
                      <a:pt x="83" y="123"/>
                      <a:pt x="79" y="125"/>
                    </a:cubicBezTo>
                    <a:cubicBezTo>
                      <a:pt x="78" y="126"/>
                      <a:pt x="77" y="128"/>
                      <a:pt x="77" y="130"/>
                    </a:cubicBezTo>
                    <a:cubicBezTo>
                      <a:pt x="76" y="130"/>
                      <a:pt x="76" y="130"/>
                      <a:pt x="75" y="131"/>
                    </a:cubicBezTo>
                    <a:cubicBezTo>
                      <a:pt x="75" y="131"/>
                      <a:pt x="75" y="131"/>
                      <a:pt x="75" y="131"/>
                    </a:cubicBezTo>
                    <a:cubicBezTo>
                      <a:pt x="58" y="145"/>
                      <a:pt x="58" y="145"/>
                      <a:pt x="58" y="145"/>
                    </a:cubicBezTo>
                    <a:cubicBezTo>
                      <a:pt x="57" y="144"/>
                      <a:pt x="57" y="144"/>
                      <a:pt x="57" y="144"/>
                    </a:cubicBezTo>
                    <a:cubicBezTo>
                      <a:pt x="56" y="145"/>
                      <a:pt x="56" y="145"/>
                      <a:pt x="56" y="145"/>
                    </a:cubicBezTo>
                    <a:cubicBezTo>
                      <a:pt x="56" y="143"/>
                      <a:pt x="56" y="144"/>
                      <a:pt x="56" y="142"/>
                    </a:cubicBezTo>
                    <a:cubicBezTo>
                      <a:pt x="55" y="143"/>
                      <a:pt x="55" y="143"/>
                      <a:pt x="55" y="143"/>
                    </a:cubicBezTo>
                    <a:cubicBezTo>
                      <a:pt x="55" y="143"/>
                      <a:pt x="54" y="145"/>
                      <a:pt x="55" y="143"/>
                    </a:cubicBezTo>
                    <a:cubicBezTo>
                      <a:pt x="54" y="143"/>
                      <a:pt x="54" y="143"/>
                      <a:pt x="54" y="142"/>
                    </a:cubicBezTo>
                    <a:cubicBezTo>
                      <a:pt x="54" y="141"/>
                      <a:pt x="54" y="141"/>
                      <a:pt x="54" y="140"/>
                    </a:cubicBezTo>
                    <a:close/>
                    <a:moveTo>
                      <a:pt x="96" y="87"/>
                    </a:moveTo>
                    <a:cubicBezTo>
                      <a:pt x="95" y="88"/>
                      <a:pt x="96" y="88"/>
                      <a:pt x="94" y="87"/>
                    </a:cubicBezTo>
                    <a:cubicBezTo>
                      <a:pt x="95" y="87"/>
                      <a:pt x="94" y="87"/>
                      <a:pt x="95" y="86"/>
                    </a:cubicBezTo>
                    <a:cubicBezTo>
                      <a:pt x="97" y="86"/>
                      <a:pt x="96" y="87"/>
                      <a:pt x="96" y="87"/>
                    </a:cubicBezTo>
                    <a:close/>
                    <a:moveTo>
                      <a:pt x="59" y="92"/>
                    </a:moveTo>
                    <a:cubicBezTo>
                      <a:pt x="62" y="94"/>
                      <a:pt x="62" y="91"/>
                      <a:pt x="63" y="90"/>
                    </a:cubicBezTo>
                    <a:cubicBezTo>
                      <a:pt x="63" y="90"/>
                      <a:pt x="63" y="90"/>
                      <a:pt x="63" y="90"/>
                    </a:cubicBezTo>
                    <a:cubicBezTo>
                      <a:pt x="63" y="88"/>
                      <a:pt x="63" y="88"/>
                      <a:pt x="63" y="88"/>
                    </a:cubicBezTo>
                    <a:cubicBezTo>
                      <a:pt x="65" y="84"/>
                      <a:pt x="62" y="88"/>
                      <a:pt x="66" y="83"/>
                    </a:cubicBezTo>
                    <a:cubicBezTo>
                      <a:pt x="65" y="81"/>
                      <a:pt x="66" y="82"/>
                      <a:pt x="65" y="81"/>
                    </a:cubicBezTo>
                    <a:cubicBezTo>
                      <a:pt x="64" y="84"/>
                      <a:pt x="65" y="81"/>
                      <a:pt x="63" y="84"/>
                    </a:cubicBezTo>
                    <a:cubicBezTo>
                      <a:pt x="62" y="86"/>
                      <a:pt x="61" y="91"/>
                      <a:pt x="59" y="92"/>
                    </a:cubicBezTo>
                    <a:close/>
                    <a:moveTo>
                      <a:pt x="66" y="80"/>
                    </a:moveTo>
                    <a:cubicBezTo>
                      <a:pt x="66" y="81"/>
                      <a:pt x="66" y="81"/>
                      <a:pt x="66" y="81"/>
                    </a:cubicBezTo>
                    <a:cubicBezTo>
                      <a:pt x="66" y="81"/>
                      <a:pt x="66" y="81"/>
                      <a:pt x="65" y="80"/>
                    </a:cubicBezTo>
                    <a:cubicBezTo>
                      <a:pt x="66" y="80"/>
                      <a:pt x="66" y="80"/>
                      <a:pt x="66" y="80"/>
                    </a:cubicBezTo>
                    <a:close/>
                    <a:moveTo>
                      <a:pt x="67" y="78"/>
                    </a:moveTo>
                    <a:cubicBezTo>
                      <a:pt x="66" y="79"/>
                      <a:pt x="67" y="78"/>
                      <a:pt x="66" y="80"/>
                    </a:cubicBezTo>
                    <a:cubicBezTo>
                      <a:pt x="67" y="80"/>
                      <a:pt x="67" y="80"/>
                      <a:pt x="67" y="80"/>
                    </a:cubicBezTo>
                    <a:lnTo>
                      <a:pt x="67" y="78"/>
                    </a:lnTo>
                    <a:close/>
                    <a:moveTo>
                      <a:pt x="67" y="78"/>
                    </a:moveTo>
                    <a:cubicBezTo>
                      <a:pt x="68" y="77"/>
                      <a:pt x="67" y="77"/>
                      <a:pt x="68" y="77"/>
                    </a:cubicBezTo>
                    <a:cubicBezTo>
                      <a:pt x="68" y="78"/>
                      <a:pt x="68" y="77"/>
                      <a:pt x="67" y="78"/>
                    </a:cubicBezTo>
                    <a:close/>
                    <a:moveTo>
                      <a:pt x="70" y="75"/>
                    </a:moveTo>
                    <a:cubicBezTo>
                      <a:pt x="69" y="75"/>
                      <a:pt x="69" y="75"/>
                      <a:pt x="69" y="75"/>
                    </a:cubicBezTo>
                    <a:cubicBezTo>
                      <a:pt x="68" y="77"/>
                      <a:pt x="68" y="77"/>
                      <a:pt x="68" y="77"/>
                    </a:cubicBezTo>
                    <a:cubicBezTo>
                      <a:pt x="69" y="76"/>
                      <a:pt x="69" y="77"/>
                      <a:pt x="69" y="76"/>
                    </a:cubicBezTo>
                    <a:cubicBezTo>
                      <a:pt x="70" y="75"/>
                      <a:pt x="69" y="76"/>
                      <a:pt x="70" y="75"/>
                    </a:cubicBezTo>
                    <a:close/>
                    <a:moveTo>
                      <a:pt x="70" y="75"/>
                    </a:moveTo>
                    <a:cubicBezTo>
                      <a:pt x="69" y="74"/>
                      <a:pt x="69" y="74"/>
                      <a:pt x="69" y="74"/>
                    </a:cubicBezTo>
                    <a:cubicBezTo>
                      <a:pt x="71" y="74"/>
                      <a:pt x="70" y="74"/>
                      <a:pt x="71" y="74"/>
                    </a:cubicBezTo>
                    <a:cubicBezTo>
                      <a:pt x="70" y="75"/>
                      <a:pt x="70" y="75"/>
                      <a:pt x="70" y="75"/>
                    </a:cubicBezTo>
                    <a:close/>
                    <a:moveTo>
                      <a:pt x="71" y="72"/>
                    </a:moveTo>
                    <a:cubicBezTo>
                      <a:pt x="72" y="71"/>
                      <a:pt x="72" y="72"/>
                      <a:pt x="72" y="71"/>
                    </a:cubicBezTo>
                    <a:cubicBezTo>
                      <a:pt x="72" y="72"/>
                      <a:pt x="72" y="72"/>
                      <a:pt x="71" y="73"/>
                    </a:cubicBezTo>
                    <a:cubicBezTo>
                      <a:pt x="71" y="72"/>
                      <a:pt x="71" y="72"/>
                      <a:pt x="71" y="72"/>
                    </a:cubicBezTo>
                    <a:close/>
                    <a:moveTo>
                      <a:pt x="138" y="63"/>
                    </a:moveTo>
                    <a:cubicBezTo>
                      <a:pt x="140" y="61"/>
                      <a:pt x="142" y="60"/>
                      <a:pt x="143" y="58"/>
                    </a:cubicBezTo>
                    <a:cubicBezTo>
                      <a:pt x="144" y="59"/>
                      <a:pt x="144" y="58"/>
                      <a:pt x="144" y="61"/>
                    </a:cubicBezTo>
                    <a:cubicBezTo>
                      <a:pt x="144" y="62"/>
                      <a:pt x="144" y="64"/>
                      <a:pt x="144" y="65"/>
                    </a:cubicBezTo>
                    <a:cubicBezTo>
                      <a:pt x="144" y="65"/>
                      <a:pt x="145" y="70"/>
                      <a:pt x="144" y="72"/>
                    </a:cubicBezTo>
                    <a:cubicBezTo>
                      <a:pt x="144" y="73"/>
                      <a:pt x="144" y="88"/>
                      <a:pt x="145" y="89"/>
                    </a:cubicBezTo>
                    <a:cubicBezTo>
                      <a:pt x="146" y="96"/>
                      <a:pt x="146" y="96"/>
                      <a:pt x="146" y="96"/>
                    </a:cubicBezTo>
                    <a:cubicBezTo>
                      <a:pt x="146" y="98"/>
                      <a:pt x="146" y="100"/>
                      <a:pt x="146" y="102"/>
                    </a:cubicBezTo>
                    <a:cubicBezTo>
                      <a:pt x="147" y="103"/>
                      <a:pt x="147" y="113"/>
                      <a:pt x="148" y="115"/>
                    </a:cubicBezTo>
                    <a:cubicBezTo>
                      <a:pt x="148" y="120"/>
                      <a:pt x="148" y="126"/>
                      <a:pt x="148" y="130"/>
                    </a:cubicBezTo>
                    <a:cubicBezTo>
                      <a:pt x="149" y="139"/>
                      <a:pt x="148" y="149"/>
                      <a:pt x="149" y="158"/>
                    </a:cubicBezTo>
                    <a:cubicBezTo>
                      <a:pt x="148" y="159"/>
                      <a:pt x="149" y="159"/>
                      <a:pt x="148" y="159"/>
                    </a:cubicBezTo>
                    <a:cubicBezTo>
                      <a:pt x="149" y="160"/>
                      <a:pt x="148" y="160"/>
                      <a:pt x="149" y="160"/>
                    </a:cubicBezTo>
                    <a:cubicBezTo>
                      <a:pt x="149" y="161"/>
                      <a:pt x="149" y="162"/>
                      <a:pt x="148" y="162"/>
                    </a:cubicBezTo>
                    <a:cubicBezTo>
                      <a:pt x="148" y="180"/>
                      <a:pt x="148" y="180"/>
                      <a:pt x="148" y="180"/>
                    </a:cubicBezTo>
                    <a:cubicBezTo>
                      <a:pt x="148" y="180"/>
                      <a:pt x="148" y="180"/>
                      <a:pt x="148" y="180"/>
                    </a:cubicBezTo>
                    <a:cubicBezTo>
                      <a:pt x="143" y="169"/>
                      <a:pt x="143" y="169"/>
                      <a:pt x="143" y="169"/>
                    </a:cubicBezTo>
                    <a:cubicBezTo>
                      <a:pt x="143" y="169"/>
                      <a:pt x="143" y="169"/>
                      <a:pt x="143" y="169"/>
                    </a:cubicBezTo>
                    <a:cubicBezTo>
                      <a:pt x="143" y="169"/>
                      <a:pt x="143" y="169"/>
                      <a:pt x="143" y="169"/>
                    </a:cubicBezTo>
                    <a:cubicBezTo>
                      <a:pt x="142" y="166"/>
                      <a:pt x="142" y="166"/>
                      <a:pt x="141" y="166"/>
                    </a:cubicBezTo>
                    <a:cubicBezTo>
                      <a:pt x="141" y="164"/>
                      <a:pt x="141" y="164"/>
                      <a:pt x="140" y="162"/>
                    </a:cubicBezTo>
                    <a:cubicBezTo>
                      <a:pt x="140" y="162"/>
                      <a:pt x="140" y="162"/>
                      <a:pt x="140" y="162"/>
                    </a:cubicBezTo>
                    <a:cubicBezTo>
                      <a:pt x="138" y="160"/>
                      <a:pt x="138" y="160"/>
                      <a:pt x="138" y="160"/>
                    </a:cubicBezTo>
                    <a:cubicBezTo>
                      <a:pt x="138" y="156"/>
                      <a:pt x="135" y="152"/>
                      <a:pt x="136" y="149"/>
                    </a:cubicBezTo>
                    <a:cubicBezTo>
                      <a:pt x="136" y="148"/>
                      <a:pt x="136" y="148"/>
                      <a:pt x="136" y="148"/>
                    </a:cubicBezTo>
                    <a:cubicBezTo>
                      <a:pt x="137" y="144"/>
                      <a:pt x="137" y="144"/>
                      <a:pt x="137" y="144"/>
                    </a:cubicBezTo>
                    <a:cubicBezTo>
                      <a:pt x="136" y="142"/>
                      <a:pt x="136" y="142"/>
                      <a:pt x="136" y="142"/>
                    </a:cubicBezTo>
                    <a:cubicBezTo>
                      <a:pt x="136" y="141"/>
                      <a:pt x="137" y="141"/>
                      <a:pt x="137" y="140"/>
                    </a:cubicBezTo>
                    <a:cubicBezTo>
                      <a:pt x="137" y="137"/>
                      <a:pt x="139" y="137"/>
                      <a:pt x="138" y="135"/>
                    </a:cubicBezTo>
                    <a:cubicBezTo>
                      <a:pt x="140" y="135"/>
                      <a:pt x="140" y="135"/>
                      <a:pt x="140" y="135"/>
                    </a:cubicBezTo>
                    <a:cubicBezTo>
                      <a:pt x="140" y="133"/>
                      <a:pt x="140" y="133"/>
                      <a:pt x="142" y="132"/>
                    </a:cubicBezTo>
                    <a:cubicBezTo>
                      <a:pt x="142" y="129"/>
                      <a:pt x="142" y="129"/>
                      <a:pt x="142" y="129"/>
                    </a:cubicBezTo>
                    <a:cubicBezTo>
                      <a:pt x="140" y="130"/>
                      <a:pt x="142" y="129"/>
                      <a:pt x="140" y="130"/>
                    </a:cubicBezTo>
                    <a:cubicBezTo>
                      <a:pt x="140" y="128"/>
                      <a:pt x="141" y="128"/>
                      <a:pt x="143" y="126"/>
                    </a:cubicBezTo>
                    <a:cubicBezTo>
                      <a:pt x="142" y="125"/>
                      <a:pt x="142" y="125"/>
                      <a:pt x="143" y="123"/>
                    </a:cubicBezTo>
                    <a:cubicBezTo>
                      <a:pt x="141" y="122"/>
                      <a:pt x="141" y="122"/>
                      <a:pt x="141" y="122"/>
                    </a:cubicBezTo>
                    <a:cubicBezTo>
                      <a:pt x="142" y="120"/>
                      <a:pt x="141" y="119"/>
                      <a:pt x="142" y="116"/>
                    </a:cubicBezTo>
                    <a:cubicBezTo>
                      <a:pt x="142" y="113"/>
                      <a:pt x="143" y="113"/>
                      <a:pt x="143" y="111"/>
                    </a:cubicBezTo>
                    <a:cubicBezTo>
                      <a:pt x="143" y="111"/>
                      <a:pt x="142" y="110"/>
                      <a:pt x="142" y="110"/>
                    </a:cubicBezTo>
                    <a:cubicBezTo>
                      <a:pt x="141" y="110"/>
                      <a:pt x="141" y="110"/>
                      <a:pt x="141" y="110"/>
                    </a:cubicBezTo>
                    <a:cubicBezTo>
                      <a:pt x="142" y="108"/>
                      <a:pt x="141" y="109"/>
                      <a:pt x="142" y="109"/>
                    </a:cubicBezTo>
                    <a:cubicBezTo>
                      <a:pt x="142" y="106"/>
                      <a:pt x="142" y="107"/>
                      <a:pt x="143" y="106"/>
                    </a:cubicBezTo>
                    <a:cubicBezTo>
                      <a:pt x="144" y="103"/>
                      <a:pt x="142" y="106"/>
                      <a:pt x="143" y="104"/>
                    </a:cubicBezTo>
                    <a:cubicBezTo>
                      <a:pt x="143" y="102"/>
                      <a:pt x="143" y="105"/>
                      <a:pt x="144" y="102"/>
                    </a:cubicBezTo>
                    <a:cubicBezTo>
                      <a:pt x="144" y="102"/>
                      <a:pt x="144" y="101"/>
                      <a:pt x="144" y="100"/>
                    </a:cubicBezTo>
                    <a:cubicBezTo>
                      <a:pt x="144" y="101"/>
                      <a:pt x="144" y="101"/>
                      <a:pt x="144" y="100"/>
                    </a:cubicBezTo>
                    <a:cubicBezTo>
                      <a:pt x="145" y="96"/>
                      <a:pt x="144" y="96"/>
                      <a:pt x="141" y="95"/>
                    </a:cubicBezTo>
                    <a:cubicBezTo>
                      <a:pt x="141" y="92"/>
                      <a:pt x="141" y="92"/>
                      <a:pt x="141" y="92"/>
                    </a:cubicBezTo>
                    <a:cubicBezTo>
                      <a:pt x="141" y="92"/>
                      <a:pt x="141" y="91"/>
                      <a:pt x="142" y="91"/>
                    </a:cubicBezTo>
                    <a:cubicBezTo>
                      <a:pt x="144" y="89"/>
                      <a:pt x="141" y="92"/>
                      <a:pt x="142" y="91"/>
                    </a:cubicBezTo>
                    <a:cubicBezTo>
                      <a:pt x="143" y="90"/>
                      <a:pt x="143" y="90"/>
                      <a:pt x="143" y="90"/>
                    </a:cubicBezTo>
                    <a:cubicBezTo>
                      <a:pt x="144" y="80"/>
                      <a:pt x="143" y="85"/>
                      <a:pt x="140" y="81"/>
                    </a:cubicBezTo>
                    <a:cubicBezTo>
                      <a:pt x="141" y="80"/>
                      <a:pt x="140" y="77"/>
                      <a:pt x="142" y="76"/>
                    </a:cubicBezTo>
                    <a:cubicBezTo>
                      <a:pt x="142" y="73"/>
                      <a:pt x="142" y="75"/>
                      <a:pt x="140" y="72"/>
                    </a:cubicBezTo>
                    <a:cubicBezTo>
                      <a:pt x="140" y="71"/>
                      <a:pt x="140" y="70"/>
                      <a:pt x="140" y="69"/>
                    </a:cubicBezTo>
                    <a:cubicBezTo>
                      <a:pt x="139" y="65"/>
                      <a:pt x="139" y="65"/>
                      <a:pt x="139" y="65"/>
                    </a:cubicBezTo>
                    <a:cubicBezTo>
                      <a:pt x="138" y="64"/>
                      <a:pt x="138" y="65"/>
                      <a:pt x="138" y="63"/>
                    </a:cubicBezTo>
                    <a:close/>
                    <a:moveTo>
                      <a:pt x="92" y="57"/>
                    </a:moveTo>
                    <a:cubicBezTo>
                      <a:pt x="93" y="58"/>
                      <a:pt x="93" y="58"/>
                      <a:pt x="93" y="58"/>
                    </a:cubicBezTo>
                    <a:cubicBezTo>
                      <a:pt x="91" y="57"/>
                      <a:pt x="93" y="58"/>
                      <a:pt x="91" y="58"/>
                    </a:cubicBezTo>
                    <a:cubicBezTo>
                      <a:pt x="90" y="60"/>
                      <a:pt x="90" y="59"/>
                      <a:pt x="89" y="60"/>
                    </a:cubicBezTo>
                    <a:cubicBezTo>
                      <a:pt x="84" y="64"/>
                      <a:pt x="84" y="64"/>
                      <a:pt x="84" y="64"/>
                    </a:cubicBezTo>
                    <a:cubicBezTo>
                      <a:pt x="84" y="64"/>
                      <a:pt x="84" y="64"/>
                      <a:pt x="84" y="64"/>
                    </a:cubicBezTo>
                    <a:cubicBezTo>
                      <a:pt x="84" y="64"/>
                      <a:pt x="84" y="64"/>
                      <a:pt x="84" y="64"/>
                    </a:cubicBezTo>
                    <a:cubicBezTo>
                      <a:pt x="82" y="66"/>
                      <a:pt x="82" y="66"/>
                      <a:pt x="82" y="66"/>
                    </a:cubicBezTo>
                    <a:cubicBezTo>
                      <a:pt x="80" y="67"/>
                      <a:pt x="81" y="66"/>
                      <a:pt x="80" y="68"/>
                    </a:cubicBezTo>
                    <a:cubicBezTo>
                      <a:pt x="79" y="70"/>
                      <a:pt x="78" y="70"/>
                      <a:pt x="77" y="71"/>
                    </a:cubicBezTo>
                    <a:cubicBezTo>
                      <a:pt x="75" y="72"/>
                      <a:pt x="77" y="72"/>
                      <a:pt x="75" y="73"/>
                    </a:cubicBezTo>
                    <a:cubicBezTo>
                      <a:pt x="76" y="73"/>
                      <a:pt x="76" y="73"/>
                      <a:pt x="75" y="74"/>
                    </a:cubicBezTo>
                    <a:cubicBezTo>
                      <a:pt x="75" y="75"/>
                      <a:pt x="75" y="75"/>
                      <a:pt x="75" y="75"/>
                    </a:cubicBezTo>
                    <a:cubicBezTo>
                      <a:pt x="74" y="74"/>
                      <a:pt x="75" y="74"/>
                      <a:pt x="73" y="75"/>
                    </a:cubicBezTo>
                    <a:cubicBezTo>
                      <a:pt x="72" y="76"/>
                      <a:pt x="71" y="79"/>
                      <a:pt x="71" y="79"/>
                    </a:cubicBezTo>
                    <a:cubicBezTo>
                      <a:pt x="70" y="79"/>
                      <a:pt x="70" y="79"/>
                      <a:pt x="70" y="79"/>
                    </a:cubicBezTo>
                    <a:cubicBezTo>
                      <a:pt x="69" y="83"/>
                      <a:pt x="67" y="81"/>
                      <a:pt x="67" y="85"/>
                    </a:cubicBezTo>
                    <a:cubicBezTo>
                      <a:pt x="66" y="87"/>
                      <a:pt x="66" y="87"/>
                      <a:pt x="66" y="87"/>
                    </a:cubicBezTo>
                    <a:cubicBezTo>
                      <a:pt x="65" y="85"/>
                      <a:pt x="66" y="87"/>
                      <a:pt x="65" y="87"/>
                    </a:cubicBezTo>
                    <a:cubicBezTo>
                      <a:pt x="65" y="87"/>
                      <a:pt x="65" y="87"/>
                      <a:pt x="65" y="87"/>
                    </a:cubicBezTo>
                    <a:cubicBezTo>
                      <a:pt x="65" y="87"/>
                      <a:pt x="65" y="87"/>
                      <a:pt x="65" y="87"/>
                    </a:cubicBezTo>
                    <a:cubicBezTo>
                      <a:pt x="64" y="87"/>
                      <a:pt x="64" y="87"/>
                      <a:pt x="64" y="87"/>
                    </a:cubicBezTo>
                    <a:cubicBezTo>
                      <a:pt x="64" y="87"/>
                      <a:pt x="64" y="87"/>
                      <a:pt x="64" y="87"/>
                    </a:cubicBezTo>
                    <a:cubicBezTo>
                      <a:pt x="64" y="88"/>
                      <a:pt x="64" y="88"/>
                      <a:pt x="65" y="89"/>
                    </a:cubicBezTo>
                    <a:cubicBezTo>
                      <a:pt x="65" y="90"/>
                      <a:pt x="65" y="89"/>
                      <a:pt x="66" y="89"/>
                    </a:cubicBezTo>
                    <a:cubicBezTo>
                      <a:pt x="67" y="90"/>
                      <a:pt x="66" y="90"/>
                      <a:pt x="68" y="88"/>
                    </a:cubicBezTo>
                    <a:cubicBezTo>
                      <a:pt x="70" y="86"/>
                      <a:pt x="70" y="86"/>
                      <a:pt x="70" y="86"/>
                    </a:cubicBezTo>
                    <a:cubicBezTo>
                      <a:pt x="71" y="86"/>
                      <a:pt x="70" y="86"/>
                      <a:pt x="71" y="86"/>
                    </a:cubicBezTo>
                    <a:cubicBezTo>
                      <a:pt x="76" y="82"/>
                      <a:pt x="76" y="82"/>
                      <a:pt x="76" y="82"/>
                    </a:cubicBezTo>
                    <a:cubicBezTo>
                      <a:pt x="77" y="81"/>
                      <a:pt x="77" y="82"/>
                      <a:pt x="77" y="79"/>
                    </a:cubicBezTo>
                    <a:cubicBezTo>
                      <a:pt x="80" y="79"/>
                      <a:pt x="79" y="79"/>
                      <a:pt x="81" y="77"/>
                    </a:cubicBezTo>
                    <a:cubicBezTo>
                      <a:pt x="82" y="77"/>
                      <a:pt x="81" y="77"/>
                      <a:pt x="82" y="76"/>
                    </a:cubicBezTo>
                    <a:cubicBezTo>
                      <a:pt x="83" y="76"/>
                      <a:pt x="82" y="76"/>
                      <a:pt x="83" y="76"/>
                    </a:cubicBezTo>
                    <a:cubicBezTo>
                      <a:pt x="84" y="75"/>
                      <a:pt x="84" y="76"/>
                      <a:pt x="85" y="76"/>
                    </a:cubicBezTo>
                    <a:cubicBezTo>
                      <a:pt x="83" y="75"/>
                      <a:pt x="83" y="75"/>
                      <a:pt x="83" y="75"/>
                    </a:cubicBezTo>
                    <a:cubicBezTo>
                      <a:pt x="87" y="74"/>
                      <a:pt x="87" y="72"/>
                      <a:pt x="90" y="70"/>
                    </a:cubicBezTo>
                    <a:cubicBezTo>
                      <a:pt x="90" y="70"/>
                      <a:pt x="91" y="70"/>
                      <a:pt x="91" y="70"/>
                    </a:cubicBezTo>
                    <a:cubicBezTo>
                      <a:pt x="92" y="69"/>
                      <a:pt x="91" y="69"/>
                      <a:pt x="92" y="69"/>
                    </a:cubicBezTo>
                    <a:cubicBezTo>
                      <a:pt x="93" y="68"/>
                      <a:pt x="95" y="67"/>
                      <a:pt x="97" y="67"/>
                    </a:cubicBezTo>
                    <a:cubicBezTo>
                      <a:pt x="97" y="60"/>
                      <a:pt x="97" y="64"/>
                      <a:pt x="96" y="62"/>
                    </a:cubicBezTo>
                    <a:cubicBezTo>
                      <a:pt x="96" y="61"/>
                      <a:pt x="96" y="60"/>
                      <a:pt x="96" y="58"/>
                    </a:cubicBezTo>
                    <a:cubicBezTo>
                      <a:pt x="96" y="58"/>
                      <a:pt x="96" y="58"/>
                      <a:pt x="96" y="57"/>
                    </a:cubicBezTo>
                    <a:cubicBezTo>
                      <a:pt x="96" y="57"/>
                      <a:pt x="96" y="57"/>
                      <a:pt x="96" y="57"/>
                    </a:cubicBezTo>
                    <a:cubicBezTo>
                      <a:pt x="96" y="56"/>
                      <a:pt x="96" y="56"/>
                      <a:pt x="96" y="56"/>
                    </a:cubicBezTo>
                    <a:cubicBezTo>
                      <a:pt x="96" y="56"/>
                      <a:pt x="96" y="56"/>
                      <a:pt x="96" y="56"/>
                    </a:cubicBezTo>
                    <a:cubicBezTo>
                      <a:pt x="96" y="54"/>
                      <a:pt x="96" y="54"/>
                      <a:pt x="96" y="54"/>
                    </a:cubicBezTo>
                    <a:cubicBezTo>
                      <a:pt x="95" y="55"/>
                      <a:pt x="94" y="56"/>
                      <a:pt x="92" y="57"/>
                    </a:cubicBezTo>
                    <a:close/>
                    <a:moveTo>
                      <a:pt x="109" y="39"/>
                    </a:moveTo>
                    <a:cubicBezTo>
                      <a:pt x="108" y="40"/>
                      <a:pt x="108" y="40"/>
                      <a:pt x="108" y="40"/>
                    </a:cubicBezTo>
                    <a:cubicBezTo>
                      <a:pt x="106" y="39"/>
                      <a:pt x="107" y="42"/>
                      <a:pt x="105" y="40"/>
                    </a:cubicBezTo>
                    <a:cubicBezTo>
                      <a:pt x="107" y="39"/>
                      <a:pt x="105" y="39"/>
                      <a:pt x="109" y="39"/>
                    </a:cubicBezTo>
                    <a:close/>
                    <a:moveTo>
                      <a:pt x="109" y="39"/>
                    </a:moveTo>
                    <a:cubicBezTo>
                      <a:pt x="109" y="38"/>
                      <a:pt x="109" y="38"/>
                      <a:pt x="109" y="38"/>
                    </a:cubicBezTo>
                    <a:cubicBezTo>
                      <a:pt x="108" y="38"/>
                      <a:pt x="109" y="38"/>
                      <a:pt x="109" y="39"/>
                    </a:cubicBezTo>
                    <a:close/>
                    <a:moveTo>
                      <a:pt x="123" y="34"/>
                    </a:moveTo>
                    <a:cubicBezTo>
                      <a:pt x="124" y="33"/>
                      <a:pt x="124" y="32"/>
                      <a:pt x="125" y="32"/>
                    </a:cubicBezTo>
                    <a:cubicBezTo>
                      <a:pt x="126" y="32"/>
                      <a:pt x="126" y="32"/>
                      <a:pt x="126" y="32"/>
                    </a:cubicBezTo>
                    <a:cubicBezTo>
                      <a:pt x="126" y="32"/>
                      <a:pt x="127" y="32"/>
                      <a:pt x="127" y="32"/>
                    </a:cubicBezTo>
                    <a:cubicBezTo>
                      <a:pt x="125" y="33"/>
                      <a:pt x="126" y="33"/>
                      <a:pt x="125" y="34"/>
                    </a:cubicBezTo>
                    <a:cubicBezTo>
                      <a:pt x="125" y="37"/>
                      <a:pt x="124" y="38"/>
                      <a:pt x="124" y="42"/>
                    </a:cubicBezTo>
                    <a:cubicBezTo>
                      <a:pt x="123" y="42"/>
                      <a:pt x="123" y="45"/>
                      <a:pt x="124" y="46"/>
                    </a:cubicBezTo>
                    <a:cubicBezTo>
                      <a:pt x="123" y="47"/>
                      <a:pt x="123" y="47"/>
                      <a:pt x="123" y="47"/>
                    </a:cubicBezTo>
                    <a:cubicBezTo>
                      <a:pt x="123" y="49"/>
                      <a:pt x="123" y="49"/>
                      <a:pt x="124" y="51"/>
                    </a:cubicBezTo>
                    <a:cubicBezTo>
                      <a:pt x="124" y="52"/>
                      <a:pt x="124" y="50"/>
                      <a:pt x="124" y="52"/>
                    </a:cubicBezTo>
                    <a:cubicBezTo>
                      <a:pt x="124" y="52"/>
                      <a:pt x="124" y="53"/>
                      <a:pt x="124" y="53"/>
                    </a:cubicBezTo>
                    <a:cubicBezTo>
                      <a:pt x="124" y="55"/>
                      <a:pt x="124" y="58"/>
                      <a:pt x="125" y="60"/>
                    </a:cubicBezTo>
                    <a:cubicBezTo>
                      <a:pt x="125" y="60"/>
                      <a:pt x="125" y="60"/>
                      <a:pt x="125" y="60"/>
                    </a:cubicBezTo>
                    <a:cubicBezTo>
                      <a:pt x="125" y="61"/>
                      <a:pt x="125" y="61"/>
                      <a:pt x="125" y="61"/>
                    </a:cubicBezTo>
                    <a:cubicBezTo>
                      <a:pt x="125" y="61"/>
                      <a:pt x="125" y="63"/>
                      <a:pt x="125" y="64"/>
                    </a:cubicBezTo>
                    <a:cubicBezTo>
                      <a:pt x="125" y="67"/>
                      <a:pt x="126" y="64"/>
                      <a:pt x="126" y="71"/>
                    </a:cubicBezTo>
                    <a:cubicBezTo>
                      <a:pt x="126" y="74"/>
                      <a:pt x="126" y="73"/>
                      <a:pt x="127" y="74"/>
                    </a:cubicBezTo>
                    <a:cubicBezTo>
                      <a:pt x="127" y="75"/>
                      <a:pt x="127" y="76"/>
                      <a:pt x="127" y="77"/>
                    </a:cubicBezTo>
                    <a:cubicBezTo>
                      <a:pt x="127" y="78"/>
                      <a:pt x="127" y="79"/>
                      <a:pt x="127" y="80"/>
                    </a:cubicBezTo>
                    <a:cubicBezTo>
                      <a:pt x="127" y="80"/>
                      <a:pt x="127" y="80"/>
                      <a:pt x="127" y="80"/>
                    </a:cubicBezTo>
                    <a:cubicBezTo>
                      <a:pt x="128" y="82"/>
                      <a:pt x="128" y="84"/>
                      <a:pt x="128" y="86"/>
                    </a:cubicBezTo>
                    <a:cubicBezTo>
                      <a:pt x="129" y="89"/>
                      <a:pt x="128" y="95"/>
                      <a:pt x="130" y="98"/>
                    </a:cubicBezTo>
                    <a:cubicBezTo>
                      <a:pt x="129" y="98"/>
                      <a:pt x="129" y="98"/>
                      <a:pt x="129" y="98"/>
                    </a:cubicBezTo>
                    <a:cubicBezTo>
                      <a:pt x="130" y="100"/>
                      <a:pt x="129" y="101"/>
                      <a:pt x="128" y="102"/>
                    </a:cubicBezTo>
                    <a:cubicBezTo>
                      <a:pt x="127" y="105"/>
                      <a:pt x="128" y="105"/>
                      <a:pt x="129" y="109"/>
                    </a:cubicBezTo>
                    <a:cubicBezTo>
                      <a:pt x="128" y="109"/>
                      <a:pt x="128" y="109"/>
                      <a:pt x="128" y="110"/>
                    </a:cubicBezTo>
                    <a:cubicBezTo>
                      <a:pt x="128" y="112"/>
                      <a:pt x="128" y="113"/>
                      <a:pt x="128" y="115"/>
                    </a:cubicBezTo>
                    <a:cubicBezTo>
                      <a:pt x="127" y="118"/>
                      <a:pt x="128" y="123"/>
                      <a:pt x="127" y="127"/>
                    </a:cubicBezTo>
                    <a:cubicBezTo>
                      <a:pt x="126" y="126"/>
                      <a:pt x="126" y="126"/>
                      <a:pt x="126" y="126"/>
                    </a:cubicBezTo>
                    <a:cubicBezTo>
                      <a:pt x="125" y="124"/>
                      <a:pt x="125" y="123"/>
                      <a:pt x="125" y="121"/>
                    </a:cubicBezTo>
                    <a:cubicBezTo>
                      <a:pt x="123" y="117"/>
                      <a:pt x="123" y="117"/>
                      <a:pt x="123" y="117"/>
                    </a:cubicBezTo>
                    <a:cubicBezTo>
                      <a:pt x="123" y="117"/>
                      <a:pt x="123" y="117"/>
                      <a:pt x="123" y="117"/>
                    </a:cubicBezTo>
                    <a:cubicBezTo>
                      <a:pt x="123" y="115"/>
                      <a:pt x="122" y="113"/>
                      <a:pt x="121" y="111"/>
                    </a:cubicBezTo>
                    <a:cubicBezTo>
                      <a:pt x="122" y="110"/>
                      <a:pt x="122" y="110"/>
                      <a:pt x="122" y="110"/>
                    </a:cubicBezTo>
                    <a:cubicBezTo>
                      <a:pt x="120" y="104"/>
                      <a:pt x="120" y="104"/>
                      <a:pt x="120" y="104"/>
                    </a:cubicBezTo>
                    <a:cubicBezTo>
                      <a:pt x="120" y="103"/>
                      <a:pt x="120" y="101"/>
                      <a:pt x="120" y="100"/>
                    </a:cubicBezTo>
                    <a:cubicBezTo>
                      <a:pt x="120" y="97"/>
                      <a:pt x="119" y="99"/>
                      <a:pt x="119" y="97"/>
                    </a:cubicBezTo>
                    <a:cubicBezTo>
                      <a:pt x="119" y="96"/>
                      <a:pt x="119" y="94"/>
                      <a:pt x="119" y="92"/>
                    </a:cubicBezTo>
                    <a:cubicBezTo>
                      <a:pt x="117" y="83"/>
                      <a:pt x="117" y="83"/>
                      <a:pt x="117" y="83"/>
                    </a:cubicBezTo>
                    <a:cubicBezTo>
                      <a:pt x="117" y="83"/>
                      <a:pt x="117" y="83"/>
                      <a:pt x="117" y="82"/>
                    </a:cubicBezTo>
                    <a:cubicBezTo>
                      <a:pt x="116" y="81"/>
                      <a:pt x="117" y="81"/>
                      <a:pt x="116" y="79"/>
                    </a:cubicBezTo>
                    <a:cubicBezTo>
                      <a:pt x="118" y="77"/>
                      <a:pt x="117" y="77"/>
                      <a:pt x="119" y="76"/>
                    </a:cubicBezTo>
                    <a:cubicBezTo>
                      <a:pt x="119" y="75"/>
                      <a:pt x="119" y="75"/>
                      <a:pt x="120" y="74"/>
                    </a:cubicBezTo>
                    <a:cubicBezTo>
                      <a:pt x="121" y="73"/>
                      <a:pt x="121" y="73"/>
                      <a:pt x="121" y="73"/>
                    </a:cubicBezTo>
                    <a:cubicBezTo>
                      <a:pt x="119" y="72"/>
                      <a:pt x="118" y="71"/>
                      <a:pt x="116" y="70"/>
                    </a:cubicBezTo>
                    <a:cubicBezTo>
                      <a:pt x="115" y="68"/>
                      <a:pt x="115" y="68"/>
                      <a:pt x="115" y="68"/>
                    </a:cubicBezTo>
                    <a:cubicBezTo>
                      <a:pt x="113" y="69"/>
                      <a:pt x="113" y="69"/>
                      <a:pt x="113" y="69"/>
                    </a:cubicBezTo>
                    <a:cubicBezTo>
                      <a:pt x="112" y="66"/>
                      <a:pt x="112" y="66"/>
                      <a:pt x="112" y="63"/>
                    </a:cubicBezTo>
                    <a:cubicBezTo>
                      <a:pt x="112" y="63"/>
                      <a:pt x="112" y="63"/>
                      <a:pt x="111" y="62"/>
                    </a:cubicBezTo>
                    <a:cubicBezTo>
                      <a:pt x="107" y="47"/>
                      <a:pt x="107" y="47"/>
                      <a:pt x="107" y="47"/>
                    </a:cubicBezTo>
                    <a:cubicBezTo>
                      <a:pt x="107" y="46"/>
                      <a:pt x="106" y="43"/>
                      <a:pt x="107" y="42"/>
                    </a:cubicBezTo>
                    <a:cubicBezTo>
                      <a:pt x="108" y="42"/>
                      <a:pt x="108" y="42"/>
                      <a:pt x="108" y="42"/>
                    </a:cubicBezTo>
                    <a:cubicBezTo>
                      <a:pt x="108" y="42"/>
                      <a:pt x="109" y="41"/>
                      <a:pt x="109" y="41"/>
                    </a:cubicBezTo>
                    <a:cubicBezTo>
                      <a:pt x="109" y="41"/>
                      <a:pt x="109" y="41"/>
                      <a:pt x="109" y="41"/>
                    </a:cubicBezTo>
                    <a:cubicBezTo>
                      <a:pt x="110" y="40"/>
                      <a:pt x="109" y="40"/>
                      <a:pt x="110" y="40"/>
                    </a:cubicBezTo>
                    <a:cubicBezTo>
                      <a:pt x="110" y="36"/>
                      <a:pt x="110" y="36"/>
                      <a:pt x="110" y="36"/>
                    </a:cubicBezTo>
                    <a:cubicBezTo>
                      <a:pt x="113" y="36"/>
                      <a:pt x="113" y="36"/>
                      <a:pt x="113" y="36"/>
                    </a:cubicBezTo>
                    <a:cubicBezTo>
                      <a:pt x="112" y="34"/>
                      <a:pt x="112" y="34"/>
                      <a:pt x="112" y="34"/>
                    </a:cubicBezTo>
                    <a:cubicBezTo>
                      <a:pt x="115" y="34"/>
                      <a:pt x="112" y="33"/>
                      <a:pt x="115" y="33"/>
                    </a:cubicBezTo>
                    <a:cubicBezTo>
                      <a:pt x="115" y="35"/>
                      <a:pt x="115" y="36"/>
                      <a:pt x="115" y="39"/>
                    </a:cubicBezTo>
                    <a:cubicBezTo>
                      <a:pt x="116" y="39"/>
                      <a:pt x="117" y="39"/>
                      <a:pt x="118" y="39"/>
                    </a:cubicBezTo>
                    <a:cubicBezTo>
                      <a:pt x="120" y="38"/>
                      <a:pt x="118" y="39"/>
                      <a:pt x="120" y="38"/>
                    </a:cubicBezTo>
                    <a:cubicBezTo>
                      <a:pt x="120" y="37"/>
                      <a:pt x="119" y="37"/>
                      <a:pt x="119" y="36"/>
                    </a:cubicBezTo>
                    <a:cubicBezTo>
                      <a:pt x="120" y="35"/>
                      <a:pt x="121" y="35"/>
                      <a:pt x="122" y="34"/>
                    </a:cubicBezTo>
                    <a:cubicBezTo>
                      <a:pt x="123" y="33"/>
                      <a:pt x="123" y="33"/>
                      <a:pt x="123" y="33"/>
                    </a:cubicBezTo>
                    <a:cubicBezTo>
                      <a:pt x="124" y="33"/>
                      <a:pt x="122" y="34"/>
                      <a:pt x="123" y="34"/>
                    </a:cubicBezTo>
                    <a:close/>
                    <a:moveTo>
                      <a:pt x="116" y="33"/>
                    </a:moveTo>
                    <a:cubicBezTo>
                      <a:pt x="117" y="33"/>
                      <a:pt x="117" y="33"/>
                      <a:pt x="117" y="33"/>
                    </a:cubicBezTo>
                    <a:cubicBezTo>
                      <a:pt x="114" y="31"/>
                      <a:pt x="116" y="32"/>
                      <a:pt x="116" y="33"/>
                    </a:cubicBezTo>
                    <a:close/>
                    <a:moveTo>
                      <a:pt x="144" y="44"/>
                    </a:moveTo>
                    <a:cubicBezTo>
                      <a:pt x="144" y="43"/>
                      <a:pt x="144" y="41"/>
                      <a:pt x="144" y="39"/>
                    </a:cubicBezTo>
                    <a:cubicBezTo>
                      <a:pt x="143" y="36"/>
                      <a:pt x="144" y="37"/>
                      <a:pt x="143" y="33"/>
                    </a:cubicBezTo>
                    <a:cubicBezTo>
                      <a:pt x="143" y="32"/>
                      <a:pt x="143" y="32"/>
                      <a:pt x="142" y="31"/>
                    </a:cubicBezTo>
                    <a:cubicBezTo>
                      <a:pt x="142" y="30"/>
                      <a:pt x="142" y="30"/>
                      <a:pt x="142" y="30"/>
                    </a:cubicBezTo>
                    <a:cubicBezTo>
                      <a:pt x="142" y="29"/>
                      <a:pt x="142" y="30"/>
                      <a:pt x="142" y="29"/>
                    </a:cubicBezTo>
                    <a:cubicBezTo>
                      <a:pt x="137" y="29"/>
                      <a:pt x="136" y="28"/>
                      <a:pt x="131" y="30"/>
                    </a:cubicBezTo>
                    <a:cubicBezTo>
                      <a:pt x="129" y="30"/>
                      <a:pt x="130" y="31"/>
                      <a:pt x="128" y="31"/>
                    </a:cubicBezTo>
                    <a:cubicBezTo>
                      <a:pt x="135" y="36"/>
                      <a:pt x="135" y="36"/>
                      <a:pt x="135" y="36"/>
                    </a:cubicBezTo>
                    <a:cubicBezTo>
                      <a:pt x="141" y="42"/>
                      <a:pt x="138" y="41"/>
                      <a:pt x="141" y="42"/>
                    </a:cubicBezTo>
                    <a:cubicBezTo>
                      <a:pt x="140" y="43"/>
                      <a:pt x="140" y="42"/>
                      <a:pt x="141" y="43"/>
                    </a:cubicBezTo>
                    <a:cubicBezTo>
                      <a:pt x="141" y="44"/>
                      <a:pt x="141" y="44"/>
                      <a:pt x="142" y="45"/>
                    </a:cubicBezTo>
                    <a:cubicBezTo>
                      <a:pt x="144" y="48"/>
                      <a:pt x="144" y="48"/>
                      <a:pt x="144" y="48"/>
                    </a:cubicBezTo>
                    <a:cubicBezTo>
                      <a:pt x="145" y="47"/>
                      <a:pt x="144" y="47"/>
                      <a:pt x="144" y="47"/>
                    </a:cubicBezTo>
                    <a:cubicBezTo>
                      <a:pt x="143" y="45"/>
                      <a:pt x="144" y="46"/>
                      <a:pt x="144" y="44"/>
                    </a:cubicBezTo>
                    <a:close/>
                    <a:moveTo>
                      <a:pt x="153" y="1"/>
                    </a:moveTo>
                    <a:cubicBezTo>
                      <a:pt x="153" y="1"/>
                      <a:pt x="152" y="1"/>
                      <a:pt x="152" y="1"/>
                    </a:cubicBezTo>
                    <a:cubicBezTo>
                      <a:pt x="151" y="3"/>
                      <a:pt x="151" y="1"/>
                      <a:pt x="149" y="4"/>
                    </a:cubicBezTo>
                    <a:cubicBezTo>
                      <a:pt x="148" y="4"/>
                      <a:pt x="146" y="4"/>
                      <a:pt x="145" y="4"/>
                    </a:cubicBezTo>
                    <a:cubicBezTo>
                      <a:pt x="145" y="4"/>
                      <a:pt x="144" y="5"/>
                      <a:pt x="144" y="5"/>
                    </a:cubicBezTo>
                    <a:cubicBezTo>
                      <a:pt x="142" y="5"/>
                      <a:pt x="143" y="5"/>
                      <a:pt x="142" y="5"/>
                    </a:cubicBezTo>
                    <a:cubicBezTo>
                      <a:pt x="140" y="5"/>
                      <a:pt x="140" y="6"/>
                      <a:pt x="137" y="6"/>
                    </a:cubicBezTo>
                    <a:cubicBezTo>
                      <a:pt x="136" y="7"/>
                      <a:pt x="135" y="6"/>
                      <a:pt x="133" y="7"/>
                    </a:cubicBezTo>
                    <a:cubicBezTo>
                      <a:pt x="133" y="8"/>
                      <a:pt x="133" y="8"/>
                      <a:pt x="133" y="8"/>
                    </a:cubicBezTo>
                    <a:cubicBezTo>
                      <a:pt x="130" y="8"/>
                      <a:pt x="131" y="8"/>
                      <a:pt x="129" y="9"/>
                    </a:cubicBezTo>
                    <a:cubicBezTo>
                      <a:pt x="128" y="10"/>
                      <a:pt x="127" y="10"/>
                      <a:pt x="126" y="10"/>
                    </a:cubicBezTo>
                    <a:cubicBezTo>
                      <a:pt x="123" y="11"/>
                      <a:pt x="116" y="14"/>
                      <a:pt x="115" y="16"/>
                    </a:cubicBezTo>
                    <a:cubicBezTo>
                      <a:pt x="113" y="18"/>
                      <a:pt x="113" y="19"/>
                      <a:pt x="109" y="19"/>
                    </a:cubicBezTo>
                    <a:cubicBezTo>
                      <a:pt x="109" y="21"/>
                      <a:pt x="109" y="19"/>
                      <a:pt x="109" y="19"/>
                    </a:cubicBezTo>
                    <a:cubicBezTo>
                      <a:pt x="90" y="33"/>
                      <a:pt x="90" y="33"/>
                      <a:pt x="90" y="33"/>
                    </a:cubicBezTo>
                    <a:cubicBezTo>
                      <a:pt x="90" y="33"/>
                      <a:pt x="89" y="34"/>
                      <a:pt x="89" y="34"/>
                    </a:cubicBezTo>
                    <a:cubicBezTo>
                      <a:pt x="88" y="35"/>
                      <a:pt x="88" y="36"/>
                      <a:pt x="86" y="36"/>
                    </a:cubicBezTo>
                    <a:cubicBezTo>
                      <a:pt x="86" y="37"/>
                      <a:pt x="86" y="37"/>
                      <a:pt x="86" y="37"/>
                    </a:cubicBezTo>
                    <a:cubicBezTo>
                      <a:pt x="84" y="37"/>
                      <a:pt x="86" y="37"/>
                      <a:pt x="84" y="38"/>
                    </a:cubicBezTo>
                    <a:cubicBezTo>
                      <a:pt x="83" y="39"/>
                      <a:pt x="83" y="39"/>
                      <a:pt x="83" y="39"/>
                    </a:cubicBezTo>
                    <a:cubicBezTo>
                      <a:pt x="83" y="39"/>
                      <a:pt x="82" y="39"/>
                      <a:pt x="82" y="39"/>
                    </a:cubicBezTo>
                    <a:cubicBezTo>
                      <a:pt x="82" y="39"/>
                      <a:pt x="82" y="40"/>
                      <a:pt x="82" y="40"/>
                    </a:cubicBezTo>
                    <a:cubicBezTo>
                      <a:pt x="78" y="43"/>
                      <a:pt x="78" y="43"/>
                      <a:pt x="78" y="43"/>
                    </a:cubicBezTo>
                    <a:cubicBezTo>
                      <a:pt x="78" y="43"/>
                      <a:pt x="78" y="43"/>
                      <a:pt x="78" y="43"/>
                    </a:cubicBezTo>
                    <a:cubicBezTo>
                      <a:pt x="77" y="44"/>
                      <a:pt x="77" y="44"/>
                      <a:pt x="77" y="44"/>
                    </a:cubicBezTo>
                    <a:cubicBezTo>
                      <a:pt x="77" y="44"/>
                      <a:pt x="77" y="44"/>
                      <a:pt x="77" y="44"/>
                    </a:cubicBezTo>
                    <a:cubicBezTo>
                      <a:pt x="66" y="55"/>
                      <a:pt x="66" y="55"/>
                      <a:pt x="66" y="55"/>
                    </a:cubicBezTo>
                    <a:cubicBezTo>
                      <a:pt x="65" y="56"/>
                      <a:pt x="64" y="57"/>
                      <a:pt x="65" y="58"/>
                    </a:cubicBezTo>
                    <a:cubicBezTo>
                      <a:pt x="62" y="59"/>
                      <a:pt x="63" y="60"/>
                      <a:pt x="60" y="63"/>
                    </a:cubicBezTo>
                    <a:cubicBezTo>
                      <a:pt x="57" y="68"/>
                      <a:pt x="57" y="70"/>
                      <a:pt x="56" y="70"/>
                    </a:cubicBezTo>
                    <a:cubicBezTo>
                      <a:pt x="56" y="72"/>
                      <a:pt x="56" y="72"/>
                      <a:pt x="56" y="72"/>
                    </a:cubicBezTo>
                    <a:cubicBezTo>
                      <a:pt x="56" y="72"/>
                      <a:pt x="56" y="72"/>
                      <a:pt x="56" y="72"/>
                    </a:cubicBezTo>
                    <a:cubicBezTo>
                      <a:pt x="51" y="80"/>
                      <a:pt x="51" y="80"/>
                      <a:pt x="51" y="80"/>
                    </a:cubicBezTo>
                    <a:cubicBezTo>
                      <a:pt x="51" y="80"/>
                      <a:pt x="50" y="81"/>
                      <a:pt x="50" y="81"/>
                    </a:cubicBezTo>
                    <a:cubicBezTo>
                      <a:pt x="50" y="81"/>
                      <a:pt x="50" y="82"/>
                      <a:pt x="50" y="82"/>
                    </a:cubicBezTo>
                    <a:cubicBezTo>
                      <a:pt x="49" y="85"/>
                      <a:pt x="49" y="85"/>
                      <a:pt x="49" y="85"/>
                    </a:cubicBezTo>
                    <a:cubicBezTo>
                      <a:pt x="49" y="85"/>
                      <a:pt x="49" y="85"/>
                      <a:pt x="49" y="85"/>
                    </a:cubicBezTo>
                    <a:cubicBezTo>
                      <a:pt x="49" y="85"/>
                      <a:pt x="48" y="85"/>
                      <a:pt x="48" y="85"/>
                    </a:cubicBezTo>
                    <a:cubicBezTo>
                      <a:pt x="47" y="89"/>
                      <a:pt x="47" y="89"/>
                      <a:pt x="47" y="89"/>
                    </a:cubicBezTo>
                    <a:cubicBezTo>
                      <a:pt x="46" y="91"/>
                      <a:pt x="47" y="91"/>
                      <a:pt x="45" y="92"/>
                    </a:cubicBezTo>
                    <a:cubicBezTo>
                      <a:pt x="46" y="92"/>
                      <a:pt x="46" y="92"/>
                      <a:pt x="46" y="92"/>
                    </a:cubicBezTo>
                    <a:cubicBezTo>
                      <a:pt x="42" y="103"/>
                      <a:pt x="42" y="103"/>
                      <a:pt x="42" y="103"/>
                    </a:cubicBezTo>
                    <a:cubicBezTo>
                      <a:pt x="41" y="105"/>
                      <a:pt x="42" y="101"/>
                      <a:pt x="41" y="104"/>
                    </a:cubicBezTo>
                    <a:cubicBezTo>
                      <a:pt x="41" y="105"/>
                      <a:pt x="40" y="108"/>
                      <a:pt x="40" y="109"/>
                    </a:cubicBezTo>
                    <a:cubicBezTo>
                      <a:pt x="39" y="109"/>
                      <a:pt x="39" y="109"/>
                      <a:pt x="39" y="109"/>
                    </a:cubicBezTo>
                    <a:cubicBezTo>
                      <a:pt x="39" y="110"/>
                      <a:pt x="39" y="112"/>
                      <a:pt x="38" y="112"/>
                    </a:cubicBezTo>
                    <a:cubicBezTo>
                      <a:pt x="38" y="114"/>
                      <a:pt x="38" y="114"/>
                      <a:pt x="37" y="115"/>
                    </a:cubicBezTo>
                    <a:cubicBezTo>
                      <a:pt x="32" y="130"/>
                      <a:pt x="32" y="130"/>
                      <a:pt x="32" y="130"/>
                    </a:cubicBezTo>
                    <a:cubicBezTo>
                      <a:pt x="31" y="133"/>
                      <a:pt x="33" y="131"/>
                      <a:pt x="31" y="132"/>
                    </a:cubicBezTo>
                    <a:cubicBezTo>
                      <a:pt x="31" y="131"/>
                      <a:pt x="30" y="131"/>
                      <a:pt x="30" y="130"/>
                    </a:cubicBezTo>
                    <a:cubicBezTo>
                      <a:pt x="31" y="128"/>
                      <a:pt x="32" y="128"/>
                      <a:pt x="30" y="127"/>
                    </a:cubicBezTo>
                    <a:cubicBezTo>
                      <a:pt x="30" y="115"/>
                      <a:pt x="30" y="115"/>
                      <a:pt x="30" y="115"/>
                    </a:cubicBezTo>
                    <a:cubicBezTo>
                      <a:pt x="29" y="114"/>
                      <a:pt x="31" y="114"/>
                      <a:pt x="30" y="114"/>
                    </a:cubicBezTo>
                    <a:cubicBezTo>
                      <a:pt x="30" y="114"/>
                      <a:pt x="30" y="116"/>
                      <a:pt x="30" y="115"/>
                    </a:cubicBezTo>
                    <a:cubicBezTo>
                      <a:pt x="30" y="114"/>
                      <a:pt x="30" y="115"/>
                      <a:pt x="30" y="115"/>
                    </a:cubicBezTo>
                    <a:cubicBezTo>
                      <a:pt x="30" y="112"/>
                      <a:pt x="30" y="112"/>
                      <a:pt x="30" y="112"/>
                    </a:cubicBezTo>
                    <a:cubicBezTo>
                      <a:pt x="30" y="110"/>
                      <a:pt x="30" y="107"/>
                      <a:pt x="30" y="104"/>
                    </a:cubicBezTo>
                    <a:cubicBezTo>
                      <a:pt x="30" y="100"/>
                      <a:pt x="29" y="97"/>
                      <a:pt x="30" y="92"/>
                    </a:cubicBezTo>
                    <a:cubicBezTo>
                      <a:pt x="30" y="92"/>
                      <a:pt x="30" y="92"/>
                      <a:pt x="30" y="92"/>
                    </a:cubicBezTo>
                    <a:cubicBezTo>
                      <a:pt x="30" y="91"/>
                      <a:pt x="30" y="91"/>
                      <a:pt x="30" y="91"/>
                    </a:cubicBezTo>
                    <a:cubicBezTo>
                      <a:pt x="30" y="89"/>
                      <a:pt x="30" y="88"/>
                      <a:pt x="30" y="87"/>
                    </a:cubicBezTo>
                    <a:cubicBezTo>
                      <a:pt x="29" y="85"/>
                      <a:pt x="30" y="82"/>
                      <a:pt x="30" y="81"/>
                    </a:cubicBezTo>
                    <a:cubicBezTo>
                      <a:pt x="30" y="80"/>
                      <a:pt x="30" y="81"/>
                      <a:pt x="30" y="80"/>
                    </a:cubicBezTo>
                    <a:cubicBezTo>
                      <a:pt x="29" y="74"/>
                      <a:pt x="32" y="64"/>
                      <a:pt x="26" y="60"/>
                    </a:cubicBezTo>
                    <a:cubicBezTo>
                      <a:pt x="21" y="58"/>
                      <a:pt x="21" y="58"/>
                      <a:pt x="21" y="58"/>
                    </a:cubicBezTo>
                    <a:cubicBezTo>
                      <a:pt x="21" y="58"/>
                      <a:pt x="20" y="59"/>
                      <a:pt x="20" y="59"/>
                    </a:cubicBezTo>
                    <a:cubicBezTo>
                      <a:pt x="17" y="59"/>
                      <a:pt x="16" y="61"/>
                      <a:pt x="15" y="62"/>
                    </a:cubicBezTo>
                    <a:cubicBezTo>
                      <a:pt x="15" y="64"/>
                      <a:pt x="15" y="65"/>
                      <a:pt x="15" y="67"/>
                    </a:cubicBezTo>
                    <a:cubicBezTo>
                      <a:pt x="15" y="68"/>
                      <a:pt x="16" y="69"/>
                      <a:pt x="16" y="69"/>
                    </a:cubicBezTo>
                    <a:cubicBezTo>
                      <a:pt x="16" y="70"/>
                      <a:pt x="16" y="70"/>
                      <a:pt x="16" y="70"/>
                    </a:cubicBezTo>
                    <a:cubicBezTo>
                      <a:pt x="16" y="70"/>
                      <a:pt x="16" y="70"/>
                      <a:pt x="16" y="70"/>
                    </a:cubicBezTo>
                    <a:cubicBezTo>
                      <a:pt x="16" y="73"/>
                      <a:pt x="16" y="73"/>
                      <a:pt x="16" y="73"/>
                    </a:cubicBezTo>
                    <a:cubicBezTo>
                      <a:pt x="16" y="73"/>
                      <a:pt x="16" y="73"/>
                      <a:pt x="16" y="73"/>
                    </a:cubicBezTo>
                    <a:cubicBezTo>
                      <a:pt x="16" y="76"/>
                      <a:pt x="16" y="76"/>
                      <a:pt x="16" y="76"/>
                    </a:cubicBezTo>
                    <a:cubicBezTo>
                      <a:pt x="16" y="77"/>
                      <a:pt x="16" y="77"/>
                      <a:pt x="16" y="77"/>
                    </a:cubicBezTo>
                    <a:cubicBezTo>
                      <a:pt x="15" y="81"/>
                      <a:pt x="15" y="82"/>
                      <a:pt x="14" y="85"/>
                    </a:cubicBezTo>
                    <a:cubicBezTo>
                      <a:pt x="14" y="87"/>
                      <a:pt x="12" y="90"/>
                      <a:pt x="13" y="92"/>
                    </a:cubicBezTo>
                    <a:cubicBezTo>
                      <a:pt x="12" y="92"/>
                      <a:pt x="12" y="92"/>
                      <a:pt x="12" y="92"/>
                    </a:cubicBezTo>
                    <a:cubicBezTo>
                      <a:pt x="12" y="98"/>
                      <a:pt x="11" y="95"/>
                      <a:pt x="10" y="99"/>
                    </a:cubicBezTo>
                    <a:cubicBezTo>
                      <a:pt x="10" y="101"/>
                      <a:pt x="9" y="101"/>
                      <a:pt x="8" y="103"/>
                    </a:cubicBezTo>
                    <a:cubicBezTo>
                      <a:pt x="8" y="106"/>
                      <a:pt x="8" y="106"/>
                      <a:pt x="8" y="108"/>
                    </a:cubicBezTo>
                    <a:cubicBezTo>
                      <a:pt x="7" y="110"/>
                      <a:pt x="7" y="109"/>
                      <a:pt x="7" y="111"/>
                    </a:cubicBezTo>
                    <a:cubicBezTo>
                      <a:pt x="7" y="114"/>
                      <a:pt x="6" y="116"/>
                      <a:pt x="6" y="120"/>
                    </a:cubicBezTo>
                    <a:cubicBezTo>
                      <a:pt x="5" y="120"/>
                      <a:pt x="5" y="120"/>
                      <a:pt x="5" y="121"/>
                    </a:cubicBezTo>
                    <a:cubicBezTo>
                      <a:pt x="6" y="123"/>
                      <a:pt x="5" y="126"/>
                      <a:pt x="4" y="127"/>
                    </a:cubicBezTo>
                    <a:cubicBezTo>
                      <a:pt x="4" y="131"/>
                      <a:pt x="4" y="131"/>
                      <a:pt x="4" y="131"/>
                    </a:cubicBezTo>
                    <a:cubicBezTo>
                      <a:pt x="3" y="133"/>
                      <a:pt x="4" y="133"/>
                      <a:pt x="4" y="135"/>
                    </a:cubicBezTo>
                    <a:cubicBezTo>
                      <a:pt x="2" y="150"/>
                      <a:pt x="2" y="150"/>
                      <a:pt x="2" y="150"/>
                    </a:cubicBezTo>
                    <a:cubicBezTo>
                      <a:pt x="2" y="152"/>
                      <a:pt x="2" y="152"/>
                      <a:pt x="1" y="153"/>
                    </a:cubicBezTo>
                    <a:cubicBezTo>
                      <a:pt x="1" y="156"/>
                      <a:pt x="2" y="165"/>
                      <a:pt x="1" y="167"/>
                    </a:cubicBezTo>
                    <a:cubicBezTo>
                      <a:pt x="1" y="167"/>
                      <a:pt x="1" y="168"/>
                      <a:pt x="1" y="168"/>
                    </a:cubicBezTo>
                    <a:cubicBezTo>
                      <a:pt x="0" y="170"/>
                      <a:pt x="1" y="194"/>
                      <a:pt x="2" y="196"/>
                    </a:cubicBezTo>
                    <a:cubicBezTo>
                      <a:pt x="2" y="197"/>
                      <a:pt x="2" y="199"/>
                      <a:pt x="3" y="200"/>
                    </a:cubicBezTo>
                    <a:cubicBezTo>
                      <a:pt x="7" y="209"/>
                      <a:pt x="7" y="209"/>
                      <a:pt x="7" y="209"/>
                    </a:cubicBezTo>
                    <a:cubicBezTo>
                      <a:pt x="6" y="212"/>
                      <a:pt x="6" y="210"/>
                      <a:pt x="6" y="212"/>
                    </a:cubicBezTo>
                    <a:cubicBezTo>
                      <a:pt x="7" y="215"/>
                      <a:pt x="8" y="217"/>
                      <a:pt x="11" y="219"/>
                    </a:cubicBezTo>
                    <a:cubicBezTo>
                      <a:pt x="11" y="220"/>
                      <a:pt x="12" y="221"/>
                      <a:pt x="13" y="221"/>
                    </a:cubicBezTo>
                    <a:cubicBezTo>
                      <a:pt x="13" y="221"/>
                      <a:pt x="13" y="221"/>
                      <a:pt x="13" y="222"/>
                    </a:cubicBezTo>
                    <a:cubicBezTo>
                      <a:pt x="17" y="224"/>
                      <a:pt x="17" y="224"/>
                      <a:pt x="17" y="224"/>
                    </a:cubicBezTo>
                    <a:cubicBezTo>
                      <a:pt x="17" y="224"/>
                      <a:pt x="17" y="224"/>
                      <a:pt x="17" y="224"/>
                    </a:cubicBezTo>
                    <a:cubicBezTo>
                      <a:pt x="20" y="227"/>
                      <a:pt x="20" y="226"/>
                      <a:pt x="23" y="227"/>
                    </a:cubicBezTo>
                    <a:cubicBezTo>
                      <a:pt x="25" y="228"/>
                      <a:pt x="23" y="227"/>
                      <a:pt x="25" y="228"/>
                    </a:cubicBezTo>
                    <a:cubicBezTo>
                      <a:pt x="27" y="229"/>
                      <a:pt x="30" y="231"/>
                      <a:pt x="33" y="231"/>
                    </a:cubicBezTo>
                    <a:cubicBezTo>
                      <a:pt x="35" y="231"/>
                      <a:pt x="37" y="231"/>
                      <a:pt x="39" y="232"/>
                    </a:cubicBezTo>
                    <a:cubicBezTo>
                      <a:pt x="39" y="231"/>
                      <a:pt x="39" y="231"/>
                      <a:pt x="40" y="231"/>
                    </a:cubicBezTo>
                    <a:cubicBezTo>
                      <a:pt x="43" y="230"/>
                      <a:pt x="45" y="230"/>
                      <a:pt x="47" y="227"/>
                    </a:cubicBezTo>
                    <a:cubicBezTo>
                      <a:pt x="51" y="224"/>
                      <a:pt x="51" y="225"/>
                      <a:pt x="59" y="225"/>
                    </a:cubicBezTo>
                    <a:cubicBezTo>
                      <a:pt x="60" y="226"/>
                      <a:pt x="59" y="226"/>
                      <a:pt x="60" y="226"/>
                    </a:cubicBezTo>
                    <a:cubicBezTo>
                      <a:pt x="60" y="226"/>
                      <a:pt x="60" y="226"/>
                      <a:pt x="60" y="225"/>
                    </a:cubicBezTo>
                    <a:cubicBezTo>
                      <a:pt x="65" y="226"/>
                      <a:pt x="65" y="226"/>
                      <a:pt x="65" y="226"/>
                    </a:cubicBezTo>
                    <a:cubicBezTo>
                      <a:pt x="66" y="226"/>
                      <a:pt x="66" y="226"/>
                      <a:pt x="66" y="225"/>
                    </a:cubicBezTo>
                    <a:cubicBezTo>
                      <a:pt x="72" y="226"/>
                      <a:pt x="72" y="226"/>
                      <a:pt x="72" y="226"/>
                    </a:cubicBezTo>
                    <a:cubicBezTo>
                      <a:pt x="72" y="226"/>
                      <a:pt x="72" y="226"/>
                      <a:pt x="72" y="226"/>
                    </a:cubicBezTo>
                    <a:cubicBezTo>
                      <a:pt x="72" y="225"/>
                      <a:pt x="72" y="225"/>
                      <a:pt x="72" y="225"/>
                    </a:cubicBezTo>
                    <a:cubicBezTo>
                      <a:pt x="76" y="224"/>
                      <a:pt x="79" y="226"/>
                      <a:pt x="83" y="224"/>
                    </a:cubicBezTo>
                    <a:cubicBezTo>
                      <a:pt x="89" y="223"/>
                      <a:pt x="108" y="224"/>
                      <a:pt x="111" y="223"/>
                    </a:cubicBezTo>
                    <a:cubicBezTo>
                      <a:pt x="114" y="222"/>
                      <a:pt x="118" y="223"/>
                      <a:pt x="122" y="222"/>
                    </a:cubicBezTo>
                    <a:cubicBezTo>
                      <a:pt x="126" y="221"/>
                      <a:pt x="127" y="222"/>
                      <a:pt x="131" y="222"/>
                    </a:cubicBezTo>
                    <a:cubicBezTo>
                      <a:pt x="136" y="222"/>
                      <a:pt x="135" y="225"/>
                      <a:pt x="138" y="227"/>
                    </a:cubicBezTo>
                    <a:cubicBezTo>
                      <a:pt x="137" y="229"/>
                      <a:pt x="137" y="229"/>
                      <a:pt x="137" y="229"/>
                    </a:cubicBezTo>
                    <a:cubicBezTo>
                      <a:pt x="137" y="229"/>
                      <a:pt x="137" y="229"/>
                      <a:pt x="137" y="229"/>
                    </a:cubicBezTo>
                    <a:cubicBezTo>
                      <a:pt x="139" y="230"/>
                      <a:pt x="138" y="230"/>
                      <a:pt x="138" y="232"/>
                    </a:cubicBezTo>
                    <a:cubicBezTo>
                      <a:pt x="140" y="233"/>
                      <a:pt x="138" y="232"/>
                      <a:pt x="140" y="233"/>
                    </a:cubicBezTo>
                    <a:cubicBezTo>
                      <a:pt x="141" y="234"/>
                      <a:pt x="141" y="234"/>
                      <a:pt x="141" y="234"/>
                    </a:cubicBezTo>
                    <a:cubicBezTo>
                      <a:pt x="141" y="238"/>
                      <a:pt x="141" y="238"/>
                      <a:pt x="141" y="238"/>
                    </a:cubicBezTo>
                    <a:cubicBezTo>
                      <a:pt x="140" y="239"/>
                      <a:pt x="142" y="242"/>
                      <a:pt x="140" y="245"/>
                    </a:cubicBezTo>
                    <a:cubicBezTo>
                      <a:pt x="140" y="246"/>
                      <a:pt x="141" y="246"/>
                      <a:pt x="141" y="248"/>
                    </a:cubicBezTo>
                    <a:cubicBezTo>
                      <a:pt x="141" y="252"/>
                      <a:pt x="144" y="253"/>
                      <a:pt x="146" y="255"/>
                    </a:cubicBezTo>
                    <a:cubicBezTo>
                      <a:pt x="147" y="255"/>
                      <a:pt x="147" y="255"/>
                      <a:pt x="147" y="255"/>
                    </a:cubicBezTo>
                    <a:cubicBezTo>
                      <a:pt x="148" y="256"/>
                      <a:pt x="148" y="256"/>
                      <a:pt x="149" y="257"/>
                    </a:cubicBezTo>
                    <a:cubicBezTo>
                      <a:pt x="150" y="258"/>
                      <a:pt x="150" y="258"/>
                      <a:pt x="153" y="259"/>
                    </a:cubicBezTo>
                    <a:cubicBezTo>
                      <a:pt x="159" y="261"/>
                      <a:pt x="161" y="254"/>
                      <a:pt x="163" y="253"/>
                    </a:cubicBezTo>
                    <a:cubicBezTo>
                      <a:pt x="165" y="252"/>
                      <a:pt x="164" y="253"/>
                      <a:pt x="166" y="252"/>
                    </a:cubicBezTo>
                    <a:cubicBezTo>
                      <a:pt x="167" y="251"/>
                      <a:pt x="165" y="251"/>
                      <a:pt x="168" y="251"/>
                    </a:cubicBezTo>
                    <a:cubicBezTo>
                      <a:pt x="171" y="247"/>
                      <a:pt x="171" y="247"/>
                      <a:pt x="171" y="247"/>
                    </a:cubicBezTo>
                    <a:cubicBezTo>
                      <a:pt x="173" y="246"/>
                      <a:pt x="174" y="247"/>
                      <a:pt x="174" y="244"/>
                    </a:cubicBezTo>
                    <a:cubicBezTo>
                      <a:pt x="175" y="244"/>
                      <a:pt x="175" y="244"/>
                      <a:pt x="176" y="244"/>
                    </a:cubicBezTo>
                    <a:cubicBezTo>
                      <a:pt x="176" y="238"/>
                      <a:pt x="176" y="237"/>
                      <a:pt x="177" y="233"/>
                    </a:cubicBezTo>
                    <a:cubicBezTo>
                      <a:pt x="178" y="232"/>
                      <a:pt x="177" y="233"/>
                      <a:pt x="178" y="232"/>
                    </a:cubicBezTo>
                    <a:cubicBezTo>
                      <a:pt x="178" y="229"/>
                      <a:pt x="178" y="223"/>
                      <a:pt x="178" y="221"/>
                    </a:cubicBezTo>
                    <a:cubicBezTo>
                      <a:pt x="176" y="217"/>
                      <a:pt x="178" y="218"/>
                      <a:pt x="178" y="212"/>
                    </a:cubicBezTo>
                    <a:cubicBezTo>
                      <a:pt x="179" y="211"/>
                      <a:pt x="178" y="206"/>
                      <a:pt x="179" y="202"/>
                    </a:cubicBezTo>
                    <a:cubicBezTo>
                      <a:pt x="177" y="201"/>
                      <a:pt x="178" y="200"/>
                      <a:pt x="179" y="198"/>
                    </a:cubicBezTo>
                    <a:cubicBezTo>
                      <a:pt x="177" y="195"/>
                      <a:pt x="179" y="189"/>
                      <a:pt x="177" y="186"/>
                    </a:cubicBezTo>
                    <a:cubicBezTo>
                      <a:pt x="178" y="184"/>
                      <a:pt x="180" y="182"/>
                      <a:pt x="179" y="179"/>
                    </a:cubicBezTo>
                    <a:cubicBezTo>
                      <a:pt x="177" y="174"/>
                      <a:pt x="180" y="177"/>
                      <a:pt x="179" y="172"/>
                    </a:cubicBezTo>
                    <a:cubicBezTo>
                      <a:pt x="182" y="170"/>
                      <a:pt x="180" y="169"/>
                      <a:pt x="180" y="167"/>
                    </a:cubicBezTo>
                    <a:cubicBezTo>
                      <a:pt x="179" y="166"/>
                      <a:pt x="180" y="163"/>
                      <a:pt x="180" y="162"/>
                    </a:cubicBezTo>
                    <a:cubicBezTo>
                      <a:pt x="181" y="162"/>
                      <a:pt x="181" y="162"/>
                      <a:pt x="181" y="162"/>
                    </a:cubicBezTo>
                    <a:cubicBezTo>
                      <a:pt x="181" y="158"/>
                      <a:pt x="182" y="161"/>
                      <a:pt x="180" y="159"/>
                    </a:cubicBezTo>
                    <a:cubicBezTo>
                      <a:pt x="180" y="157"/>
                      <a:pt x="179" y="155"/>
                      <a:pt x="180" y="152"/>
                    </a:cubicBezTo>
                    <a:cubicBezTo>
                      <a:pt x="180" y="152"/>
                      <a:pt x="180" y="152"/>
                      <a:pt x="180" y="152"/>
                    </a:cubicBezTo>
                    <a:cubicBezTo>
                      <a:pt x="180" y="152"/>
                      <a:pt x="180" y="152"/>
                      <a:pt x="180" y="152"/>
                    </a:cubicBezTo>
                    <a:cubicBezTo>
                      <a:pt x="181" y="150"/>
                      <a:pt x="181" y="150"/>
                      <a:pt x="181" y="150"/>
                    </a:cubicBezTo>
                    <a:cubicBezTo>
                      <a:pt x="181" y="141"/>
                      <a:pt x="181" y="141"/>
                      <a:pt x="181" y="141"/>
                    </a:cubicBezTo>
                    <a:cubicBezTo>
                      <a:pt x="181" y="141"/>
                      <a:pt x="181" y="140"/>
                      <a:pt x="181" y="139"/>
                    </a:cubicBezTo>
                    <a:cubicBezTo>
                      <a:pt x="182" y="138"/>
                      <a:pt x="182" y="138"/>
                      <a:pt x="182" y="138"/>
                    </a:cubicBezTo>
                    <a:cubicBezTo>
                      <a:pt x="182" y="137"/>
                      <a:pt x="182" y="136"/>
                      <a:pt x="181" y="135"/>
                    </a:cubicBezTo>
                    <a:cubicBezTo>
                      <a:pt x="181" y="133"/>
                      <a:pt x="180" y="134"/>
                      <a:pt x="181" y="133"/>
                    </a:cubicBezTo>
                    <a:cubicBezTo>
                      <a:pt x="180" y="133"/>
                      <a:pt x="180" y="133"/>
                      <a:pt x="180" y="133"/>
                    </a:cubicBezTo>
                    <a:cubicBezTo>
                      <a:pt x="180" y="131"/>
                      <a:pt x="180" y="131"/>
                      <a:pt x="181" y="130"/>
                    </a:cubicBezTo>
                    <a:cubicBezTo>
                      <a:pt x="179" y="129"/>
                      <a:pt x="179" y="129"/>
                      <a:pt x="179" y="129"/>
                    </a:cubicBezTo>
                    <a:cubicBezTo>
                      <a:pt x="179" y="128"/>
                      <a:pt x="179" y="128"/>
                      <a:pt x="179" y="128"/>
                    </a:cubicBezTo>
                    <a:cubicBezTo>
                      <a:pt x="179" y="127"/>
                      <a:pt x="179" y="127"/>
                      <a:pt x="179" y="127"/>
                    </a:cubicBezTo>
                    <a:cubicBezTo>
                      <a:pt x="181" y="127"/>
                      <a:pt x="180" y="127"/>
                      <a:pt x="181" y="125"/>
                    </a:cubicBezTo>
                    <a:cubicBezTo>
                      <a:pt x="181" y="124"/>
                      <a:pt x="181" y="124"/>
                      <a:pt x="182" y="124"/>
                    </a:cubicBezTo>
                    <a:cubicBezTo>
                      <a:pt x="180" y="121"/>
                      <a:pt x="180" y="120"/>
                      <a:pt x="179" y="118"/>
                    </a:cubicBezTo>
                    <a:cubicBezTo>
                      <a:pt x="179" y="118"/>
                      <a:pt x="179" y="117"/>
                      <a:pt x="179" y="117"/>
                    </a:cubicBezTo>
                    <a:cubicBezTo>
                      <a:pt x="179" y="117"/>
                      <a:pt x="179" y="117"/>
                      <a:pt x="179" y="117"/>
                    </a:cubicBezTo>
                    <a:cubicBezTo>
                      <a:pt x="179" y="117"/>
                      <a:pt x="179" y="116"/>
                      <a:pt x="179" y="116"/>
                    </a:cubicBezTo>
                    <a:cubicBezTo>
                      <a:pt x="179" y="115"/>
                      <a:pt x="180" y="108"/>
                      <a:pt x="179" y="105"/>
                    </a:cubicBezTo>
                    <a:cubicBezTo>
                      <a:pt x="179" y="105"/>
                      <a:pt x="179" y="104"/>
                      <a:pt x="179" y="104"/>
                    </a:cubicBezTo>
                    <a:cubicBezTo>
                      <a:pt x="179" y="102"/>
                      <a:pt x="178" y="100"/>
                      <a:pt x="179" y="99"/>
                    </a:cubicBezTo>
                    <a:cubicBezTo>
                      <a:pt x="179" y="99"/>
                      <a:pt x="179" y="99"/>
                      <a:pt x="179" y="99"/>
                    </a:cubicBezTo>
                    <a:cubicBezTo>
                      <a:pt x="179" y="98"/>
                      <a:pt x="179" y="98"/>
                      <a:pt x="179" y="97"/>
                    </a:cubicBezTo>
                    <a:cubicBezTo>
                      <a:pt x="179" y="97"/>
                      <a:pt x="179" y="98"/>
                      <a:pt x="179" y="96"/>
                    </a:cubicBezTo>
                    <a:cubicBezTo>
                      <a:pt x="180" y="91"/>
                      <a:pt x="180" y="91"/>
                      <a:pt x="180" y="91"/>
                    </a:cubicBezTo>
                    <a:cubicBezTo>
                      <a:pt x="180" y="88"/>
                      <a:pt x="178" y="89"/>
                      <a:pt x="179" y="84"/>
                    </a:cubicBezTo>
                    <a:cubicBezTo>
                      <a:pt x="180" y="81"/>
                      <a:pt x="180" y="81"/>
                      <a:pt x="180" y="81"/>
                    </a:cubicBezTo>
                    <a:cubicBezTo>
                      <a:pt x="178" y="80"/>
                      <a:pt x="179" y="81"/>
                      <a:pt x="179" y="79"/>
                    </a:cubicBezTo>
                    <a:cubicBezTo>
                      <a:pt x="179" y="78"/>
                      <a:pt x="180" y="73"/>
                      <a:pt x="181" y="71"/>
                    </a:cubicBezTo>
                    <a:cubicBezTo>
                      <a:pt x="181" y="70"/>
                      <a:pt x="181" y="69"/>
                      <a:pt x="181" y="68"/>
                    </a:cubicBezTo>
                    <a:cubicBezTo>
                      <a:pt x="183" y="62"/>
                      <a:pt x="183" y="62"/>
                      <a:pt x="183" y="62"/>
                    </a:cubicBezTo>
                    <a:cubicBezTo>
                      <a:pt x="183" y="60"/>
                      <a:pt x="183" y="61"/>
                      <a:pt x="184" y="60"/>
                    </a:cubicBezTo>
                    <a:cubicBezTo>
                      <a:pt x="184" y="57"/>
                      <a:pt x="185" y="56"/>
                      <a:pt x="185" y="54"/>
                    </a:cubicBezTo>
                    <a:cubicBezTo>
                      <a:pt x="185" y="51"/>
                      <a:pt x="185" y="50"/>
                      <a:pt x="186" y="48"/>
                    </a:cubicBezTo>
                    <a:cubicBezTo>
                      <a:pt x="190" y="40"/>
                      <a:pt x="190" y="40"/>
                      <a:pt x="190" y="40"/>
                    </a:cubicBezTo>
                    <a:cubicBezTo>
                      <a:pt x="191" y="39"/>
                      <a:pt x="190" y="40"/>
                      <a:pt x="191" y="39"/>
                    </a:cubicBezTo>
                    <a:cubicBezTo>
                      <a:pt x="190" y="38"/>
                      <a:pt x="189" y="38"/>
                      <a:pt x="191" y="38"/>
                    </a:cubicBezTo>
                    <a:cubicBezTo>
                      <a:pt x="191" y="33"/>
                      <a:pt x="192" y="25"/>
                      <a:pt x="190" y="21"/>
                    </a:cubicBezTo>
                    <a:cubicBezTo>
                      <a:pt x="180" y="8"/>
                      <a:pt x="180" y="8"/>
                      <a:pt x="180" y="8"/>
                    </a:cubicBezTo>
                    <a:cubicBezTo>
                      <a:pt x="179" y="8"/>
                      <a:pt x="179" y="7"/>
                      <a:pt x="178" y="8"/>
                    </a:cubicBezTo>
                    <a:cubicBezTo>
                      <a:pt x="177" y="5"/>
                      <a:pt x="170" y="3"/>
                      <a:pt x="167" y="3"/>
                    </a:cubicBezTo>
                    <a:cubicBezTo>
                      <a:pt x="165" y="2"/>
                      <a:pt x="165" y="2"/>
                      <a:pt x="165" y="2"/>
                    </a:cubicBezTo>
                    <a:cubicBezTo>
                      <a:pt x="164" y="2"/>
                      <a:pt x="163" y="2"/>
                      <a:pt x="162" y="2"/>
                    </a:cubicBezTo>
                    <a:cubicBezTo>
                      <a:pt x="162" y="0"/>
                      <a:pt x="162" y="2"/>
                      <a:pt x="161" y="2"/>
                    </a:cubicBezTo>
                    <a:cubicBezTo>
                      <a:pt x="159" y="1"/>
                      <a:pt x="155" y="1"/>
                      <a:pt x="153" y="1"/>
                    </a:cubicBezTo>
                    <a:close/>
                    <a:moveTo>
                      <a:pt x="93" y="93"/>
                    </a:moveTo>
                    <a:cubicBezTo>
                      <a:pt x="93" y="95"/>
                      <a:pt x="93" y="95"/>
                      <a:pt x="93" y="95"/>
                    </a:cubicBezTo>
                    <a:cubicBezTo>
                      <a:pt x="92" y="95"/>
                      <a:pt x="91" y="95"/>
                      <a:pt x="92" y="96"/>
                    </a:cubicBezTo>
                    <a:cubicBezTo>
                      <a:pt x="93" y="95"/>
                      <a:pt x="93" y="96"/>
                      <a:pt x="94" y="95"/>
                    </a:cubicBezTo>
                    <a:cubicBezTo>
                      <a:pt x="94" y="95"/>
                      <a:pt x="94" y="94"/>
                      <a:pt x="94" y="94"/>
                    </a:cubicBezTo>
                    <a:cubicBezTo>
                      <a:pt x="94" y="94"/>
                      <a:pt x="94" y="94"/>
                      <a:pt x="94" y="94"/>
                    </a:cubicBezTo>
                    <a:cubicBezTo>
                      <a:pt x="93" y="93"/>
                      <a:pt x="95" y="93"/>
                      <a:pt x="93" y="93"/>
                    </a:cubicBezTo>
                    <a:close/>
                    <a:moveTo>
                      <a:pt x="103" y="102"/>
                    </a:moveTo>
                    <a:cubicBezTo>
                      <a:pt x="104" y="102"/>
                      <a:pt x="103" y="101"/>
                      <a:pt x="104" y="100"/>
                    </a:cubicBezTo>
                    <a:cubicBezTo>
                      <a:pt x="103" y="100"/>
                      <a:pt x="103" y="100"/>
                      <a:pt x="102" y="99"/>
                    </a:cubicBezTo>
                    <a:cubicBezTo>
                      <a:pt x="103" y="101"/>
                      <a:pt x="103" y="100"/>
                      <a:pt x="103" y="102"/>
                    </a:cubicBezTo>
                    <a:close/>
                    <a:moveTo>
                      <a:pt x="97" y="96"/>
                    </a:moveTo>
                    <a:cubicBezTo>
                      <a:pt x="99" y="96"/>
                      <a:pt x="99" y="97"/>
                      <a:pt x="99" y="95"/>
                    </a:cubicBezTo>
                    <a:cubicBezTo>
                      <a:pt x="98" y="95"/>
                      <a:pt x="99" y="94"/>
                      <a:pt x="98" y="95"/>
                    </a:cubicBezTo>
                    <a:cubicBezTo>
                      <a:pt x="98" y="95"/>
                      <a:pt x="97" y="96"/>
                      <a:pt x="97" y="96"/>
                    </a:cubicBezTo>
                    <a:close/>
                    <a:moveTo>
                      <a:pt x="115" y="193"/>
                    </a:moveTo>
                    <a:cubicBezTo>
                      <a:pt x="116" y="193"/>
                      <a:pt x="116" y="193"/>
                      <a:pt x="116" y="193"/>
                    </a:cubicBezTo>
                    <a:cubicBezTo>
                      <a:pt x="116" y="194"/>
                      <a:pt x="117" y="194"/>
                      <a:pt x="115" y="194"/>
                    </a:cubicBezTo>
                    <a:cubicBezTo>
                      <a:pt x="114" y="194"/>
                      <a:pt x="115" y="194"/>
                      <a:pt x="115" y="193"/>
                    </a:cubicBezTo>
                    <a:close/>
                    <a:moveTo>
                      <a:pt x="58" y="117"/>
                    </a:moveTo>
                    <a:cubicBezTo>
                      <a:pt x="60" y="116"/>
                      <a:pt x="60" y="116"/>
                      <a:pt x="60" y="118"/>
                    </a:cubicBezTo>
                    <a:cubicBezTo>
                      <a:pt x="59" y="116"/>
                      <a:pt x="59" y="117"/>
                      <a:pt x="58" y="117"/>
                    </a:cubicBezTo>
                    <a:close/>
                    <a:moveTo>
                      <a:pt x="46" y="165"/>
                    </a:moveTo>
                    <a:cubicBezTo>
                      <a:pt x="46" y="165"/>
                      <a:pt x="45" y="164"/>
                      <a:pt x="47" y="165"/>
                    </a:cubicBezTo>
                    <a:cubicBezTo>
                      <a:pt x="47" y="166"/>
                      <a:pt x="47" y="166"/>
                      <a:pt x="46" y="165"/>
                    </a:cubicBezTo>
                    <a:close/>
                    <a:moveTo>
                      <a:pt x="90" y="99"/>
                    </a:moveTo>
                    <a:cubicBezTo>
                      <a:pt x="91" y="99"/>
                      <a:pt x="91" y="99"/>
                      <a:pt x="91" y="99"/>
                    </a:cubicBezTo>
                    <a:cubicBezTo>
                      <a:pt x="91" y="99"/>
                      <a:pt x="91" y="98"/>
                      <a:pt x="90" y="99"/>
                    </a:cubicBezTo>
                    <a:close/>
                    <a:moveTo>
                      <a:pt x="45" y="182"/>
                    </a:moveTo>
                    <a:cubicBezTo>
                      <a:pt x="45" y="181"/>
                      <a:pt x="46" y="181"/>
                      <a:pt x="46" y="182"/>
                    </a:cubicBezTo>
                    <a:cubicBezTo>
                      <a:pt x="47" y="183"/>
                      <a:pt x="45" y="182"/>
                      <a:pt x="45" y="182"/>
                    </a:cubicBezTo>
                    <a:close/>
                    <a:moveTo>
                      <a:pt x="92" y="97"/>
                    </a:moveTo>
                    <a:cubicBezTo>
                      <a:pt x="91" y="96"/>
                      <a:pt x="91" y="96"/>
                      <a:pt x="91" y="96"/>
                    </a:cubicBezTo>
                    <a:cubicBezTo>
                      <a:pt x="91" y="97"/>
                      <a:pt x="90" y="97"/>
                      <a:pt x="92" y="97"/>
                    </a:cubicBezTo>
                    <a:close/>
                    <a:moveTo>
                      <a:pt x="75" y="116"/>
                    </a:moveTo>
                    <a:cubicBezTo>
                      <a:pt x="74" y="115"/>
                      <a:pt x="74" y="116"/>
                      <a:pt x="75" y="115"/>
                    </a:cubicBezTo>
                    <a:cubicBezTo>
                      <a:pt x="75" y="116"/>
                      <a:pt x="75" y="116"/>
                      <a:pt x="75" y="116"/>
                    </a:cubicBezTo>
                    <a:close/>
                    <a:moveTo>
                      <a:pt x="101" y="92"/>
                    </a:moveTo>
                    <a:cubicBezTo>
                      <a:pt x="101" y="90"/>
                      <a:pt x="101" y="90"/>
                      <a:pt x="101" y="90"/>
                    </a:cubicBezTo>
                    <a:cubicBezTo>
                      <a:pt x="101" y="92"/>
                      <a:pt x="101" y="91"/>
                      <a:pt x="101" y="92"/>
                    </a:cubicBezTo>
                    <a:close/>
                    <a:moveTo>
                      <a:pt x="101" y="176"/>
                    </a:moveTo>
                    <a:cubicBezTo>
                      <a:pt x="102" y="176"/>
                      <a:pt x="102" y="176"/>
                      <a:pt x="102" y="176"/>
                    </a:cubicBezTo>
                    <a:cubicBezTo>
                      <a:pt x="101" y="176"/>
                      <a:pt x="101" y="176"/>
                      <a:pt x="101" y="176"/>
                    </a:cubicBezTo>
                    <a:close/>
                    <a:moveTo>
                      <a:pt x="85" y="105"/>
                    </a:moveTo>
                    <a:cubicBezTo>
                      <a:pt x="85" y="105"/>
                      <a:pt x="86" y="106"/>
                      <a:pt x="85" y="105"/>
                    </a:cubicBezTo>
                    <a:cubicBezTo>
                      <a:pt x="85" y="105"/>
                      <a:pt x="85" y="105"/>
                      <a:pt x="85" y="105"/>
                    </a:cubicBezTo>
                    <a:close/>
                    <a:moveTo>
                      <a:pt x="13" y="59"/>
                    </a:moveTo>
                    <a:cubicBezTo>
                      <a:pt x="14" y="60"/>
                      <a:pt x="13" y="59"/>
                      <a:pt x="14" y="61"/>
                    </a:cubicBezTo>
                    <a:cubicBezTo>
                      <a:pt x="13" y="59"/>
                      <a:pt x="13" y="59"/>
                      <a:pt x="13" y="59"/>
                    </a:cubicBezTo>
                    <a:close/>
                    <a:moveTo>
                      <a:pt x="180" y="152"/>
                    </a:moveTo>
                    <a:cubicBezTo>
                      <a:pt x="181" y="152"/>
                      <a:pt x="181" y="153"/>
                      <a:pt x="181" y="153"/>
                    </a:cubicBezTo>
                    <a:cubicBezTo>
                      <a:pt x="181" y="153"/>
                      <a:pt x="180" y="153"/>
                      <a:pt x="180" y="152"/>
                    </a:cubicBezTo>
                    <a:close/>
                    <a:moveTo>
                      <a:pt x="46" y="172"/>
                    </a:moveTo>
                    <a:cubicBezTo>
                      <a:pt x="46" y="172"/>
                      <a:pt x="46" y="172"/>
                      <a:pt x="46" y="172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" name="Freeform 15"/>
              <p:cNvSpPr>
                <a:spLocks noEditPoints="1"/>
              </p:cNvSpPr>
              <p:nvPr/>
            </p:nvSpPr>
            <p:spPr bwMode="auto">
              <a:xfrm>
                <a:off x="3732034" y="4258993"/>
                <a:ext cx="214313" cy="395288"/>
              </a:xfrm>
              <a:custGeom>
                <a:avLst/>
                <a:gdLst>
                  <a:gd name="T0" fmla="*/ 68 w 187"/>
                  <a:gd name="T1" fmla="*/ 285 h 344"/>
                  <a:gd name="T2" fmla="*/ 80 w 187"/>
                  <a:gd name="T3" fmla="*/ 274 h 344"/>
                  <a:gd name="T4" fmla="*/ 74 w 187"/>
                  <a:gd name="T5" fmla="*/ 272 h 344"/>
                  <a:gd name="T6" fmla="*/ 141 w 187"/>
                  <a:gd name="T7" fmla="*/ 162 h 344"/>
                  <a:gd name="T8" fmla="*/ 142 w 187"/>
                  <a:gd name="T9" fmla="*/ 163 h 344"/>
                  <a:gd name="T10" fmla="*/ 146 w 187"/>
                  <a:gd name="T11" fmla="*/ 159 h 344"/>
                  <a:gd name="T12" fmla="*/ 69 w 187"/>
                  <a:gd name="T13" fmla="*/ 173 h 344"/>
                  <a:gd name="T14" fmla="*/ 63 w 187"/>
                  <a:gd name="T15" fmla="*/ 174 h 344"/>
                  <a:gd name="T16" fmla="*/ 64 w 187"/>
                  <a:gd name="T17" fmla="*/ 148 h 344"/>
                  <a:gd name="T18" fmla="*/ 65 w 187"/>
                  <a:gd name="T19" fmla="*/ 145 h 344"/>
                  <a:gd name="T20" fmla="*/ 72 w 187"/>
                  <a:gd name="T21" fmla="*/ 134 h 344"/>
                  <a:gd name="T22" fmla="*/ 116 w 187"/>
                  <a:gd name="T23" fmla="*/ 140 h 344"/>
                  <a:gd name="T24" fmla="*/ 115 w 187"/>
                  <a:gd name="T25" fmla="*/ 132 h 344"/>
                  <a:gd name="T26" fmla="*/ 148 w 187"/>
                  <a:gd name="T27" fmla="*/ 106 h 344"/>
                  <a:gd name="T28" fmla="*/ 140 w 187"/>
                  <a:gd name="T29" fmla="*/ 118 h 344"/>
                  <a:gd name="T30" fmla="*/ 137 w 187"/>
                  <a:gd name="T31" fmla="*/ 111 h 344"/>
                  <a:gd name="T32" fmla="*/ 138 w 187"/>
                  <a:gd name="T33" fmla="*/ 117 h 344"/>
                  <a:gd name="T34" fmla="*/ 132 w 187"/>
                  <a:gd name="T35" fmla="*/ 80 h 344"/>
                  <a:gd name="T36" fmla="*/ 67 w 187"/>
                  <a:gd name="T37" fmla="*/ 293 h 344"/>
                  <a:gd name="T38" fmla="*/ 69 w 187"/>
                  <a:gd name="T39" fmla="*/ 308 h 344"/>
                  <a:gd name="T40" fmla="*/ 77 w 187"/>
                  <a:gd name="T41" fmla="*/ 325 h 344"/>
                  <a:gd name="T42" fmla="*/ 83 w 187"/>
                  <a:gd name="T43" fmla="*/ 334 h 344"/>
                  <a:gd name="T44" fmla="*/ 88 w 187"/>
                  <a:gd name="T45" fmla="*/ 344 h 344"/>
                  <a:gd name="T46" fmla="*/ 94 w 187"/>
                  <a:gd name="T47" fmla="*/ 341 h 344"/>
                  <a:gd name="T48" fmla="*/ 107 w 187"/>
                  <a:gd name="T49" fmla="*/ 334 h 344"/>
                  <a:gd name="T50" fmla="*/ 107 w 187"/>
                  <a:gd name="T51" fmla="*/ 324 h 344"/>
                  <a:gd name="T52" fmla="*/ 108 w 187"/>
                  <a:gd name="T53" fmla="*/ 287 h 344"/>
                  <a:gd name="T54" fmla="*/ 106 w 187"/>
                  <a:gd name="T55" fmla="*/ 236 h 344"/>
                  <a:gd name="T56" fmla="*/ 106 w 187"/>
                  <a:gd name="T57" fmla="*/ 215 h 344"/>
                  <a:gd name="T58" fmla="*/ 118 w 187"/>
                  <a:gd name="T59" fmla="*/ 204 h 344"/>
                  <a:gd name="T60" fmla="*/ 130 w 187"/>
                  <a:gd name="T61" fmla="*/ 181 h 344"/>
                  <a:gd name="T62" fmla="*/ 141 w 187"/>
                  <a:gd name="T63" fmla="*/ 170 h 344"/>
                  <a:gd name="T64" fmla="*/ 154 w 187"/>
                  <a:gd name="T65" fmla="*/ 159 h 344"/>
                  <a:gd name="T66" fmla="*/ 153 w 187"/>
                  <a:gd name="T67" fmla="*/ 157 h 344"/>
                  <a:gd name="T68" fmla="*/ 155 w 187"/>
                  <a:gd name="T69" fmla="*/ 154 h 344"/>
                  <a:gd name="T70" fmla="*/ 168 w 187"/>
                  <a:gd name="T71" fmla="*/ 144 h 344"/>
                  <a:gd name="T72" fmla="*/ 179 w 187"/>
                  <a:gd name="T73" fmla="*/ 136 h 344"/>
                  <a:gd name="T74" fmla="*/ 186 w 187"/>
                  <a:gd name="T75" fmla="*/ 119 h 344"/>
                  <a:gd name="T76" fmla="*/ 186 w 187"/>
                  <a:gd name="T77" fmla="*/ 105 h 344"/>
                  <a:gd name="T78" fmla="*/ 173 w 187"/>
                  <a:gd name="T79" fmla="*/ 80 h 344"/>
                  <a:gd name="T80" fmla="*/ 140 w 187"/>
                  <a:gd name="T81" fmla="*/ 80 h 344"/>
                  <a:gd name="T82" fmla="*/ 134 w 187"/>
                  <a:gd name="T83" fmla="*/ 71 h 344"/>
                  <a:gd name="T84" fmla="*/ 135 w 187"/>
                  <a:gd name="T85" fmla="*/ 65 h 344"/>
                  <a:gd name="T86" fmla="*/ 128 w 187"/>
                  <a:gd name="T87" fmla="*/ 39 h 344"/>
                  <a:gd name="T88" fmla="*/ 119 w 187"/>
                  <a:gd name="T89" fmla="*/ 13 h 344"/>
                  <a:gd name="T90" fmla="*/ 103 w 187"/>
                  <a:gd name="T91" fmla="*/ 1 h 344"/>
                  <a:gd name="T92" fmla="*/ 95 w 187"/>
                  <a:gd name="T93" fmla="*/ 23 h 344"/>
                  <a:gd name="T94" fmla="*/ 88 w 187"/>
                  <a:gd name="T95" fmla="*/ 60 h 344"/>
                  <a:gd name="T96" fmla="*/ 85 w 187"/>
                  <a:gd name="T97" fmla="*/ 68 h 344"/>
                  <a:gd name="T98" fmla="*/ 83 w 187"/>
                  <a:gd name="T99" fmla="*/ 83 h 344"/>
                  <a:gd name="T100" fmla="*/ 75 w 187"/>
                  <a:gd name="T101" fmla="*/ 105 h 344"/>
                  <a:gd name="T102" fmla="*/ 67 w 187"/>
                  <a:gd name="T103" fmla="*/ 111 h 344"/>
                  <a:gd name="T104" fmla="*/ 32 w 187"/>
                  <a:gd name="T105" fmla="*/ 134 h 344"/>
                  <a:gd name="T106" fmla="*/ 10 w 187"/>
                  <a:gd name="T107" fmla="*/ 123 h 344"/>
                  <a:gd name="T108" fmla="*/ 2 w 187"/>
                  <a:gd name="T109" fmla="*/ 145 h 344"/>
                  <a:gd name="T110" fmla="*/ 23 w 187"/>
                  <a:gd name="T111" fmla="*/ 181 h 344"/>
                  <a:gd name="T112" fmla="*/ 47 w 187"/>
                  <a:gd name="T113" fmla="*/ 192 h 344"/>
                  <a:gd name="T114" fmla="*/ 57 w 187"/>
                  <a:gd name="T115" fmla="*/ 213 h 344"/>
                  <a:gd name="T116" fmla="*/ 74 w 187"/>
                  <a:gd name="T117" fmla="*/ 240 h 344"/>
                  <a:gd name="T118" fmla="*/ 69 w 187"/>
                  <a:gd name="T119" fmla="*/ 275 h 3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87" h="344">
                    <a:moveTo>
                      <a:pt x="92" y="335"/>
                    </a:moveTo>
                    <a:cubicBezTo>
                      <a:pt x="94" y="336"/>
                      <a:pt x="93" y="336"/>
                      <a:pt x="92" y="336"/>
                    </a:cubicBezTo>
                    <a:cubicBezTo>
                      <a:pt x="92" y="335"/>
                      <a:pt x="92" y="335"/>
                      <a:pt x="92" y="335"/>
                    </a:cubicBezTo>
                    <a:close/>
                    <a:moveTo>
                      <a:pt x="66" y="283"/>
                    </a:moveTo>
                    <a:cubicBezTo>
                      <a:pt x="66" y="283"/>
                      <a:pt x="67" y="283"/>
                      <a:pt x="67" y="281"/>
                    </a:cubicBezTo>
                    <a:cubicBezTo>
                      <a:pt x="67" y="282"/>
                      <a:pt x="68" y="284"/>
                      <a:pt x="68" y="285"/>
                    </a:cubicBezTo>
                    <a:cubicBezTo>
                      <a:pt x="66" y="285"/>
                      <a:pt x="67" y="285"/>
                      <a:pt x="66" y="283"/>
                    </a:cubicBezTo>
                    <a:close/>
                    <a:moveTo>
                      <a:pt x="74" y="272"/>
                    </a:moveTo>
                    <a:cubicBezTo>
                      <a:pt x="76" y="273"/>
                      <a:pt x="73" y="273"/>
                      <a:pt x="76" y="273"/>
                    </a:cubicBezTo>
                    <a:cubicBezTo>
                      <a:pt x="77" y="272"/>
                      <a:pt x="77" y="272"/>
                      <a:pt x="77" y="271"/>
                    </a:cubicBezTo>
                    <a:cubicBezTo>
                      <a:pt x="79" y="269"/>
                      <a:pt x="79" y="269"/>
                      <a:pt x="80" y="269"/>
                    </a:cubicBezTo>
                    <a:cubicBezTo>
                      <a:pt x="80" y="270"/>
                      <a:pt x="81" y="269"/>
                      <a:pt x="80" y="274"/>
                    </a:cubicBezTo>
                    <a:cubicBezTo>
                      <a:pt x="80" y="276"/>
                      <a:pt x="79" y="276"/>
                      <a:pt x="81" y="278"/>
                    </a:cubicBezTo>
                    <a:cubicBezTo>
                      <a:pt x="79" y="278"/>
                      <a:pt x="80" y="277"/>
                      <a:pt x="80" y="279"/>
                    </a:cubicBezTo>
                    <a:cubicBezTo>
                      <a:pt x="78" y="277"/>
                      <a:pt x="79" y="279"/>
                      <a:pt x="78" y="277"/>
                    </a:cubicBezTo>
                    <a:cubicBezTo>
                      <a:pt x="77" y="276"/>
                      <a:pt x="78" y="277"/>
                      <a:pt x="77" y="276"/>
                    </a:cubicBezTo>
                    <a:cubicBezTo>
                      <a:pt x="75" y="274"/>
                      <a:pt x="76" y="275"/>
                      <a:pt x="75" y="274"/>
                    </a:cubicBezTo>
                    <a:cubicBezTo>
                      <a:pt x="74" y="272"/>
                      <a:pt x="74" y="272"/>
                      <a:pt x="74" y="272"/>
                    </a:cubicBezTo>
                    <a:close/>
                    <a:moveTo>
                      <a:pt x="142" y="163"/>
                    </a:moveTo>
                    <a:cubicBezTo>
                      <a:pt x="141" y="164"/>
                      <a:pt x="141" y="164"/>
                      <a:pt x="142" y="165"/>
                    </a:cubicBezTo>
                    <a:cubicBezTo>
                      <a:pt x="139" y="165"/>
                      <a:pt x="141" y="165"/>
                      <a:pt x="139" y="166"/>
                    </a:cubicBezTo>
                    <a:cubicBezTo>
                      <a:pt x="138" y="167"/>
                      <a:pt x="137" y="166"/>
                      <a:pt x="137" y="167"/>
                    </a:cubicBezTo>
                    <a:cubicBezTo>
                      <a:pt x="137" y="165"/>
                      <a:pt x="137" y="165"/>
                      <a:pt x="137" y="165"/>
                    </a:cubicBezTo>
                    <a:cubicBezTo>
                      <a:pt x="139" y="165"/>
                      <a:pt x="140" y="165"/>
                      <a:pt x="141" y="162"/>
                    </a:cubicBezTo>
                    <a:cubicBezTo>
                      <a:pt x="142" y="163"/>
                      <a:pt x="142" y="163"/>
                      <a:pt x="142" y="163"/>
                    </a:cubicBezTo>
                    <a:close/>
                    <a:moveTo>
                      <a:pt x="144" y="162"/>
                    </a:moveTo>
                    <a:cubicBezTo>
                      <a:pt x="146" y="162"/>
                      <a:pt x="146" y="162"/>
                      <a:pt x="147" y="163"/>
                    </a:cubicBezTo>
                    <a:cubicBezTo>
                      <a:pt x="147" y="163"/>
                      <a:pt x="146" y="163"/>
                      <a:pt x="146" y="163"/>
                    </a:cubicBezTo>
                    <a:cubicBezTo>
                      <a:pt x="144" y="163"/>
                      <a:pt x="145" y="163"/>
                      <a:pt x="144" y="162"/>
                    </a:cubicBezTo>
                    <a:close/>
                    <a:moveTo>
                      <a:pt x="142" y="163"/>
                    </a:moveTo>
                    <a:cubicBezTo>
                      <a:pt x="143" y="162"/>
                      <a:pt x="143" y="163"/>
                      <a:pt x="142" y="162"/>
                    </a:cubicBezTo>
                    <a:cubicBezTo>
                      <a:pt x="142" y="163"/>
                      <a:pt x="143" y="162"/>
                      <a:pt x="142" y="163"/>
                    </a:cubicBezTo>
                    <a:close/>
                    <a:moveTo>
                      <a:pt x="146" y="159"/>
                    </a:moveTo>
                    <a:cubicBezTo>
                      <a:pt x="146" y="159"/>
                      <a:pt x="147" y="158"/>
                      <a:pt x="147" y="158"/>
                    </a:cubicBezTo>
                    <a:cubicBezTo>
                      <a:pt x="148" y="158"/>
                      <a:pt x="147" y="158"/>
                      <a:pt x="147" y="159"/>
                    </a:cubicBezTo>
                    <a:cubicBezTo>
                      <a:pt x="146" y="159"/>
                      <a:pt x="146" y="159"/>
                      <a:pt x="146" y="159"/>
                    </a:cubicBezTo>
                    <a:close/>
                    <a:moveTo>
                      <a:pt x="76" y="135"/>
                    </a:moveTo>
                    <a:cubicBezTo>
                      <a:pt x="76" y="136"/>
                      <a:pt x="76" y="138"/>
                      <a:pt x="75" y="139"/>
                    </a:cubicBezTo>
                    <a:cubicBezTo>
                      <a:pt x="75" y="140"/>
                      <a:pt x="75" y="142"/>
                      <a:pt x="75" y="144"/>
                    </a:cubicBezTo>
                    <a:cubicBezTo>
                      <a:pt x="75" y="148"/>
                      <a:pt x="75" y="149"/>
                      <a:pt x="75" y="153"/>
                    </a:cubicBezTo>
                    <a:cubicBezTo>
                      <a:pt x="74" y="170"/>
                      <a:pt x="74" y="170"/>
                      <a:pt x="74" y="170"/>
                    </a:cubicBezTo>
                    <a:cubicBezTo>
                      <a:pt x="73" y="172"/>
                      <a:pt x="71" y="172"/>
                      <a:pt x="69" y="173"/>
                    </a:cubicBezTo>
                    <a:cubicBezTo>
                      <a:pt x="69" y="173"/>
                      <a:pt x="69" y="173"/>
                      <a:pt x="69" y="173"/>
                    </a:cubicBezTo>
                    <a:cubicBezTo>
                      <a:pt x="69" y="173"/>
                      <a:pt x="69" y="173"/>
                      <a:pt x="69" y="173"/>
                    </a:cubicBezTo>
                    <a:cubicBezTo>
                      <a:pt x="66" y="177"/>
                      <a:pt x="66" y="177"/>
                      <a:pt x="66" y="177"/>
                    </a:cubicBezTo>
                    <a:cubicBezTo>
                      <a:pt x="66" y="177"/>
                      <a:pt x="66" y="177"/>
                      <a:pt x="65" y="177"/>
                    </a:cubicBezTo>
                    <a:cubicBezTo>
                      <a:pt x="64" y="178"/>
                      <a:pt x="64" y="178"/>
                      <a:pt x="64" y="178"/>
                    </a:cubicBezTo>
                    <a:cubicBezTo>
                      <a:pt x="64" y="173"/>
                      <a:pt x="64" y="176"/>
                      <a:pt x="63" y="174"/>
                    </a:cubicBezTo>
                    <a:cubicBezTo>
                      <a:pt x="63" y="172"/>
                      <a:pt x="63" y="171"/>
                      <a:pt x="63" y="169"/>
                    </a:cubicBezTo>
                    <a:cubicBezTo>
                      <a:pt x="62" y="167"/>
                      <a:pt x="62" y="165"/>
                      <a:pt x="64" y="163"/>
                    </a:cubicBezTo>
                    <a:cubicBezTo>
                      <a:pt x="63" y="159"/>
                      <a:pt x="63" y="163"/>
                      <a:pt x="63" y="159"/>
                    </a:cubicBezTo>
                    <a:cubicBezTo>
                      <a:pt x="64" y="159"/>
                      <a:pt x="64" y="159"/>
                      <a:pt x="64" y="159"/>
                    </a:cubicBezTo>
                    <a:cubicBezTo>
                      <a:pt x="64" y="155"/>
                      <a:pt x="63" y="159"/>
                      <a:pt x="63" y="155"/>
                    </a:cubicBezTo>
                    <a:cubicBezTo>
                      <a:pt x="63" y="153"/>
                      <a:pt x="63" y="150"/>
                      <a:pt x="64" y="148"/>
                    </a:cubicBezTo>
                    <a:cubicBezTo>
                      <a:pt x="65" y="148"/>
                      <a:pt x="65" y="147"/>
                      <a:pt x="65" y="147"/>
                    </a:cubicBezTo>
                    <a:cubicBezTo>
                      <a:pt x="66" y="146"/>
                      <a:pt x="66" y="146"/>
                      <a:pt x="66" y="146"/>
                    </a:cubicBezTo>
                    <a:cubicBezTo>
                      <a:pt x="66" y="146"/>
                      <a:pt x="66" y="146"/>
                      <a:pt x="66" y="146"/>
                    </a:cubicBezTo>
                    <a:cubicBezTo>
                      <a:pt x="66" y="146"/>
                      <a:pt x="65" y="146"/>
                      <a:pt x="65" y="146"/>
                    </a:cubicBezTo>
                    <a:cubicBezTo>
                      <a:pt x="64" y="146"/>
                      <a:pt x="64" y="146"/>
                      <a:pt x="64" y="146"/>
                    </a:cubicBezTo>
                    <a:cubicBezTo>
                      <a:pt x="64" y="145"/>
                      <a:pt x="64" y="146"/>
                      <a:pt x="65" y="145"/>
                    </a:cubicBezTo>
                    <a:cubicBezTo>
                      <a:pt x="66" y="142"/>
                      <a:pt x="66" y="145"/>
                      <a:pt x="66" y="141"/>
                    </a:cubicBezTo>
                    <a:cubicBezTo>
                      <a:pt x="67" y="141"/>
                      <a:pt x="67" y="141"/>
                      <a:pt x="68" y="140"/>
                    </a:cubicBezTo>
                    <a:cubicBezTo>
                      <a:pt x="69" y="139"/>
                      <a:pt x="69" y="139"/>
                      <a:pt x="69" y="139"/>
                    </a:cubicBezTo>
                    <a:cubicBezTo>
                      <a:pt x="69" y="139"/>
                      <a:pt x="69" y="139"/>
                      <a:pt x="69" y="139"/>
                    </a:cubicBezTo>
                    <a:cubicBezTo>
                      <a:pt x="70" y="138"/>
                      <a:pt x="70" y="138"/>
                      <a:pt x="70" y="138"/>
                    </a:cubicBezTo>
                    <a:cubicBezTo>
                      <a:pt x="74" y="134"/>
                      <a:pt x="71" y="136"/>
                      <a:pt x="72" y="134"/>
                    </a:cubicBezTo>
                    <a:cubicBezTo>
                      <a:pt x="76" y="130"/>
                      <a:pt x="76" y="130"/>
                      <a:pt x="76" y="130"/>
                    </a:cubicBezTo>
                    <a:cubicBezTo>
                      <a:pt x="76" y="133"/>
                      <a:pt x="76" y="131"/>
                      <a:pt x="76" y="133"/>
                    </a:cubicBezTo>
                    <a:cubicBezTo>
                      <a:pt x="76" y="134"/>
                      <a:pt x="76" y="134"/>
                      <a:pt x="76" y="135"/>
                    </a:cubicBezTo>
                    <a:close/>
                    <a:moveTo>
                      <a:pt x="118" y="121"/>
                    </a:moveTo>
                    <a:cubicBezTo>
                      <a:pt x="117" y="134"/>
                      <a:pt x="117" y="134"/>
                      <a:pt x="117" y="134"/>
                    </a:cubicBezTo>
                    <a:cubicBezTo>
                      <a:pt x="117" y="136"/>
                      <a:pt x="117" y="137"/>
                      <a:pt x="116" y="140"/>
                    </a:cubicBezTo>
                    <a:cubicBezTo>
                      <a:pt x="114" y="143"/>
                      <a:pt x="114" y="143"/>
                      <a:pt x="114" y="143"/>
                    </a:cubicBezTo>
                    <a:cubicBezTo>
                      <a:pt x="113" y="144"/>
                      <a:pt x="114" y="144"/>
                      <a:pt x="113" y="144"/>
                    </a:cubicBezTo>
                    <a:cubicBezTo>
                      <a:pt x="113" y="137"/>
                      <a:pt x="114" y="143"/>
                      <a:pt x="114" y="137"/>
                    </a:cubicBezTo>
                    <a:cubicBezTo>
                      <a:pt x="115" y="136"/>
                      <a:pt x="115" y="138"/>
                      <a:pt x="115" y="133"/>
                    </a:cubicBezTo>
                    <a:cubicBezTo>
                      <a:pt x="116" y="133"/>
                      <a:pt x="115" y="133"/>
                      <a:pt x="115" y="133"/>
                    </a:cubicBezTo>
                    <a:cubicBezTo>
                      <a:pt x="115" y="132"/>
                      <a:pt x="115" y="132"/>
                      <a:pt x="115" y="132"/>
                    </a:cubicBezTo>
                    <a:cubicBezTo>
                      <a:pt x="116" y="132"/>
                      <a:pt x="116" y="132"/>
                      <a:pt x="116" y="132"/>
                    </a:cubicBezTo>
                    <a:cubicBezTo>
                      <a:pt x="116" y="129"/>
                      <a:pt x="116" y="127"/>
                      <a:pt x="117" y="126"/>
                    </a:cubicBezTo>
                    <a:cubicBezTo>
                      <a:pt x="117" y="124"/>
                      <a:pt x="117" y="121"/>
                      <a:pt x="118" y="121"/>
                    </a:cubicBezTo>
                    <a:close/>
                    <a:moveTo>
                      <a:pt x="139" y="107"/>
                    </a:moveTo>
                    <a:cubicBezTo>
                      <a:pt x="140" y="106"/>
                      <a:pt x="140" y="106"/>
                      <a:pt x="141" y="105"/>
                    </a:cubicBezTo>
                    <a:cubicBezTo>
                      <a:pt x="143" y="107"/>
                      <a:pt x="145" y="105"/>
                      <a:pt x="148" y="106"/>
                    </a:cubicBezTo>
                    <a:cubicBezTo>
                      <a:pt x="148" y="109"/>
                      <a:pt x="148" y="109"/>
                      <a:pt x="148" y="111"/>
                    </a:cubicBezTo>
                    <a:cubicBezTo>
                      <a:pt x="148" y="111"/>
                      <a:pt x="148" y="111"/>
                      <a:pt x="148" y="111"/>
                    </a:cubicBezTo>
                    <a:cubicBezTo>
                      <a:pt x="148" y="111"/>
                      <a:pt x="148" y="111"/>
                      <a:pt x="147" y="111"/>
                    </a:cubicBezTo>
                    <a:cubicBezTo>
                      <a:pt x="147" y="113"/>
                      <a:pt x="148" y="112"/>
                      <a:pt x="146" y="114"/>
                    </a:cubicBezTo>
                    <a:cubicBezTo>
                      <a:pt x="142" y="120"/>
                      <a:pt x="142" y="120"/>
                      <a:pt x="142" y="120"/>
                    </a:cubicBezTo>
                    <a:cubicBezTo>
                      <a:pt x="141" y="119"/>
                      <a:pt x="141" y="119"/>
                      <a:pt x="140" y="118"/>
                    </a:cubicBezTo>
                    <a:cubicBezTo>
                      <a:pt x="140" y="116"/>
                      <a:pt x="139" y="115"/>
                      <a:pt x="139" y="113"/>
                    </a:cubicBezTo>
                    <a:cubicBezTo>
                      <a:pt x="139" y="111"/>
                      <a:pt x="139" y="113"/>
                      <a:pt x="139" y="110"/>
                    </a:cubicBezTo>
                    <a:cubicBezTo>
                      <a:pt x="139" y="108"/>
                      <a:pt x="139" y="111"/>
                      <a:pt x="139" y="109"/>
                    </a:cubicBezTo>
                    <a:cubicBezTo>
                      <a:pt x="139" y="108"/>
                      <a:pt x="139" y="108"/>
                      <a:pt x="139" y="107"/>
                    </a:cubicBezTo>
                    <a:close/>
                    <a:moveTo>
                      <a:pt x="136" y="111"/>
                    </a:moveTo>
                    <a:cubicBezTo>
                      <a:pt x="137" y="111"/>
                      <a:pt x="137" y="111"/>
                      <a:pt x="137" y="111"/>
                    </a:cubicBezTo>
                    <a:cubicBezTo>
                      <a:pt x="139" y="109"/>
                      <a:pt x="137" y="112"/>
                      <a:pt x="137" y="110"/>
                    </a:cubicBezTo>
                    <a:cubicBezTo>
                      <a:pt x="138" y="108"/>
                      <a:pt x="138" y="109"/>
                      <a:pt x="137" y="108"/>
                    </a:cubicBezTo>
                    <a:cubicBezTo>
                      <a:pt x="137" y="108"/>
                      <a:pt x="136" y="109"/>
                      <a:pt x="135" y="110"/>
                    </a:cubicBezTo>
                    <a:cubicBezTo>
                      <a:pt x="136" y="110"/>
                      <a:pt x="135" y="110"/>
                      <a:pt x="136" y="110"/>
                    </a:cubicBezTo>
                    <a:cubicBezTo>
                      <a:pt x="136" y="114"/>
                      <a:pt x="136" y="113"/>
                      <a:pt x="137" y="115"/>
                    </a:cubicBezTo>
                    <a:cubicBezTo>
                      <a:pt x="137" y="117"/>
                      <a:pt x="136" y="115"/>
                      <a:pt x="138" y="117"/>
                    </a:cubicBezTo>
                    <a:cubicBezTo>
                      <a:pt x="138" y="112"/>
                      <a:pt x="138" y="112"/>
                      <a:pt x="138" y="112"/>
                    </a:cubicBezTo>
                    <a:cubicBezTo>
                      <a:pt x="137" y="111"/>
                      <a:pt x="138" y="111"/>
                      <a:pt x="136" y="111"/>
                    </a:cubicBezTo>
                    <a:close/>
                    <a:moveTo>
                      <a:pt x="130" y="81"/>
                    </a:moveTo>
                    <a:cubicBezTo>
                      <a:pt x="130" y="81"/>
                      <a:pt x="131" y="80"/>
                      <a:pt x="130" y="81"/>
                    </a:cubicBezTo>
                    <a:cubicBezTo>
                      <a:pt x="130" y="82"/>
                      <a:pt x="130" y="82"/>
                      <a:pt x="130" y="81"/>
                    </a:cubicBezTo>
                    <a:close/>
                    <a:moveTo>
                      <a:pt x="132" y="80"/>
                    </a:moveTo>
                    <a:cubicBezTo>
                      <a:pt x="132" y="80"/>
                      <a:pt x="133" y="80"/>
                      <a:pt x="132" y="80"/>
                    </a:cubicBezTo>
                    <a:cubicBezTo>
                      <a:pt x="132" y="81"/>
                      <a:pt x="131" y="80"/>
                      <a:pt x="132" y="80"/>
                    </a:cubicBezTo>
                    <a:close/>
                    <a:moveTo>
                      <a:pt x="66" y="283"/>
                    </a:moveTo>
                    <a:cubicBezTo>
                      <a:pt x="65" y="285"/>
                      <a:pt x="65" y="289"/>
                      <a:pt x="67" y="291"/>
                    </a:cubicBezTo>
                    <a:cubicBezTo>
                      <a:pt x="67" y="292"/>
                      <a:pt x="67" y="292"/>
                      <a:pt x="67" y="293"/>
                    </a:cubicBezTo>
                    <a:cubicBezTo>
                      <a:pt x="67" y="293"/>
                      <a:pt x="67" y="293"/>
                      <a:pt x="67" y="293"/>
                    </a:cubicBezTo>
                    <a:cubicBezTo>
                      <a:pt x="67" y="294"/>
                      <a:pt x="67" y="294"/>
                      <a:pt x="67" y="294"/>
                    </a:cubicBezTo>
                    <a:cubicBezTo>
                      <a:pt x="67" y="295"/>
                      <a:pt x="66" y="296"/>
                      <a:pt x="66" y="297"/>
                    </a:cubicBezTo>
                    <a:cubicBezTo>
                      <a:pt x="67" y="299"/>
                      <a:pt x="67" y="298"/>
                      <a:pt x="67" y="299"/>
                    </a:cubicBezTo>
                    <a:cubicBezTo>
                      <a:pt x="68" y="301"/>
                      <a:pt x="67" y="302"/>
                      <a:pt x="68" y="304"/>
                    </a:cubicBezTo>
                    <a:cubicBezTo>
                      <a:pt x="68" y="304"/>
                      <a:pt x="68" y="304"/>
                      <a:pt x="68" y="304"/>
                    </a:cubicBezTo>
                    <a:cubicBezTo>
                      <a:pt x="69" y="308"/>
                      <a:pt x="69" y="308"/>
                      <a:pt x="69" y="308"/>
                    </a:cubicBezTo>
                    <a:cubicBezTo>
                      <a:pt x="71" y="310"/>
                      <a:pt x="71" y="311"/>
                      <a:pt x="71" y="314"/>
                    </a:cubicBezTo>
                    <a:cubicBezTo>
                      <a:pt x="72" y="316"/>
                      <a:pt x="71" y="312"/>
                      <a:pt x="72" y="315"/>
                    </a:cubicBezTo>
                    <a:cubicBezTo>
                      <a:pt x="73" y="319"/>
                      <a:pt x="71" y="315"/>
                      <a:pt x="74" y="321"/>
                    </a:cubicBezTo>
                    <a:cubicBezTo>
                      <a:pt x="75" y="323"/>
                      <a:pt x="75" y="325"/>
                      <a:pt x="78" y="325"/>
                    </a:cubicBezTo>
                    <a:cubicBezTo>
                      <a:pt x="78" y="325"/>
                      <a:pt x="78" y="325"/>
                      <a:pt x="78" y="325"/>
                    </a:cubicBezTo>
                    <a:cubicBezTo>
                      <a:pt x="77" y="325"/>
                      <a:pt x="77" y="325"/>
                      <a:pt x="77" y="325"/>
                    </a:cubicBezTo>
                    <a:cubicBezTo>
                      <a:pt x="79" y="324"/>
                      <a:pt x="79" y="324"/>
                      <a:pt x="79" y="327"/>
                    </a:cubicBezTo>
                    <a:cubicBezTo>
                      <a:pt x="79" y="331"/>
                      <a:pt x="79" y="331"/>
                      <a:pt x="79" y="331"/>
                    </a:cubicBezTo>
                    <a:cubicBezTo>
                      <a:pt x="79" y="332"/>
                      <a:pt x="80" y="331"/>
                      <a:pt x="79" y="332"/>
                    </a:cubicBezTo>
                    <a:cubicBezTo>
                      <a:pt x="81" y="332"/>
                      <a:pt x="81" y="332"/>
                      <a:pt x="82" y="331"/>
                    </a:cubicBezTo>
                    <a:cubicBezTo>
                      <a:pt x="82" y="331"/>
                      <a:pt x="82" y="331"/>
                      <a:pt x="82" y="331"/>
                    </a:cubicBezTo>
                    <a:cubicBezTo>
                      <a:pt x="82" y="332"/>
                      <a:pt x="83" y="332"/>
                      <a:pt x="83" y="334"/>
                    </a:cubicBezTo>
                    <a:cubicBezTo>
                      <a:pt x="84" y="335"/>
                      <a:pt x="84" y="337"/>
                      <a:pt x="84" y="338"/>
                    </a:cubicBezTo>
                    <a:cubicBezTo>
                      <a:pt x="85" y="339"/>
                      <a:pt x="86" y="339"/>
                      <a:pt x="87" y="339"/>
                    </a:cubicBezTo>
                    <a:cubicBezTo>
                      <a:pt x="87" y="341"/>
                      <a:pt x="87" y="341"/>
                      <a:pt x="87" y="341"/>
                    </a:cubicBezTo>
                    <a:cubicBezTo>
                      <a:pt x="88" y="342"/>
                      <a:pt x="87" y="341"/>
                      <a:pt x="87" y="342"/>
                    </a:cubicBezTo>
                    <a:cubicBezTo>
                      <a:pt x="87" y="342"/>
                      <a:pt x="87" y="343"/>
                      <a:pt x="87" y="343"/>
                    </a:cubicBezTo>
                    <a:cubicBezTo>
                      <a:pt x="88" y="344"/>
                      <a:pt x="88" y="344"/>
                      <a:pt x="88" y="344"/>
                    </a:cubicBezTo>
                    <a:cubicBezTo>
                      <a:pt x="89" y="344"/>
                      <a:pt x="89" y="344"/>
                      <a:pt x="89" y="344"/>
                    </a:cubicBezTo>
                    <a:cubicBezTo>
                      <a:pt x="89" y="343"/>
                      <a:pt x="89" y="343"/>
                      <a:pt x="89" y="343"/>
                    </a:cubicBezTo>
                    <a:cubicBezTo>
                      <a:pt x="90" y="342"/>
                      <a:pt x="90" y="342"/>
                      <a:pt x="90" y="342"/>
                    </a:cubicBezTo>
                    <a:cubicBezTo>
                      <a:pt x="91" y="342"/>
                      <a:pt x="91" y="342"/>
                      <a:pt x="91" y="342"/>
                    </a:cubicBezTo>
                    <a:cubicBezTo>
                      <a:pt x="92" y="342"/>
                      <a:pt x="91" y="342"/>
                      <a:pt x="93" y="342"/>
                    </a:cubicBezTo>
                    <a:cubicBezTo>
                      <a:pt x="93" y="341"/>
                      <a:pt x="94" y="341"/>
                      <a:pt x="94" y="341"/>
                    </a:cubicBezTo>
                    <a:cubicBezTo>
                      <a:pt x="99" y="340"/>
                      <a:pt x="99" y="340"/>
                      <a:pt x="99" y="340"/>
                    </a:cubicBezTo>
                    <a:cubicBezTo>
                      <a:pt x="99" y="338"/>
                      <a:pt x="99" y="338"/>
                      <a:pt x="99" y="338"/>
                    </a:cubicBezTo>
                    <a:cubicBezTo>
                      <a:pt x="101" y="338"/>
                      <a:pt x="100" y="338"/>
                      <a:pt x="101" y="338"/>
                    </a:cubicBezTo>
                    <a:cubicBezTo>
                      <a:pt x="104" y="337"/>
                      <a:pt x="104" y="337"/>
                      <a:pt x="104" y="337"/>
                    </a:cubicBezTo>
                    <a:cubicBezTo>
                      <a:pt x="105" y="336"/>
                      <a:pt x="106" y="336"/>
                      <a:pt x="107" y="336"/>
                    </a:cubicBezTo>
                    <a:cubicBezTo>
                      <a:pt x="107" y="334"/>
                      <a:pt x="107" y="334"/>
                      <a:pt x="107" y="334"/>
                    </a:cubicBezTo>
                    <a:cubicBezTo>
                      <a:pt x="108" y="334"/>
                      <a:pt x="108" y="334"/>
                      <a:pt x="108" y="334"/>
                    </a:cubicBezTo>
                    <a:cubicBezTo>
                      <a:pt x="108" y="334"/>
                      <a:pt x="108" y="333"/>
                      <a:pt x="108" y="333"/>
                    </a:cubicBezTo>
                    <a:cubicBezTo>
                      <a:pt x="109" y="333"/>
                      <a:pt x="109" y="332"/>
                      <a:pt x="109" y="330"/>
                    </a:cubicBezTo>
                    <a:cubicBezTo>
                      <a:pt x="109" y="330"/>
                      <a:pt x="108" y="330"/>
                      <a:pt x="108" y="330"/>
                    </a:cubicBezTo>
                    <a:cubicBezTo>
                      <a:pt x="108" y="330"/>
                      <a:pt x="108" y="330"/>
                      <a:pt x="108" y="330"/>
                    </a:cubicBezTo>
                    <a:cubicBezTo>
                      <a:pt x="108" y="327"/>
                      <a:pt x="107" y="326"/>
                      <a:pt x="107" y="324"/>
                    </a:cubicBezTo>
                    <a:cubicBezTo>
                      <a:pt x="107" y="322"/>
                      <a:pt x="108" y="321"/>
                      <a:pt x="108" y="319"/>
                    </a:cubicBezTo>
                    <a:cubicBezTo>
                      <a:pt x="107" y="314"/>
                      <a:pt x="107" y="316"/>
                      <a:pt x="108" y="314"/>
                    </a:cubicBezTo>
                    <a:cubicBezTo>
                      <a:pt x="108" y="311"/>
                      <a:pt x="107" y="310"/>
                      <a:pt x="106" y="309"/>
                    </a:cubicBezTo>
                    <a:cubicBezTo>
                      <a:pt x="106" y="307"/>
                      <a:pt x="106" y="298"/>
                      <a:pt x="106" y="296"/>
                    </a:cubicBezTo>
                    <a:cubicBezTo>
                      <a:pt x="106" y="291"/>
                      <a:pt x="106" y="294"/>
                      <a:pt x="107" y="291"/>
                    </a:cubicBezTo>
                    <a:cubicBezTo>
                      <a:pt x="107" y="289"/>
                      <a:pt x="107" y="288"/>
                      <a:pt x="108" y="287"/>
                    </a:cubicBezTo>
                    <a:cubicBezTo>
                      <a:pt x="108" y="284"/>
                      <a:pt x="108" y="282"/>
                      <a:pt x="108" y="280"/>
                    </a:cubicBezTo>
                    <a:cubicBezTo>
                      <a:pt x="107" y="274"/>
                      <a:pt x="107" y="274"/>
                      <a:pt x="107" y="274"/>
                    </a:cubicBezTo>
                    <a:cubicBezTo>
                      <a:pt x="108" y="273"/>
                      <a:pt x="107" y="271"/>
                      <a:pt x="107" y="269"/>
                    </a:cubicBezTo>
                    <a:cubicBezTo>
                      <a:pt x="107" y="260"/>
                      <a:pt x="107" y="251"/>
                      <a:pt x="107" y="242"/>
                    </a:cubicBezTo>
                    <a:cubicBezTo>
                      <a:pt x="107" y="240"/>
                      <a:pt x="107" y="241"/>
                      <a:pt x="106" y="240"/>
                    </a:cubicBezTo>
                    <a:cubicBezTo>
                      <a:pt x="106" y="236"/>
                      <a:pt x="106" y="236"/>
                      <a:pt x="106" y="236"/>
                    </a:cubicBezTo>
                    <a:cubicBezTo>
                      <a:pt x="106" y="235"/>
                      <a:pt x="106" y="236"/>
                      <a:pt x="107" y="236"/>
                    </a:cubicBezTo>
                    <a:cubicBezTo>
                      <a:pt x="106" y="232"/>
                      <a:pt x="107" y="233"/>
                      <a:pt x="106" y="230"/>
                    </a:cubicBezTo>
                    <a:cubicBezTo>
                      <a:pt x="106" y="229"/>
                      <a:pt x="106" y="226"/>
                      <a:pt x="106" y="224"/>
                    </a:cubicBezTo>
                    <a:cubicBezTo>
                      <a:pt x="104" y="223"/>
                      <a:pt x="106" y="225"/>
                      <a:pt x="104" y="223"/>
                    </a:cubicBezTo>
                    <a:cubicBezTo>
                      <a:pt x="106" y="222"/>
                      <a:pt x="106" y="222"/>
                      <a:pt x="106" y="222"/>
                    </a:cubicBezTo>
                    <a:cubicBezTo>
                      <a:pt x="106" y="219"/>
                      <a:pt x="106" y="217"/>
                      <a:pt x="106" y="215"/>
                    </a:cubicBezTo>
                    <a:cubicBezTo>
                      <a:pt x="107" y="212"/>
                      <a:pt x="107" y="211"/>
                      <a:pt x="108" y="209"/>
                    </a:cubicBezTo>
                    <a:cubicBezTo>
                      <a:pt x="109" y="210"/>
                      <a:pt x="109" y="210"/>
                      <a:pt x="109" y="210"/>
                    </a:cubicBezTo>
                    <a:cubicBezTo>
                      <a:pt x="111" y="210"/>
                      <a:pt x="112" y="209"/>
                      <a:pt x="114" y="208"/>
                    </a:cubicBezTo>
                    <a:cubicBezTo>
                      <a:pt x="116" y="207"/>
                      <a:pt x="114" y="208"/>
                      <a:pt x="115" y="207"/>
                    </a:cubicBezTo>
                    <a:cubicBezTo>
                      <a:pt x="117" y="205"/>
                      <a:pt x="117" y="205"/>
                      <a:pt x="117" y="205"/>
                    </a:cubicBezTo>
                    <a:cubicBezTo>
                      <a:pt x="117" y="205"/>
                      <a:pt x="118" y="205"/>
                      <a:pt x="118" y="204"/>
                    </a:cubicBezTo>
                    <a:cubicBezTo>
                      <a:pt x="121" y="201"/>
                      <a:pt x="125" y="197"/>
                      <a:pt x="126" y="193"/>
                    </a:cubicBezTo>
                    <a:cubicBezTo>
                      <a:pt x="126" y="191"/>
                      <a:pt x="128" y="188"/>
                      <a:pt x="128" y="187"/>
                    </a:cubicBezTo>
                    <a:cubicBezTo>
                      <a:pt x="129" y="186"/>
                      <a:pt x="128" y="186"/>
                      <a:pt x="129" y="186"/>
                    </a:cubicBezTo>
                    <a:cubicBezTo>
                      <a:pt x="129" y="183"/>
                      <a:pt x="129" y="183"/>
                      <a:pt x="129" y="183"/>
                    </a:cubicBezTo>
                    <a:cubicBezTo>
                      <a:pt x="131" y="182"/>
                      <a:pt x="131" y="182"/>
                      <a:pt x="131" y="182"/>
                    </a:cubicBezTo>
                    <a:cubicBezTo>
                      <a:pt x="130" y="181"/>
                      <a:pt x="130" y="181"/>
                      <a:pt x="130" y="181"/>
                    </a:cubicBezTo>
                    <a:cubicBezTo>
                      <a:pt x="132" y="180"/>
                      <a:pt x="131" y="179"/>
                      <a:pt x="132" y="177"/>
                    </a:cubicBezTo>
                    <a:cubicBezTo>
                      <a:pt x="133" y="176"/>
                      <a:pt x="133" y="176"/>
                      <a:pt x="135" y="176"/>
                    </a:cubicBezTo>
                    <a:cubicBezTo>
                      <a:pt x="134" y="175"/>
                      <a:pt x="134" y="175"/>
                      <a:pt x="134" y="175"/>
                    </a:cubicBezTo>
                    <a:cubicBezTo>
                      <a:pt x="137" y="175"/>
                      <a:pt x="136" y="175"/>
                      <a:pt x="136" y="174"/>
                    </a:cubicBezTo>
                    <a:cubicBezTo>
                      <a:pt x="136" y="170"/>
                      <a:pt x="136" y="170"/>
                      <a:pt x="136" y="170"/>
                    </a:cubicBezTo>
                    <a:cubicBezTo>
                      <a:pt x="138" y="170"/>
                      <a:pt x="139" y="170"/>
                      <a:pt x="141" y="170"/>
                    </a:cubicBezTo>
                    <a:cubicBezTo>
                      <a:pt x="143" y="170"/>
                      <a:pt x="144" y="169"/>
                      <a:pt x="147" y="167"/>
                    </a:cubicBezTo>
                    <a:cubicBezTo>
                      <a:pt x="153" y="162"/>
                      <a:pt x="153" y="162"/>
                      <a:pt x="153" y="162"/>
                    </a:cubicBezTo>
                    <a:cubicBezTo>
                      <a:pt x="154" y="161"/>
                      <a:pt x="157" y="159"/>
                      <a:pt x="158" y="158"/>
                    </a:cubicBezTo>
                    <a:cubicBezTo>
                      <a:pt x="157" y="157"/>
                      <a:pt x="157" y="157"/>
                      <a:pt x="157" y="157"/>
                    </a:cubicBezTo>
                    <a:cubicBezTo>
                      <a:pt x="156" y="157"/>
                      <a:pt x="157" y="157"/>
                      <a:pt x="155" y="158"/>
                    </a:cubicBezTo>
                    <a:cubicBezTo>
                      <a:pt x="155" y="158"/>
                      <a:pt x="155" y="159"/>
                      <a:pt x="154" y="159"/>
                    </a:cubicBezTo>
                    <a:cubicBezTo>
                      <a:pt x="154" y="159"/>
                      <a:pt x="152" y="161"/>
                      <a:pt x="151" y="161"/>
                    </a:cubicBezTo>
                    <a:cubicBezTo>
                      <a:pt x="148" y="162"/>
                      <a:pt x="148" y="162"/>
                      <a:pt x="148" y="162"/>
                    </a:cubicBezTo>
                    <a:cubicBezTo>
                      <a:pt x="148" y="161"/>
                      <a:pt x="148" y="160"/>
                      <a:pt x="149" y="159"/>
                    </a:cubicBezTo>
                    <a:cubicBezTo>
                      <a:pt x="150" y="161"/>
                      <a:pt x="150" y="160"/>
                      <a:pt x="152" y="158"/>
                    </a:cubicBezTo>
                    <a:cubicBezTo>
                      <a:pt x="153" y="158"/>
                      <a:pt x="153" y="158"/>
                      <a:pt x="153" y="158"/>
                    </a:cubicBezTo>
                    <a:cubicBezTo>
                      <a:pt x="153" y="157"/>
                      <a:pt x="153" y="157"/>
                      <a:pt x="153" y="157"/>
                    </a:cubicBezTo>
                    <a:cubicBezTo>
                      <a:pt x="153" y="157"/>
                      <a:pt x="153" y="157"/>
                      <a:pt x="154" y="157"/>
                    </a:cubicBezTo>
                    <a:cubicBezTo>
                      <a:pt x="154" y="157"/>
                      <a:pt x="154" y="157"/>
                      <a:pt x="154" y="157"/>
                    </a:cubicBezTo>
                    <a:cubicBezTo>
                      <a:pt x="153" y="156"/>
                      <a:pt x="153" y="156"/>
                      <a:pt x="153" y="156"/>
                    </a:cubicBezTo>
                    <a:cubicBezTo>
                      <a:pt x="153" y="155"/>
                      <a:pt x="153" y="156"/>
                      <a:pt x="154" y="154"/>
                    </a:cubicBezTo>
                    <a:cubicBezTo>
                      <a:pt x="156" y="156"/>
                      <a:pt x="153" y="156"/>
                      <a:pt x="156" y="156"/>
                    </a:cubicBezTo>
                    <a:cubicBezTo>
                      <a:pt x="156" y="155"/>
                      <a:pt x="156" y="155"/>
                      <a:pt x="155" y="154"/>
                    </a:cubicBezTo>
                    <a:cubicBezTo>
                      <a:pt x="156" y="154"/>
                      <a:pt x="155" y="154"/>
                      <a:pt x="156" y="154"/>
                    </a:cubicBezTo>
                    <a:cubicBezTo>
                      <a:pt x="156" y="151"/>
                      <a:pt x="157" y="151"/>
                      <a:pt x="160" y="151"/>
                    </a:cubicBezTo>
                    <a:cubicBezTo>
                      <a:pt x="162" y="150"/>
                      <a:pt x="162" y="150"/>
                      <a:pt x="162" y="150"/>
                    </a:cubicBezTo>
                    <a:cubicBezTo>
                      <a:pt x="162" y="147"/>
                      <a:pt x="160" y="147"/>
                      <a:pt x="159" y="146"/>
                    </a:cubicBezTo>
                    <a:cubicBezTo>
                      <a:pt x="159" y="145"/>
                      <a:pt x="159" y="144"/>
                      <a:pt x="161" y="145"/>
                    </a:cubicBezTo>
                    <a:cubicBezTo>
                      <a:pt x="164" y="145"/>
                      <a:pt x="164" y="144"/>
                      <a:pt x="168" y="144"/>
                    </a:cubicBezTo>
                    <a:cubicBezTo>
                      <a:pt x="169" y="143"/>
                      <a:pt x="168" y="143"/>
                      <a:pt x="169" y="144"/>
                    </a:cubicBezTo>
                    <a:cubicBezTo>
                      <a:pt x="170" y="142"/>
                      <a:pt x="172" y="142"/>
                      <a:pt x="174" y="141"/>
                    </a:cubicBezTo>
                    <a:cubicBezTo>
                      <a:pt x="174" y="141"/>
                      <a:pt x="174" y="141"/>
                      <a:pt x="174" y="141"/>
                    </a:cubicBezTo>
                    <a:cubicBezTo>
                      <a:pt x="177" y="138"/>
                      <a:pt x="177" y="138"/>
                      <a:pt x="177" y="138"/>
                    </a:cubicBezTo>
                    <a:cubicBezTo>
                      <a:pt x="178" y="137"/>
                      <a:pt x="177" y="138"/>
                      <a:pt x="178" y="137"/>
                    </a:cubicBezTo>
                    <a:cubicBezTo>
                      <a:pt x="179" y="137"/>
                      <a:pt x="178" y="137"/>
                      <a:pt x="179" y="136"/>
                    </a:cubicBezTo>
                    <a:cubicBezTo>
                      <a:pt x="182" y="130"/>
                      <a:pt x="182" y="130"/>
                      <a:pt x="182" y="130"/>
                    </a:cubicBezTo>
                    <a:cubicBezTo>
                      <a:pt x="183" y="128"/>
                      <a:pt x="182" y="130"/>
                      <a:pt x="183" y="129"/>
                    </a:cubicBezTo>
                    <a:cubicBezTo>
                      <a:pt x="186" y="125"/>
                      <a:pt x="186" y="125"/>
                      <a:pt x="186" y="125"/>
                    </a:cubicBezTo>
                    <a:cubicBezTo>
                      <a:pt x="186" y="121"/>
                      <a:pt x="186" y="121"/>
                      <a:pt x="186" y="121"/>
                    </a:cubicBezTo>
                    <a:cubicBezTo>
                      <a:pt x="187" y="121"/>
                      <a:pt x="187" y="121"/>
                      <a:pt x="187" y="121"/>
                    </a:cubicBezTo>
                    <a:cubicBezTo>
                      <a:pt x="186" y="119"/>
                      <a:pt x="186" y="119"/>
                      <a:pt x="186" y="119"/>
                    </a:cubicBezTo>
                    <a:cubicBezTo>
                      <a:pt x="186" y="118"/>
                      <a:pt x="186" y="119"/>
                      <a:pt x="186" y="118"/>
                    </a:cubicBezTo>
                    <a:cubicBezTo>
                      <a:pt x="187" y="115"/>
                      <a:pt x="185" y="115"/>
                      <a:pt x="187" y="115"/>
                    </a:cubicBezTo>
                    <a:cubicBezTo>
                      <a:pt x="187" y="114"/>
                      <a:pt x="187" y="113"/>
                      <a:pt x="187" y="112"/>
                    </a:cubicBezTo>
                    <a:cubicBezTo>
                      <a:pt x="187" y="109"/>
                      <a:pt x="187" y="113"/>
                      <a:pt x="187" y="111"/>
                    </a:cubicBezTo>
                    <a:cubicBezTo>
                      <a:pt x="186" y="108"/>
                      <a:pt x="186" y="108"/>
                      <a:pt x="186" y="108"/>
                    </a:cubicBezTo>
                    <a:cubicBezTo>
                      <a:pt x="186" y="107"/>
                      <a:pt x="186" y="106"/>
                      <a:pt x="186" y="105"/>
                    </a:cubicBezTo>
                    <a:cubicBezTo>
                      <a:pt x="186" y="100"/>
                      <a:pt x="185" y="99"/>
                      <a:pt x="184" y="96"/>
                    </a:cubicBezTo>
                    <a:cubicBezTo>
                      <a:pt x="183" y="96"/>
                      <a:pt x="183" y="96"/>
                      <a:pt x="183" y="96"/>
                    </a:cubicBezTo>
                    <a:cubicBezTo>
                      <a:pt x="183" y="91"/>
                      <a:pt x="180" y="88"/>
                      <a:pt x="178" y="85"/>
                    </a:cubicBezTo>
                    <a:cubicBezTo>
                      <a:pt x="177" y="83"/>
                      <a:pt x="176" y="82"/>
                      <a:pt x="174" y="82"/>
                    </a:cubicBezTo>
                    <a:cubicBezTo>
                      <a:pt x="172" y="81"/>
                      <a:pt x="176" y="83"/>
                      <a:pt x="173" y="81"/>
                    </a:cubicBezTo>
                    <a:cubicBezTo>
                      <a:pt x="173" y="81"/>
                      <a:pt x="173" y="80"/>
                      <a:pt x="173" y="80"/>
                    </a:cubicBezTo>
                    <a:cubicBezTo>
                      <a:pt x="171" y="78"/>
                      <a:pt x="168" y="78"/>
                      <a:pt x="165" y="77"/>
                    </a:cubicBezTo>
                    <a:cubicBezTo>
                      <a:pt x="161" y="76"/>
                      <a:pt x="155" y="77"/>
                      <a:pt x="151" y="78"/>
                    </a:cubicBezTo>
                    <a:cubicBezTo>
                      <a:pt x="151" y="78"/>
                      <a:pt x="149" y="78"/>
                      <a:pt x="148" y="78"/>
                    </a:cubicBezTo>
                    <a:cubicBezTo>
                      <a:pt x="146" y="80"/>
                      <a:pt x="148" y="77"/>
                      <a:pt x="146" y="79"/>
                    </a:cubicBezTo>
                    <a:cubicBezTo>
                      <a:pt x="145" y="79"/>
                      <a:pt x="144" y="79"/>
                      <a:pt x="142" y="79"/>
                    </a:cubicBezTo>
                    <a:cubicBezTo>
                      <a:pt x="141" y="79"/>
                      <a:pt x="141" y="80"/>
                      <a:pt x="140" y="80"/>
                    </a:cubicBezTo>
                    <a:cubicBezTo>
                      <a:pt x="136" y="80"/>
                      <a:pt x="134" y="78"/>
                      <a:pt x="138" y="77"/>
                    </a:cubicBezTo>
                    <a:cubicBezTo>
                      <a:pt x="137" y="77"/>
                      <a:pt x="137" y="77"/>
                      <a:pt x="136" y="76"/>
                    </a:cubicBezTo>
                    <a:cubicBezTo>
                      <a:pt x="136" y="75"/>
                      <a:pt x="136" y="75"/>
                      <a:pt x="135" y="75"/>
                    </a:cubicBezTo>
                    <a:cubicBezTo>
                      <a:pt x="133" y="75"/>
                      <a:pt x="133" y="75"/>
                      <a:pt x="133" y="75"/>
                    </a:cubicBezTo>
                    <a:cubicBezTo>
                      <a:pt x="131" y="72"/>
                      <a:pt x="131" y="72"/>
                      <a:pt x="131" y="72"/>
                    </a:cubicBezTo>
                    <a:cubicBezTo>
                      <a:pt x="132" y="71"/>
                      <a:pt x="132" y="71"/>
                      <a:pt x="134" y="71"/>
                    </a:cubicBezTo>
                    <a:cubicBezTo>
                      <a:pt x="134" y="71"/>
                      <a:pt x="134" y="71"/>
                      <a:pt x="133" y="70"/>
                    </a:cubicBezTo>
                    <a:cubicBezTo>
                      <a:pt x="133" y="70"/>
                      <a:pt x="134" y="69"/>
                      <a:pt x="134" y="70"/>
                    </a:cubicBezTo>
                    <a:cubicBezTo>
                      <a:pt x="134" y="69"/>
                      <a:pt x="134" y="69"/>
                      <a:pt x="134" y="69"/>
                    </a:cubicBezTo>
                    <a:cubicBezTo>
                      <a:pt x="135" y="69"/>
                      <a:pt x="134" y="69"/>
                      <a:pt x="135" y="69"/>
                    </a:cubicBezTo>
                    <a:cubicBezTo>
                      <a:pt x="135" y="66"/>
                      <a:pt x="135" y="66"/>
                      <a:pt x="135" y="66"/>
                    </a:cubicBezTo>
                    <a:cubicBezTo>
                      <a:pt x="135" y="65"/>
                      <a:pt x="135" y="66"/>
                      <a:pt x="135" y="65"/>
                    </a:cubicBezTo>
                    <a:cubicBezTo>
                      <a:pt x="133" y="66"/>
                      <a:pt x="135" y="65"/>
                      <a:pt x="132" y="66"/>
                    </a:cubicBezTo>
                    <a:cubicBezTo>
                      <a:pt x="132" y="64"/>
                      <a:pt x="132" y="65"/>
                      <a:pt x="132" y="63"/>
                    </a:cubicBezTo>
                    <a:cubicBezTo>
                      <a:pt x="133" y="63"/>
                      <a:pt x="133" y="64"/>
                      <a:pt x="135" y="64"/>
                    </a:cubicBezTo>
                    <a:cubicBezTo>
                      <a:pt x="133" y="52"/>
                      <a:pt x="133" y="52"/>
                      <a:pt x="133" y="52"/>
                    </a:cubicBezTo>
                    <a:cubicBezTo>
                      <a:pt x="133" y="52"/>
                      <a:pt x="133" y="51"/>
                      <a:pt x="132" y="50"/>
                    </a:cubicBezTo>
                    <a:cubicBezTo>
                      <a:pt x="128" y="39"/>
                      <a:pt x="128" y="39"/>
                      <a:pt x="128" y="39"/>
                    </a:cubicBezTo>
                    <a:cubicBezTo>
                      <a:pt x="127" y="37"/>
                      <a:pt x="128" y="37"/>
                      <a:pt x="126" y="35"/>
                    </a:cubicBezTo>
                    <a:cubicBezTo>
                      <a:pt x="125" y="31"/>
                      <a:pt x="125" y="31"/>
                      <a:pt x="125" y="31"/>
                    </a:cubicBezTo>
                    <a:cubicBezTo>
                      <a:pt x="124" y="30"/>
                      <a:pt x="124" y="29"/>
                      <a:pt x="124" y="28"/>
                    </a:cubicBezTo>
                    <a:cubicBezTo>
                      <a:pt x="123" y="26"/>
                      <a:pt x="123" y="26"/>
                      <a:pt x="123" y="26"/>
                    </a:cubicBezTo>
                    <a:cubicBezTo>
                      <a:pt x="123" y="24"/>
                      <a:pt x="122" y="25"/>
                      <a:pt x="122" y="22"/>
                    </a:cubicBezTo>
                    <a:cubicBezTo>
                      <a:pt x="121" y="19"/>
                      <a:pt x="121" y="16"/>
                      <a:pt x="119" y="13"/>
                    </a:cubicBezTo>
                    <a:cubicBezTo>
                      <a:pt x="118" y="13"/>
                      <a:pt x="119" y="14"/>
                      <a:pt x="118" y="12"/>
                    </a:cubicBezTo>
                    <a:cubicBezTo>
                      <a:pt x="115" y="7"/>
                      <a:pt x="115" y="7"/>
                      <a:pt x="115" y="7"/>
                    </a:cubicBezTo>
                    <a:cubicBezTo>
                      <a:pt x="109" y="1"/>
                      <a:pt x="110" y="5"/>
                      <a:pt x="107" y="3"/>
                    </a:cubicBezTo>
                    <a:cubicBezTo>
                      <a:pt x="105" y="2"/>
                      <a:pt x="105" y="2"/>
                      <a:pt x="105" y="2"/>
                    </a:cubicBezTo>
                    <a:cubicBezTo>
                      <a:pt x="105" y="2"/>
                      <a:pt x="105" y="2"/>
                      <a:pt x="105" y="1"/>
                    </a:cubicBezTo>
                    <a:cubicBezTo>
                      <a:pt x="104" y="1"/>
                      <a:pt x="103" y="0"/>
                      <a:pt x="103" y="1"/>
                    </a:cubicBezTo>
                    <a:cubicBezTo>
                      <a:pt x="99" y="3"/>
                      <a:pt x="99" y="3"/>
                      <a:pt x="99" y="3"/>
                    </a:cubicBezTo>
                    <a:cubicBezTo>
                      <a:pt x="99" y="3"/>
                      <a:pt x="99" y="4"/>
                      <a:pt x="99" y="4"/>
                    </a:cubicBezTo>
                    <a:cubicBezTo>
                      <a:pt x="94" y="8"/>
                      <a:pt x="96" y="12"/>
                      <a:pt x="95" y="13"/>
                    </a:cubicBezTo>
                    <a:cubicBezTo>
                      <a:pt x="95" y="16"/>
                      <a:pt x="96" y="15"/>
                      <a:pt x="96" y="17"/>
                    </a:cubicBezTo>
                    <a:cubicBezTo>
                      <a:pt x="96" y="20"/>
                      <a:pt x="95" y="17"/>
                      <a:pt x="95" y="20"/>
                    </a:cubicBezTo>
                    <a:cubicBezTo>
                      <a:pt x="95" y="22"/>
                      <a:pt x="95" y="20"/>
                      <a:pt x="95" y="23"/>
                    </a:cubicBezTo>
                    <a:cubicBezTo>
                      <a:pt x="95" y="25"/>
                      <a:pt x="95" y="26"/>
                      <a:pt x="95" y="28"/>
                    </a:cubicBezTo>
                    <a:cubicBezTo>
                      <a:pt x="94" y="29"/>
                      <a:pt x="94" y="28"/>
                      <a:pt x="93" y="30"/>
                    </a:cubicBezTo>
                    <a:cubicBezTo>
                      <a:pt x="93" y="31"/>
                      <a:pt x="93" y="32"/>
                      <a:pt x="93" y="32"/>
                    </a:cubicBezTo>
                    <a:cubicBezTo>
                      <a:pt x="90" y="43"/>
                      <a:pt x="90" y="43"/>
                      <a:pt x="90" y="43"/>
                    </a:cubicBezTo>
                    <a:cubicBezTo>
                      <a:pt x="88" y="48"/>
                      <a:pt x="89" y="53"/>
                      <a:pt x="88" y="58"/>
                    </a:cubicBezTo>
                    <a:cubicBezTo>
                      <a:pt x="88" y="60"/>
                      <a:pt x="88" y="60"/>
                      <a:pt x="88" y="60"/>
                    </a:cubicBezTo>
                    <a:cubicBezTo>
                      <a:pt x="87" y="60"/>
                      <a:pt x="87" y="61"/>
                      <a:pt x="87" y="61"/>
                    </a:cubicBezTo>
                    <a:cubicBezTo>
                      <a:pt x="87" y="61"/>
                      <a:pt x="87" y="61"/>
                      <a:pt x="87" y="61"/>
                    </a:cubicBezTo>
                    <a:cubicBezTo>
                      <a:pt x="87" y="62"/>
                      <a:pt x="88" y="61"/>
                      <a:pt x="87" y="62"/>
                    </a:cubicBezTo>
                    <a:cubicBezTo>
                      <a:pt x="87" y="64"/>
                      <a:pt x="86" y="65"/>
                      <a:pt x="86" y="66"/>
                    </a:cubicBezTo>
                    <a:cubicBezTo>
                      <a:pt x="86" y="68"/>
                      <a:pt x="86" y="68"/>
                      <a:pt x="86" y="68"/>
                    </a:cubicBezTo>
                    <a:cubicBezTo>
                      <a:pt x="86" y="68"/>
                      <a:pt x="86" y="68"/>
                      <a:pt x="85" y="68"/>
                    </a:cubicBezTo>
                    <a:cubicBezTo>
                      <a:pt x="85" y="68"/>
                      <a:pt x="85" y="68"/>
                      <a:pt x="85" y="68"/>
                    </a:cubicBezTo>
                    <a:cubicBezTo>
                      <a:pt x="85" y="69"/>
                      <a:pt x="85" y="72"/>
                      <a:pt x="85" y="73"/>
                    </a:cubicBezTo>
                    <a:cubicBezTo>
                      <a:pt x="84" y="77"/>
                      <a:pt x="84" y="77"/>
                      <a:pt x="84" y="77"/>
                    </a:cubicBezTo>
                    <a:cubicBezTo>
                      <a:pt x="83" y="78"/>
                      <a:pt x="83" y="81"/>
                      <a:pt x="83" y="83"/>
                    </a:cubicBezTo>
                    <a:cubicBezTo>
                      <a:pt x="83" y="83"/>
                      <a:pt x="83" y="83"/>
                      <a:pt x="83" y="83"/>
                    </a:cubicBezTo>
                    <a:cubicBezTo>
                      <a:pt x="83" y="83"/>
                      <a:pt x="83" y="83"/>
                      <a:pt x="83" y="83"/>
                    </a:cubicBezTo>
                    <a:cubicBezTo>
                      <a:pt x="82" y="84"/>
                      <a:pt x="82" y="84"/>
                      <a:pt x="82" y="84"/>
                    </a:cubicBezTo>
                    <a:cubicBezTo>
                      <a:pt x="82" y="88"/>
                      <a:pt x="81" y="89"/>
                      <a:pt x="81" y="94"/>
                    </a:cubicBezTo>
                    <a:cubicBezTo>
                      <a:pt x="81" y="94"/>
                      <a:pt x="81" y="94"/>
                      <a:pt x="81" y="94"/>
                    </a:cubicBezTo>
                    <a:cubicBezTo>
                      <a:pt x="81" y="99"/>
                      <a:pt x="81" y="99"/>
                      <a:pt x="79" y="102"/>
                    </a:cubicBezTo>
                    <a:cubicBezTo>
                      <a:pt x="75" y="105"/>
                      <a:pt x="75" y="105"/>
                      <a:pt x="75" y="105"/>
                    </a:cubicBezTo>
                    <a:cubicBezTo>
                      <a:pt x="75" y="105"/>
                      <a:pt x="75" y="105"/>
                      <a:pt x="75" y="105"/>
                    </a:cubicBezTo>
                    <a:cubicBezTo>
                      <a:pt x="75" y="105"/>
                      <a:pt x="75" y="105"/>
                      <a:pt x="75" y="105"/>
                    </a:cubicBezTo>
                    <a:cubicBezTo>
                      <a:pt x="73" y="106"/>
                      <a:pt x="73" y="106"/>
                      <a:pt x="73" y="106"/>
                    </a:cubicBezTo>
                    <a:cubicBezTo>
                      <a:pt x="73" y="106"/>
                      <a:pt x="73" y="106"/>
                      <a:pt x="73" y="106"/>
                    </a:cubicBezTo>
                    <a:cubicBezTo>
                      <a:pt x="73" y="106"/>
                      <a:pt x="73" y="106"/>
                      <a:pt x="73" y="106"/>
                    </a:cubicBezTo>
                    <a:cubicBezTo>
                      <a:pt x="71" y="107"/>
                      <a:pt x="69" y="108"/>
                      <a:pt x="67" y="109"/>
                    </a:cubicBezTo>
                    <a:cubicBezTo>
                      <a:pt x="66" y="110"/>
                      <a:pt x="67" y="109"/>
                      <a:pt x="67" y="111"/>
                    </a:cubicBezTo>
                    <a:cubicBezTo>
                      <a:pt x="62" y="111"/>
                      <a:pt x="61" y="114"/>
                      <a:pt x="57" y="116"/>
                    </a:cubicBezTo>
                    <a:cubicBezTo>
                      <a:pt x="54" y="118"/>
                      <a:pt x="54" y="118"/>
                      <a:pt x="54" y="118"/>
                    </a:cubicBezTo>
                    <a:cubicBezTo>
                      <a:pt x="51" y="120"/>
                      <a:pt x="49" y="123"/>
                      <a:pt x="45" y="124"/>
                    </a:cubicBezTo>
                    <a:cubicBezTo>
                      <a:pt x="40" y="128"/>
                      <a:pt x="40" y="128"/>
                      <a:pt x="40" y="128"/>
                    </a:cubicBezTo>
                    <a:cubicBezTo>
                      <a:pt x="40" y="128"/>
                      <a:pt x="40" y="128"/>
                      <a:pt x="39" y="129"/>
                    </a:cubicBezTo>
                    <a:cubicBezTo>
                      <a:pt x="32" y="134"/>
                      <a:pt x="32" y="134"/>
                      <a:pt x="32" y="134"/>
                    </a:cubicBezTo>
                    <a:cubicBezTo>
                      <a:pt x="32" y="135"/>
                      <a:pt x="32" y="135"/>
                      <a:pt x="32" y="135"/>
                    </a:cubicBezTo>
                    <a:cubicBezTo>
                      <a:pt x="30" y="136"/>
                      <a:pt x="30" y="136"/>
                      <a:pt x="30" y="136"/>
                    </a:cubicBezTo>
                    <a:cubicBezTo>
                      <a:pt x="29" y="136"/>
                      <a:pt x="29" y="136"/>
                      <a:pt x="29" y="136"/>
                    </a:cubicBezTo>
                    <a:cubicBezTo>
                      <a:pt x="29" y="135"/>
                      <a:pt x="29" y="136"/>
                      <a:pt x="27" y="135"/>
                    </a:cubicBezTo>
                    <a:cubicBezTo>
                      <a:pt x="16" y="125"/>
                      <a:pt x="16" y="125"/>
                      <a:pt x="16" y="125"/>
                    </a:cubicBezTo>
                    <a:cubicBezTo>
                      <a:pt x="13" y="123"/>
                      <a:pt x="12" y="126"/>
                      <a:pt x="10" y="123"/>
                    </a:cubicBezTo>
                    <a:cubicBezTo>
                      <a:pt x="10" y="122"/>
                      <a:pt x="10" y="122"/>
                      <a:pt x="9" y="121"/>
                    </a:cubicBezTo>
                    <a:cubicBezTo>
                      <a:pt x="8" y="124"/>
                      <a:pt x="9" y="124"/>
                      <a:pt x="10" y="126"/>
                    </a:cubicBezTo>
                    <a:cubicBezTo>
                      <a:pt x="6" y="130"/>
                      <a:pt x="6" y="130"/>
                      <a:pt x="6" y="130"/>
                    </a:cubicBezTo>
                    <a:cubicBezTo>
                      <a:pt x="6" y="131"/>
                      <a:pt x="5" y="131"/>
                      <a:pt x="5" y="132"/>
                    </a:cubicBezTo>
                    <a:cubicBezTo>
                      <a:pt x="4" y="134"/>
                      <a:pt x="5" y="133"/>
                      <a:pt x="4" y="134"/>
                    </a:cubicBezTo>
                    <a:cubicBezTo>
                      <a:pt x="4" y="134"/>
                      <a:pt x="0" y="138"/>
                      <a:pt x="2" y="145"/>
                    </a:cubicBezTo>
                    <a:cubicBezTo>
                      <a:pt x="2" y="146"/>
                      <a:pt x="2" y="146"/>
                      <a:pt x="3" y="147"/>
                    </a:cubicBezTo>
                    <a:cubicBezTo>
                      <a:pt x="3" y="153"/>
                      <a:pt x="3" y="153"/>
                      <a:pt x="3" y="153"/>
                    </a:cubicBezTo>
                    <a:cubicBezTo>
                      <a:pt x="3" y="157"/>
                      <a:pt x="7" y="166"/>
                      <a:pt x="10" y="168"/>
                    </a:cubicBezTo>
                    <a:cubicBezTo>
                      <a:pt x="16" y="175"/>
                      <a:pt x="13" y="172"/>
                      <a:pt x="18" y="177"/>
                    </a:cubicBezTo>
                    <a:cubicBezTo>
                      <a:pt x="23" y="181"/>
                      <a:pt x="23" y="181"/>
                      <a:pt x="23" y="181"/>
                    </a:cubicBezTo>
                    <a:cubicBezTo>
                      <a:pt x="23" y="181"/>
                      <a:pt x="23" y="181"/>
                      <a:pt x="23" y="181"/>
                    </a:cubicBezTo>
                    <a:cubicBezTo>
                      <a:pt x="25" y="183"/>
                      <a:pt x="26" y="184"/>
                      <a:pt x="29" y="185"/>
                    </a:cubicBezTo>
                    <a:cubicBezTo>
                      <a:pt x="31" y="186"/>
                      <a:pt x="32" y="187"/>
                      <a:pt x="37" y="189"/>
                    </a:cubicBezTo>
                    <a:cubicBezTo>
                      <a:pt x="39" y="190"/>
                      <a:pt x="39" y="190"/>
                      <a:pt x="39" y="190"/>
                    </a:cubicBezTo>
                    <a:cubicBezTo>
                      <a:pt x="40" y="191"/>
                      <a:pt x="41" y="191"/>
                      <a:pt x="41" y="191"/>
                    </a:cubicBezTo>
                    <a:cubicBezTo>
                      <a:pt x="42" y="191"/>
                      <a:pt x="43" y="192"/>
                      <a:pt x="44" y="192"/>
                    </a:cubicBezTo>
                    <a:cubicBezTo>
                      <a:pt x="46" y="192"/>
                      <a:pt x="45" y="192"/>
                      <a:pt x="47" y="192"/>
                    </a:cubicBezTo>
                    <a:cubicBezTo>
                      <a:pt x="55" y="193"/>
                      <a:pt x="55" y="193"/>
                      <a:pt x="55" y="193"/>
                    </a:cubicBezTo>
                    <a:cubicBezTo>
                      <a:pt x="56" y="193"/>
                      <a:pt x="55" y="193"/>
                      <a:pt x="58" y="193"/>
                    </a:cubicBezTo>
                    <a:cubicBezTo>
                      <a:pt x="58" y="197"/>
                      <a:pt x="57" y="198"/>
                      <a:pt x="56" y="201"/>
                    </a:cubicBezTo>
                    <a:cubicBezTo>
                      <a:pt x="56" y="201"/>
                      <a:pt x="56" y="201"/>
                      <a:pt x="56" y="201"/>
                    </a:cubicBezTo>
                    <a:cubicBezTo>
                      <a:pt x="55" y="202"/>
                      <a:pt x="56" y="201"/>
                      <a:pt x="55" y="202"/>
                    </a:cubicBezTo>
                    <a:cubicBezTo>
                      <a:pt x="55" y="205"/>
                      <a:pt x="55" y="211"/>
                      <a:pt x="57" y="213"/>
                    </a:cubicBezTo>
                    <a:cubicBezTo>
                      <a:pt x="59" y="215"/>
                      <a:pt x="58" y="214"/>
                      <a:pt x="59" y="215"/>
                    </a:cubicBezTo>
                    <a:cubicBezTo>
                      <a:pt x="63" y="217"/>
                      <a:pt x="63" y="217"/>
                      <a:pt x="63" y="217"/>
                    </a:cubicBezTo>
                    <a:cubicBezTo>
                      <a:pt x="68" y="219"/>
                      <a:pt x="65" y="220"/>
                      <a:pt x="72" y="220"/>
                    </a:cubicBezTo>
                    <a:cubicBezTo>
                      <a:pt x="72" y="223"/>
                      <a:pt x="72" y="223"/>
                      <a:pt x="72" y="226"/>
                    </a:cubicBezTo>
                    <a:cubicBezTo>
                      <a:pt x="74" y="242"/>
                      <a:pt x="74" y="242"/>
                      <a:pt x="74" y="242"/>
                    </a:cubicBezTo>
                    <a:cubicBezTo>
                      <a:pt x="74" y="239"/>
                      <a:pt x="74" y="241"/>
                      <a:pt x="74" y="240"/>
                    </a:cubicBezTo>
                    <a:cubicBezTo>
                      <a:pt x="76" y="244"/>
                      <a:pt x="74" y="253"/>
                      <a:pt x="74" y="257"/>
                    </a:cubicBezTo>
                    <a:cubicBezTo>
                      <a:pt x="74" y="259"/>
                      <a:pt x="75" y="260"/>
                      <a:pt x="74" y="261"/>
                    </a:cubicBezTo>
                    <a:cubicBezTo>
                      <a:pt x="74" y="265"/>
                      <a:pt x="74" y="267"/>
                      <a:pt x="73" y="267"/>
                    </a:cubicBezTo>
                    <a:cubicBezTo>
                      <a:pt x="73" y="270"/>
                      <a:pt x="73" y="270"/>
                      <a:pt x="73" y="270"/>
                    </a:cubicBezTo>
                    <a:cubicBezTo>
                      <a:pt x="70" y="270"/>
                      <a:pt x="70" y="270"/>
                      <a:pt x="70" y="270"/>
                    </a:cubicBezTo>
                    <a:cubicBezTo>
                      <a:pt x="70" y="273"/>
                      <a:pt x="69" y="273"/>
                      <a:pt x="69" y="275"/>
                    </a:cubicBezTo>
                    <a:cubicBezTo>
                      <a:pt x="68" y="277"/>
                      <a:pt x="68" y="278"/>
                      <a:pt x="67" y="279"/>
                    </a:cubicBezTo>
                    <a:cubicBezTo>
                      <a:pt x="66" y="280"/>
                      <a:pt x="67" y="279"/>
                      <a:pt x="66" y="280"/>
                    </a:cubicBezTo>
                    <a:lnTo>
                      <a:pt x="66" y="28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sp>
          <p:nvSpPr>
            <p:cNvPr id="13" name="矩形 12"/>
            <p:cNvSpPr/>
            <p:nvPr/>
          </p:nvSpPr>
          <p:spPr>
            <a:xfrm>
              <a:off x="10633855" y="703992"/>
              <a:ext cx="1070151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600" b="1">
                  <a:solidFill>
                    <a:schemeClr val="bg2">
                      <a:lumMod val="50000"/>
                    </a:schemeClr>
                  </a:solidFill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CHINA UNIVERSITY OF GEOSCIENCES </a:t>
              </a:r>
              <a:endParaRPr lang="zh-CN" altLang="en-US" sz="600" b="1">
                <a:solidFill>
                  <a:schemeClr val="bg2">
                    <a:lumMod val="50000"/>
                  </a:schemeClr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endParaRPr>
            </a:p>
          </p:txBody>
        </p:sp>
      </p:grpSp>
      <p:sp>
        <p:nvSpPr>
          <p:cNvPr id="26" name="Freeform 6"/>
          <p:cNvSpPr>
            <a:spLocks noEditPoints="1"/>
          </p:cNvSpPr>
          <p:nvPr userDrawn="1"/>
        </p:nvSpPr>
        <p:spPr bwMode="auto">
          <a:xfrm>
            <a:off x="8763000" y="19050"/>
            <a:ext cx="6858000" cy="6858000"/>
          </a:xfrm>
          <a:custGeom>
            <a:avLst/>
            <a:gdLst>
              <a:gd name="T0" fmla="*/ 299 w 619"/>
              <a:gd name="T1" fmla="*/ 284 h 605"/>
              <a:gd name="T2" fmla="*/ 299 w 619"/>
              <a:gd name="T3" fmla="*/ 308 h 605"/>
              <a:gd name="T4" fmla="*/ 310 w 619"/>
              <a:gd name="T5" fmla="*/ 605 h 605"/>
              <a:gd name="T6" fmla="*/ 404 w 619"/>
              <a:gd name="T7" fmla="*/ 180 h 605"/>
              <a:gd name="T8" fmla="*/ 213 w 619"/>
              <a:gd name="T9" fmla="*/ 439 h 605"/>
              <a:gd name="T10" fmla="*/ 420 w 619"/>
              <a:gd name="T11" fmla="*/ 511 h 605"/>
              <a:gd name="T12" fmla="*/ 518 w 619"/>
              <a:gd name="T13" fmla="*/ 421 h 605"/>
              <a:gd name="T14" fmla="*/ 140 w 619"/>
              <a:gd name="T15" fmla="*/ 469 h 605"/>
              <a:gd name="T16" fmla="*/ 492 w 619"/>
              <a:gd name="T17" fmla="*/ 312 h 605"/>
              <a:gd name="T18" fmla="*/ 448 w 619"/>
              <a:gd name="T19" fmla="*/ 397 h 605"/>
              <a:gd name="T20" fmla="*/ 100 w 619"/>
              <a:gd name="T21" fmla="*/ 195 h 605"/>
              <a:gd name="T22" fmla="*/ 168 w 619"/>
              <a:gd name="T23" fmla="*/ 231 h 605"/>
              <a:gd name="T24" fmla="*/ 275 w 619"/>
              <a:gd name="T25" fmla="*/ 499 h 605"/>
              <a:gd name="T26" fmla="*/ 302 w 619"/>
              <a:gd name="T27" fmla="*/ 500 h 605"/>
              <a:gd name="T28" fmla="*/ 289 w 619"/>
              <a:gd name="T29" fmla="*/ 523 h 605"/>
              <a:gd name="T30" fmla="*/ 328 w 619"/>
              <a:gd name="T31" fmla="*/ 513 h 605"/>
              <a:gd name="T32" fmla="*/ 317 w 619"/>
              <a:gd name="T33" fmla="*/ 527 h 605"/>
              <a:gd name="T34" fmla="*/ 340 w 619"/>
              <a:gd name="T35" fmla="*/ 504 h 605"/>
              <a:gd name="T36" fmla="*/ 83 w 619"/>
              <a:gd name="T37" fmla="*/ 161 h 605"/>
              <a:gd name="T38" fmla="*/ 108 w 619"/>
              <a:gd name="T39" fmla="*/ 139 h 605"/>
              <a:gd name="T40" fmla="*/ 139 w 619"/>
              <a:gd name="T41" fmla="*/ 76 h 605"/>
              <a:gd name="T42" fmla="*/ 176 w 619"/>
              <a:gd name="T43" fmla="*/ 63 h 605"/>
              <a:gd name="T44" fmla="*/ 227 w 619"/>
              <a:gd name="T45" fmla="*/ 37 h 605"/>
              <a:gd name="T46" fmla="*/ 239 w 619"/>
              <a:gd name="T47" fmla="*/ 26 h 605"/>
              <a:gd name="T48" fmla="*/ 296 w 619"/>
              <a:gd name="T49" fmla="*/ 52 h 605"/>
              <a:gd name="T50" fmla="*/ 274 w 619"/>
              <a:gd name="T51" fmla="*/ 18 h 605"/>
              <a:gd name="T52" fmla="*/ 361 w 619"/>
              <a:gd name="T53" fmla="*/ 43 h 605"/>
              <a:gd name="T54" fmla="*/ 372 w 619"/>
              <a:gd name="T55" fmla="*/ 40 h 605"/>
              <a:gd name="T56" fmla="*/ 429 w 619"/>
              <a:gd name="T57" fmla="*/ 71 h 605"/>
              <a:gd name="T58" fmla="*/ 451 w 619"/>
              <a:gd name="T59" fmla="*/ 65 h 605"/>
              <a:gd name="T60" fmla="*/ 520 w 619"/>
              <a:gd name="T61" fmla="*/ 125 h 605"/>
              <a:gd name="T62" fmla="*/ 545 w 619"/>
              <a:gd name="T63" fmla="*/ 155 h 605"/>
              <a:gd name="T64" fmla="*/ 507 w 619"/>
              <a:gd name="T65" fmla="*/ 97 h 605"/>
              <a:gd name="T66" fmla="*/ 590 w 619"/>
              <a:gd name="T67" fmla="*/ 251 h 605"/>
              <a:gd name="T68" fmla="*/ 553 w 619"/>
              <a:gd name="T69" fmla="*/ 384 h 605"/>
              <a:gd name="T70" fmla="*/ 583 w 619"/>
              <a:gd name="T71" fmla="*/ 405 h 605"/>
              <a:gd name="T72" fmla="*/ 541 w 619"/>
              <a:gd name="T73" fmla="*/ 416 h 605"/>
              <a:gd name="T74" fmla="*/ 55 w 619"/>
              <a:gd name="T75" fmla="*/ 238 h 605"/>
              <a:gd name="T76" fmla="*/ 19 w 619"/>
              <a:gd name="T77" fmla="*/ 290 h 605"/>
              <a:gd name="T78" fmla="*/ 56 w 619"/>
              <a:gd name="T79" fmla="*/ 315 h 605"/>
              <a:gd name="T80" fmla="*/ 50 w 619"/>
              <a:gd name="T81" fmla="*/ 359 h 605"/>
              <a:gd name="T82" fmla="*/ 57 w 619"/>
              <a:gd name="T83" fmla="*/ 436 h 605"/>
              <a:gd name="T84" fmla="*/ 86 w 619"/>
              <a:gd name="T85" fmla="*/ 471 h 605"/>
              <a:gd name="T86" fmla="*/ 118 w 619"/>
              <a:gd name="T87" fmla="*/ 465 h 605"/>
              <a:gd name="T88" fmla="*/ 113 w 619"/>
              <a:gd name="T89" fmla="*/ 513 h 605"/>
              <a:gd name="T90" fmla="*/ 177 w 619"/>
              <a:gd name="T91" fmla="*/ 521 h 605"/>
              <a:gd name="T92" fmla="*/ 186 w 619"/>
              <a:gd name="T93" fmla="*/ 548 h 605"/>
              <a:gd name="T94" fmla="*/ 211 w 619"/>
              <a:gd name="T95" fmla="*/ 567 h 605"/>
              <a:gd name="T96" fmla="*/ 216 w 619"/>
              <a:gd name="T97" fmla="*/ 537 h 605"/>
              <a:gd name="T98" fmla="*/ 272 w 619"/>
              <a:gd name="T99" fmla="*/ 553 h 605"/>
              <a:gd name="T100" fmla="*/ 306 w 619"/>
              <a:gd name="T101" fmla="*/ 553 h 605"/>
              <a:gd name="T102" fmla="*/ 374 w 619"/>
              <a:gd name="T103" fmla="*/ 578 h 605"/>
              <a:gd name="T104" fmla="*/ 464 w 619"/>
              <a:gd name="T105" fmla="*/ 514 h 605"/>
              <a:gd name="T106" fmla="*/ 471 w 619"/>
              <a:gd name="T107" fmla="*/ 534 h 605"/>
              <a:gd name="T108" fmla="*/ 494 w 619"/>
              <a:gd name="T109" fmla="*/ 502 h 605"/>
              <a:gd name="T110" fmla="*/ 498 w 619"/>
              <a:gd name="T111" fmla="*/ 470 h 605"/>
              <a:gd name="T112" fmla="*/ 538 w 619"/>
              <a:gd name="T113" fmla="*/ 455 h 605"/>
              <a:gd name="T114" fmla="*/ 529 w 619"/>
              <a:gd name="T115" fmla="*/ 457 h 605"/>
              <a:gd name="T116" fmla="*/ 597 w 619"/>
              <a:gd name="T117" fmla="*/ 359 h 605"/>
              <a:gd name="T118" fmla="*/ 597 w 619"/>
              <a:gd name="T119" fmla="*/ 319 h 605"/>
              <a:gd name="T120" fmla="*/ 597 w 619"/>
              <a:gd name="T121" fmla="*/ 261 h 6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619" h="605">
                <a:moveTo>
                  <a:pt x="321" y="293"/>
                </a:moveTo>
                <a:cubicBezTo>
                  <a:pt x="321" y="308"/>
                  <a:pt x="321" y="308"/>
                  <a:pt x="321" y="308"/>
                </a:cubicBezTo>
                <a:cubicBezTo>
                  <a:pt x="440" y="308"/>
                  <a:pt x="440" y="308"/>
                  <a:pt x="440" y="308"/>
                </a:cubicBezTo>
                <a:cubicBezTo>
                  <a:pt x="321" y="293"/>
                  <a:pt x="321" y="293"/>
                  <a:pt x="321" y="293"/>
                </a:cubicBezTo>
                <a:close/>
                <a:moveTo>
                  <a:pt x="321" y="234"/>
                </a:moveTo>
                <a:cubicBezTo>
                  <a:pt x="320" y="216"/>
                  <a:pt x="354" y="219"/>
                  <a:pt x="365" y="219"/>
                </a:cubicBezTo>
                <a:cubicBezTo>
                  <a:pt x="391" y="219"/>
                  <a:pt x="424" y="220"/>
                  <a:pt x="424" y="220"/>
                </a:cubicBezTo>
                <a:cubicBezTo>
                  <a:pt x="422" y="217"/>
                  <a:pt x="417" y="214"/>
                  <a:pt x="411" y="210"/>
                </a:cubicBezTo>
                <a:cubicBezTo>
                  <a:pt x="385" y="195"/>
                  <a:pt x="322" y="188"/>
                  <a:pt x="307" y="188"/>
                </a:cubicBezTo>
                <a:cubicBezTo>
                  <a:pt x="265" y="188"/>
                  <a:pt x="216" y="198"/>
                  <a:pt x="216" y="198"/>
                </a:cubicBezTo>
                <a:cubicBezTo>
                  <a:pt x="216" y="218"/>
                  <a:pt x="216" y="218"/>
                  <a:pt x="216" y="218"/>
                </a:cubicBezTo>
                <a:cubicBezTo>
                  <a:pt x="216" y="218"/>
                  <a:pt x="279" y="218"/>
                  <a:pt x="284" y="219"/>
                </a:cubicBezTo>
                <a:cubicBezTo>
                  <a:pt x="286" y="220"/>
                  <a:pt x="290" y="220"/>
                  <a:pt x="293" y="222"/>
                </a:cubicBezTo>
                <a:cubicBezTo>
                  <a:pt x="297" y="224"/>
                  <a:pt x="299" y="231"/>
                  <a:pt x="299" y="234"/>
                </a:cubicBezTo>
                <a:cubicBezTo>
                  <a:pt x="299" y="243"/>
                  <a:pt x="299" y="251"/>
                  <a:pt x="299" y="284"/>
                </a:cubicBezTo>
                <a:cubicBezTo>
                  <a:pt x="154" y="304"/>
                  <a:pt x="154" y="304"/>
                  <a:pt x="154" y="304"/>
                </a:cubicBezTo>
                <a:cubicBezTo>
                  <a:pt x="155" y="266"/>
                  <a:pt x="172" y="230"/>
                  <a:pt x="199" y="204"/>
                </a:cubicBezTo>
                <a:cubicBezTo>
                  <a:pt x="202" y="201"/>
                  <a:pt x="205" y="199"/>
                  <a:pt x="207" y="197"/>
                </a:cubicBezTo>
                <a:cubicBezTo>
                  <a:pt x="208" y="197"/>
                  <a:pt x="208" y="197"/>
                  <a:pt x="208" y="197"/>
                </a:cubicBezTo>
                <a:cubicBezTo>
                  <a:pt x="208" y="196"/>
                  <a:pt x="208" y="196"/>
                  <a:pt x="208" y="196"/>
                </a:cubicBezTo>
                <a:cubicBezTo>
                  <a:pt x="235" y="173"/>
                  <a:pt x="271" y="159"/>
                  <a:pt x="310" y="159"/>
                </a:cubicBezTo>
                <a:cubicBezTo>
                  <a:pt x="353" y="159"/>
                  <a:pt x="392" y="176"/>
                  <a:pt x="420" y="204"/>
                </a:cubicBezTo>
                <a:cubicBezTo>
                  <a:pt x="447" y="229"/>
                  <a:pt x="464" y="264"/>
                  <a:pt x="466" y="303"/>
                </a:cubicBezTo>
                <a:cubicBezTo>
                  <a:pt x="461" y="303"/>
                  <a:pt x="461" y="303"/>
                  <a:pt x="461" y="303"/>
                </a:cubicBezTo>
                <a:cubicBezTo>
                  <a:pt x="321" y="284"/>
                  <a:pt x="321" y="284"/>
                  <a:pt x="321" y="284"/>
                </a:cubicBezTo>
                <a:cubicBezTo>
                  <a:pt x="321" y="234"/>
                  <a:pt x="321" y="234"/>
                  <a:pt x="321" y="234"/>
                </a:cubicBezTo>
                <a:close/>
                <a:moveTo>
                  <a:pt x="299" y="308"/>
                </a:moveTo>
                <a:cubicBezTo>
                  <a:pt x="176" y="308"/>
                  <a:pt x="176" y="308"/>
                  <a:pt x="176" y="308"/>
                </a:cubicBezTo>
                <a:cubicBezTo>
                  <a:pt x="299" y="324"/>
                  <a:pt x="299" y="324"/>
                  <a:pt x="299" y="324"/>
                </a:cubicBezTo>
                <a:cubicBezTo>
                  <a:pt x="299" y="318"/>
                  <a:pt x="299" y="314"/>
                  <a:pt x="299" y="308"/>
                </a:cubicBezTo>
                <a:close/>
                <a:moveTo>
                  <a:pt x="299" y="332"/>
                </a:moveTo>
                <a:cubicBezTo>
                  <a:pt x="299" y="452"/>
                  <a:pt x="299" y="452"/>
                  <a:pt x="299" y="452"/>
                </a:cubicBezTo>
                <a:cubicBezTo>
                  <a:pt x="321" y="452"/>
                  <a:pt x="321" y="452"/>
                  <a:pt x="321" y="452"/>
                </a:cubicBezTo>
                <a:cubicBezTo>
                  <a:pt x="321" y="332"/>
                  <a:pt x="321" y="332"/>
                  <a:pt x="321" y="332"/>
                </a:cubicBezTo>
                <a:cubicBezTo>
                  <a:pt x="466" y="313"/>
                  <a:pt x="466" y="313"/>
                  <a:pt x="466" y="313"/>
                </a:cubicBezTo>
                <a:cubicBezTo>
                  <a:pt x="465" y="354"/>
                  <a:pt x="448" y="390"/>
                  <a:pt x="420" y="417"/>
                </a:cubicBezTo>
                <a:cubicBezTo>
                  <a:pt x="392" y="444"/>
                  <a:pt x="353" y="461"/>
                  <a:pt x="310" y="461"/>
                </a:cubicBezTo>
                <a:cubicBezTo>
                  <a:pt x="267" y="461"/>
                  <a:pt x="228" y="444"/>
                  <a:pt x="199" y="417"/>
                </a:cubicBezTo>
                <a:cubicBezTo>
                  <a:pt x="172" y="390"/>
                  <a:pt x="155" y="354"/>
                  <a:pt x="154" y="314"/>
                </a:cubicBezTo>
                <a:cubicBezTo>
                  <a:pt x="299" y="332"/>
                  <a:pt x="299" y="332"/>
                  <a:pt x="299" y="332"/>
                </a:cubicBezTo>
                <a:close/>
                <a:moveTo>
                  <a:pt x="310" y="0"/>
                </a:moveTo>
                <a:cubicBezTo>
                  <a:pt x="395" y="0"/>
                  <a:pt x="473" y="34"/>
                  <a:pt x="529" y="89"/>
                </a:cubicBezTo>
                <a:cubicBezTo>
                  <a:pt x="585" y="144"/>
                  <a:pt x="619" y="219"/>
                  <a:pt x="619" y="303"/>
                </a:cubicBezTo>
                <a:cubicBezTo>
                  <a:pt x="619" y="386"/>
                  <a:pt x="585" y="462"/>
                  <a:pt x="529" y="517"/>
                </a:cubicBezTo>
                <a:cubicBezTo>
                  <a:pt x="473" y="571"/>
                  <a:pt x="395" y="605"/>
                  <a:pt x="310" y="605"/>
                </a:cubicBezTo>
                <a:cubicBezTo>
                  <a:pt x="224" y="605"/>
                  <a:pt x="147" y="571"/>
                  <a:pt x="91" y="517"/>
                </a:cubicBezTo>
                <a:cubicBezTo>
                  <a:pt x="35" y="462"/>
                  <a:pt x="0" y="386"/>
                  <a:pt x="0" y="303"/>
                </a:cubicBezTo>
                <a:cubicBezTo>
                  <a:pt x="0" y="219"/>
                  <a:pt x="35" y="144"/>
                  <a:pt x="91" y="89"/>
                </a:cubicBezTo>
                <a:cubicBezTo>
                  <a:pt x="147" y="34"/>
                  <a:pt x="224" y="0"/>
                  <a:pt x="310" y="0"/>
                </a:cubicBezTo>
                <a:close/>
                <a:moveTo>
                  <a:pt x="523" y="95"/>
                </a:moveTo>
                <a:cubicBezTo>
                  <a:pt x="577" y="148"/>
                  <a:pt x="611" y="222"/>
                  <a:pt x="611" y="303"/>
                </a:cubicBezTo>
                <a:cubicBezTo>
                  <a:pt x="611" y="384"/>
                  <a:pt x="577" y="458"/>
                  <a:pt x="523" y="511"/>
                </a:cubicBezTo>
                <a:cubicBezTo>
                  <a:pt x="468" y="564"/>
                  <a:pt x="393" y="597"/>
                  <a:pt x="310" y="597"/>
                </a:cubicBezTo>
                <a:cubicBezTo>
                  <a:pt x="227" y="597"/>
                  <a:pt x="151" y="564"/>
                  <a:pt x="97" y="511"/>
                </a:cubicBezTo>
                <a:cubicBezTo>
                  <a:pt x="42" y="458"/>
                  <a:pt x="9" y="384"/>
                  <a:pt x="9" y="303"/>
                </a:cubicBezTo>
                <a:cubicBezTo>
                  <a:pt x="9" y="222"/>
                  <a:pt x="42" y="148"/>
                  <a:pt x="97" y="95"/>
                </a:cubicBezTo>
                <a:cubicBezTo>
                  <a:pt x="151" y="42"/>
                  <a:pt x="227" y="9"/>
                  <a:pt x="310" y="9"/>
                </a:cubicBezTo>
                <a:cubicBezTo>
                  <a:pt x="393" y="9"/>
                  <a:pt x="468" y="42"/>
                  <a:pt x="523" y="95"/>
                </a:cubicBezTo>
                <a:close/>
                <a:moveTo>
                  <a:pt x="314" y="151"/>
                </a:moveTo>
                <a:cubicBezTo>
                  <a:pt x="348" y="152"/>
                  <a:pt x="379" y="163"/>
                  <a:pt x="404" y="180"/>
                </a:cubicBezTo>
                <a:cubicBezTo>
                  <a:pt x="387" y="147"/>
                  <a:pt x="367" y="127"/>
                  <a:pt x="360" y="120"/>
                </a:cubicBezTo>
                <a:cubicBezTo>
                  <a:pt x="347" y="123"/>
                  <a:pt x="332" y="125"/>
                  <a:pt x="314" y="125"/>
                </a:cubicBezTo>
                <a:cubicBezTo>
                  <a:pt x="314" y="151"/>
                  <a:pt x="314" y="151"/>
                  <a:pt x="314" y="151"/>
                </a:cubicBezTo>
                <a:close/>
                <a:moveTo>
                  <a:pt x="167" y="390"/>
                </a:moveTo>
                <a:cubicBezTo>
                  <a:pt x="154" y="367"/>
                  <a:pt x="146" y="341"/>
                  <a:pt x="145" y="313"/>
                </a:cubicBezTo>
                <a:cubicBezTo>
                  <a:pt x="126" y="313"/>
                  <a:pt x="126" y="313"/>
                  <a:pt x="126" y="313"/>
                </a:cubicBezTo>
                <a:cubicBezTo>
                  <a:pt x="127" y="344"/>
                  <a:pt x="135" y="373"/>
                  <a:pt x="147" y="398"/>
                </a:cubicBezTo>
                <a:cubicBezTo>
                  <a:pt x="153" y="395"/>
                  <a:pt x="160" y="392"/>
                  <a:pt x="167" y="390"/>
                </a:cubicBezTo>
                <a:close/>
                <a:moveTo>
                  <a:pt x="213" y="439"/>
                </a:moveTo>
                <a:cubicBezTo>
                  <a:pt x="206" y="434"/>
                  <a:pt x="200" y="429"/>
                  <a:pt x="194" y="423"/>
                </a:cubicBezTo>
                <a:cubicBezTo>
                  <a:pt x="185" y="415"/>
                  <a:pt x="178" y="406"/>
                  <a:pt x="172" y="397"/>
                </a:cubicBezTo>
                <a:cubicBezTo>
                  <a:pt x="164" y="400"/>
                  <a:pt x="157" y="402"/>
                  <a:pt x="151" y="405"/>
                </a:cubicBezTo>
                <a:cubicBezTo>
                  <a:pt x="178" y="457"/>
                  <a:pt x="217" y="491"/>
                  <a:pt x="227" y="499"/>
                </a:cubicBezTo>
                <a:cubicBezTo>
                  <a:pt x="234" y="496"/>
                  <a:pt x="242" y="493"/>
                  <a:pt x="252" y="491"/>
                </a:cubicBezTo>
                <a:cubicBezTo>
                  <a:pt x="243" y="483"/>
                  <a:pt x="228" y="466"/>
                  <a:pt x="213" y="439"/>
                </a:cubicBezTo>
                <a:close/>
                <a:moveTo>
                  <a:pt x="306" y="469"/>
                </a:moveTo>
                <a:cubicBezTo>
                  <a:pt x="278" y="469"/>
                  <a:pt x="252" y="461"/>
                  <a:pt x="229" y="449"/>
                </a:cubicBezTo>
                <a:cubicBezTo>
                  <a:pt x="243" y="472"/>
                  <a:pt x="257" y="485"/>
                  <a:pt x="261" y="489"/>
                </a:cubicBezTo>
                <a:cubicBezTo>
                  <a:pt x="274" y="486"/>
                  <a:pt x="289" y="485"/>
                  <a:pt x="306" y="484"/>
                </a:cubicBezTo>
                <a:cubicBezTo>
                  <a:pt x="306" y="469"/>
                  <a:pt x="306" y="469"/>
                  <a:pt x="306" y="469"/>
                </a:cubicBezTo>
                <a:close/>
                <a:moveTo>
                  <a:pt x="389" y="450"/>
                </a:moveTo>
                <a:cubicBezTo>
                  <a:pt x="367" y="462"/>
                  <a:pt x="341" y="469"/>
                  <a:pt x="314" y="469"/>
                </a:cubicBezTo>
                <a:cubicBezTo>
                  <a:pt x="314" y="484"/>
                  <a:pt x="314" y="484"/>
                  <a:pt x="314" y="484"/>
                </a:cubicBezTo>
                <a:cubicBezTo>
                  <a:pt x="331" y="485"/>
                  <a:pt x="346" y="487"/>
                  <a:pt x="359" y="489"/>
                </a:cubicBezTo>
                <a:cubicBezTo>
                  <a:pt x="363" y="485"/>
                  <a:pt x="376" y="472"/>
                  <a:pt x="389" y="450"/>
                </a:cubicBezTo>
                <a:close/>
                <a:moveTo>
                  <a:pt x="480" y="469"/>
                </a:moveTo>
                <a:cubicBezTo>
                  <a:pt x="493" y="457"/>
                  <a:pt x="504" y="443"/>
                  <a:pt x="514" y="428"/>
                </a:cubicBezTo>
                <a:cubicBezTo>
                  <a:pt x="508" y="425"/>
                  <a:pt x="495" y="417"/>
                  <a:pt x="477" y="409"/>
                </a:cubicBezTo>
                <a:cubicBezTo>
                  <a:pt x="453" y="458"/>
                  <a:pt x="417" y="492"/>
                  <a:pt x="404" y="503"/>
                </a:cubicBezTo>
                <a:cubicBezTo>
                  <a:pt x="412" y="507"/>
                  <a:pt x="417" y="510"/>
                  <a:pt x="420" y="511"/>
                </a:cubicBezTo>
                <a:cubicBezTo>
                  <a:pt x="442" y="500"/>
                  <a:pt x="462" y="486"/>
                  <a:pt x="480" y="469"/>
                </a:cubicBezTo>
                <a:close/>
                <a:moveTo>
                  <a:pt x="550" y="304"/>
                </a:moveTo>
                <a:cubicBezTo>
                  <a:pt x="550" y="265"/>
                  <a:pt x="539" y="228"/>
                  <a:pt x="521" y="196"/>
                </a:cubicBezTo>
                <a:cubicBezTo>
                  <a:pt x="515" y="200"/>
                  <a:pt x="501" y="209"/>
                  <a:pt x="481" y="218"/>
                </a:cubicBezTo>
                <a:cubicBezTo>
                  <a:pt x="492" y="244"/>
                  <a:pt x="500" y="273"/>
                  <a:pt x="501" y="304"/>
                </a:cubicBezTo>
                <a:cubicBezTo>
                  <a:pt x="550" y="304"/>
                  <a:pt x="550" y="304"/>
                  <a:pt x="550" y="304"/>
                </a:cubicBezTo>
                <a:close/>
                <a:moveTo>
                  <a:pt x="310" y="537"/>
                </a:moveTo>
                <a:cubicBezTo>
                  <a:pt x="346" y="537"/>
                  <a:pt x="380" y="529"/>
                  <a:pt x="411" y="516"/>
                </a:cubicBezTo>
                <a:cubicBezTo>
                  <a:pt x="407" y="514"/>
                  <a:pt x="402" y="511"/>
                  <a:pt x="395" y="508"/>
                </a:cubicBezTo>
                <a:cubicBezTo>
                  <a:pt x="395" y="508"/>
                  <a:pt x="395" y="508"/>
                  <a:pt x="395" y="508"/>
                </a:cubicBezTo>
                <a:cubicBezTo>
                  <a:pt x="395" y="508"/>
                  <a:pt x="394" y="508"/>
                  <a:pt x="394" y="508"/>
                </a:cubicBezTo>
                <a:cubicBezTo>
                  <a:pt x="377" y="501"/>
                  <a:pt x="349" y="493"/>
                  <a:pt x="311" y="493"/>
                </a:cubicBezTo>
                <a:cubicBezTo>
                  <a:pt x="255" y="492"/>
                  <a:pt x="223" y="509"/>
                  <a:pt x="211" y="516"/>
                </a:cubicBezTo>
                <a:cubicBezTo>
                  <a:pt x="241" y="530"/>
                  <a:pt x="275" y="537"/>
                  <a:pt x="310" y="537"/>
                </a:cubicBezTo>
                <a:close/>
                <a:moveTo>
                  <a:pt x="518" y="421"/>
                </a:moveTo>
                <a:cubicBezTo>
                  <a:pt x="537" y="389"/>
                  <a:pt x="549" y="352"/>
                  <a:pt x="550" y="312"/>
                </a:cubicBezTo>
                <a:cubicBezTo>
                  <a:pt x="501" y="312"/>
                  <a:pt x="501" y="312"/>
                  <a:pt x="501" y="312"/>
                </a:cubicBezTo>
                <a:cubicBezTo>
                  <a:pt x="500" y="345"/>
                  <a:pt x="492" y="375"/>
                  <a:pt x="480" y="401"/>
                </a:cubicBezTo>
                <a:cubicBezTo>
                  <a:pt x="499" y="410"/>
                  <a:pt x="512" y="418"/>
                  <a:pt x="518" y="421"/>
                </a:cubicBezTo>
                <a:close/>
                <a:moveTo>
                  <a:pt x="70" y="312"/>
                </a:moveTo>
                <a:cubicBezTo>
                  <a:pt x="71" y="352"/>
                  <a:pt x="83" y="390"/>
                  <a:pt x="103" y="422"/>
                </a:cubicBezTo>
                <a:cubicBezTo>
                  <a:pt x="109" y="418"/>
                  <a:pt x="121" y="410"/>
                  <a:pt x="140" y="401"/>
                </a:cubicBezTo>
                <a:cubicBezTo>
                  <a:pt x="128" y="375"/>
                  <a:pt x="119" y="346"/>
                  <a:pt x="118" y="313"/>
                </a:cubicBezTo>
                <a:cubicBezTo>
                  <a:pt x="70" y="312"/>
                  <a:pt x="70" y="312"/>
                  <a:pt x="70" y="312"/>
                </a:cubicBezTo>
                <a:close/>
                <a:moveTo>
                  <a:pt x="140" y="469"/>
                </a:moveTo>
                <a:cubicBezTo>
                  <a:pt x="158" y="487"/>
                  <a:pt x="179" y="501"/>
                  <a:pt x="202" y="512"/>
                </a:cubicBezTo>
                <a:cubicBezTo>
                  <a:pt x="205" y="510"/>
                  <a:pt x="210" y="507"/>
                  <a:pt x="218" y="503"/>
                </a:cubicBezTo>
                <a:cubicBezTo>
                  <a:pt x="205" y="491"/>
                  <a:pt x="169" y="457"/>
                  <a:pt x="144" y="409"/>
                </a:cubicBezTo>
                <a:cubicBezTo>
                  <a:pt x="125" y="418"/>
                  <a:pt x="113" y="426"/>
                  <a:pt x="107" y="429"/>
                </a:cubicBezTo>
                <a:cubicBezTo>
                  <a:pt x="117" y="444"/>
                  <a:pt x="128" y="457"/>
                  <a:pt x="140" y="469"/>
                </a:cubicBezTo>
                <a:close/>
                <a:moveTo>
                  <a:pt x="140" y="142"/>
                </a:moveTo>
                <a:cubicBezTo>
                  <a:pt x="126" y="156"/>
                  <a:pt x="114" y="171"/>
                  <a:pt x="104" y="188"/>
                </a:cubicBezTo>
                <a:cubicBezTo>
                  <a:pt x="109" y="192"/>
                  <a:pt x="122" y="200"/>
                  <a:pt x="141" y="210"/>
                </a:cubicBezTo>
                <a:cubicBezTo>
                  <a:pt x="167" y="157"/>
                  <a:pt x="204" y="120"/>
                  <a:pt x="218" y="107"/>
                </a:cubicBezTo>
                <a:cubicBezTo>
                  <a:pt x="210" y="104"/>
                  <a:pt x="204" y="101"/>
                  <a:pt x="201" y="99"/>
                </a:cubicBezTo>
                <a:cubicBezTo>
                  <a:pt x="179" y="111"/>
                  <a:pt x="158" y="125"/>
                  <a:pt x="140" y="142"/>
                </a:cubicBezTo>
                <a:close/>
                <a:moveTo>
                  <a:pt x="216" y="180"/>
                </a:moveTo>
                <a:cubicBezTo>
                  <a:pt x="241" y="162"/>
                  <a:pt x="272" y="152"/>
                  <a:pt x="306" y="151"/>
                </a:cubicBezTo>
                <a:cubicBezTo>
                  <a:pt x="306" y="125"/>
                  <a:pt x="306" y="125"/>
                  <a:pt x="306" y="125"/>
                </a:cubicBezTo>
                <a:cubicBezTo>
                  <a:pt x="289" y="125"/>
                  <a:pt x="273" y="123"/>
                  <a:pt x="259" y="120"/>
                </a:cubicBezTo>
                <a:cubicBezTo>
                  <a:pt x="252" y="127"/>
                  <a:pt x="233" y="147"/>
                  <a:pt x="216" y="180"/>
                </a:cubicBezTo>
                <a:close/>
                <a:moveTo>
                  <a:pt x="474" y="312"/>
                </a:moveTo>
                <a:cubicBezTo>
                  <a:pt x="474" y="341"/>
                  <a:pt x="466" y="367"/>
                  <a:pt x="452" y="390"/>
                </a:cubicBezTo>
                <a:cubicBezTo>
                  <a:pt x="459" y="393"/>
                  <a:pt x="466" y="395"/>
                  <a:pt x="473" y="398"/>
                </a:cubicBezTo>
                <a:cubicBezTo>
                  <a:pt x="484" y="373"/>
                  <a:pt x="492" y="344"/>
                  <a:pt x="492" y="312"/>
                </a:cubicBezTo>
                <a:cubicBezTo>
                  <a:pt x="474" y="312"/>
                  <a:pt x="474" y="312"/>
                  <a:pt x="474" y="312"/>
                </a:cubicBezTo>
                <a:close/>
                <a:moveTo>
                  <a:pt x="172" y="224"/>
                </a:moveTo>
                <a:cubicBezTo>
                  <a:pt x="178" y="214"/>
                  <a:pt x="186" y="206"/>
                  <a:pt x="194" y="198"/>
                </a:cubicBezTo>
                <a:cubicBezTo>
                  <a:pt x="196" y="195"/>
                  <a:pt x="199" y="193"/>
                  <a:pt x="201" y="191"/>
                </a:cubicBezTo>
                <a:cubicBezTo>
                  <a:pt x="218" y="154"/>
                  <a:pt x="239" y="129"/>
                  <a:pt x="250" y="118"/>
                </a:cubicBezTo>
                <a:cubicBezTo>
                  <a:pt x="241" y="116"/>
                  <a:pt x="233" y="113"/>
                  <a:pt x="226" y="111"/>
                </a:cubicBezTo>
                <a:cubicBezTo>
                  <a:pt x="217" y="119"/>
                  <a:pt x="176" y="158"/>
                  <a:pt x="149" y="214"/>
                </a:cubicBezTo>
                <a:cubicBezTo>
                  <a:pt x="156" y="217"/>
                  <a:pt x="164" y="220"/>
                  <a:pt x="172" y="224"/>
                </a:cubicBezTo>
                <a:close/>
                <a:moveTo>
                  <a:pt x="448" y="397"/>
                </a:moveTo>
                <a:cubicBezTo>
                  <a:pt x="441" y="406"/>
                  <a:pt x="434" y="415"/>
                  <a:pt x="426" y="423"/>
                </a:cubicBezTo>
                <a:cubicBezTo>
                  <a:pt x="419" y="429"/>
                  <a:pt x="412" y="435"/>
                  <a:pt x="404" y="441"/>
                </a:cubicBezTo>
                <a:cubicBezTo>
                  <a:pt x="390" y="466"/>
                  <a:pt x="376" y="483"/>
                  <a:pt x="368" y="491"/>
                </a:cubicBezTo>
                <a:cubicBezTo>
                  <a:pt x="379" y="494"/>
                  <a:pt x="388" y="497"/>
                  <a:pt x="396" y="500"/>
                </a:cubicBezTo>
                <a:cubicBezTo>
                  <a:pt x="405" y="492"/>
                  <a:pt x="443" y="458"/>
                  <a:pt x="469" y="405"/>
                </a:cubicBezTo>
                <a:cubicBezTo>
                  <a:pt x="463" y="403"/>
                  <a:pt x="455" y="400"/>
                  <a:pt x="448" y="397"/>
                </a:cubicBezTo>
                <a:close/>
                <a:moveTo>
                  <a:pt x="409" y="95"/>
                </a:moveTo>
                <a:cubicBezTo>
                  <a:pt x="379" y="82"/>
                  <a:pt x="345" y="74"/>
                  <a:pt x="310" y="74"/>
                </a:cubicBezTo>
                <a:cubicBezTo>
                  <a:pt x="275" y="74"/>
                  <a:pt x="241" y="82"/>
                  <a:pt x="211" y="95"/>
                </a:cubicBezTo>
                <a:cubicBezTo>
                  <a:pt x="225" y="102"/>
                  <a:pt x="262" y="118"/>
                  <a:pt x="310" y="117"/>
                </a:cubicBezTo>
                <a:cubicBezTo>
                  <a:pt x="367" y="116"/>
                  <a:pt x="397" y="102"/>
                  <a:pt x="409" y="95"/>
                </a:cubicBezTo>
                <a:close/>
                <a:moveTo>
                  <a:pt x="452" y="231"/>
                </a:moveTo>
                <a:cubicBezTo>
                  <a:pt x="465" y="253"/>
                  <a:pt x="473" y="278"/>
                  <a:pt x="474" y="304"/>
                </a:cubicBezTo>
                <a:cubicBezTo>
                  <a:pt x="492" y="304"/>
                  <a:pt x="492" y="304"/>
                  <a:pt x="492" y="304"/>
                </a:cubicBezTo>
                <a:cubicBezTo>
                  <a:pt x="492" y="274"/>
                  <a:pt x="484" y="246"/>
                  <a:pt x="474" y="222"/>
                </a:cubicBezTo>
                <a:cubicBezTo>
                  <a:pt x="467" y="225"/>
                  <a:pt x="460" y="228"/>
                  <a:pt x="452" y="231"/>
                </a:cubicBezTo>
                <a:close/>
                <a:moveTo>
                  <a:pt x="100" y="195"/>
                </a:moveTo>
                <a:cubicBezTo>
                  <a:pt x="81" y="227"/>
                  <a:pt x="70" y="264"/>
                  <a:pt x="70" y="304"/>
                </a:cubicBezTo>
                <a:cubicBezTo>
                  <a:pt x="118" y="305"/>
                  <a:pt x="118" y="305"/>
                  <a:pt x="118" y="305"/>
                </a:cubicBezTo>
                <a:cubicBezTo>
                  <a:pt x="118" y="273"/>
                  <a:pt x="127" y="243"/>
                  <a:pt x="138" y="217"/>
                </a:cubicBezTo>
                <a:cubicBezTo>
                  <a:pt x="119" y="208"/>
                  <a:pt x="106" y="199"/>
                  <a:pt x="100" y="195"/>
                </a:cubicBezTo>
                <a:close/>
                <a:moveTo>
                  <a:pt x="480" y="142"/>
                </a:moveTo>
                <a:cubicBezTo>
                  <a:pt x="462" y="125"/>
                  <a:pt x="441" y="110"/>
                  <a:pt x="418" y="99"/>
                </a:cubicBezTo>
                <a:cubicBezTo>
                  <a:pt x="415" y="101"/>
                  <a:pt x="410" y="104"/>
                  <a:pt x="402" y="107"/>
                </a:cubicBezTo>
                <a:cubicBezTo>
                  <a:pt x="416" y="120"/>
                  <a:pt x="453" y="157"/>
                  <a:pt x="478" y="211"/>
                </a:cubicBezTo>
                <a:cubicBezTo>
                  <a:pt x="498" y="201"/>
                  <a:pt x="511" y="192"/>
                  <a:pt x="517" y="189"/>
                </a:cubicBezTo>
                <a:cubicBezTo>
                  <a:pt x="507" y="172"/>
                  <a:pt x="494" y="156"/>
                  <a:pt x="480" y="142"/>
                </a:cubicBezTo>
                <a:close/>
                <a:moveTo>
                  <a:pt x="419" y="191"/>
                </a:moveTo>
                <a:cubicBezTo>
                  <a:pt x="421" y="193"/>
                  <a:pt x="424" y="195"/>
                  <a:pt x="426" y="198"/>
                </a:cubicBezTo>
                <a:cubicBezTo>
                  <a:pt x="434" y="206"/>
                  <a:pt x="441" y="214"/>
                  <a:pt x="448" y="224"/>
                </a:cubicBezTo>
                <a:cubicBezTo>
                  <a:pt x="456" y="221"/>
                  <a:pt x="464" y="218"/>
                  <a:pt x="470" y="214"/>
                </a:cubicBezTo>
                <a:cubicBezTo>
                  <a:pt x="444" y="158"/>
                  <a:pt x="403" y="119"/>
                  <a:pt x="394" y="111"/>
                </a:cubicBezTo>
                <a:cubicBezTo>
                  <a:pt x="387" y="114"/>
                  <a:pt x="379" y="116"/>
                  <a:pt x="370" y="118"/>
                </a:cubicBezTo>
                <a:cubicBezTo>
                  <a:pt x="381" y="129"/>
                  <a:pt x="402" y="154"/>
                  <a:pt x="419" y="191"/>
                </a:cubicBezTo>
                <a:close/>
                <a:moveTo>
                  <a:pt x="146" y="305"/>
                </a:moveTo>
                <a:cubicBezTo>
                  <a:pt x="147" y="278"/>
                  <a:pt x="154" y="253"/>
                  <a:pt x="168" y="231"/>
                </a:cubicBezTo>
                <a:cubicBezTo>
                  <a:pt x="160" y="228"/>
                  <a:pt x="152" y="224"/>
                  <a:pt x="145" y="221"/>
                </a:cubicBezTo>
                <a:cubicBezTo>
                  <a:pt x="134" y="246"/>
                  <a:pt x="127" y="274"/>
                  <a:pt x="126" y="305"/>
                </a:cubicBezTo>
                <a:cubicBezTo>
                  <a:pt x="146" y="305"/>
                  <a:pt x="146" y="305"/>
                  <a:pt x="146" y="305"/>
                </a:cubicBezTo>
                <a:close/>
                <a:moveTo>
                  <a:pt x="310" y="66"/>
                </a:moveTo>
                <a:cubicBezTo>
                  <a:pt x="379" y="66"/>
                  <a:pt x="441" y="93"/>
                  <a:pt x="486" y="136"/>
                </a:cubicBezTo>
                <a:cubicBezTo>
                  <a:pt x="531" y="180"/>
                  <a:pt x="558" y="239"/>
                  <a:pt x="558" y="306"/>
                </a:cubicBezTo>
                <a:cubicBezTo>
                  <a:pt x="558" y="372"/>
                  <a:pt x="531" y="432"/>
                  <a:pt x="486" y="475"/>
                </a:cubicBezTo>
                <a:cubicBezTo>
                  <a:pt x="441" y="518"/>
                  <a:pt x="379" y="545"/>
                  <a:pt x="310" y="545"/>
                </a:cubicBezTo>
                <a:cubicBezTo>
                  <a:pt x="242" y="545"/>
                  <a:pt x="180" y="518"/>
                  <a:pt x="135" y="475"/>
                </a:cubicBezTo>
                <a:cubicBezTo>
                  <a:pt x="90" y="432"/>
                  <a:pt x="62" y="372"/>
                  <a:pt x="62" y="306"/>
                </a:cubicBezTo>
                <a:cubicBezTo>
                  <a:pt x="62" y="239"/>
                  <a:pt x="90" y="180"/>
                  <a:pt x="135" y="136"/>
                </a:cubicBezTo>
                <a:cubicBezTo>
                  <a:pt x="180" y="93"/>
                  <a:pt x="242" y="66"/>
                  <a:pt x="310" y="66"/>
                </a:cubicBezTo>
                <a:close/>
                <a:moveTo>
                  <a:pt x="278" y="531"/>
                </a:moveTo>
                <a:cubicBezTo>
                  <a:pt x="278" y="499"/>
                  <a:pt x="278" y="499"/>
                  <a:pt x="278" y="499"/>
                </a:cubicBezTo>
                <a:cubicBezTo>
                  <a:pt x="275" y="499"/>
                  <a:pt x="275" y="499"/>
                  <a:pt x="275" y="499"/>
                </a:cubicBezTo>
                <a:cubicBezTo>
                  <a:pt x="275" y="500"/>
                  <a:pt x="274" y="502"/>
                  <a:pt x="272" y="503"/>
                </a:cubicBezTo>
                <a:cubicBezTo>
                  <a:pt x="271" y="505"/>
                  <a:pt x="269" y="506"/>
                  <a:pt x="267" y="507"/>
                </a:cubicBezTo>
                <a:cubicBezTo>
                  <a:pt x="267" y="511"/>
                  <a:pt x="267" y="511"/>
                  <a:pt x="267" y="511"/>
                </a:cubicBezTo>
                <a:cubicBezTo>
                  <a:pt x="269" y="510"/>
                  <a:pt x="270" y="509"/>
                  <a:pt x="271" y="509"/>
                </a:cubicBezTo>
                <a:cubicBezTo>
                  <a:pt x="272" y="508"/>
                  <a:pt x="273" y="507"/>
                  <a:pt x="274" y="506"/>
                </a:cubicBezTo>
                <a:cubicBezTo>
                  <a:pt x="274" y="531"/>
                  <a:pt x="274" y="531"/>
                  <a:pt x="274" y="531"/>
                </a:cubicBezTo>
                <a:cubicBezTo>
                  <a:pt x="278" y="531"/>
                  <a:pt x="278" y="531"/>
                  <a:pt x="278" y="531"/>
                </a:cubicBezTo>
                <a:close/>
                <a:moveTo>
                  <a:pt x="289" y="523"/>
                </a:moveTo>
                <a:cubicBezTo>
                  <a:pt x="289" y="526"/>
                  <a:pt x="290" y="528"/>
                  <a:pt x="291" y="529"/>
                </a:cubicBezTo>
                <a:cubicBezTo>
                  <a:pt x="293" y="531"/>
                  <a:pt x="294" y="531"/>
                  <a:pt x="297" y="531"/>
                </a:cubicBezTo>
                <a:cubicBezTo>
                  <a:pt x="299" y="531"/>
                  <a:pt x="300" y="531"/>
                  <a:pt x="302" y="529"/>
                </a:cubicBezTo>
                <a:cubicBezTo>
                  <a:pt x="303" y="528"/>
                  <a:pt x="304" y="526"/>
                  <a:pt x="305" y="524"/>
                </a:cubicBezTo>
                <a:cubicBezTo>
                  <a:pt x="306" y="521"/>
                  <a:pt x="306" y="518"/>
                  <a:pt x="306" y="514"/>
                </a:cubicBezTo>
                <a:cubicBezTo>
                  <a:pt x="306" y="510"/>
                  <a:pt x="306" y="507"/>
                  <a:pt x="305" y="505"/>
                </a:cubicBezTo>
                <a:cubicBezTo>
                  <a:pt x="304" y="503"/>
                  <a:pt x="303" y="502"/>
                  <a:pt x="302" y="500"/>
                </a:cubicBezTo>
                <a:cubicBezTo>
                  <a:pt x="300" y="499"/>
                  <a:pt x="299" y="499"/>
                  <a:pt x="297" y="499"/>
                </a:cubicBezTo>
                <a:cubicBezTo>
                  <a:pt x="295" y="499"/>
                  <a:pt x="292" y="500"/>
                  <a:pt x="291" y="502"/>
                </a:cubicBezTo>
                <a:cubicBezTo>
                  <a:pt x="289" y="504"/>
                  <a:pt x="288" y="506"/>
                  <a:pt x="288" y="510"/>
                </a:cubicBezTo>
                <a:cubicBezTo>
                  <a:pt x="288" y="513"/>
                  <a:pt x="289" y="515"/>
                  <a:pt x="291" y="517"/>
                </a:cubicBezTo>
                <a:cubicBezTo>
                  <a:pt x="292" y="519"/>
                  <a:pt x="294" y="520"/>
                  <a:pt x="296" y="520"/>
                </a:cubicBezTo>
                <a:cubicBezTo>
                  <a:pt x="298" y="520"/>
                  <a:pt x="299" y="520"/>
                  <a:pt x="300" y="519"/>
                </a:cubicBezTo>
                <a:cubicBezTo>
                  <a:pt x="301" y="518"/>
                  <a:pt x="302" y="517"/>
                  <a:pt x="303" y="516"/>
                </a:cubicBezTo>
                <a:cubicBezTo>
                  <a:pt x="303" y="516"/>
                  <a:pt x="303" y="516"/>
                  <a:pt x="303" y="517"/>
                </a:cubicBezTo>
                <a:cubicBezTo>
                  <a:pt x="303" y="518"/>
                  <a:pt x="303" y="520"/>
                  <a:pt x="303" y="521"/>
                </a:cubicBezTo>
                <a:cubicBezTo>
                  <a:pt x="302" y="523"/>
                  <a:pt x="302" y="524"/>
                  <a:pt x="301" y="525"/>
                </a:cubicBezTo>
                <a:cubicBezTo>
                  <a:pt x="301" y="526"/>
                  <a:pt x="300" y="527"/>
                  <a:pt x="299" y="527"/>
                </a:cubicBezTo>
                <a:cubicBezTo>
                  <a:pt x="299" y="528"/>
                  <a:pt x="298" y="528"/>
                  <a:pt x="297" y="528"/>
                </a:cubicBezTo>
                <a:cubicBezTo>
                  <a:pt x="295" y="528"/>
                  <a:pt x="294" y="528"/>
                  <a:pt x="294" y="527"/>
                </a:cubicBezTo>
                <a:cubicBezTo>
                  <a:pt x="293" y="526"/>
                  <a:pt x="292" y="525"/>
                  <a:pt x="292" y="523"/>
                </a:cubicBezTo>
                <a:cubicBezTo>
                  <a:pt x="289" y="523"/>
                  <a:pt x="289" y="523"/>
                  <a:pt x="289" y="523"/>
                </a:cubicBezTo>
                <a:close/>
                <a:moveTo>
                  <a:pt x="303" y="509"/>
                </a:moveTo>
                <a:cubicBezTo>
                  <a:pt x="303" y="507"/>
                  <a:pt x="302" y="505"/>
                  <a:pt x="301" y="504"/>
                </a:cubicBezTo>
                <a:cubicBezTo>
                  <a:pt x="300" y="503"/>
                  <a:pt x="299" y="502"/>
                  <a:pt x="297" y="502"/>
                </a:cubicBezTo>
                <a:cubicBezTo>
                  <a:pt x="296" y="502"/>
                  <a:pt x="295" y="503"/>
                  <a:pt x="293" y="504"/>
                </a:cubicBezTo>
                <a:cubicBezTo>
                  <a:pt x="292" y="506"/>
                  <a:pt x="292" y="507"/>
                  <a:pt x="292" y="510"/>
                </a:cubicBezTo>
                <a:cubicBezTo>
                  <a:pt x="292" y="512"/>
                  <a:pt x="292" y="513"/>
                  <a:pt x="293" y="515"/>
                </a:cubicBezTo>
                <a:cubicBezTo>
                  <a:pt x="294" y="516"/>
                  <a:pt x="296" y="516"/>
                  <a:pt x="297" y="516"/>
                </a:cubicBezTo>
                <a:cubicBezTo>
                  <a:pt x="299" y="516"/>
                  <a:pt x="300" y="516"/>
                  <a:pt x="301" y="515"/>
                </a:cubicBezTo>
                <a:cubicBezTo>
                  <a:pt x="302" y="513"/>
                  <a:pt x="303" y="512"/>
                  <a:pt x="303" y="509"/>
                </a:cubicBezTo>
                <a:close/>
                <a:moveTo>
                  <a:pt x="312" y="522"/>
                </a:moveTo>
                <a:cubicBezTo>
                  <a:pt x="312" y="525"/>
                  <a:pt x="313" y="527"/>
                  <a:pt x="315" y="529"/>
                </a:cubicBezTo>
                <a:cubicBezTo>
                  <a:pt x="316" y="530"/>
                  <a:pt x="318" y="531"/>
                  <a:pt x="321" y="531"/>
                </a:cubicBezTo>
                <a:cubicBezTo>
                  <a:pt x="324" y="531"/>
                  <a:pt x="326" y="530"/>
                  <a:pt x="328" y="527"/>
                </a:cubicBezTo>
                <a:cubicBezTo>
                  <a:pt x="329" y="525"/>
                  <a:pt x="330" y="523"/>
                  <a:pt x="330" y="520"/>
                </a:cubicBezTo>
                <a:cubicBezTo>
                  <a:pt x="330" y="517"/>
                  <a:pt x="329" y="514"/>
                  <a:pt x="328" y="513"/>
                </a:cubicBezTo>
                <a:cubicBezTo>
                  <a:pt x="326" y="511"/>
                  <a:pt x="324" y="510"/>
                  <a:pt x="321" y="510"/>
                </a:cubicBezTo>
                <a:cubicBezTo>
                  <a:pt x="320" y="510"/>
                  <a:pt x="318" y="510"/>
                  <a:pt x="316" y="512"/>
                </a:cubicBezTo>
                <a:cubicBezTo>
                  <a:pt x="318" y="503"/>
                  <a:pt x="318" y="503"/>
                  <a:pt x="318" y="503"/>
                </a:cubicBezTo>
                <a:cubicBezTo>
                  <a:pt x="329" y="503"/>
                  <a:pt x="329" y="503"/>
                  <a:pt x="329" y="503"/>
                </a:cubicBezTo>
                <a:cubicBezTo>
                  <a:pt x="329" y="499"/>
                  <a:pt x="329" y="499"/>
                  <a:pt x="329" y="499"/>
                </a:cubicBezTo>
                <a:cubicBezTo>
                  <a:pt x="315" y="499"/>
                  <a:pt x="315" y="499"/>
                  <a:pt x="315" y="499"/>
                </a:cubicBezTo>
                <a:cubicBezTo>
                  <a:pt x="312" y="516"/>
                  <a:pt x="312" y="516"/>
                  <a:pt x="312" y="516"/>
                </a:cubicBezTo>
                <a:cubicBezTo>
                  <a:pt x="316" y="516"/>
                  <a:pt x="316" y="516"/>
                  <a:pt x="316" y="516"/>
                </a:cubicBezTo>
                <a:cubicBezTo>
                  <a:pt x="316" y="515"/>
                  <a:pt x="317" y="515"/>
                  <a:pt x="318" y="514"/>
                </a:cubicBezTo>
                <a:cubicBezTo>
                  <a:pt x="319" y="513"/>
                  <a:pt x="319" y="513"/>
                  <a:pt x="321" y="513"/>
                </a:cubicBezTo>
                <a:cubicBezTo>
                  <a:pt x="322" y="513"/>
                  <a:pt x="324" y="514"/>
                  <a:pt x="325" y="515"/>
                </a:cubicBezTo>
                <a:cubicBezTo>
                  <a:pt x="326" y="516"/>
                  <a:pt x="326" y="518"/>
                  <a:pt x="326" y="520"/>
                </a:cubicBezTo>
                <a:cubicBezTo>
                  <a:pt x="326" y="523"/>
                  <a:pt x="326" y="524"/>
                  <a:pt x="325" y="526"/>
                </a:cubicBezTo>
                <a:cubicBezTo>
                  <a:pt x="324" y="527"/>
                  <a:pt x="322" y="528"/>
                  <a:pt x="321" y="528"/>
                </a:cubicBezTo>
                <a:cubicBezTo>
                  <a:pt x="319" y="528"/>
                  <a:pt x="318" y="528"/>
                  <a:pt x="317" y="527"/>
                </a:cubicBezTo>
                <a:cubicBezTo>
                  <a:pt x="316" y="526"/>
                  <a:pt x="316" y="524"/>
                  <a:pt x="315" y="522"/>
                </a:cubicBezTo>
                <a:cubicBezTo>
                  <a:pt x="312" y="522"/>
                  <a:pt x="312" y="522"/>
                  <a:pt x="312" y="522"/>
                </a:cubicBezTo>
                <a:close/>
                <a:moveTo>
                  <a:pt x="353" y="527"/>
                </a:moveTo>
                <a:cubicBezTo>
                  <a:pt x="339" y="527"/>
                  <a:pt x="339" y="527"/>
                  <a:pt x="339" y="527"/>
                </a:cubicBezTo>
                <a:cubicBezTo>
                  <a:pt x="340" y="526"/>
                  <a:pt x="340" y="526"/>
                  <a:pt x="341" y="525"/>
                </a:cubicBezTo>
                <a:cubicBezTo>
                  <a:pt x="341" y="524"/>
                  <a:pt x="343" y="523"/>
                  <a:pt x="345" y="521"/>
                </a:cubicBezTo>
                <a:cubicBezTo>
                  <a:pt x="347" y="518"/>
                  <a:pt x="349" y="517"/>
                  <a:pt x="350" y="515"/>
                </a:cubicBezTo>
                <a:cubicBezTo>
                  <a:pt x="351" y="514"/>
                  <a:pt x="352" y="513"/>
                  <a:pt x="352" y="511"/>
                </a:cubicBezTo>
                <a:cubicBezTo>
                  <a:pt x="353" y="510"/>
                  <a:pt x="353" y="509"/>
                  <a:pt x="353" y="508"/>
                </a:cubicBezTo>
                <a:cubicBezTo>
                  <a:pt x="353" y="505"/>
                  <a:pt x="352" y="503"/>
                  <a:pt x="351" y="501"/>
                </a:cubicBezTo>
                <a:cubicBezTo>
                  <a:pt x="349" y="500"/>
                  <a:pt x="347" y="499"/>
                  <a:pt x="344" y="499"/>
                </a:cubicBezTo>
                <a:cubicBezTo>
                  <a:pt x="342" y="499"/>
                  <a:pt x="340" y="500"/>
                  <a:pt x="338" y="501"/>
                </a:cubicBezTo>
                <a:cubicBezTo>
                  <a:pt x="337" y="503"/>
                  <a:pt x="336" y="505"/>
                  <a:pt x="335" y="508"/>
                </a:cubicBezTo>
                <a:cubicBezTo>
                  <a:pt x="339" y="508"/>
                  <a:pt x="339" y="508"/>
                  <a:pt x="339" y="508"/>
                </a:cubicBezTo>
                <a:cubicBezTo>
                  <a:pt x="339" y="506"/>
                  <a:pt x="339" y="505"/>
                  <a:pt x="340" y="504"/>
                </a:cubicBezTo>
                <a:cubicBezTo>
                  <a:pt x="341" y="503"/>
                  <a:pt x="343" y="502"/>
                  <a:pt x="344" y="502"/>
                </a:cubicBezTo>
                <a:cubicBezTo>
                  <a:pt x="346" y="502"/>
                  <a:pt x="347" y="503"/>
                  <a:pt x="348" y="504"/>
                </a:cubicBezTo>
                <a:cubicBezTo>
                  <a:pt x="349" y="505"/>
                  <a:pt x="349" y="506"/>
                  <a:pt x="349" y="508"/>
                </a:cubicBezTo>
                <a:cubicBezTo>
                  <a:pt x="349" y="509"/>
                  <a:pt x="349" y="511"/>
                  <a:pt x="348" y="512"/>
                </a:cubicBezTo>
                <a:cubicBezTo>
                  <a:pt x="347" y="514"/>
                  <a:pt x="345" y="516"/>
                  <a:pt x="342" y="519"/>
                </a:cubicBezTo>
                <a:cubicBezTo>
                  <a:pt x="340" y="521"/>
                  <a:pt x="338" y="522"/>
                  <a:pt x="337" y="524"/>
                </a:cubicBezTo>
                <a:cubicBezTo>
                  <a:pt x="336" y="525"/>
                  <a:pt x="336" y="527"/>
                  <a:pt x="335" y="528"/>
                </a:cubicBezTo>
                <a:cubicBezTo>
                  <a:pt x="335" y="529"/>
                  <a:pt x="335" y="530"/>
                  <a:pt x="335" y="531"/>
                </a:cubicBezTo>
                <a:cubicBezTo>
                  <a:pt x="353" y="531"/>
                  <a:pt x="353" y="531"/>
                  <a:pt x="353" y="531"/>
                </a:cubicBezTo>
                <a:cubicBezTo>
                  <a:pt x="353" y="527"/>
                  <a:pt x="353" y="527"/>
                  <a:pt x="353" y="527"/>
                </a:cubicBezTo>
                <a:close/>
                <a:moveTo>
                  <a:pt x="83" y="161"/>
                </a:moveTo>
                <a:cubicBezTo>
                  <a:pt x="95" y="145"/>
                  <a:pt x="95" y="145"/>
                  <a:pt x="95" y="145"/>
                </a:cubicBezTo>
                <a:cubicBezTo>
                  <a:pt x="85" y="138"/>
                  <a:pt x="85" y="138"/>
                  <a:pt x="85" y="138"/>
                </a:cubicBezTo>
                <a:cubicBezTo>
                  <a:pt x="74" y="153"/>
                  <a:pt x="74" y="153"/>
                  <a:pt x="74" y="153"/>
                </a:cubicBezTo>
                <a:cubicBezTo>
                  <a:pt x="83" y="161"/>
                  <a:pt x="83" y="161"/>
                  <a:pt x="83" y="161"/>
                </a:cubicBezTo>
                <a:close/>
                <a:moveTo>
                  <a:pt x="108" y="111"/>
                </a:moveTo>
                <a:cubicBezTo>
                  <a:pt x="93" y="128"/>
                  <a:pt x="93" y="128"/>
                  <a:pt x="93" y="128"/>
                </a:cubicBezTo>
                <a:cubicBezTo>
                  <a:pt x="103" y="136"/>
                  <a:pt x="103" y="136"/>
                  <a:pt x="103" y="136"/>
                </a:cubicBezTo>
                <a:cubicBezTo>
                  <a:pt x="117" y="118"/>
                  <a:pt x="117" y="118"/>
                  <a:pt x="117" y="118"/>
                </a:cubicBezTo>
                <a:cubicBezTo>
                  <a:pt x="108" y="111"/>
                  <a:pt x="108" y="111"/>
                  <a:pt x="108" y="111"/>
                </a:cubicBezTo>
                <a:close/>
                <a:moveTo>
                  <a:pt x="89" y="125"/>
                </a:moveTo>
                <a:cubicBezTo>
                  <a:pt x="83" y="121"/>
                  <a:pt x="83" y="121"/>
                  <a:pt x="83" y="121"/>
                </a:cubicBezTo>
                <a:cubicBezTo>
                  <a:pt x="75" y="130"/>
                  <a:pt x="75" y="130"/>
                  <a:pt x="75" y="130"/>
                </a:cubicBezTo>
                <a:cubicBezTo>
                  <a:pt x="81" y="135"/>
                  <a:pt x="81" y="135"/>
                  <a:pt x="81" y="135"/>
                </a:cubicBezTo>
                <a:cubicBezTo>
                  <a:pt x="60" y="160"/>
                  <a:pt x="60" y="160"/>
                  <a:pt x="60" y="160"/>
                </a:cubicBezTo>
                <a:cubicBezTo>
                  <a:pt x="80" y="175"/>
                  <a:pt x="80" y="175"/>
                  <a:pt x="80" y="175"/>
                </a:cubicBezTo>
                <a:cubicBezTo>
                  <a:pt x="100" y="149"/>
                  <a:pt x="100" y="149"/>
                  <a:pt x="100" y="149"/>
                </a:cubicBezTo>
                <a:cubicBezTo>
                  <a:pt x="107" y="155"/>
                  <a:pt x="107" y="155"/>
                  <a:pt x="107" y="155"/>
                </a:cubicBezTo>
                <a:cubicBezTo>
                  <a:pt x="115" y="145"/>
                  <a:pt x="115" y="145"/>
                  <a:pt x="115" y="145"/>
                </a:cubicBezTo>
                <a:cubicBezTo>
                  <a:pt x="108" y="139"/>
                  <a:pt x="108" y="139"/>
                  <a:pt x="108" y="139"/>
                </a:cubicBezTo>
                <a:cubicBezTo>
                  <a:pt x="131" y="113"/>
                  <a:pt x="131" y="113"/>
                  <a:pt x="131" y="113"/>
                </a:cubicBezTo>
                <a:cubicBezTo>
                  <a:pt x="113" y="98"/>
                  <a:pt x="113" y="98"/>
                  <a:pt x="113" y="98"/>
                </a:cubicBezTo>
                <a:cubicBezTo>
                  <a:pt x="89" y="125"/>
                  <a:pt x="89" y="125"/>
                  <a:pt x="89" y="125"/>
                </a:cubicBezTo>
                <a:close/>
                <a:moveTo>
                  <a:pt x="124" y="80"/>
                </a:moveTo>
                <a:cubicBezTo>
                  <a:pt x="150" y="111"/>
                  <a:pt x="150" y="111"/>
                  <a:pt x="150" y="111"/>
                </a:cubicBezTo>
                <a:cubicBezTo>
                  <a:pt x="214" y="70"/>
                  <a:pt x="214" y="70"/>
                  <a:pt x="214" y="70"/>
                </a:cubicBezTo>
                <a:cubicBezTo>
                  <a:pt x="196" y="36"/>
                  <a:pt x="196" y="36"/>
                  <a:pt x="196" y="36"/>
                </a:cubicBezTo>
                <a:cubicBezTo>
                  <a:pt x="182" y="43"/>
                  <a:pt x="171" y="50"/>
                  <a:pt x="159" y="57"/>
                </a:cubicBezTo>
                <a:cubicBezTo>
                  <a:pt x="147" y="65"/>
                  <a:pt x="136" y="72"/>
                  <a:pt x="124" y="80"/>
                </a:cubicBezTo>
                <a:close/>
                <a:moveTo>
                  <a:pt x="156" y="99"/>
                </a:moveTo>
                <a:cubicBezTo>
                  <a:pt x="178" y="84"/>
                  <a:pt x="178" y="84"/>
                  <a:pt x="178" y="84"/>
                </a:cubicBezTo>
                <a:cubicBezTo>
                  <a:pt x="202" y="70"/>
                  <a:pt x="202" y="70"/>
                  <a:pt x="202" y="70"/>
                </a:cubicBezTo>
                <a:cubicBezTo>
                  <a:pt x="187" y="47"/>
                  <a:pt x="187" y="47"/>
                  <a:pt x="187" y="47"/>
                </a:cubicBezTo>
                <a:cubicBezTo>
                  <a:pt x="163" y="61"/>
                  <a:pt x="163" y="61"/>
                  <a:pt x="163" y="61"/>
                </a:cubicBezTo>
                <a:cubicBezTo>
                  <a:pt x="139" y="76"/>
                  <a:pt x="139" y="76"/>
                  <a:pt x="139" y="76"/>
                </a:cubicBezTo>
                <a:cubicBezTo>
                  <a:pt x="156" y="99"/>
                  <a:pt x="156" y="99"/>
                  <a:pt x="156" y="99"/>
                </a:cubicBezTo>
                <a:close/>
                <a:moveTo>
                  <a:pt x="187" y="71"/>
                </a:moveTo>
                <a:cubicBezTo>
                  <a:pt x="184" y="68"/>
                  <a:pt x="184" y="68"/>
                  <a:pt x="184" y="68"/>
                </a:cubicBezTo>
                <a:cubicBezTo>
                  <a:pt x="180" y="70"/>
                  <a:pt x="180" y="70"/>
                  <a:pt x="180" y="70"/>
                </a:cubicBezTo>
                <a:cubicBezTo>
                  <a:pt x="183" y="74"/>
                  <a:pt x="183" y="74"/>
                  <a:pt x="183" y="74"/>
                </a:cubicBezTo>
                <a:cubicBezTo>
                  <a:pt x="187" y="71"/>
                  <a:pt x="187" y="71"/>
                  <a:pt x="187" y="71"/>
                </a:cubicBezTo>
                <a:close/>
                <a:moveTo>
                  <a:pt x="180" y="80"/>
                </a:moveTo>
                <a:cubicBezTo>
                  <a:pt x="197" y="70"/>
                  <a:pt x="197" y="70"/>
                  <a:pt x="197" y="70"/>
                </a:cubicBezTo>
                <a:cubicBezTo>
                  <a:pt x="194" y="66"/>
                  <a:pt x="194" y="66"/>
                  <a:pt x="194" y="66"/>
                </a:cubicBezTo>
                <a:cubicBezTo>
                  <a:pt x="189" y="69"/>
                  <a:pt x="189" y="69"/>
                  <a:pt x="189" y="69"/>
                </a:cubicBezTo>
                <a:cubicBezTo>
                  <a:pt x="187" y="66"/>
                  <a:pt x="187" y="66"/>
                  <a:pt x="187" y="66"/>
                </a:cubicBezTo>
                <a:cubicBezTo>
                  <a:pt x="192" y="63"/>
                  <a:pt x="192" y="63"/>
                  <a:pt x="192" y="63"/>
                </a:cubicBezTo>
                <a:cubicBezTo>
                  <a:pt x="190" y="59"/>
                  <a:pt x="190" y="59"/>
                  <a:pt x="190" y="59"/>
                </a:cubicBezTo>
                <a:cubicBezTo>
                  <a:pt x="178" y="66"/>
                  <a:pt x="178" y="66"/>
                  <a:pt x="178" y="66"/>
                </a:cubicBezTo>
                <a:cubicBezTo>
                  <a:pt x="176" y="63"/>
                  <a:pt x="176" y="63"/>
                  <a:pt x="176" y="63"/>
                </a:cubicBezTo>
                <a:cubicBezTo>
                  <a:pt x="188" y="56"/>
                  <a:pt x="188" y="56"/>
                  <a:pt x="188" y="56"/>
                </a:cubicBezTo>
                <a:cubicBezTo>
                  <a:pt x="186" y="52"/>
                  <a:pt x="186" y="52"/>
                  <a:pt x="186" y="52"/>
                </a:cubicBezTo>
                <a:cubicBezTo>
                  <a:pt x="172" y="61"/>
                  <a:pt x="158" y="69"/>
                  <a:pt x="145" y="78"/>
                </a:cubicBezTo>
                <a:cubicBezTo>
                  <a:pt x="147" y="81"/>
                  <a:pt x="147" y="81"/>
                  <a:pt x="147" y="81"/>
                </a:cubicBezTo>
                <a:cubicBezTo>
                  <a:pt x="160" y="73"/>
                  <a:pt x="160" y="73"/>
                  <a:pt x="160" y="73"/>
                </a:cubicBezTo>
                <a:cubicBezTo>
                  <a:pt x="162" y="76"/>
                  <a:pt x="162" y="76"/>
                  <a:pt x="162" y="76"/>
                </a:cubicBezTo>
                <a:cubicBezTo>
                  <a:pt x="149" y="84"/>
                  <a:pt x="149" y="84"/>
                  <a:pt x="149" y="84"/>
                </a:cubicBezTo>
                <a:cubicBezTo>
                  <a:pt x="152" y="87"/>
                  <a:pt x="152" y="87"/>
                  <a:pt x="152" y="87"/>
                </a:cubicBezTo>
                <a:cubicBezTo>
                  <a:pt x="165" y="80"/>
                  <a:pt x="165" y="80"/>
                  <a:pt x="165" y="80"/>
                </a:cubicBezTo>
                <a:cubicBezTo>
                  <a:pt x="167" y="83"/>
                  <a:pt x="167" y="83"/>
                  <a:pt x="167" y="83"/>
                </a:cubicBezTo>
                <a:cubicBezTo>
                  <a:pt x="155" y="91"/>
                  <a:pt x="155" y="91"/>
                  <a:pt x="155" y="91"/>
                </a:cubicBezTo>
                <a:cubicBezTo>
                  <a:pt x="157" y="94"/>
                  <a:pt x="157" y="94"/>
                  <a:pt x="157" y="94"/>
                </a:cubicBezTo>
                <a:cubicBezTo>
                  <a:pt x="180" y="80"/>
                  <a:pt x="180" y="80"/>
                  <a:pt x="180" y="80"/>
                </a:cubicBezTo>
                <a:close/>
                <a:moveTo>
                  <a:pt x="225" y="27"/>
                </a:moveTo>
                <a:cubicBezTo>
                  <a:pt x="227" y="37"/>
                  <a:pt x="227" y="37"/>
                  <a:pt x="227" y="37"/>
                </a:cubicBezTo>
                <a:cubicBezTo>
                  <a:pt x="219" y="39"/>
                  <a:pt x="219" y="39"/>
                  <a:pt x="219" y="39"/>
                </a:cubicBezTo>
                <a:cubicBezTo>
                  <a:pt x="219" y="43"/>
                  <a:pt x="219" y="43"/>
                  <a:pt x="219" y="43"/>
                </a:cubicBezTo>
                <a:cubicBezTo>
                  <a:pt x="227" y="42"/>
                  <a:pt x="227" y="42"/>
                  <a:pt x="227" y="42"/>
                </a:cubicBezTo>
                <a:cubicBezTo>
                  <a:pt x="230" y="60"/>
                  <a:pt x="230" y="60"/>
                  <a:pt x="230" y="60"/>
                </a:cubicBezTo>
                <a:cubicBezTo>
                  <a:pt x="225" y="61"/>
                  <a:pt x="225" y="61"/>
                  <a:pt x="225" y="61"/>
                </a:cubicBezTo>
                <a:cubicBezTo>
                  <a:pt x="226" y="65"/>
                  <a:pt x="226" y="65"/>
                  <a:pt x="226" y="65"/>
                </a:cubicBezTo>
                <a:cubicBezTo>
                  <a:pt x="251" y="61"/>
                  <a:pt x="251" y="61"/>
                  <a:pt x="251" y="61"/>
                </a:cubicBezTo>
                <a:cubicBezTo>
                  <a:pt x="250" y="56"/>
                  <a:pt x="250" y="56"/>
                  <a:pt x="250" y="56"/>
                </a:cubicBezTo>
                <a:cubicBezTo>
                  <a:pt x="243" y="58"/>
                  <a:pt x="243" y="58"/>
                  <a:pt x="243" y="58"/>
                </a:cubicBezTo>
                <a:cubicBezTo>
                  <a:pt x="242" y="49"/>
                  <a:pt x="242" y="49"/>
                  <a:pt x="242" y="49"/>
                </a:cubicBezTo>
                <a:cubicBezTo>
                  <a:pt x="241" y="40"/>
                  <a:pt x="241" y="40"/>
                  <a:pt x="241" y="40"/>
                </a:cubicBezTo>
                <a:cubicBezTo>
                  <a:pt x="246" y="39"/>
                  <a:pt x="246" y="39"/>
                  <a:pt x="246" y="39"/>
                </a:cubicBezTo>
                <a:cubicBezTo>
                  <a:pt x="246" y="35"/>
                  <a:pt x="246" y="35"/>
                  <a:pt x="246" y="35"/>
                </a:cubicBezTo>
                <a:cubicBezTo>
                  <a:pt x="240" y="35"/>
                  <a:pt x="240" y="35"/>
                  <a:pt x="240" y="35"/>
                </a:cubicBezTo>
                <a:cubicBezTo>
                  <a:pt x="239" y="26"/>
                  <a:pt x="239" y="26"/>
                  <a:pt x="239" y="26"/>
                </a:cubicBezTo>
                <a:cubicBezTo>
                  <a:pt x="225" y="27"/>
                  <a:pt x="225" y="27"/>
                  <a:pt x="225" y="27"/>
                </a:cubicBezTo>
                <a:close/>
                <a:moveTo>
                  <a:pt x="267" y="32"/>
                </a:moveTo>
                <a:cubicBezTo>
                  <a:pt x="267" y="27"/>
                  <a:pt x="267" y="27"/>
                  <a:pt x="267" y="27"/>
                </a:cubicBezTo>
                <a:cubicBezTo>
                  <a:pt x="254" y="27"/>
                  <a:pt x="254" y="27"/>
                  <a:pt x="254" y="27"/>
                </a:cubicBezTo>
                <a:cubicBezTo>
                  <a:pt x="254" y="34"/>
                  <a:pt x="254" y="34"/>
                  <a:pt x="254" y="34"/>
                </a:cubicBezTo>
                <a:cubicBezTo>
                  <a:pt x="251" y="34"/>
                  <a:pt x="251" y="34"/>
                  <a:pt x="251" y="34"/>
                </a:cubicBezTo>
                <a:cubicBezTo>
                  <a:pt x="252" y="38"/>
                  <a:pt x="252" y="38"/>
                  <a:pt x="252" y="38"/>
                </a:cubicBezTo>
                <a:cubicBezTo>
                  <a:pt x="254" y="38"/>
                  <a:pt x="254" y="38"/>
                  <a:pt x="254" y="38"/>
                </a:cubicBezTo>
                <a:cubicBezTo>
                  <a:pt x="256" y="58"/>
                  <a:pt x="256" y="58"/>
                  <a:pt x="256" y="58"/>
                </a:cubicBezTo>
                <a:cubicBezTo>
                  <a:pt x="268" y="57"/>
                  <a:pt x="268" y="57"/>
                  <a:pt x="268" y="57"/>
                </a:cubicBezTo>
                <a:cubicBezTo>
                  <a:pt x="281" y="56"/>
                  <a:pt x="281" y="56"/>
                  <a:pt x="281" y="56"/>
                </a:cubicBezTo>
                <a:cubicBezTo>
                  <a:pt x="290" y="56"/>
                  <a:pt x="300" y="56"/>
                  <a:pt x="310" y="56"/>
                </a:cubicBezTo>
                <a:cubicBezTo>
                  <a:pt x="310" y="46"/>
                  <a:pt x="310" y="46"/>
                  <a:pt x="310" y="46"/>
                </a:cubicBezTo>
                <a:cubicBezTo>
                  <a:pt x="296" y="46"/>
                  <a:pt x="296" y="46"/>
                  <a:pt x="296" y="46"/>
                </a:cubicBezTo>
                <a:cubicBezTo>
                  <a:pt x="296" y="52"/>
                  <a:pt x="296" y="52"/>
                  <a:pt x="296" y="52"/>
                </a:cubicBezTo>
                <a:cubicBezTo>
                  <a:pt x="268" y="52"/>
                  <a:pt x="268" y="52"/>
                  <a:pt x="268" y="52"/>
                </a:cubicBezTo>
                <a:cubicBezTo>
                  <a:pt x="267" y="36"/>
                  <a:pt x="267" y="36"/>
                  <a:pt x="267" y="36"/>
                </a:cubicBezTo>
                <a:cubicBezTo>
                  <a:pt x="275" y="35"/>
                  <a:pt x="275" y="35"/>
                  <a:pt x="275" y="35"/>
                </a:cubicBezTo>
                <a:cubicBezTo>
                  <a:pt x="275" y="45"/>
                  <a:pt x="275" y="45"/>
                  <a:pt x="275" y="45"/>
                </a:cubicBezTo>
                <a:cubicBezTo>
                  <a:pt x="287" y="44"/>
                  <a:pt x="287" y="44"/>
                  <a:pt x="287" y="44"/>
                </a:cubicBezTo>
                <a:cubicBezTo>
                  <a:pt x="287" y="33"/>
                  <a:pt x="287" y="33"/>
                  <a:pt x="287" y="33"/>
                </a:cubicBezTo>
                <a:cubicBezTo>
                  <a:pt x="295" y="32"/>
                  <a:pt x="295" y="32"/>
                  <a:pt x="295" y="32"/>
                </a:cubicBezTo>
                <a:cubicBezTo>
                  <a:pt x="295" y="37"/>
                  <a:pt x="295" y="37"/>
                  <a:pt x="295" y="37"/>
                </a:cubicBezTo>
                <a:cubicBezTo>
                  <a:pt x="293" y="37"/>
                  <a:pt x="293" y="37"/>
                  <a:pt x="293" y="37"/>
                </a:cubicBezTo>
                <a:cubicBezTo>
                  <a:pt x="293" y="42"/>
                  <a:pt x="293" y="42"/>
                  <a:pt x="293" y="42"/>
                </a:cubicBezTo>
                <a:cubicBezTo>
                  <a:pt x="308" y="42"/>
                  <a:pt x="308" y="42"/>
                  <a:pt x="308" y="42"/>
                </a:cubicBezTo>
                <a:cubicBezTo>
                  <a:pt x="308" y="26"/>
                  <a:pt x="308" y="26"/>
                  <a:pt x="308" y="26"/>
                </a:cubicBezTo>
                <a:cubicBezTo>
                  <a:pt x="287" y="29"/>
                  <a:pt x="287" y="29"/>
                  <a:pt x="287" y="29"/>
                </a:cubicBezTo>
                <a:cubicBezTo>
                  <a:pt x="287" y="18"/>
                  <a:pt x="287" y="18"/>
                  <a:pt x="287" y="18"/>
                </a:cubicBezTo>
                <a:cubicBezTo>
                  <a:pt x="274" y="18"/>
                  <a:pt x="274" y="18"/>
                  <a:pt x="274" y="18"/>
                </a:cubicBezTo>
                <a:cubicBezTo>
                  <a:pt x="274" y="31"/>
                  <a:pt x="274" y="31"/>
                  <a:pt x="274" y="31"/>
                </a:cubicBezTo>
                <a:cubicBezTo>
                  <a:pt x="267" y="32"/>
                  <a:pt x="267" y="32"/>
                  <a:pt x="267" y="32"/>
                </a:cubicBezTo>
                <a:close/>
                <a:moveTo>
                  <a:pt x="319" y="53"/>
                </a:moveTo>
                <a:cubicBezTo>
                  <a:pt x="339" y="51"/>
                  <a:pt x="336" y="45"/>
                  <a:pt x="338" y="24"/>
                </a:cubicBezTo>
                <a:cubicBezTo>
                  <a:pt x="362" y="27"/>
                  <a:pt x="362" y="27"/>
                  <a:pt x="362" y="27"/>
                </a:cubicBezTo>
                <a:cubicBezTo>
                  <a:pt x="362" y="31"/>
                  <a:pt x="362" y="31"/>
                  <a:pt x="362" y="31"/>
                </a:cubicBezTo>
                <a:cubicBezTo>
                  <a:pt x="341" y="29"/>
                  <a:pt x="341" y="29"/>
                  <a:pt x="341" y="29"/>
                </a:cubicBezTo>
                <a:cubicBezTo>
                  <a:pt x="341" y="33"/>
                  <a:pt x="341" y="33"/>
                  <a:pt x="341" y="33"/>
                </a:cubicBezTo>
                <a:cubicBezTo>
                  <a:pt x="362" y="35"/>
                  <a:pt x="362" y="35"/>
                  <a:pt x="362" y="35"/>
                </a:cubicBezTo>
                <a:cubicBezTo>
                  <a:pt x="361" y="38"/>
                  <a:pt x="361" y="38"/>
                  <a:pt x="361" y="38"/>
                </a:cubicBezTo>
                <a:cubicBezTo>
                  <a:pt x="341" y="37"/>
                  <a:pt x="341" y="37"/>
                  <a:pt x="341" y="37"/>
                </a:cubicBezTo>
                <a:cubicBezTo>
                  <a:pt x="341" y="47"/>
                  <a:pt x="341" y="47"/>
                  <a:pt x="341" y="47"/>
                </a:cubicBezTo>
                <a:cubicBezTo>
                  <a:pt x="352" y="47"/>
                  <a:pt x="352" y="47"/>
                  <a:pt x="352" y="47"/>
                </a:cubicBezTo>
                <a:cubicBezTo>
                  <a:pt x="351" y="42"/>
                  <a:pt x="351" y="42"/>
                  <a:pt x="351" y="42"/>
                </a:cubicBezTo>
                <a:cubicBezTo>
                  <a:pt x="361" y="43"/>
                  <a:pt x="361" y="43"/>
                  <a:pt x="361" y="43"/>
                </a:cubicBezTo>
                <a:cubicBezTo>
                  <a:pt x="359" y="49"/>
                  <a:pt x="352" y="51"/>
                  <a:pt x="345" y="52"/>
                </a:cubicBezTo>
                <a:cubicBezTo>
                  <a:pt x="333" y="55"/>
                  <a:pt x="333" y="55"/>
                  <a:pt x="333" y="55"/>
                </a:cubicBezTo>
                <a:cubicBezTo>
                  <a:pt x="333" y="57"/>
                  <a:pt x="333" y="57"/>
                  <a:pt x="333" y="57"/>
                </a:cubicBezTo>
                <a:cubicBezTo>
                  <a:pt x="341" y="58"/>
                  <a:pt x="347" y="57"/>
                  <a:pt x="349" y="57"/>
                </a:cubicBezTo>
                <a:cubicBezTo>
                  <a:pt x="353" y="57"/>
                  <a:pt x="360" y="55"/>
                  <a:pt x="365" y="53"/>
                </a:cubicBezTo>
                <a:cubicBezTo>
                  <a:pt x="368" y="58"/>
                  <a:pt x="375" y="62"/>
                  <a:pt x="381" y="64"/>
                </a:cubicBezTo>
                <a:cubicBezTo>
                  <a:pt x="386" y="66"/>
                  <a:pt x="391" y="67"/>
                  <a:pt x="395" y="68"/>
                </a:cubicBezTo>
                <a:cubicBezTo>
                  <a:pt x="396" y="65"/>
                  <a:pt x="396" y="65"/>
                  <a:pt x="396" y="65"/>
                </a:cubicBezTo>
                <a:cubicBezTo>
                  <a:pt x="381" y="59"/>
                  <a:pt x="381" y="59"/>
                  <a:pt x="381" y="59"/>
                </a:cubicBezTo>
                <a:cubicBezTo>
                  <a:pt x="374" y="55"/>
                  <a:pt x="374" y="53"/>
                  <a:pt x="372" y="45"/>
                </a:cubicBezTo>
                <a:cubicBezTo>
                  <a:pt x="383" y="47"/>
                  <a:pt x="383" y="47"/>
                  <a:pt x="383" y="47"/>
                </a:cubicBezTo>
                <a:cubicBezTo>
                  <a:pt x="383" y="54"/>
                  <a:pt x="383" y="54"/>
                  <a:pt x="383" y="54"/>
                </a:cubicBezTo>
                <a:cubicBezTo>
                  <a:pt x="394" y="56"/>
                  <a:pt x="394" y="56"/>
                  <a:pt x="394" y="56"/>
                </a:cubicBezTo>
                <a:cubicBezTo>
                  <a:pt x="396" y="46"/>
                  <a:pt x="396" y="46"/>
                  <a:pt x="396" y="46"/>
                </a:cubicBezTo>
                <a:cubicBezTo>
                  <a:pt x="372" y="40"/>
                  <a:pt x="372" y="40"/>
                  <a:pt x="372" y="40"/>
                </a:cubicBezTo>
                <a:cubicBezTo>
                  <a:pt x="372" y="37"/>
                  <a:pt x="372" y="37"/>
                  <a:pt x="372" y="37"/>
                </a:cubicBezTo>
                <a:cubicBezTo>
                  <a:pt x="400" y="43"/>
                  <a:pt x="400" y="43"/>
                  <a:pt x="400" y="43"/>
                </a:cubicBezTo>
                <a:cubicBezTo>
                  <a:pt x="401" y="39"/>
                  <a:pt x="401" y="39"/>
                  <a:pt x="401" y="39"/>
                </a:cubicBezTo>
                <a:cubicBezTo>
                  <a:pt x="373" y="34"/>
                  <a:pt x="373" y="34"/>
                  <a:pt x="373" y="34"/>
                </a:cubicBezTo>
                <a:cubicBezTo>
                  <a:pt x="373" y="30"/>
                  <a:pt x="373" y="30"/>
                  <a:pt x="373" y="30"/>
                </a:cubicBezTo>
                <a:cubicBezTo>
                  <a:pt x="380" y="31"/>
                  <a:pt x="384" y="32"/>
                  <a:pt x="390" y="34"/>
                </a:cubicBezTo>
                <a:cubicBezTo>
                  <a:pt x="403" y="37"/>
                  <a:pt x="403" y="37"/>
                  <a:pt x="403" y="37"/>
                </a:cubicBezTo>
                <a:cubicBezTo>
                  <a:pt x="404" y="33"/>
                  <a:pt x="404" y="33"/>
                  <a:pt x="404" y="33"/>
                </a:cubicBezTo>
                <a:cubicBezTo>
                  <a:pt x="393" y="30"/>
                  <a:pt x="377" y="25"/>
                  <a:pt x="366" y="23"/>
                </a:cubicBezTo>
                <a:cubicBezTo>
                  <a:pt x="351" y="21"/>
                  <a:pt x="342" y="20"/>
                  <a:pt x="328" y="19"/>
                </a:cubicBezTo>
                <a:cubicBezTo>
                  <a:pt x="327" y="31"/>
                  <a:pt x="329" y="39"/>
                  <a:pt x="326" y="47"/>
                </a:cubicBezTo>
                <a:cubicBezTo>
                  <a:pt x="325" y="50"/>
                  <a:pt x="322" y="50"/>
                  <a:pt x="319" y="53"/>
                </a:cubicBezTo>
                <a:close/>
                <a:moveTo>
                  <a:pt x="418" y="53"/>
                </a:moveTo>
                <a:cubicBezTo>
                  <a:pt x="448" y="69"/>
                  <a:pt x="448" y="69"/>
                  <a:pt x="448" y="69"/>
                </a:cubicBezTo>
                <a:cubicBezTo>
                  <a:pt x="442" y="70"/>
                  <a:pt x="435" y="71"/>
                  <a:pt x="429" y="71"/>
                </a:cubicBezTo>
                <a:cubicBezTo>
                  <a:pt x="422" y="71"/>
                  <a:pt x="414" y="70"/>
                  <a:pt x="408" y="69"/>
                </a:cubicBezTo>
                <a:cubicBezTo>
                  <a:pt x="407" y="75"/>
                  <a:pt x="426" y="77"/>
                  <a:pt x="430" y="78"/>
                </a:cubicBezTo>
                <a:cubicBezTo>
                  <a:pt x="435" y="79"/>
                  <a:pt x="446" y="78"/>
                  <a:pt x="451" y="78"/>
                </a:cubicBezTo>
                <a:cubicBezTo>
                  <a:pt x="455" y="89"/>
                  <a:pt x="460" y="96"/>
                  <a:pt x="464" y="100"/>
                </a:cubicBezTo>
                <a:cubicBezTo>
                  <a:pt x="477" y="113"/>
                  <a:pt x="477" y="113"/>
                  <a:pt x="477" y="113"/>
                </a:cubicBezTo>
                <a:cubicBezTo>
                  <a:pt x="481" y="110"/>
                  <a:pt x="481" y="110"/>
                  <a:pt x="481" y="110"/>
                </a:cubicBezTo>
                <a:cubicBezTo>
                  <a:pt x="475" y="102"/>
                  <a:pt x="475" y="102"/>
                  <a:pt x="475" y="102"/>
                </a:cubicBezTo>
                <a:cubicBezTo>
                  <a:pt x="471" y="97"/>
                  <a:pt x="468" y="93"/>
                  <a:pt x="466" y="91"/>
                </a:cubicBezTo>
                <a:cubicBezTo>
                  <a:pt x="463" y="86"/>
                  <a:pt x="461" y="81"/>
                  <a:pt x="460" y="77"/>
                </a:cubicBezTo>
                <a:cubicBezTo>
                  <a:pt x="486" y="94"/>
                  <a:pt x="486" y="94"/>
                  <a:pt x="486" y="94"/>
                </a:cubicBezTo>
                <a:cubicBezTo>
                  <a:pt x="489" y="90"/>
                  <a:pt x="489" y="90"/>
                  <a:pt x="489" y="90"/>
                </a:cubicBezTo>
                <a:cubicBezTo>
                  <a:pt x="463" y="72"/>
                  <a:pt x="463" y="72"/>
                  <a:pt x="463" y="72"/>
                </a:cubicBezTo>
                <a:cubicBezTo>
                  <a:pt x="468" y="63"/>
                  <a:pt x="468" y="63"/>
                  <a:pt x="468" y="63"/>
                </a:cubicBezTo>
                <a:cubicBezTo>
                  <a:pt x="457" y="55"/>
                  <a:pt x="457" y="55"/>
                  <a:pt x="457" y="55"/>
                </a:cubicBezTo>
                <a:cubicBezTo>
                  <a:pt x="451" y="65"/>
                  <a:pt x="451" y="65"/>
                  <a:pt x="451" y="65"/>
                </a:cubicBezTo>
                <a:cubicBezTo>
                  <a:pt x="441" y="60"/>
                  <a:pt x="431" y="54"/>
                  <a:pt x="421" y="48"/>
                </a:cubicBezTo>
                <a:cubicBezTo>
                  <a:pt x="418" y="53"/>
                  <a:pt x="418" y="53"/>
                  <a:pt x="418" y="53"/>
                </a:cubicBezTo>
                <a:close/>
                <a:moveTo>
                  <a:pt x="510" y="141"/>
                </a:moveTo>
                <a:cubicBezTo>
                  <a:pt x="498" y="128"/>
                  <a:pt x="498" y="128"/>
                  <a:pt x="498" y="128"/>
                </a:cubicBezTo>
                <a:cubicBezTo>
                  <a:pt x="494" y="131"/>
                  <a:pt x="494" y="131"/>
                  <a:pt x="494" y="131"/>
                </a:cubicBezTo>
                <a:cubicBezTo>
                  <a:pt x="507" y="145"/>
                  <a:pt x="507" y="145"/>
                  <a:pt x="507" y="145"/>
                </a:cubicBezTo>
                <a:cubicBezTo>
                  <a:pt x="516" y="157"/>
                  <a:pt x="516" y="157"/>
                  <a:pt x="516" y="157"/>
                </a:cubicBezTo>
                <a:cubicBezTo>
                  <a:pt x="523" y="152"/>
                  <a:pt x="523" y="152"/>
                  <a:pt x="523" y="152"/>
                </a:cubicBezTo>
                <a:cubicBezTo>
                  <a:pt x="541" y="175"/>
                  <a:pt x="541" y="175"/>
                  <a:pt x="541" y="175"/>
                </a:cubicBezTo>
                <a:cubicBezTo>
                  <a:pt x="545" y="172"/>
                  <a:pt x="545" y="172"/>
                  <a:pt x="545" y="172"/>
                </a:cubicBezTo>
                <a:cubicBezTo>
                  <a:pt x="527" y="149"/>
                  <a:pt x="527" y="149"/>
                  <a:pt x="527" y="149"/>
                </a:cubicBezTo>
                <a:cubicBezTo>
                  <a:pt x="541" y="150"/>
                  <a:pt x="541" y="150"/>
                  <a:pt x="541" y="150"/>
                </a:cubicBezTo>
                <a:cubicBezTo>
                  <a:pt x="534" y="142"/>
                  <a:pt x="534" y="142"/>
                  <a:pt x="534" y="142"/>
                </a:cubicBezTo>
                <a:cubicBezTo>
                  <a:pt x="528" y="134"/>
                  <a:pt x="528" y="134"/>
                  <a:pt x="528" y="134"/>
                </a:cubicBezTo>
                <a:cubicBezTo>
                  <a:pt x="520" y="125"/>
                  <a:pt x="520" y="125"/>
                  <a:pt x="520" y="125"/>
                </a:cubicBezTo>
                <a:cubicBezTo>
                  <a:pt x="513" y="117"/>
                  <a:pt x="513" y="117"/>
                  <a:pt x="513" y="117"/>
                </a:cubicBezTo>
                <a:cubicBezTo>
                  <a:pt x="509" y="120"/>
                  <a:pt x="509" y="120"/>
                  <a:pt x="509" y="120"/>
                </a:cubicBezTo>
                <a:cubicBezTo>
                  <a:pt x="524" y="136"/>
                  <a:pt x="524" y="136"/>
                  <a:pt x="524" y="136"/>
                </a:cubicBezTo>
                <a:cubicBezTo>
                  <a:pt x="516" y="136"/>
                  <a:pt x="516" y="136"/>
                  <a:pt x="516" y="136"/>
                </a:cubicBezTo>
                <a:cubicBezTo>
                  <a:pt x="494" y="112"/>
                  <a:pt x="494" y="112"/>
                  <a:pt x="494" y="112"/>
                </a:cubicBezTo>
                <a:cubicBezTo>
                  <a:pt x="491" y="115"/>
                  <a:pt x="491" y="115"/>
                  <a:pt x="491" y="115"/>
                </a:cubicBezTo>
                <a:cubicBezTo>
                  <a:pt x="513" y="139"/>
                  <a:pt x="513" y="139"/>
                  <a:pt x="513" y="139"/>
                </a:cubicBezTo>
                <a:cubicBezTo>
                  <a:pt x="510" y="141"/>
                  <a:pt x="510" y="141"/>
                  <a:pt x="510" y="141"/>
                </a:cubicBezTo>
                <a:close/>
                <a:moveTo>
                  <a:pt x="500" y="103"/>
                </a:moveTo>
                <a:cubicBezTo>
                  <a:pt x="509" y="113"/>
                  <a:pt x="509" y="113"/>
                  <a:pt x="509" y="113"/>
                </a:cubicBezTo>
                <a:cubicBezTo>
                  <a:pt x="512" y="110"/>
                  <a:pt x="512" y="110"/>
                  <a:pt x="512" y="110"/>
                </a:cubicBezTo>
                <a:cubicBezTo>
                  <a:pt x="526" y="126"/>
                  <a:pt x="526" y="126"/>
                  <a:pt x="526" y="126"/>
                </a:cubicBezTo>
                <a:cubicBezTo>
                  <a:pt x="539" y="141"/>
                  <a:pt x="539" y="141"/>
                  <a:pt x="539" y="141"/>
                </a:cubicBezTo>
                <a:cubicBezTo>
                  <a:pt x="548" y="152"/>
                  <a:pt x="548" y="152"/>
                  <a:pt x="548" y="152"/>
                </a:cubicBezTo>
                <a:cubicBezTo>
                  <a:pt x="545" y="155"/>
                  <a:pt x="545" y="155"/>
                  <a:pt x="545" y="155"/>
                </a:cubicBezTo>
                <a:cubicBezTo>
                  <a:pt x="553" y="166"/>
                  <a:pt x="553" y="166"/>
                  <a:pt x="553" y="166"/>
                </a:cubicBezTo>
                <a:cubicBezTo>
                  <a:pt x="560" y="161"/>
                  <a:pt x="560" y="161"/>
                  <a:pt x="560" y="161"/>
                </a:cubicBezTo>
                <a:cubicBezTo>
                  <a:pt x="555" y="154"/>
                  <a:pt x="555" y="154"/>
                  <a:pt x="555" y="154"/>
                </a:cubicBezTo>
                <a:cubicBezTo>
                  <a:pt x="559" y="151"/>
                  <a:pt x="559" y="151"/>
                  <a:pt x="559" y="151"/>
                </a:cubicBezTo>
                <a:cubicBezTo>
                  <a:pt x="550" y="139"/>
                  <a:pt x="550" y="139"/>
                  <a:pt x="550" y="139"/>
                </a:cubicBezTo>
                <a:cubicBezTo>
                  <a:pt x="546" y="142"/>
                  <a:pt x="546" y="142"/>
                  <a:pt x="546" y="142"/>
                </a:cubicBezTo>
                <a:cubicBezTo>
                  <a:pt x="540" y="135"/>
                  <a:pt x="540" y="135"/>
                  <a:pt x="540" y="135"/>
                </a:cubicBezTo>
                <a:cubicBezTo>
                  <a:pt x="541" y="128"/>
                  <a:pt x="541" y="128"/>
                  <a:pt x="541" y="128"/>
                </a:cubicBezTo>
                <a:cubicBezTo>
                  <a:pt x="530" y="115"/>
                  <a:pt x="530" y="115"/>
                  <a:pt x="530" y="115"/>
                </a:cubicBezTo>
                <a:cubicBezTo>
                  <a:pt x="529" y="122"/>
                  <a:pt x="529" y="122"/>
                  <a:pt x="529" y="122"/>
                </a:cubicBezTo>
                <a:cubicBezTo>
                  <a:pt x="524" y="116"/>
                  <a:pt x="524" y="116"/>
                  <a:pt x="524" y="116"/>
                </a:cubicBezTo>
                <a:cubicBezTo>
                  <a:pt x="525" y="110"/>
                  <a:pt x="525" y="110"/>
                  <a:pt x="525" y="110"/>
                </a:cubicBezTo>
                <a:cubicBezTo>
                  <a:pt x="515" y="100"/>
                  <a:pt x="515" y="100"/>
                  <a:pt x="515" y="100"/>
                </a:cubicBezTo>
                <a:cubicBezTo>
                  <a:pt x="514" y="105"/>
                  <a:pt x="514" y="105"/>
                  <a:pt x="514" y="105"/>
                </a:cubicBezTo>
                <a:cubicBezTo>
                  <a:pt x="507" y="97"/>
                  <a:pt x="507" y="97"/>
                  <a:pt x="507" y="97"/>
                </a:cubicBezTo>
                <a:cubicBezTo>
                  <a:pt x="500" y="103"/>
                  <a:pt x="500" y="103"/>
                  <a:pt x="500" y="103"/>
                </a:cubicBezTo>
                <a:close/>
                <a:moveTo>
                  <a:pt x="565" y="231"/>
                </a:moveTo>
                <a:cubicBezTo>
                  <a:pt x="559" y="234"/>
                  <a:pt x="557" y="239"/>
                  <a:pt x="559" y="245"/>
                </a:cubicBezTo>
                <a:cubicBezTo>
                  <a:pt x="560" y="248"/>
                  <a:pt x="561" y="251"/>
                  <a:pt x="563" y="253"/>
                </a:cubicBezTo>
                <a:cubicBezTo>
                  <a:pt x="566" y="254"/>
                  <a:pt x="568" y="255"/>
                  <a:pt x="571" y="254"/>
                </a:cubicBezTo>
                <a:cubicBezTo>
                  <a:pt x="574" y="254"/>
                  <a:pt x="575" y="253"/>
                  <a:pt x="577" y="251"/>
                </a:cubicBezTo>
                <a:cubicBezTo>
                  <a:pt x="578" y="249"/>
                  <a:pt x="579" y="246"/>
                  <a:pt x="579" y="242"/>
                </a:cubicBezTo>
                <a:cubicBezTo>
                  <a:pt x="579" y="240"/>
                  <a:pt x="579" y="240"/>
                  <a:pt x="579" y="240"/>
                </a:cubicBezTo>
                <a:cubicBezTo>
                  <a:pt x="579" y="237"/>
                  <a:pt x="580" y="235"/>
                  <a:pt x="580" y="233"/>
                </a:cubicBezTo>
                <a:cubicBezTo>
                  <a:pt x="581" y="232"/>
                  <a:pt x="583" y="231"/>
                  <a:pt x="585" y="230"/>
                </a:cubicBezTo>
                <a:cubicBezTo>
                  <a:pt x="586" y="230"/>
                  <a:pt x="588" y="230"/>
                  <a:pt x="589" y="231"/>
                </a:cubicBezTo>
                <a:cubicBezTo>
                  <a:pt x="591" y="232"/>
                  <a:pt x="592" y="234"/>
                  <a:pt x="593" y="237"/>
                </a:cubicBezTo>
                <a:cubicBezTo>
                  <a:pt x="593" y="239"/>
                  <a:pt x="593" y="241"/>
                  <a:pt x="593" y="243"/>
                </a:cubicBezTo>
                <a:cubicBezTo>
                  <a:pt x="592" y="245"/>
                  <a:pt x="590" y="246"/>
                  <a:pt x="588" y="247"/>
                </a:cubicBezTo>
                <a:cubicBezTo>
                  <a:pt x="590" y="251"/>
                  <a:pt x="590" y="251"/>
                  <a:pt x="590" y="251"/>
                </a:cubicBezTo>
                <a:cubicBezTo>
                  <a:pt x="593" y="250"/>
                  <a:pt x="595" y="248"/>
                  <a:pt x="596" y="246"/>
                </a:cubicBezTo>
                <a:cubicBezTo>
                  <a:pt x="597" y="243"/>
                  <a:pt x="597" y="240"/>
                  <a:pt x="596" y="236"/>
                </a:cubicBezTo>
                <a:cubicBezTo>
                  <a:pt x="595" y="232"/>
                  <a:pt x="594" y="230"/>
                  <a:pt x="592" y="228"/>
                </a:cubicBezTo>
                <a:cubicBezTo>
                  <a:pt x="589" y="226"/>
                  <a:pt x="586" y="225"/>
                  <a:pt x="583" y="226"/>
                </a:cubicBezTo>
                <a:cubicBezTo>
                  <a:pt x="581" y="227"/>
                  <a:pt x="579" y="228"/>
                  <a:pt x="577" y="229"/>
                </a:cubicBezTo>
                <a:cubicBezTo>
                  <a:pt x="576" y="231"/>
                  <a:pt x="575" y="235"/>
                  <a:pt x="575" y="239"/>
                </a:cubicBezTo>
                <a:cubicBezTo>
                  <a:pt x="575" y="241"/>
                  <a:pt x="575" y="241"/>
                  <a:pt x="575" y="241"/>
                </a:cubicBezTo>
                <a:cubicBezTo>
                  <a:pt x="575" y="244"/>
                  <a:pt x="575" y="246"/>
                  <a:pt x="574" y="247"/>
                </a:cubicBezTo>
                <a:cubicBezTo>
                  <a:pt x="573" y="249"/>
                  <a:pt x="572" y="250"/>
                  <a:pt x="570" y="250"/>
                </a:cubicBezTo>
                <a:cubicBezTo>
                  <a:pt x="568" y="251"/>
                  <a:pt x="567" y="250"/>
                  <a:pt x="565" y="249"/>
                </a:cubicBezTo>
                <a:cubicBezTo>
                  <a:pt x="564" y="248"/>
                  <a:pt x="563" y="247"/>
                  <a:pt x="562" y="244"/>
                </a:cubicBezTo>
                <a:cubicBezTo>
                  <a:pt x="561" y="240"/>
                  <a:pt x="563" y="237"/>
                  <a:pt x="567" y="235"/>
                </a:cubicBezTo>
                <a:cubicBezTo>
                  <a:pt x="565" y="231"/>
                  <a:pt x="565" y="231"/>
                  <a:pt x="565" y="231"/>
                </a:cubicBezTo>
                <a:close/>
                <a:moveTo>
                  <a:pt x="558" y="361"/>
                </a:moveTo>
                <a:cubicBezTo>
                  <a:pt x="553" y="384"/>
                  <a:pt x="553" y="384"/>
                  <a:pt x="553" y="384"/>
                </a:cubicBezTo>
                <a:cubicBezTo>
                  <a:pt x="589" y="393"/>
                  <a:pt x="589" y="393"/>
                  <a:pt x="589" y="393"/>
                </a:cubicBezTo>
                <a:cubicBezTo>
                  <a:pt x="595" y="369"/>
                  <a:pt x="595" y="369"/>
                  <a:pt x="595" y="369"/>
                </a:cubicBezTo>
                <a:cubicBezTo>
                  <a:pt x="591" y="369"/>
                  <a:pt x="591" y="369"/>
                  <a:pt x="591" y="369"/>
                </a:cubicBezTo>
                <a:cubicBezTo>
                  <a:pt x="587" y="388"/>
                  <a:pt x="587" y="388"/>
                  <a:pt x="587" y="388"/>
                </a:cubicBezTo>
                <a:cubicBezTo>
                  <a:pt x="573" y="384"/>
                  <a:pt x="573" y="384"/>
                  <a:pt x="573" y="384"/>
                </a:cubicBezTo>
                <a:cubicBezTo>
                  <a:pt x="576" y="370"/>
                  <a:pt x="576" y="370"/>
                  <a:pt x="576" y="370"/>
                </a:cubicBezTo>
                <a:cubicBezTo>
                  <a:pt x="572" y="369"/>
                  <a:pt x="572" y="369"/>
                  <a:pt x="572" y="369"/>
                </a:cubicBezTo>
                <a:cubicBezTo>
                  <a:pt x="569" y="383"/>
                  <a:pt x="569" y="383"/>
                  <a:pt x="569" y="383"/>
                </a:cubicBezTo>
                <a:cubicBezTo>
                  <a:pt x="557" y="381"/>
                  <a:pt x="557" y="381"/>
                  <a:pt x="557" y="381"/>
                </a:cubicBezTo>
                <a:cubicBezTo>
                  <a:pt x="562" y="362"/>
                  <a:pt x="562" y="362"/>
                  <a:pt x="562" y="362"/>
                </a:cubicBezTo>
                <a:cubicBezTo>
                  <a:pt x="558" y="361"/>
                  <a:pt x="558" y="361"/>
                  <a:pt x="558" y="361"/>
                </a:cubicBezTo>
                <a:close/>
                <a:moveTo>
                  <a:pt x="549" y="392"/>
                </a:moveTo>
                <a:cubicBezTo>
                  <a:pt x="547" y="396"/>
                  <a:pt x="547" y="396"/>
                  <a:pt x="547" y="396"/>
                </a:cubicBezTo>
                <a:cubicBezTo>
                  <a:pt x="581" y="410"/>
                  <a:pt x="581" y="410"/>
                  <a:pt x="581" y="410"/>
                </a:cubicBezTo>
                <a:cubicBezTo>
                  <a:pt x="583" y="405"/>
                  <a:pt x="583" y="405"/>
                  <a:pt x="583" y="405"/>
                </a:cubicBezTo>
                <a:cubicBezTo>
                  <a:pt x="549" y="392"/>
                  <a:pt x="549" y="392"/>
                  <a:pt x="549" y="392"/>
                </a:cubicBezTo>
                <a:close/>
                <a:moveTo>
                  <a:pt x="554" y="407"/>
                </a:moveTo>
                <a:cubicBezTo>
                  <a:pt x="551" y="407"/>
                  <a:pt x="548" y="407"/>
                  <a:pt x="545" y="408"/>
                </a:cubicBezTo>
                <a:cubicBezTo>
                  <a:pt x="542" y="409"/>
                  <a:pt x="540" y="411"/>
                  <a:pt x="538" y="414"/>
                </a:cubicBezTo>
                <a:cubicBezTo>
                  <a:pt x="536" y="418"/>
                  <a:pt x="536" y="422"/>
                  <a:pt x="537" y="426"/>
                </a:cubicBezTo>
                <a:cubicBezTo>
                  <a:pt x="539" y="430"/>
                  <a:pt x="542" y="434"/>
                  <a:pt x="548" y="437"/>
                </a:cubicBezTo>
                <a:cubicBezTo>
                  <a:pt x="553" y="440"/>
                  <a:pt x="558" y="441"/>
                  <a:pt x="562" y="440"/>
                </a:cubicBezTo>
                <a:cubicBezTo>
                  <a:pt x="567" y="439"/>
                  <a:pt x="570" y="437"/>
                  <a:pt x="572" y="432"/>
                </a:cubicBezTo>
                <a:cubicBezTo>
                  <a:pt x="576" y="426"/>
                  <a:pt x="575" y="420"/>
                  <a:pt x="569" y="415"/>
                </a:cubicBezTo>
                <a:cubicBezTo>
                  <a:pt x="566" y="418"/>
                  <a:pt x="566" y="418"/>
                  <a:pt x="566" y="418"/>
                </a:cubicBezTo>
                <a:cubicBezTo>
                  <a:pt x="570" y="422"/>
                  <a:pt x="572" y="426"/>
                  <a:pt x="569" y="431"/>
                </a:cubicBezTo>
                <a:cubicBezTo>
                  <a:pt x="568" y="433"/>
                  <a:pt x="566" y="435"/>
                  <a:pt x="563" y="436"/>
                </a:cubicBezTo>
                <a:cubicBezTo>
                  <a:pt x="559" y="436"/>
                  <a:pt x="555" y="435"/>
                  <a:pt x="550" y="433"/>
                </a:cubicBezTo>
                <a:cubicBezTo>
                  <a:pt x="546" y="431"/>
                  <a:pt x="543" y="428"/>
                  <a:pt x="542" y="425"/>
                </a:cubicBezTo>
                <a:cubicBezTo>
                  <a:pt x="540" y="422"/>
                  <a:pt x="540" y="419"/>
                  <a:pt x="541" y="416"/>
                </a:cubicBezTo>
                <a:cubicBezTo>
                  <a:pt x="544" y="412"/>
                  <a:pt x="547" y="410"/>
                  <a:pt x="553" y="412"/>
                </a:cubicBezTo>
                <a:cubicBezTo>
                  <a:pt x="554" y="407"/>
                  <a:pt x="554" y="407"/>
                  <a:pt x="554" y="407"/>
                </a:cubicBezTo>
                <a:close/>
                <a:moveTo>
                  <a:pt x="48" y="258"/>
                </a:moveTo>
                <a:cubicBezTo>
                  <a:pt x="51" y="258"/>
                  <a:pt x="54" y="257"/>
                  <a:pt x="56" y="256"/>
                </a:cubicBezTo>
                <a:cubicBezTo>
                  <a:pt x="59" y="254"/>
                  <a:pt x="60" y="251"/>
                  <a:pt x="61" y="248"/>
                </a:cubicBezTo>
                <a:cubicBezTo>
                  <a:pt x="62" y="243"/>
                  <a:pt x="62" y="240"/>
                  <a:pt x="59" y="236"/>
                </a:cubicBezTo>
                <a:cubicBezTo>
                  <a:pt x="57" y="232"/>
                  <a:pt x="53" y="230"/>
                  <a:pt x="47" y="228"/>
                </a:cubicBezTo>
                <a:cubicBezTo>
                  <a:pt x="41" y="227"/>
                  <a:pt x="37" y="227"/>
                  <a:pt x="33" y="229"/>
                </a:cubicBezTo>
                <a:cubicBezTo>
                  <a:pt x="29" y="231"/>
                  <a:pt x="26" y="234"/>
                  <a:pt x="25" y="239"/>
                </a:cubicBezTo>
                <a:cubicBezTo>
                  <a:pt x="24" y="246"/>
                  <a:pt x="26" y="251"/>
                  <a:pt x="32" y="255"/>
                </a:cubicBezTo>
                <a:cubicBezTo>
                  <a:pt x="34" y="251"/>
                  <a:pt x="34" y="251"/>
                  <a:pt x="34" y="251"/>
                </a:cubicBezTo>
                <a:cubicBezTo>
                  <a:pt x="29" y="248"/>
                  <a:pt x="27" y="245"/>
                  <a:pt x="29" y="240"/>
                </a:cubicBezTo>
                <a:cubicBezTo>
                  <a:pt x="29" y="237"/>
                  <a:pt x="31" y="235"/>
                  <a:pt x="33" y="233"/>
                </a:cubicBezTo>
                <a:cubicBezTo>
                  <a:pt x="37" y="232"/>
                  <a:pt x="41" y="231"/>
                  <a:pt x="46" y="233"/>
                </a:cubicBezTo>
                <a:cubicBezTo>
                  <a:pt x="50" y="234"/>
                  <a:pt x="53" y="235"/>
                  <a:pt x="55" y="238"/>
                </a:cubicBezTo>
                <a:cubicBezTo>
                  <a:pt x="58" y="240"/>
                  <a:pt x="59" y="243"/>
                  <a:pt x="58" y="247"/>
                </a:cubicBezTo>
                <a:cubicBezTo>
                  <a:pt x="57" y="251"/>
                  <a:pt x="54" y="254"/>
                  <a:pt x="48" y="254"/>
                </a:cubicBezTo>
                <a:cubicBezTo>
                  <a:pt x="48" y="258"/>
                  <a:pt x="48" y="258"/>
                  <a:pt x="48" y="258"/>
                </a:cubicBezTo>
                <a:close/>
                <a:moveTo>
                  <a:pt x="56" y="292"/>
                </a:moveTo>
                <a:cubicBezTo>
                  <a:pt x="56" y="288"/>
                  <a:pt x="56" y="288"/>
                  <a:pt x="56" y="288"/>
                </a:cubicBezTo>
                <a:cubicBezTo>
                  <a:pt x="40" y="287"/>
                  <a:pt x="40" y="287"/>
                  <a:pt x="40" y="287"/>
                </a:cubicBezTo>
                <a:cubicBezTo>
                  <a:pt x="41" y="269"/>
                  <a:pt x="41" y="269"/>
                  <a:pt x="41" y="269"/>
                </a:cubicBezTo>
                <a:cubicBezTo>
                  <a:pt x="57" y="269"/>
                  <a:pt x="57" y="269"/>
                  <a:pt x="57" y="269"/>
                </a:cubicBezTo>
                <a:cubicBezTo>
                  <a:pt x="57" y="265"/>
                  <a:pt x="57" y="265"/>
                  <a:pt x="57" y="265"/>
                </a:cubicBezTo>
                <a:cubicBezTo>
                  <a:pt x="20" y="263"/>
                  <a:pt x="20" y="263"/>
                  <a:pt x="20" y="263"/>
                </a:cubicBezTo>
                <a:cubicBezTo>
                  <a:pt x="20" y="268"/>
                  <a:pt x="20" y="268"/>
                  <a:pt x="20" y="268"/>
                </a:cubicBezTo>
                <a:cubicBezTo>
                  <a:pt x="37" y="268"/>
                  <a:pt x="37" y="268"/>
                  <a:pt x="37" y="268"/>
                </a:cubicBezTo>
                <a:cubicBezTo>
                  <a:pt x="37" y="287"/>
                  <a:pt x="37" y="287"/>
                  <a:pt x="37" y="287"/>
                </a:cubicBezTo>
                <a:cubicBezTo>
                  <a:pt x="19" y="286"/>
                  <a:pt x="19" y="286"/>
                  <a:pt x="19" y="286"/>
                </a:cubicBezTo>
                <a:cubicBezTo>
                  <a:pt x="19" y="290"/>
                  <a:pt x="19" y="290"/>
                  <a:pt x="19" y="290"/>
                </a:cubicBezTo>
                <a:cubicBezTo>
                  <a:pt x="56" y="292"/>
                  <a:pt x="56" y="292"/>
                  <a:pt x="56" y="292"/>
                </a:cubicBezTo>
                <a:close/>
                <a:moveTo>
                  <a:pt x="56" y="306"/>
                </a:moveTo>
                <a:cubicBezTo>
                  <a:pt x="56" y="301"/>
                  <a:pt x="56" y="301"/>
                  <a:pt x="56" y="301"/>
                </a:cubicBezTo>
                <a:cubicBezTo>
                  <a:pt x="19" y="302"/>
                  <a:pt x="19" y="302"/>
                  <a:pt x="19" y="302"/>
                </a:cubicBezTo>
                <a:cubicBezTo>
                  <a:pt x="19" y="307"/>
                  <a:pt x="19" y="307"/>
                  <a:pt x="19" y="307"/>
                </a:cubicBezTo>
                <a:cubicBezTo>
                  <a:pt x="56" y="306"/>
                  <a:pt x="56" y="306"/>
                  <a:pt x="56" y="306"/>
                </a:cubicBezTo>
                <a:close/>
                <a:moveTo>
                  <a:pt x="58" y="342"/>
                </a:moveTo>
                <a:cubicBezTo>
                  <a:pt x="58" y="338"/>
                  <a:pt x="58" y="338"/>
                  <a:pt x="58" y="338"/>
                </a:cubicBezTo>
                <a:cubicBezTo>
                  <a:pt x="38" y="340"/>
                  <a:pt x="38" y="340"/>
                  <a:pt x="38" y="340"/>
                </a:cubicBezTo>
                <a:cubicBezTo>
                  <a:pt x="37" y="340"/>
                  <a:pt x="33" y="340"/>
                  <a:pt x="26" y="341"/>
                </a:cubicBezTo>
                <a:cubicBezTo>
                  <a:pt x="26" y="340"/>
                  <a:pt x="26" y="340"/>
                  <a:pt x="26" y="340"/>
                </a:cubicBezTo>
                <a:cubicBezTo>
                  <a:pt x="27" y="340"/>
                  <a:pt x="28" y="339"/>
                  <a:pt x="31" y="338"/>
                </a:cubicBezTo>
                <a:cubicBezTo>
                  <a:pt x="33" y="336"/>
                  <a:pt x="35" y="335"/>
                  <a:pt x="37" y="334"/>
                </a:cubicBezTo>
                <a:cubicBezTo>
                  <a:pt x="57" y="322"/>
                  <a:pt x="57" y="322"/>
                  <a:pt x="57" y="322"/>
                </a:cubicBezTo>
                <a:cubicBezTo>
                  <a:pt x="56" y="315"/>
                  <a:pt x="56" y="315"/>
                  <a:pt x="56" y="315"/>
                </a:cubicBezTo>
                <a:cubicBezTo>
                  <a:pt x="19" y="318"/>
                  <a:pt x="19" y="318"/>
                  <a:pt x="19" y="318"/>
                </a:cubicBezTo>
                <a:cubicBezTo>
                  <a:pt x="19" y="322"/>
                  <a:pt x="19" y="322"/>
                  <a:pt x="19" y="322"/>
                </a:cubicBezTo>
                <a:cubicBezTo>
                  <a:pt x="41" y="320"/>
                  <a:pt x="41" y="320"/>
                  <a:pt x="41" y="320"/>
                </a:cubicBezTo>
                <a:cubicBezTo>
                  <a:pt x="42" y="320"/>
                  <a:pt x="44" y="320"/>
                  <a:pt x="46" y="320"/>
                </a:cubicBezTo>
                <a:cubicBezTo>
                  <a:pt x="50" y="320"/>
                  <a:pt x="52" y="319"/>
                  <a:pt x="53" y="319"/>
                </a:cubicBezTo>
                <a:cubicBezTo>
                  <a:pt x="53" y="320"/>
                  <a:pt x="53" y="320"/>
                  <a:pt x="53" y="320"/>
                </a:cubicBezTo>
                <a:cubicBezTo>
                  <a:pt x="46" y="324"/>
                  <a:pt x="43" y="326"/>
                  <a:pt x="42" y="326"/>
                </a:cubicBezTo>
                <a:cubicBezTo>
                  <a:pt x="21" y="339"/>
                  <a:pt x="21" y="339"/>
                  <a:pt x="21" y="339"/>
                </a:cubicBezTo>
                <a:cubicBezTo>
                  <a:pt x="21" y="345"/>
                  <a:pt x="21" y="345"/>
                  <a:pt x="21" y="345"/>
                </a:cubicBezTo>
                <a:cubicBezTo>
                  <a:pt x="58" y="342"/>
                  <a:pt x="58" y="342"/>
                  <a:pt x="58" y="342"/>
                </a:cubicBezTo>
                <a:close/>
                <a:moveTo>
                  <a:pt x="43" y="370"/>
                </a:moveTo>
                <a:cubicBezTo>
                  <a:pt x="51" y="365"/>
                  <a:pt x="51" y="365"/>
                  <a:pt x="51" y="365"/>
                </a:cubicBezTo>
                <a:cubicBezTo>
                  <a:pt x="53" y="364"/>
                  <a:pt x="56" y="363"/>
                  <a:pt x="60" y="361"/>
                </a:cubicBezTo>
                <a:cubicBezTo>
                  <a:pt x="59" y="360"/>
                  <a:pt x="59" y="360"/>
                  <a:pt x="59" y="360"/>
                </a:cubicBezTo>
                <a:cubicBezTo>
                  <a:pt x="56" y="360"/>
                  <a:pt x="52" y="360"/>
                  <a:pt x="50" y="359"/>
                </a:cubicBezTo>
                <a:cubicBezTo>
                  <a:pt x="40" y="359"/>
                  <a:pt x="40" y="359"/>
                  <a:pt x="40" y="359"/>
                </a:cubicBezTo>
                <a:cubicBezTo>
                  <a:pt x="43" y="370"/>
                  <a:pt x="43" y="370"/>
                  <a:pt x="43" y="370"/>
                </a:cubicBezTo>
                <a:close/>
                <a:moveTo>
                  <a:pt x="63" y="362"/>
                </a:moveTo>
                <a:cubicBezTo>
                  <a:pt x="62" y="357"/>
                  <a:pt x="62" y="357"/>
                  <a:pt x="62" y="357"/>
                </a:cubicBezTo>
                <a:cubicBezTo>
                  <a:pt x="23" y="354"/>
                  <a:pt x="23" y="354"/>
                  <a:pt x="23" y="354"/>
                </a:cubicBezTo>
                <a:cubicBezTo>
                  <a:pt x="24" y="358"/>
                  <a:pt x="24" y="358"/>
                  <a:pt x="24" y="358"/>
                </a:cubicBezTo>
                <a:cubicBezTo>
                  <a:pt x="37" y="359"/>
                  <a:pt x="37" y="359"/>
                  <a:pt x="37" y="359"/>
                </a:cubicBezTo>
                <a:cubicBezTo>
                  <a:pt x="40" y="372"/>
                  <a:pt x="40" y="372"/>
                  <a:pt x="40" y="372"/>
                </a:cubicBezTo>
                <a:cubicBezTo>
                  <a:pt x="29" y="378"/>
                  <a:pt x="29" y="378"/>
                  <a:pt x="29" y="378"/>
                </a:cubicBezTo>
                <a:cubicBezTo>
                  <a:pt x="30" y="382"/>
                  <a:pt x="30" y="382"/>
                  <a:pt x="30" y="382"/>
                </a:cubicBezTo>
                <a:cubicBezTo>
                  <a:pt x="63" y="362"/>
                  <a:pt x="63" y="362"/>
                  <a:pt x="63" y="362"/>
                </a:cubicBezTo>
                <a:close/>
                <a:moveTo>
                  <a:pt x="93" y="431"/>
                </a:moveTo>
                <a:cubicBezTo>
                  <a:pt x="91" y="427"/>
                  <a:pt x="91" y="427"/>
                  <a:pt x="91" y="427"/>
                </a:cubicBezTo>
                <a:cubicBezTo>
                  <a:pt x="70" y="439"/>
                  <a:pt x="70" y="439"/>
                  <a:pt x="70" y="439"/>
                </a:cubicBezTo>
                <a:cubicBezTo>
                  <a:pt x="64" y="443"/>
                  <a:pt x="60" y="442"/>
                  <a:pt x="57" y="436"/>
                </a:cubicBezTo>
                <a:cubicBezTo>
                  <a:pt x="54" y="431"/>
                  <a:pt x="55" y="427"/>
                  <a:pt x="60" y="424"/>
                </a:cubicBezTo>
                <a:cubicBezTo>
                  <a:pt x="82" y="411"/>
                  <a:pt x="82" y="411"/>
                  <a:pt x="82" y="411"/>
                </a:cubicBezTo>
                <a:cubicBezTo>
                  <a:pt x="80" y="407"/>
                  <a:pt x="80" y="407"/>
                  <a:pt x="80" y="407"/>
                </a:cubicBezTo>
                <a:cubicBezTo>
                  <a:pt x="58" y="420"/>
                  <a:pt x="58" y="420"/>
                  <a:pt x="58" y="420"/>
                </a:cubicBezTo>
                <a:cubicBezTo>
                  <a:pt x="55" y="422"/>
                  <a:pt x="52" y="424"/>
                  <a:pt x="52" y="427"/>
                </a:cubicBezTo>
                <a:cubicBezTo>
                  <a:pt x="51" y="431"/>
                  <a:pt x="51" y="434"/>
                  <a:pt x="54" y="438"/>
                </a:cubicBezTo>
                <a:cubicBezTo>
                  <a:pt x="55" y="441"/>
                  <a:pt x="58" y="443"/>
                  <a:pt x="61" y="445"/>
                </a:cubicBezTo>
                <a:cubicBezTo>
                  <a:pt x="64" y="446"/>
                  <a:pt x="68" y="445"/>
                  <a:pt x="72" y="443"/>
                </a:cubicBezTo>
                <a:cubicBezTo>
                  <a:pt x="93" y="431"/>
                  <a:pt x="93" y="431"/>
                  <a:pt x="93" y="431"/>
                </a:cubicBezTo>
                <a:close/>
                <a:moveTo>
                  <a:pt x="111" y="459"/>
                </a:moveTo>
                <a:cubicBezTo>
                  <a:pt x="108" y="456"/>
                  <a:pt x="108" y="456"/>
                  <a:pt x="108" y="456"/>
                </a:cubicBezTo>
                <a:cubicBezTo>
                  <a:pt x="93" y="468"/>
                  <a:pt x="93" y="468"/>
                  <a:pt x="93" y="468"/>
                </a:cubicBezTo>
                <a:cubicBezTo>
                  <a:pt x="92" y="469"/>
                  <a:pt x="89" y="472"/>
                  <a:pt x="84" y="476"/>
                </a:cubicBezTo>
                <a:cubicBezTo>
                  <a:pt x="83" y="476"/>
                  <a:pt x="83" y="476"/>
                  <a:pt x="83" y="476"/>
                </a:cubicBezTo>
                <a:cubicBezTo>
                  <a:pt x="83" y="475"/>
                  <a:pt x="84" y="473"/>
                  <a:pt x="86" y="471"/>
                </a:cubicBezTo>
                <a:cubicBezTo>
                  <a:pt x="87" y="468"/>
                  <a:pt x="88" y="466"/>
                  <a:pt x="89" y="464"/>
                </a:cubicBezTo>
                <a:cubicBezTo>
                  <a:pt x="98" y="443"/>
                  <a:pt x="98" y="443"/>
                  <a:pt x="98" y="443"/>
                </a:cubicBezTo>
                <a:cubicBezTo>
                  <a:pt x="94" y="438"/>
                  <a:pt x="94" y="438"/>
                  <a:pt x="94" y="438"/>
                </a:cubicBezTo>
                <a:cubicBezTo>
                  <a:pt x="65" y="461"/>
                  <a:pt x="65" y="461"/>
                  <a:pt x="65" y="461"/>
                </a:cubicBezTo>
                <a:cubicBezTo>
                  <a:pt x="67" y="464"/>
                  <a:pt x="67" y="464"/>
                  <a:pt x="67" y="464"/>
                </a:cubicBezTo>
                <a:cubicBezTo>
                  <a:pt x="84" y="451"/>
                  <a:pt x="84" y="451"/>
                  <a:pt x="84" y="451"/>
                </a:cubicBezTo>
                <a:cubicBezTo>
                  <a:pt x="85" y="450"/>
                  <a:pt x="87" y="449"/>
                  <a:pt x="89" y="447"/>
                </a:cubicBezTo>
                <a:cubicBezTo>
                  <a:pt x="91" y="445"/>
                  <a:pt x="93" y="444"/>
                  <a:pt x="94" y="443"/>
                </a:cubicBezTo>
                <a:cubicBezTo>
                  <a:pt x="94" y="444"/>
                  <a:pt x="94" y="444"/>
                  <a:pt x="94" y="444"/>
                </a:cubicBezTo>
                <a:cubicBezTo>
                  <a:pt x="91" y="451"/>
                  <a:pt x="89" y="454"/>
                  <a:pt x="89" y="455"/>
                </a:cubicBezTo>
                <a:cubicBezTo>
                  <a:pt x="78" y="478"/>
                  <a:pt x="78" y="478"/>
                  <a:pt x="78" y="478"/>
                </a:cubicBezTo>
                <a:cubicBezTo>
                  <a:pt x="82" y="482"/>
                  <a:pt x="82" y="482"/>
                  <a:pt x="82" y="482"/>
                </a:cubicBezTo>
                <a:cubicBezTo>
                  <a:pt x="111" y="459"/>
                  <a:pt x="111" y="459"/>
                  <a:pt x="111" y="459"/>
                </a:cubicBezTo>
                <a:close/>
                <a:moveTo>
                  <a:pt x="121" y="469"/>
                </a:moveTo>
                <a:cubicBezTo>
                  <a:pt x="118" y="465"/>
                  <a:pt x="118" y="465"/>
                  <a:pt x="118" y="465"/>
                </a:cubicBezTo>
                <a:cubicBezTo>
                  <a:pt x="90" y="491"/>
                  <a:pt x="90" y="491"/>
                  <a:pt x="90" y="491"/>
                </a:cubicBezTo>
                <a:cubicBezTo>
                  <a:pt x="93" y="494"/>
                  <a:pt x="93" y="494"/>
                  <a:pt x="93" y="494"/>
                </a:cubicBezTo>
                <a:cubicBezTo>
                  <a:pt x="121" y="469"/>
                  <a:pt x="121" y="469"/>
                  <a:pt x="121" y="469"/>
                </a:cubicBezTo>
                <a:close/>
                <a:moveTo>
                  <a:pt x="147" y="493"/>
                </a:moveTo>
                <a:cubicBezTo>
                  <a:pt x="143" y="490"/>
                  <a:pt x="143" y="490"/>
                  <a:pt x="143" y="490"/>
                </a:cubicBezTo>
                <a:cubicBezTo>
                  <a:pt x="124" y="502"/>
                  <a:pt x="124" y="502"/>
                  <a:pt x="124" y="502"/>
                </a:cubicBezTo>
                <a:cubicBezTo>
                  <a:pt x="123" y="503"/>
                  <a:pt x="122" y="504"/>
                  <a:pt x="120" y="505"/>
                </a:cubicBezTo>
                <a:cubicBezTo>
                  <a:pt x="117" y="507"/>
                  <a:pt x="115" y="508"/>
                  <a:pt x="114" y="509"/>
                </a:cubicBezTo>
                <a:cubicBezTo>
                  <a:pt x="114" y="508"/>
                  <a:pt x="114" y="508"/>
                  <a:pt x="114" y="508"/>
                </a:cubicBezTo>
                <a:cubicBezTo>
                  <a:pt x="114" y="507"/>
                  <a:pt x="115" y="505"/>
                  <a:pt x="116" y="503"/>
                </a:cubicBezTo>
                <a:cubicBezTo>
                  <a:pt x="117" y="500"/>
                  <a:pt x="118" y="498"/>
                  <a:pt x="119" y="497"/>
                </a:cubicBezTo>
                <a:cubicBezTo>
                  <a:pt x="128" y="477"/>
                  <a:pt x="128" y="477"/>
                  <a:pt x="128" y="477"/>
                </a:cubicBezTo>
                <a:cubicBezTo>
                  <a:pt x="125" y="474"/>
                  <a:pt x="125" y="474"/>
                  <a:pt x="125" y="474"/>
                </a:cubicBezTo>
                <a:cubicBezTo>
                  <a:pt x="109" y="510"/>
                  <a:pt x="109" y="510"/>
                  <a:pt x="109" y="510"/>
                </a:cubicBezTo>
                <a:cubicBezTo>
                  <a:pt x="113" y="513"/>
                  <a:pt x="113" y="513"/>
                  <a:pt x="113" y="513"/>
                </a:cubicBezTo>
                <a:cubicBezTo>
                  <a:pt x="147" y="493"/>
                  <a:pt x="147" y="493"/>
                  <a:pt x="147" y="493"/>
                </a:cubicBezTo>
                <a:close/>
                <a:moveTo>
                  <a:pt x="169" y="511"/>
                </a:moveTo>
                <a:cubicBezTo>
                  <a:pt x="151" y="497"/>
                  <a:pt x="151" y="497"/>
                  <a:pt x="151" y="497"/>
                </a:cubicBezTo>
                <a:cubicBezTo>
                  <a:pt x="129" y="527"/>
                  <a:pt x="129" y="527"/>
                  <a:pt x="129" y="527"/>
                </a:cubicBezTo>
                <a:cubicBezTo>
                  <a:pt x="148" y="541"/>
                  <a:pt x="148" y="541"/>
                  <a:pt x="148" y="541"/>
                </a:cubicBezTo>
                <a:cubicBezTo>
                  <a:pt x="150" y="538"/>
                  <a:pt x="150" y="538"/>
                  <a:pt x="150" y="538"/>
                </a:cubicBezTo>
                <a:cubicBezTo>
                  <a:pt x="134" y="527"/>
                  <a:pt x="134" y="527"/>
                  <a:pt x="134" y="527"/>
                </a:cubicBezTo>
                <a:cubicBezTo>
                  <a:pt x="143" y="515"/>
                  <a:pt x="143" y="515"/>
                  <a:pt x="143" y="515"/>
                </a:cubicBezTo>
                <a:cubicBezTo>
                  <a:pt x="154" y="524"/>
                  <a:pt x="154" y="524"/>
                  <a:pt x="154" y="524"/>
                </a:cubicBezTo>
                <a:cubicBezTo>
                  <a:pt x="157" y="521"/>
                  <a:pt x="157" y="521"/>
                  <a:pt x="157" y="521"/>
                </a:cubicBezTo>
                <a:cubicBezTo>
                  <a:pt x="145" y="512"/>
                  <a:pt x="145" y="512"/>
                  <a:pt x="145" y="512"/>
                </a:cubicBezTo>
                <a:cubicBezTo>
                  <a:pt x="152" y="503"/>
                  <a:pt x="152" y="503"/>
                  <a:pt x="152" y="503"/>
                </a:cubicBezTo>
                <a:cubicBezTo>
                  <a:pt x="167" y="514"/>
                  <a:pt x="167" y="514"/>
                  <a:pt x="167" y="514"/>
                </a:cubicBezTo>
                <a:cubicBezTo>
                  <a:pt x="169" y="511"/>
                  <a:pt x="169" y="511"/>
                  <a:pt x="169" y="511"/>
                </a:cubicBezTo>
                <a:close/>
                <a:moveTo>
                  <a:pt x="177" y="521"/>
                </a:moveTo>
                <a:cubicBezTo>
                  <a:pt x="171" y="533"/>
                  <a:pt x="171" y="533"/>
                  <a:pt x="171" y="533"/>
                </a:cubicBezTo>
                <a:cubicBezTo>
                  <a:pt x="178" y="536"/>
                  <a:pt x="178" y="536"/>
                  <a:pt x="178" y="536"/>
                </a:cubicBezTo>
                <a:cubicBezTo>
                  <a:pt x="183" y="539"/>
                  <a:pt x="187" y="538"/>
                  <a:pt x="189" y="534"/>
                </a:cubicBezTo>
                <a:cubicBezTo>
                  <a:pt x="190" y="532"/>
                  <a:pt x="190" y="531"/>
                  <a:pt x="189" y="529"/>
                </a:cubicBezTo>
                <a:cubicBezTo>
                  <a:pt x="188" y="528"/>
                  <a:pt x="187" y="526"/>
                  <a:pt x="184" y="525"/>
                </a:cubicBezTo>
                <a:cubicBezTo>
                  <a:pt x="177" y="521"/>
                  <a:pt x="177" y="521"/>
                  <a:pt x="177" y="521"/>
                </a:cubicBezTo>
                <a:close/>
                <a:moveTo>
                  <a:pt x="175" y="516"/>
                </a:moveTo>
                <a:cubicBezTo>
                  <a:pt x="158" y="549"/>
                  <a:pt x="158" y="549"/>
                  <a:pt x="158" y="549"/>
                </a:cubicBezTo>
                <a:cubicBezTo>
                  <a:pt x="162" y="551"/>
                  <a:pt x="162" y="551"/>
                  <a:pt x="162" y="551"/>
                </a:cubicBezTo>
                <a:cubicBezTo>
                  <a:pt x="169" y="536"/>
                  <a:pt x="169" y="536"/>
                  <a:pt x="169" y="536"/>
                </a:cubicBezTo>
                <a:cubicBezTo>
                  <a:pt x="182" y="541"/>
                  <a:pt x="182" y="541"/>
                  <a:pt x="182" y="541"/>
                </a:cubicBezTo>
                <a:cubicBezTo>
                  <a:pt x="182" y="541"/>
                  <a:pt x="182" y="543"/>
                  <a:pt x="182" y="544"/>
                </a:cubicBezTo>
                <a:cubicBezTo>
                  <a:pt x="181" y="550"/>
                  <a:pt x="179" y="553"/>
                  <a:pt x="177" y="559"/>
                </a:cubicBezTo>
                <a:cubicBezTo>
                  <a:pt x="181" y="561"/>
                  <a:pt x="181" y="561"/>
                  <a:pt x="181" y="561"/>
                </a:cubicBezTo>
                <a:cubicBezTo>
                  <a:pt x="182" y="560"/>
                  <a:pt x="185" y="553"/>
                  <a:pt x="186" y="548"/>
                </a:cubicBezTo>
                <a:cubicBezTo>
                  <a:pt x="187" y="545"/>
                  <a:pt x="186" y="541"/>
                  <a:pt x="187" y="541"/>
                </a:cubicBezTo>
                <a:cubicBezTo>
                  <a:pt x="187" y="541"/>
                  <a:pt x="188" y="541"/>
                  <a:pt x="188" y="541"/>
                </a:cubicBezTo>
                <a:cubicBezTo>
                  <a:pt x="190" y="540"/>
                  <a:pt x="192" y="539"/>
                  <a:pt x="193" y="536"/>
                </a:cubicBezTo>
                <a:cubicBezTo>
                  <a:pt x="196" y="530"/>
                  <a:pt x="193" y="526"/>
                  <a:pt x="186" y="522"/>
                </a:cubicBezTo>
                <a:cubicBezTo>
                  <a:pt x="175" y="516"/>
                  <a:pt x="175" y="516"/>
                  <a:pt x="175" y="516"/>
                </a:cubicBezTo>
                <a:close/>
                <a:moveTo>
                  <a:pt x="225" y="547"/>
                </a:moveTo>
                <a:cubicBezTo>
                  <a:pt x="226" y="541"/>
                  <a:pt x="223" y="536"/>
                  <a:pt x="217" y="534"/>
                </a:cubicBezTo>
                <a:cubicBezTo>
                  <a:pt x="214" y="533"/>
                  <a:pt x="211" y="533"/>
                  <a:pt x="208" y="533"/>
                </a:cubicBezTo>
                <a:cubicBezTo>
                  <a:pt x="205" y="534"/>
                  <a:pt x="204" y="536"/>
                  <a:pt x="202" y="539"/>
                </a:cubicBezTo>
                <a:cubicBezTo>
                  <a:pt x="202" y="541"/>
                  <a:pt x="201" y="544"/>
                  <a:pt x="202" y="546"/>
                </a:cubicBezTo>
                <a:cubicBezTo>
                  <a:pt x="203" y="548"/>
                  <a:pt x="205" y="550"/>
                  <a:pt x="208" y="553"/>
                </a:cubicBezTo>
                <a:cubicBezTo>
                  <a:pt x="210" y="554"/>
                  <a:pt x="210" y="554"/>
                  <a:pt x="210" y="554"/>
                </a:cubicBezTo>
                <a:cubicBezTo>
                  <a:pt x="212" y="556"/>
                  <a:pt x="214" y="557"/>
                  <a:pt x="215" y="559"/>
                </a:cubicBezTo>
                <a:cubicBezTo>
                  <a:pt x="215" y="560"/>
                  <a:pt x="215" y="562"/>
                  <a:pt x="215" y="564"/>
                </a:cubicBezTo>
                <a:cubicBezTo>
                  <a:pt x="214" y="565"/>
                  <a:pt x="213" y="567"/>
                  <a:pt x="211" y="567"/>
                </a:cubicBezTo>
                <a:cubicBezTo>
                  <a:pt x="210" y="568"/>
                  <a:pt x="207" y="568"/>
                  <a:pt x="204" y="567"/>
                </a:cubicBezTo>
                <a:cubicBezTo>
                  <a:pt x="203" y="566"/>
                  <a:pt x="201" y="565"/>
                  <a:pt x="200" y="563"/>
                </a:cubicBezTo>
                <a:cubicBezTo>
                  <a:pt x="199" y="562"/>
                  <a:pt x="198" y="559"/>
                  <a:pt x="199" y="557"/>
                </a:cubicBezTo>
                <a:cubicBezTo>
                  <a:pt x="194" y="557"/>
                  <a:pt x="194" y="557"/>
                  <a:pt x="194" y="557"/>
                </a:cubicBezTo>
                <a:cubicBezTo>
                  <a:pt x="194" y="560"/>
                  <a:pt x="194" y="562"/>
                  <a:pt x="196" y="564"/>
                </a:cubicBezTo>
                <a:cubicBezTo>
                  <a:pt x="197" y="567"/>
                  <a:pt x="200" y="569"/>
                  <a:pt x="203" y="570"/>
                </a:cubicBezTo>
                <a:cubicBezTo>
                  <a:pt x="207" y="572"/>
                  <a:pt x="210" y="572"/>
                  <a:pt x="213" y="571"/>
                </a:cubicBezTo>
                <a:cubicBezTo>
                  <a:pt x="216" y="570"/>
                  <a:pt x="218" y="568"/>
                  <a:pt x="219" y="565"/>
                </a:cubicBezTo>
                <a:cubicBezTo>
                  <a:pt x="220" y="562"/>
                  <a:pt x="220" y="560"/>
                  <a:pt x="220" y="558"/>
                </a:cubicBezTo>
                <a:cubicBezTo>
                  <a:pt x="219" y="556"/>
                  <a:pt x="216" y="554"/>
                  <a:pt x="213" y="551"/>
                </a:cubicBezTo>
                <a:cubicBezTo>
                  <a:pt x="211" y="550"/>
                  <a:pt x="211" y="550"/>
                  <a:pt x="211" y="550"/>
                </a:cubicBezTo>
                <a:cubicBezTo>
                  <a:pt x="209" y="548"/>
                  <a:pt x="207" y="547"/>
                  <a:pt x="207" y="545"/>
                </a:cubicBezTo>
                <a:cubicBezTo>
                  <a:pt x="206" y="544"/>
                  <a:pt x="206" y="542"/>
                  <a:pt x="207" y="540"/>
                </a:cubicBezTo>
                <a:cubicBezTo>
                  <a:pt x="207" y="539"/>
                  <a:pt x="208" y="538"/>
                  <a:pt x="210" y="537"/>
                </a:cubicBezTo>
                <a:cubicBezTo>
                  <a:pt x="211" y="536"/>
                  <a:pt x="213" y="537"/>
                  <a:pt x="216" y="537"/>
                </a:cubicBezTo>
                <a:cubicBezTo>
                  <a:pt x="219" y="539"/>
                  <a:pt x="221" y="542"/>
                  <a:pt x="221" y="546"/>
                </a:cubicBezTo>
                <a:cubicBezTo>
                  <a:pt x="225" y="547"/>
                  <a:pt x="225" y="547"/>
                  <a:pt x="225" y="547"/>
                </a:cubicBezTo>
                <a:close/>
                <a:moveTo>
                  <a:pt x="240" y="544"/>
                </a:moveTo>
                <a:cubicBezTo>
                  <a:pt x="236" y="543"/>
                  <a:pt x="236" y="543"/>
                  <a:pt x="236" y="543"/>
                </a:cubicBezTo>
                <a:cubicBezTo>
                  <a:pt x="227" y="579"/>
                  <a:pt x="227" y="579"/>
                  <a:pt x="227" y="579"/>
                </a:cubicBezTo>
                <a:cubicBezTo>
                  <a:pt x="231" y="580"/>
                  <a:pt x="231" y="580"/>
                  <a:pt x="231" y="580"/>
                </a:cubicBezTo>
                <a:cubicBezTo>
                  <a:pt x="240" y="544"/>
                  <a:pt x="240" y="544"/>
                  <a:pt x="240" y="544"/>
                </a:cubicBezTo>
                <a:close/>
                <a:moveTo>
                  <a:pt x="273" y="549"/>
                </a:moveTo>
                <a:cubicBezTo>
                  <a:pt x="245" y="546"/>
                  <a:pt x="245" y="546"/>
                  <a:pt x="245" y="546"/>
                </a:cubicBezTo>
                <a:cubicBezTo>
                  <a:pt x="245" y="549"/>
                  <a:pt x="245" y="549"/>
                  <a:pt x="245" y="549"/>
                </a:cubicBezTo>
                <a:cubicBezTo>
                  <a:pt x="256" y="551"/>
                  <a:pt x="256" y="551"/>
                  <a:pt x="256" y="551"/>
                </a:cubicBezTo>
                <a:cubicBezTo>
                  <a:pt x="252" y="584"/>
                  <a:pt x="252" y="584"/>
                  <a:pt x="252" y="584"/>
                </a:cubicBezTo>
                <a:cubicBezTo>
                  <a:pt x="256" y="585"/>
                  <a:pt x="256" y="585"/>
                  <a:pt x="256" y="585"/>
                </a:cubicBezTo>
                <a:cubicBezTo>
                  <a:pt x="261" y="551"/>
                  <a:pt x="261" y="551"/>
                  <a:pt x="261" y="551"/>
                </a:cubicBezTo>
                <a:cubicBezTo>
                  <a:pt x="272" y="553"/>
                  <a:pt x="272" y="553"/>
                  <a:pt x="272" y="553"/>
                </a:cubicBezTo>
                <a:cubicBezTo>
                  <a:pt x="273" y="549"/>
                  <a:pt x="273" y="549"/>
                  <a:pt x="273" y="549"/>
                </a:cubicBezTo>
                <a:close/>
                <a:moveTo>
                  <a:pt x="306" y="553"/>
                </a:moveTo>
                <a:cubicBezTo>
                  <a:pt x="301" y="553"/>
                  <a:pt x="301" y="553"/>
                  <a:pt x="301" y="553"/>
                </a:cubicBezTo>
                <a:cubicBezTo>
                  <a:pt x="292" y="567"/>
                  <a:pt x="292" y="567"/>
                  <a:pt x="292" y="567"/>
                </a:cubicBezTo>
                <a:cubicBezTo>
                  <a:pt x="292" y="567"/>
                  <a:pt x="291" y="568"/>
                  <a:pt x="291" y="568"/>
                </a:cubicBezTo>
                <a:cubicBezTo>
                  <a:pt x="291" y="569"/>
                  <a:pt x="290" y="569"/>
                  <a:pt x="290" y="570"/>
                </a:cubicBezTo>
                <a:cubicBezTo>
                  <a:pt x="290" y="569"/>
                  <a:pt x="290" y="569"/>
                  <a:pt x="289" y="568"/>
                </a:cubicBezTo>
                <a:cubicBezTo>
                  <a:pt x="289" y="568"/>
                  <a:pt x="289" y="567"/>
                  <a:pt x="289" y="567"/>
                </a:cubicBezTo>
                <a:cubicBezTo>
                  <a:pt x="281" y="551"/>
                  <a:pt x="281" y="551"/>
                  <a:pt x="281" y="551"/>
                </a:cubicBezTo>
                <a:cubicBezTo>
                  <a:pt x="276" y="551"/>
                  <a:pt x="276" y="551"/>
                  <a:pt x="276" y="551"/>
                </a:cubicBezTo>
                <a:cubicBezTo>
                  <a:pt x="287" y="573"/>
                  <a:pt x="287" y="573"/>
                  <a:pt x="287" y="573"/>
                </a:cubicBezTo>
                <a:cubicBezTo>
                  <a:pt x="286" y="589"/>
                  <a:pt x="286" y="589"/>
                  <a:pt x="286" y="589"/>
                </a:cubicBezTo>
                <a:cubicBezTo>
                  <a:pt x="290" y="589"/>
                  <a:pt x="290" y="589"/>
                  <a:pt x="290" y="589"/>
                </a:cubicBezTo>
                <a:cubicBezTo>
                  <a:pt x="292" y="574"/>
                  <a:pt x="292" y="574"/>
                  <a:pt x="292" y="574"/>
                </a:cubicBezTo>
                <a:cubicBezTo>
                  <a:pt x="306" y="553"/>
                  <a:pt x="306" y="553"/>
                  <a:pt x="306" y="553"/>
                </a:cubicBezTo>
                <a:close/>
                <a:moveTo>
                  <a:pt x="357" y="551"/>
                </a:moveTo>
                <a:cubicBezTo>
                  <a:pt x="354" y="551"/>
                  <a:pt x="352" y="554"/>
                  <a:pt x="351" y="557"/>
                </a:cubicBezTo>
                <a:cubicBezTo>
                  <a:pt x="349" y="560"/>
                  <a:pt x="349" y="564"/>
                  <a:pt x="350" y="568"/>
                </a:cubicBezTo>
                <a:cubicBezTo>
                  <a:pt x="352" y="574"/>
                  <a:pt x="354" y="577"/>
                  <a:pt x="356" y="579"/>
                </a:cubicBezTo>
                <a:cubicBezTo>
                  <a:pt x="359" y="581"/>
                  <a:pt x="361" y="582"/>
                  <a:pt x="364" y="581"/>
                </a:cubicBezTo>
                <a:cubicBezTo>
                  <a:pt x="368" y="580"/>
                  <a:pt x="370" y="578"/>
                  <a:pt x="371" y="575"/>
                </a:cubicBezTo>
                <a:cubicBezTo>
                  <a:pt x="372" y="572"/>
                  <a:pt x="372" y="568"/>
                  <a:pt x="371" y="564"/>
                </a:cubicBezTo>
                <a:cubicBezTo>
                  <a:pt x="370" y="558"/>
                  <a:pt x="368" y="555"/>
                  <a:pt x="365" y="552"/>
                </a:cubicBezTo>
                <a:cubicBezTo>
                  <a:pt x="363" y="551"/>
                  <a:pt x="360" y="550"/>
                  <a:pt x="357" y="551"/>
                </a:cubicBezTo>
                <a:close/>
                <a:moveTo>
                  <a:pt x="357" y="547"/>
                </a:moveTo>
                <a:cubicBezTo>
                  <a:pt x="353" y="548"/>
                  <a:pt x="349" y="550"/>
                  <a:pt x="347" y="554"/>
                </a:cubicBezTo>
                <a:cubicBezTo>
                  <a:pt x="345" y="558"/>
                  <a:pt x="345" y="563"/>
                  <a:pt x="346" y="569"/>
                </a:cubicBezTo>
                <a:cubicBezTo>
                  <a:pt x="347" y="575"/>
                  <a:pt x="349" y="579"/>
                  <a:pt x="353" y="582"/>
                </a:cubicBezTo>
                <a:cubicBezTo>
                  <a:pt x="356" y="585"/>
                  <a:pt x="360" y="586"/>
                  <a:pt x="365" y="585"/>
                </a:cubicBezTo>
                <a:cubicBezTo>
                  <a:pt x="369" y="584"/>
                  <a:pt x="372" y="582"/>
                  <a:pt x="374" y="578"/>
                </a:cubicBezTo>
                <a:cubicBezTo>
                  <a:pt x="377" y="574"/>
                  <a:pt x="377" y="569"/>
                  <a:pt x="376" y="562"/>
                </a:cubicBezTo>
                <a:cubicBezTo>
                  <a:pt x="375" y="557"/>
                  <a:pt x="372" y="553"/>
                  <a:pt x="369" y="550"/>
                </a:cubicBezTo>
                <a:cubicBezTo>
                  <a:pt x="366" y="547"/>
                  <a:pt x="361" y="546"/>
                  <a:pt x="357" y="547"/>
                </a:cubicBezTo>
                <a:close/>
                <a:moveTo>
                  <a:pt x="401" y="537"/>
                </a:moveTo>
                <a:cubicBezTo>
                  <a:pt x="379" y="544"/>
                  <a:pt x="379" y="544"/>
                  <a:pt x="379" y="544"/>
                </a:cubicBezTo>
                <a:cubicBezTo>
                  <a:pt x="391" y="580"/>
                  <a:pt x="391" y="580"/>
                  <a:pt x="391" y="580"/>
                </a:cubicBezTo>
                <a:cubicBezTo>
                  <a:pt x="395" y="578"/>
                  <a:pt x="395" y="578"/>
                  <a:pt x="395" y="578"/>
                </a:cubicBezTo>
                <a:cubicBezTo>
                  <a:pt x="389" y="561"/>
                  <a:pt x="389" y="561"/>
                  <a:pt x="389" y="561"/>
                </a:cubicBezTo>
                <a:cubicBezTo>
                  <a:pt x="403" y="557"/>
                  <a:pt x="403" y="557"/>
                  <a:pt x="403" y="557"/>
                </a:cubicBezTo>
                <a:cubicBezTo>
                  <a:pt x="402" y="553"/>
                  <a:pt x="402" y="553"/>
                  <a:pt x="402" y="553"/>
                </a:cubicBezTo>
                <a:cubicBezTo>
                  <a:pt x="388" y="558"/>
                  <a:pt x="388" y="558"/>
                  <a:pt x="388" y="558"/>
                </a:cubicBezTo>
                <a:cubicBezTo>
                  <a:pt x="384" y="546"/>
                  <a:pt x="384" y="546"/>
                  <a:pt x="384" y="546"/>
                </a:cubicBezTo>
                <a:cubicBezTo>
                  <a:pt x="402" y="540"/>
                  <a:pt x="402" y="540"/>
                  <a:pt x="402" y="540"/>
                </a:cubicBezTo>
                <a:cubicBezTo>
                  <a:pt x="401" y="537"/>
                  <a:pt x="401" y="537"/>
                  <a:pt x="401" y="537"/>
                </a:cubicBezTo>
                <a:close/>
                <a:moveTo>
                  <a:pt x="464" y="514"/>
                </a:moveTo>
                <a:cubicBezTo>
                  <a:pt x="462" y="512"/>
                  <a:pt x="460" y="511"/>
                  <a:pt x="457" y="510"/>
                </a:cubicBezTo>
                <a:cubicBezTo>
                  <a:pt x="454" y="510"/>
                  <a:pt x="451" y="511"/>
                  <a:pt x="448" y="513"/>
                </a:cubicBezTo>
                <a:cubicBezTo>
                  <a:pt x="444" y="515"/>
                  <a:pt x="442" y="519"/>
                  <a:pt x="441" y="523"/>
                </a:cubicBezTo>
                <a:cubicBezTo>
                  <a:pt x="441" y="527"/>
                  <a:pt x="442" y="532"/>
                  <a:pt x="446" y="538"/>
                </a:cubicBezTo>
                <a:cubicBezTo>
                  <a:pt x="449" y="542"/>
                  <a:pt x="453" y="545"/>
                  <a:pt x="457" y="547"/>
                </a:cubicBezTo>
                <a:cubicBezTo>
                  <a:pt x="461" y="548"/>
                  <a:pt x="465" y="548"/>
                  <a:pt x="469" y="545"/>
                </a:cubicBezTo>
                <a:cubicBezTo>
                  <a:pt x="471" y="543"/>
                  <a:pt x="473" y="542"/>
                  <a:pt x="473" y="540"/>
                </a:cubicBezTo>
                <a:cubicBezTo>
                  <a:pt x="474" y="538"/>
                  <a:pt x="475" y="536"/>
                  <a:pt x="474" y="533"/>
                </a:cubicBezTo>
                <a:cubicBezTo>
                  <a:pt x="478" y="538"/>
                  <a:pt x="478" y="538"/>
                  <a:pt x="478" y="538"/>
                </a:cubicBezTo>
                <a:cubicBezTo>
                  <a:pt x="481" y="536"/>
                  <a:pt x="481" y="536"/>
                  <a:pt x="481" y="536"/>
                </a:cubicBezTo>
                <a:cubicBezTo>
                  <a:pt x="470" y="521"/>
                  <a:pt x="470" y="521"/>
                  <a:pt x="470" y="521"/>
                </a:cubicBezTo>
                <a:cubicBezTo>
                  <a:pt x="458" y="529"/>
                  <a:pt x="458" y="529"/>
                  <a:pt x="458" y="529"/>
                </a:cubicBezTo>
                <a:cubicBezTo>
                  <a:pt x="460" y="532"/>
                  <a:pt x="460" y="532"/>
                  <a:pt x="460" y="532"/>
                </a:cubicBezTo>
                <a:cubicBezTo>
                  <a:pt x="468" y="526"/>
                  <a:pt x="468" y="526"/>
                  <a:pt x="468" y="526"/>
                </a:cubicBezTo>
                <a:cubicBezTo>
                  <a:pt x="470" y="529"/>
                  <a:pt x="471" y="532"/>
                  <a:pt x="471" y="534"/>
                </a:cubicBezTo>
                <a:cubicBezTo>
                  <a:pt x="471" y="537"/>
                  <a:pt x="470" y="540"/>
                  <a:pt x="468" y="542"/>
                </a:cubicBezTo>
                <a:cubicBezTo>
                  <a:pt x="465" y="543"/>
                  <a:pt x="462" y="544"/>
                  <a:pt x="459" y="543"/>
                </a:cubicBezTo>
                <a:cubicBezTo>
                  <a:pt x="456" y="542"/>
                  <a:pt x="453" y="539"/>
                  <a:pt x="450" y="535"/>
                </a:cubicBezTo>
                <a:cubicBezTo>
                  <a:pt x="447" y="531"/>
                  <a:pt x="446" y="528"/>
                  <a:pt x="446" y="524"/>
                </a:cubicBezTo>
                <a:cubicBezTo>
                  <a:pt x="445" y="521"/>
                  <a:pt x="447" y="518"/>
                  <a:pt x="450" y="516"/>
                </a:cubicBezTo>
                <a:cubicBezTo>
                  <a:pt x="454" y="513"/>
                  <a:pt x="458" y="514"/>
                  <a:pt x="462" y="517"/>
                </a:cubicBezTo>
                <a:cubicBezTo>
                  <a:pt x="464" y="514"/>
                  <a:pt x="464" y="514"/>
                  <a:pt x="464" y="514"/>
                </a:cubicBezTo>
                <a:close/>
                <a:moveTo>
                  <a:pt x="485" y="485"/>
                </a:moveTo>
                <a:cubicBezTo>
                  <a:pt x="467" y="500"/>
                  <a:pt x="467" y="500"/>
                  <a:pt x="467" y="500"/>
                </a:cubicBezTo>
                <a:cubicBezTo>
                  <a:pt x="491" y="528"/>
                  <a:pt x="491" y="528"/>
                  <a:pt x="491" y="528"/>
                </a:cubicBezTo>
                <a:cubicBezTo>
                  <a:pt x="509" y="513"/>
                  <a:pt x="509" y="513"/>
                  <a:pt x="509" y="513"/>
                </a:cubicBezTo>
                <a:cubicBezTo>
                  <a:pt x="507" y="510"/>
                  <a:pt x="507" y="510"/>
                  <a:pt x="507" y="510"/>
                </a:cubicBezTo>
                <a:cubicBezTo>
                  <a:pt x="492" y="523"/>
                  <a:pt x="492" y="523"/>
                  <a:pt x="492" y="523"/>
                </a:cubicBezTo>
                <a:cubicBezTo>
                  <a:pt x="483" y="512"/>
                  <a:pt x="483" y="512"/>
                  <a:pt x="483" y="512"/>
                </a:cubicBezTo>
                <a:cubicBezTo>
                  <a:pt x="494" y="502"/>
                  <a:pt x="494" y="502"/>
                  <a:pt x="494" y="502"/>
                </a:cubicBezTo>
                <a:cubicBezTo>
                  <a:pt x="491" y="500"/>
                  <a:pt x="491" y="500"/>
                  <a:pt x="491" y="500"/>
                </a:cubicBezTo>
                <a:cubicBezTo>
                  <a:pt x="480" y="509"/>
                  <a:pt x="480" y="509"/>
                  <a:pt x="480" y="509"/>
                </a:cubicBezTo>
                <a:cubicBezTo>
                  <a:pt x="473" y="500"/>
                  <a:pt x="473" y="500"/>
                  <a:pt x="473" y="500"/>
                </a:cubicBezTo>
                <a:cubicBezTo>
                  <a:pt x="487" y="488"/>
                  <a:pt x="487" y="488"/>
                  <a:pt x="487" y="488"/>
                </a:cubicBezTo>
                <a:cubicBezTo>
                  <a:pt x="485" y="485"/>
                  <a:pt x="485" y="485"/>
                  <a:pt x="485" y="485"/>
                </a:cubicBezTo>
                <a:close/>
                <a:moveTo>
                  <a:pt x="501" y="472"/>
                </a:moveTo>
                <a:cubicBezTo>
                  <a:pt x="499" y="475"/>
                  <a:pt x="498" y="478"/>
                  <a:pt x="499" y="481"/>
                </a:cubicBezTo>
                <a:cubicBezTo>
                  <a:pt x="500" y="484"/>
                  <a:pt x="502" y="487"/>
                  <a:pt x="506" y="490"/>
                </a:cubicBezTo>
                <a:cubicBezTo>
                  <a:pt x="510" y="494"/>
                  <a:pt x="514" y="496"/>
                  <a:pt x="517" y="496"/>
                </a:cubicBezTo>
                <a:cubicBezTo>
                  <a:pt x="520" y="496"/>
                  <a:pt x="523" y="495"/>
                  <a:pt x="525" y="493"/>
                </a:cubicBezTo>
                <a:cubicBezTo>
                  <a:pt x="527" y="490"/>
                  <a:pt x="528" y="487"/>
                  <a:pt x="526" y="484"/>
                </a:cubicBezTo>
                <a:cubicBezTo>
                  <a:pt x="526" y="480"/>
                  <a:pt x="523" y="477"/>
                  <a:pt x="520" y="474"/>
                </a:cubicBezTo>
                <a:cubicBezTo>
                  <a:pt x="516" y="471"/>
                  <a:pt x="512" y="469"/>
                  <a:pt x="508" y="469"/>
                </a:cubicBezTo>
                <a:cubicBezTo>
                  <a:pt x="506" y="469"/>
                  <a:pt x="503" y="470"/>
                  <a:pt x="501" y="472"/>
                </a:cubicBezTo>
                <a:close/>
                <a:moveTo>
                  <a:pt x="498" y="470"/>
                </a:moveTo>
                <a:cubicBezTo>
                  <a:pt x="496" y="473"/>
                  <a:pt x="494" y="476"/>
                  <a:pt x="495" y="480"/>
                </a:cubicBezTo>
                <a:cubicBezTo>
                  <a:pt x="495" y="485"/>
                  <a:pt x="498" y="490"/>
                  <a:pt x="503" y="494"/>
                </a:cubicBezTo>
                <a:cubicBezTo>
                  <a:pt x="507" y="498"/>
                  <a:pt x="511" y="500"/>
                  <a:pt x="515" y="500"/>
                </a:cubicBezTo>
                <a:cubicBezTo>
                  <a:pt x="520" y="500"/>
                  <a:pt x="524" y="499"/>
                  <a:pt x="527" y="495"/>
                </a:cubicBezTo>
                <a:cubicBezTo>
                  <a:pt x="530" y="492"/>
                  <a:pt x="531" y="488"/>
                  <a:pt x="531" y="484"/>
                </a:cubicBezTo>
                <a:cubicBezTo>
                  <a:pt x="530" y="479"/>
                  <a:pt x="528" y="475"/>
                  <a:pt x="523" y="471"/>
                </a:cubicBezTo>
                <a:cubicBezTo>
                  <a:pt x="519" y="467"/>
                  <a:pt x="514" y="465"/>
                  <a:pt x="510" y="465"/>
                </a:cubicBezTo>
                <a:cubicBezTo>
                  <a:pt x="505" y="464"/>
                  <a:pt x="502" y="466"/>
                  <a:pt x="498" y="470"/>
                </a:cubicBezTo>
                <a:close/>
                <a:moveTo>
                  <a:pt x="534" y="439"/>
                </a:moveTo>
                <a:cubicBezTo>
                  <a:pt x="528" y="437"/>
                  <a:pt x="523" y="439"/>
                  <a:pt x="520" y="444"/>
                </a:cubicBezTo>
                <a:cubicBezTo>
                  <a:pt x="518" y="447"/>
                  <a:pt x="517" y="450"/>
                  <a:pt x="517" y="453"/>
                </a:cubicBezTo>
                <a:cubicBezTo>
                  <a:pt x="518" y="456"/>
                  <a:pt x="519" y="458"/>
                  <a:pt x="522" y="459"/>
                </a:cubicBezTo>
                <a:cubicBezTo>
                  <a:pt x="524" y="461"/>
                  <a:pt x="526" y="462"/>
                  <a:pt x="528" y="461"/>
                </a:cubicBezTo>
                <a:cubicBezTo>
                  <a:pt x="530" y="461"/>
                  <a:pt x="533" y="459"/>
                  <a:pt x="536" y="456"/>
                </a:cubicBezTo>
                <a:cubicBezTo>
                  <a:pt x="538" y="455"/>
                  <a:pt x="538" y="455"/>
                  <a:pt x="538" y="455"/>
                </a:cubicBezTo>
                <a:cubicBezTo>
                  <a:pt x="540" y="453"/>
                  <a:pt x="542" y="452"/>
                  <a:pt x="543" y="452"/>
                </a:cubicBezTo>
                <a:cubicBezTo>
                  <a:pt x="545" y="451"/>
                  <a:pt x="547" y="451"/>
                  <a:pt x="548" y="453"/>
                </a:cubicBezTo>
                <a:cubicBezTo>
                  <a:pt x="550" y="454"/>
                  <a:pt x="551" y="455"/>
                  <a:pt x="551" y="456"/>
                </a:cubicBezTo>
                <a:cubicBezTo>
                  <a:pt x="552" y="458"/>
                  <a:pt x="551" y="461"/>
                  <a:pt x="549" y="463"/>
                </a:cubicBezTo>
                <a:cubicBezTo>
                  <a:pt x="548" y="465"/>
                  <a:pt x="547" y="466"/>
                  <a:pt x="545" y="467"/>
                </a:cubicBezTo>
                <a:cubicBezTo>
                  <a:pt x="543" y="468"/>
                  <a:pt x="541" y="468"/>
                  <a:pt x="538" y="467"/>
                </a:cubicBezTo>
                <a:cubicBezTo>
                  <a:pt x="537" y="471"/>
                  <a:pt x="537" y="471"/>
                  <a:pt x="537" y="471"/>
                </a:cubicBezTo>
                <a:cubicBezTo>
                  <a:pt x="540" y="472"/>
                  <a:pt x="543" y="472"/>
                  <a:pt x="545" y="471"/>
                </a:cubicBezTo>
                <a:cubicBezTo>
                  <a:pt x="548" y="470"/>
                  <a:pt x="550" y="468"/>
                  <a:pt x="552" y="465"/>
                </a:cubicBezTo>
                <a:cubicBezTo>
                  <a:pt x="554" y="462"/>
                  <a:pt x="555" y="459"/>
                  <a:pt x="555" y="456"/>
                </a:cubicBezTo>
                <a:cubicBezTo>
                  <a:pt x="555" y="453"/>
                  <a:pt x="553" y="450"/>
                  <a:pt x="550" y="449"/>
                </a:cubicBezTo>
                <a:cubicBezTo>
                  <a:pt x="548" y="447"/>
                  <a:pt x="546" y="446"/>
                  <a:pt x="544" y="447"/>
                </a:cubicBezTo>
                <a:cubicBezTo>
                  <a:pt x="542" y="447"/>
                  <a:pt x="539" y="449"/>
                  <a:pt x="535" y="452"/>
                </a:cubicBezTo>
                <a:cubicBezTo>
                  <a:pt x="534" y="453"/>
                  <a:pt x="534" y="453"/>
                  <a:pt x="534" y="453"/>
                </a:cubicBezTo>
                <a:cubicBezTo>
                  <a:pt x="532" y="455"/>
                  <a:pt x="530" y="456"/>
                  <a:pt x="529" y="457"/>
                </a:cubicBezTo>
                <a:cubicBezTo>
                  <a:pt x="527" y="457"/>
                  <a:pt x="526" y="457"/>
                  <a:pt x="524" y="456"/>
                </a:cubicBezTo>
                <a:cubicBezTo>
                  <a:pt x="522" y="455"/>
                  <a:pt x="522" y="454"/>
                  <a:pt x="521" y="452"/>
                </a:cubicBezTo>
                <a:cubicBezTo>
                  <a:pt x="521" y="450"/>
                  <a:pt x="522" y="448"/>
                  <a:pt x="523" y="446"/>
                </a:cubicBezTo>
                <a:cubicBezTo>
                  <a:pt x="525" y="443"/>
                  <a:pt x="528" y="442"/>
                  <a:pt x="533" y="443"/>
                </a:cubicBezTo>
                <a:cubicBezTo>
                  <a:pt x="534" y="439"/>
                  <a:pt x="534" y="439"/>
                  <a:pt x="534" y="439"/>
                </a:cubicBezTo>
                <a:close/>
                <a:moveTo>
                  <a:pt x="563" y="328"/>
                </a:moveTo>
                <a:cubicBezTo>
                  <a:pt x="563" y="332"/>
                  <a:pt x="563" y="332"/>
                  <a:pt x="563" y="332"/>
                </a:cubicBezTo>
                <a:cubicBezTo>
                  <a:pt x="582" y="334"/>
                  <a:pt x="582" y="334"/>
                  <a:pt x="582" y="334"/>
                </a:cubicBezTo>
                <a:cubicBezTo>
                  <a:pt x="583" y="334"/>
                  <a:pt x="587" y="335"/>
                  <a:pt x="595" y="335"/>
                </a:cubicBezTo>
                <a:cubicBezTo>
                  <a:pt x="594" y="336"/>
                  <a:pt x="594" y="336"/>
                  <a:pt x="594" y="336"/>
                </a:cubicBezTo>
                <a:cubicBezTo>
                  <a:pt x="594" y="336"/>
                  <a:pt x="592" y="337"/>
                  <a:pt x="589" y="338"/>
                </a:cubicBezTo>
                <a:cubicBezTo>
                  <a:pt x="587" y="339"/>
                  <a:pt x="585" y="339"/>
                  <a:pt x="583" y="340"/>
                </a:cubicBezTo>
                <a:cubicBezTo>
                  <a:pt x="561" y="348"/>
                  <a:pt x="561" y="348"/>
                  <a:pt x="561" y="348"/>
                </a:cubicBezTo>
                <a:cubicBezTo>
                  <a:pt x="560" y="355"/>
                  <a:pt x="560" y="355"/>
                  <a:pt x="560" y="355"/>
                </a:cubicBezTo>
                <a:cubicBezTo>
                  <a:pt x="597" y="359"/>
                  <a:pt x="597" y="359"/>
                  <a:pt x="597" y="359"/>
                </a:cubicBezTo>
                <a:cubicBezTo>
                  <a:pt x="598" y="355"/>
                  <a:pt x="598" y="355"/>
                  <a:pt x="598" y="355"/>
                </a:cubicBezTo>
                <a:cubicBezTo>
                  <a:pt x="576" y="353"/>
                  <a:pt x="576" y="353"/>
                  <a:pt x="576" y="353"/>
                </a:cubicBezTo>
                <a:cubicBezTo>
                  <a:pt x="575" y="353"/>
                  <a:pt x="573" y="352"/>
                  <a:pt x="571" y="352"/>
                </a:cubicBezTo>
                <a:cubicBezTo>
                  <a:pt x="567" y="352"/>
                  <a:pt x="565" y="352"/>
                  <a:pt x="564" y="352"/>
                </a:cubicBezTo>
                <a:cubicBezTo>
                  <a:pt x="564" y="351"/>
                  <a:pt x="564" y="351"/>
                  <a:pt x="564" y="351"/>
                </a:cubicBezTo>
                <a:cubicBezTo>
                  <a:pt x="572" y="348"/>
                  <a:pt x="575" y="347"/>
                  <a:pt x="576" y="347"/>
                </a:cubicBezTo>
                <a:cubicBezTo>
                  <a:pt x="600" y="338"/>
                  <a:pt x="600" y="338"/>
                  <a:pt x="600" y="338"/>
                </a:cubicBezTo>
                <a:cubicBezTo>
                  <a:pt x="600" y="332"/>
                  <a:pt x="600" y="332"/>
                  <a:pt x="600" y="332"/>
                </a:cubicBezTo>
                <a:cubicBezTo>
                  <a:pt x="563" y="328"/>
                  <a:pt x="563" y="328"/>
                  <a:pt x="563" y="328"/>
                </a:cubicBezTo>
                <a:close/>
                <a:moveTo>
                  <a:pt x="575" y="293"/>
                </a:moveTo>
                <a:cubicBezTo>
                  <a:pt x="572" y="294"/>
                  <a:pt x="570" y="295"/>
                  <a:pt x="568" y="297"/>
                </a:cubicBezTo>
                <a:cubicBezTo>
                  <a:pt x="566" y="300"/>
                  <a:pt x="564" y="303"/>
                  <a:pt x="564" y="307"/>
                </a:cubicBezTo>
                <a:cubicBezTo>
                  <a:pt x="564" y="311"/>
                  <a:pt x="566" y="314"/>
                  <a:pt x="569" y="317"/>
                </a:cubicBezTo>
                <a:cubicBezTo>
                  <a:pt x="572" y="321"/>
                  <a:pt x="577" y="322"/>
                  <a:pt x="583" y="323"/>
                </a:cubicBezTo>
                <a:cubicBezTo>
                  <a:pt x="589" y="323"/>
                  <a:pt x="593" y="322"/>
                  <a:pt x="597" y="319"/>
                </a:cubicBezTo>
                <a:cubicBezTo>
                  <a:pt x="601" y="316"/>
                  <a:pt x="603" y="312"/>
                  <a:pt x="603" y="307"/>
                </a:cubicBezTo>
                <a:cubicBezTo>
                  <a:pt x="603" y="300"/>
                  <a:pt x="600" y="296"/>
                  <a:pt x="593" y="294"/>
                </a:cubicBezTo>
                <a:cubicBezTo>
                  <a:pt x="591" y="298"/>
                  <a:pt x="591" y="298"/>
                  <a:pt x="591" y="298"/>
                </a:cubicBezTo>
                <a:cubicBezTo>
                  <a:pt x="597" y="299"/>
                  <a:pt x="599" y="302"/>
                  <a:pt x="599" y="307"/>
                </a:cubicBezTo>
                <a:cubicBezTo>
                  <a:pt x="599" y="310"/>
                  <a:pt x="598" y="313"/>
                  <a:pt x="596" y="315"/>
                </a:cubicBezTo>
                <a:cubicBezTo>
                  <a:pt x="593" y="317"/>
                  <a:pt x="589" y="318"/>
                  <a:pt x="583" y="318"/>
                </a:cubicBezTo>
                <a:cubicBezTo>
                  <a:pt x="579" y="318"/>
                  <a:pt x="575" y="317"/>
                  <a:pt x="572" y="315"/>
                </a:cubicBezTo>
                <a:cubicBezTo>
                  <a:pt x="569" y="313"/>
                  <a:pt x="568" y="310"/>
                  <a:pt x="568" y="307"/>
                </a:cubicBezTo>
                <a:cubicBezTo>
                  <a:pt x="568" y="302"/>
                  <a:pt x="571" y="299"/>
                  <a:pt x="576" y="298"/>
                </a:cubicBezTo>
                <a:cubicBezTo>
                  <a:pt x="575" y="293"/>
                  <a:pt x="575" y="293"/>
                  <a:pt x="575" y="293"/>
                </a:cubicBezTo>
                <a:close/>
                <a:moveTo>
                  <a:pt x="564" y="263"/>
                </a:moveTo>
                <a:cubicBezTo>
                  <a:pt x="565" y="287"/>
                  <a:pt x="565" y="287"/>
                  <a:pt x="565" y="287"/>
                </a:cubicBezTo>
                <a:cubicBezTo>
                  <a:pt x="602" y="284"/>
                  <a:pt x="602" y="284"/>
                  <a:pt x="602" y="284"/>
                </a:cubicBezTo>
                <a:cubicBezTo>
                  <a:pt x="601" y="261"/>
                  <a:pt x="601" y="261"/>
                  <a:pt x="601" y="261"/>
                </a:cubicBezTo>
                <a:cubicBezTo>
                  <a:pt x="597" y="261"/>
                  <a:pt x="597" y="261"/>
                  <a:pt x="597" y="261"/>
                </a:cubicBezTo>
                <a:cubicBezTo>
                  <a:pt x="598" y="280"/>
                  <a:pt x="598" y="280"/>
                  <a:pt x="598" y="280"/>
                </a:cubicBezTo>
                <a:cubicBezTo>
                  <a:pt x="584" y="281"/>
                  <a:pt x="584" y="281"/>
                  <a:pt x="584" y="281"/>
                </a:cubicBezTo>
                <a:cubicBezTo>
                  <a:pt x="583" y="267"/>
                  <a:pt x="583" y="267"/>
                  <a:pt x="583" y="267"/>
                </a:cubicBezTo>
                <a:cubicBezTo>
                  <a:pt x="579" y="267"/>
                  <a:pt x="579" y="267"/>
                  <a:pt x="579" y="267"/>
                </a:cubicBezTo>
                <a:cubicBezTo>
                  <a:pt x="580" y="281"/>
                  <a:pt x="580" y="281"/>
                  <a:pt x="580" y="281"/>
                </a:cubicBezTo>
                <a:cubicBezTo>
                  <a:pt x="568" y="282"/>
                  <a:pt x="568" y="282"/>
                  <a:pt x="568" y="282"/>
                </a:cubicBezTo>
                <a:cubicBezTo>
                  <a:pt x="567" y="263"/>
                  <a:pt x="567" y="263"/>
                  <a:pt x="567" y="263"/>
                </a:cubicBezTo>
                <a:lnTo>
                  <a:pt x="564" y="263"/>
                </a:lnTo>
                <a:close/>
              </a:path>
            </a:pathLst>
          </a:custGeom>
          <a:solidFill>
            <a:srgbClr val="C1C1C3">
              <a:alpha val="5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27" name="组合 26"/>
          <p:cNvGrpSpPr/>
          <p:nvPr userDrawn="1"/>
        </p:nvGrpSpPr>
        <p:grpSpPr bwMode="auto">
          <a:xfrm>
            <a:off x="-2" y="4438648"/>
            <a:ext cx="1692275" cy="787400"/>
            <a:chOff x="0" y="1272662"/>
            <a:chExt cx="1691680" cy="788186"/>
          </a:xfrm>
        </p:grpSpPr>
        <p:sp>
          <p:nvSpPr>
            <p:cNvPr id="28" name="矩形 27"/>
            <p:cNvSpPr/>
            <p:nvPr userDrawn="1"/>
          </p:nvSpPr>
          <p:spPr>
            <a:xfrm>
              <a:off x="0" y="1272662"/>
              <a:ext cx="1691680" cy="788186"/>
            </a:xfrm>
            <a:prstGeom prst="rect">
              <a:avLst/>
            </a:prstGeom>
            <a:solidFill>
              <a:srgbClr val="0062A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论文总结</a:t>
              </a:r>
              <a:endParaRPr lang="en-US" altLang="zh-CN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等腰三角形 28"/>
            <p:cNvSpPr/>
            <p:nvPr userDrawn="1"/>
          </p:nvSpPr>
          <p:spPr>
            <a:xfrm rot="16200000">
              <a:off x="1547965" y="1594550"/>
              <a:ext cx="143018" cy="144411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D5349-A60C-4AAD-955E-4C2466B7B47F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5E2E4-93A7-4CBE-A855-878BC0E5FB8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D5349-A60C-4AAD-955E-4C2466B7B47F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5E2E4-93A7-4CBE-A855-878BC0E5FB8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D5349-A60C-4AAD-955E-4C2466B7B47F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5E2E4-93A7-4CBE-A855-878BC0E5FB8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D5349-A60C-4AAD-955E-4C2466B7B47F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5E2E4-93A7-4CBE-A855-878BC0E5FB8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27993"/>
          <a:stretch>
            <a:fillRect/>
          </a:stretch>
        </p:blipFill>
        <p:spPr>
          <a:xfrm>
            <a:off x="1" y="-5557"/>
            <a:ext cx="12192000" cy="6863557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-3" y="2077796"/>
            <a:ext cx="12192000" cy="4780204"/>
          </a:xfrm>
          <a:prstGeom prst="rect">
            <a:avLst/>
          </a:prstGeom>
          <a:gradFill>
            <a:gsLst>
              <a:gs pos="0">
                <a:srgbClr val="010000">
                  <a:alpha val="0"/>
                </a:srgbClr>
              </a:gs>
              <a:gs pos="100000">
                <a:srgbClr val="010000">
                  <a:alpha val="89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矩形 4"/>
          <p:cNvSpPr/>
          <p:nvPr userDrawn="1"/>
        </p:nvSpPr>
        <p:spPr>
          <a:xfrm rot="10800000">
            <a:off x="-1" y="-5557"/>
            <a:ext cx="12191999" cy="3217764"/>
          </a:xfrm>
          <a:prstGeom prst="rect">
            <a:avLst/>
          </a:prstGeom>
          <a:gradFill>
            <a:gsLst>
              <a:gs pos="0">
                <a:srgbClr val="010000">
                  <a:alpha val="0"/>
                </a:srgbClr>
              </a:gs>
              <a:gs pos="100000">
                <a:srgbClr val="010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-1" y="0"/>
            <a:ext cx="12192001" cy="6811864"/>
          </a:xfrm>
          <a:prstGeom prst="rect">
            <a:avLst/>
          </a:prstGeom>
          <a:solidFill>
            <a:srgbClr val="080304">
              <a:alpha val="6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4760680" y="564634"/>
            <a:ext cx="2670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dist">
              <a:defRPr sz="1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本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PPT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模板正参与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3602350" y="2482543"/>
            <a:ext cx="4987300" cy="400109"/>
          </a:xfrm>
          <a:prstGeom prst="rect">
            <a:avLst/>
          </a:prstGeom>
          <a:gradFill flip="none" rotWithShape="1">
            <a:gsLst>
              <a:gs pos="100000">
                <a:srgbClr val="CB9B53">
                  <a:alpha val="0"/>
                </a:srgbClr>
              </a:gs>
              <a:gs pos="0">
                <a:srgbClr val="CB9B53">
                  <a:alpha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E5177"/>
              </a:solidFill>
              <a:effectLst/>
              <a:uLnTx/>
              <a:uFillTx/>
              <a:latin typeface="Segoe UI" panose="020B0502040204020203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 userDrawn="1"/>
        </p:nvSpPr>
        <p:spPr>
          <a:xfrm>
            <a:off x="4049486" y="2517885"/>
            <a:ext cx="40930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第一届高校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PPT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模板设计大赛 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6133678" y="4824918"/>
            <a:ext cx="2545865" cy="1061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dist">
              <a:defRPr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微信扫码</a:t>
            </a:r>
            <a:endParaRPr kumimoji="0" lang="en-US" altLang="zh-CN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来聆听模板作者</a:t>
            </a:r>
            <a:endParaRPr kumimoji="0" lang="en-US" altLang="zh-CN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设计灵感、制作思路</a:t>
            </a:r>
            <a:endParaRPr kumimoji="0" lang="en-US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615419" y="3771974"/>
            <a:ext cx="13817069" cy="3996426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683657" y="716939"/>
            <a:ext cx="8824686" cy="1844708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/>
        </p:nvSpPr>
        <p:spPr>
          <a:xfrm>
            <a:off x="3742050" y="2971888"/>
            <a:ext cx="19836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活动主办：秋叶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PPT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6079638" y="2971888"/>
            <a:ext cx="24929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技术支持：微软听听文档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3600610" y="3494767"/>
            <a:ext cx="2318400" cy="2318400"/>
          </a:xfrm>
          <a:prstGeom prst="rect">
            <a:avLst/>
          </a:prstGeom>
          <a:solidFill>
            <a:schemeClr val="bg1"/>
          </a:solidFill>
          <a:ln w="57150">
            <a:solidFill>
              <a:srgbClr val="CB9B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注页">
    <p:bg>
      <p:bgPr>
        <a:solidFill>
          <a:srgbClr val="E7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40603" y="759873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pitchFamily="34" charset="-122"/>
                <a:cs typeface="Segoe UI Light" panose="020B0502040204020203"/>
              </a:rPr>
              <a:t>标注</a:t>
            </a:r>
          </a:p>
        </p:txBody>
      </p:sp>
      <p:sp>
        <p:nvSpPr>
          <p:cNvPr id="11" name="矩形 10"/>
          <p:cNvSpPr/>
          <p:nvPr userDrawn="1"/>
        </p:nvSpPr>
        <p:spPr>
          <a:xfrm>
            <a:off x="2572589" y="759873"/>
            <a:ext cx="1402001" cy="20251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pitchFamily="34" charset="-122"/>
                <a:cs typeface="Segoe UI Light" panose="020B0502040204020203"/>
              </a:rPr>
              <a:t>使用说明 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pitchFamily="3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pitchFamily="3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pitchFamily="3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pitchFamily="3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pitchFamily="3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pitchFamily="3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pitchFamily="34" charset="-122"/>
                <a:cs typeface="Segoe UI Light" panose="020B0502040204020203"/>
              </a:rPr>
              <a:t>声明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pitchFamily="34" charset="-122"/>
              <a:cs typeface="Segoe UI Light" panose="020B0502040204020203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4153010" y="759873"/>
            <a:ext cx="7074345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pitchFamily="34" charset="-122"/>
                <a:cs typeface="Segoe UI Light" panose="020B0502040204020203"/>
              </a:rPr>
              <a:t>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pitchFamily="34" charset="-122"/>
                <a:cs typeface="Segoe UI Light" panose="020B0502040204020203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pitchFamily="34" charset="-122"/>
                <a:cs typeface="Segoe UI Light" panose="020B0502040204020203"/>
              </a:rPr>
              <a:t>模板为作者原创，著作权归作者所有。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pitchFamily="34" charset="-122"/>
              <a:cs typeface="Segoe UI Light" panose="020B0502040204020203"/>
            </a:endParaRP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pitchFamily="34" charset="-122"/>
                <a:cs typeface="Segoe UI Light" panose="020B0502040204020203"/>
              </a:rPr>
              <a:t>您仅可以个人非商业用途使用本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pitchFamily="34" charset="-122"/>
                <a:cs typeface="Segoe UI Light" panose="020B0502040204020203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pitchFamily="34" charset="-122"/>
                <a:cs typeface="Segoe UI Light" panose="020B0502040204020203"/>
              </a:rPr>
              <a:t>模板，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cs"/>
              </a:rPr>
              <a:t>未经权利人书面明确授权，不可将信息内容的全部或部分用于出售，或以出租、出借、转让、分销、发布等其他任何方式供他人使用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pitchFamily="34" charset="-122"/>
                <a:cs typeface="Segoe UI Light" panose="020B0502040204020203"/>
              </a:rPr>
              <a:t>，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cs"/>
              </a:rPr>
              <a:t>否则将承担法律责任。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pitchFamily="3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pitchFamily="3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pitchFamily="3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pitchFamily="34" charset="-122"/>
                <a:cs typeface="Segoe UI Light" panose="020B0502040204020203"/>
              </a:rPr>
              <a:t>OfficePLUS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pitchFamily="34" charset="-122"/>
                <a:cs typeface="Segoe UI Light" panose="020B0502040204020203"/>
              </a:rPr>
              <a:t>尊重知识产权并注重保护用户享有的各项权利。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pitchFamily="3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pitchFamily="34" charset="-122"/>
                <a:cs typeface="Segoe UI Light" panose="020B0502040204020203"/>
              </a:rPr>
              <a:t>OfficePLUS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pitchFamily="34" charset="-122"/>
                <a:cs typeface="Segoe UI Light" panose="020B0502040204020203"/>
              </a:rPr>
              <a:t>拥有对本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pitchFamily="34" charset="-122"/>
                <a:cs typeface="Segoe UI Light" panose="020B0502040204020203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pitchFamily="34" charset="-122"/>
                <a:cs typeface="Segoe UI Light" panose="020B0502040204020203"/>
              </a:rPr>
              <a:t>模板进行展示、报道、宣传及用于市场活动的权利，若在比赛或商业应用过程中发生版权纠纷，其法律责任由作者本人承担。</a:t>
            </a:r>
          </a:p>
        </p:txBody>
      </p:sp>
      <p:sp>
        <p:nvSpPr>
          <p:cNvPr id="13" name="矩形 12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pitchFamily="34" charset="-122"/>
                <a:cs typeface="Segoe UI Light" panose="020B0502040204020203"/>
              </a:rPr>
              <a:t>OfficePLUS</a:t>
            </a:r>
            <a:endParaRPr kumimoji="0" lang="zh-CN" altLang="en-US" sz="1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" panose="020B0503020204020204" pitchFamily="34" charset="-122"/>
              <a:cs typeface="Segoe UI Light" panose="020B0502040204020203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9D5349-A60C-4AAD-955E-4C2466B7B47F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95E2E4-93A7-4CBE-A855-878BC0E5FB8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3DBFC26-2978-A215-5584-3AD24F90102C}"/>
              </a:ext>
            </a:extLst>
          </p:cNvPr>
          <p:cNvSpPr txBox="1"/>
          <p:nvPr/>
        </p:nvSpPr>
        <p:spPr>
          <a:xfrm>
            <a:off x="3279130" y="2267694"/>
            <a:ext cx="5870518" cy="37272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60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ParFlow</a:t>
            </a:r>
            <a:r>
              <a:rPr lang="zh-CN" altLang="en-US" sz="6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在线课程</a:t>
            </a:r>
            <a:endParaRPr lang="en-US" altLang="zh-CN" sz="6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zh-CN" altLang="en-US" sz="6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唐泽宇</a:t>
            </a:r>
            <a:endParaRPr lang="en-US" altLang="zh-CN" sz="2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2026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年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月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23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日</a:t>
            </a:r>
            <a:endParaRPr lang="en-US" altLang="zh-CN" sz="2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4676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F4AF0BDB-3ED6-D2D1-7779-CD464C1E34E5}"/>
              </a:ext>
            </a:extLst>
          </p:cNvPr>
          <p:cNvSpPr txBox="1"/>
          <p:nvPr/>
        </p:nvSpPr>
        <p:spPr>
          <a:xfrm>
            <a:off x="1368984" y="2148536"/>
            <a:ext cx="1015053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一、</a:t>
            </a:r>
            <a:r>
              <a:rPr lang="en-US" altLang="zh-CN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ParFlow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中文社区及其它公开资源简介</a:t>
            </a:r>
            <a:endParaRPr lang="en-US" altLang="zh-CN" sz="3600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endParaRPr lang="en-US" altLang="zh-CN" sz="36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36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二、</a:t>
            </a:r>
            <a:r>
              <a:rPr lang="en-US" altLang="zh-CN" sz="36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Docker</a:t>
            </a:r>
            <a:r>
              <a:rPr lang="zh-CN" altLang="en-US" sz="36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环境下运行</a:t>
            </a:r>
            <a:r>
              <a:rPr lang="en-US" altLang="zh-CN" sz="36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ParFlow</a:t>
            </a:r>
            <a:r>
              <a:rPr lang="en-US" altLang="zh-CN" sz="36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-CLM/</a:t>
            </a:r>
            <a:r>
              <a:rPr lang="en-US" altLang="zh-CN" sz="36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CoLM</a:t>
            </a:r>
            <a:r>
              <a:rPr lang="zh-CN" altLang="en-US" sz="36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实例</a:t>
            </a:r>
          </a:p>
        </p:txBody>
      </p:sp>
    </p:spTree>
    <p:extLst>
      <p:ext uri="{BB962C8B-B14F-4D97-AF65-F5344CB8AC3E}">
        <p14:creationId xmlns:p14="http://schemas.microsoft.com/office/powerpoint/2010/main" val="3580110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F4AF0BDB-3ED6-D2D1-7779-CD464C1E34E5}"/>
              </a:ext>
            </a:extLst>
          </p:cNvPr>
          <p:cNvSpPr txBox="1"/>
          <p:nvPr/>
        </p:nvSpPr>
        <p:spPr>
          <a:xfrm>
            <a:off x="379118" y="135400"/>
            <a:ext cx="473398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ParFlow</a:t>
            </a:r>
            <a:r>
              <a:rPr lang="zh-CN" altLang="en-US" sz="4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中文社区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2C1BB0A-5F8B-4113-65C9-6671C49F78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817" r="14778" b="51329"/>
          <a:stretch/>
        </p:blipFill>
        <p:spPr>
          <a:xfrm>
            <a:off x="1788425" y="1924592"/>
            <a:ext cx="2457451" cy="215007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956B65B-8824-113C-47BE-7CAF2ACBFD24}"/>
              </a:ext>
            </a:extLst>
          </p:cNvPr>
          <p:cNvSpPr txBox="1"/>
          <p:nvPr/>
        </p:nvSpPr>
        <p:spPr>
          <a:xfrm>
            <a:off x="488579" y="1213903"/>
            <a:ext cx="48718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公众号：</a:t>
            </a:r>
            <a:r>
              <a:rPr lang="en-US" altLang="zh-CN" sz="2800" b="1" dirty="0" err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ParFlow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Community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8" name="图片 7" descr="QR 代码&#10;&#10;描述已自动生成">
            <a:extLst>
              <a:ext uri="{FF2B5EF4-FFF2-40B4-BE49-F238E27FC236}">
                <a16:creationId xmlns:a16="http://schemas.microsoft.com/office/drawing/2014/main" id="{1165B8D3-8F69-F8EA-BD30-E7DB13742C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790" y="4125187"/>
            <a:ext cx="2378675" cy="237867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2F1F5941-5BD9-043D-A36B-2497CD6F8A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2236" y="2079806"/>
            <a:ext cx="4833300" cy="3762632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47AF57F7-3513-9A70-0FD5-C9AEB1CE2091}"/>
              </a:ext>
            </a:extLst>
          </p:cNvPr>
          <p:cNvSpPr txBox="1"/>
          <p:nvPr/>
        </p:nvSpPr>
        <p:spPr>
          <a:xfrm>
            <a:off x="6512740" y="1213903"/>
            <a:ext cx="45720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GitHub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800" b="1" dirty="0" err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ParFlow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中文社区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3602F-2787-8FB0-A8D1-8A65F13B1D85}"/>
              </a:ext>
            </a:extLst>
          </p:cNvPr>
          <p:cNvSpPr txBox="1"/>
          <p:nvPr/>
        </p:nvSpPr>
        <p:spPr>
          <a:xfrm>
            <a:off x="6862658" y="6036937"/>
            <a:ext cx="4175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https://github.com/ParFlowCommunity</a:t>
            </a:r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34F989E-5C30-63FF-FA57-2C32D66C8F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7840" y="3805097"/>
            <a:ext cx="1958049" cy="1958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71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F4AF0BDB-3ED6-D2D1-7779-CD464C1E34E5}"/>
              </a:ext>
            </a:extLst>
          </p:cNvPr>
          <p:cNvSpPr txBox="1"/>
          <p:nvPr/>
        </p:nvSpPr>
        <p:spPr>
          <a:xfrm>
            <a:off x="379118" y="135400"/>
            <a:ext cx="473398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ParFlow</a:t>
            </a:r>
            <a:r>
              <a:rPr lang="zh-CN" altLang="en-US" sz="4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中文社区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6B50B10-439D-C1AC-9413-05094B60E9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449" y="1687864"/>
            <a:ext cx="4498148" cy="2907224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60B5DFB-3C43-5EE4-3094-13296E4E16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7404" y="1062378"/>
            <a:ext cx="3873863" cy="497248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14A2C17-0630-5A5D-AD2E-ACAB9ED4EC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693" y="2138724"/>
            <a:ext cx="4500000" cy="2287691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BBDC7259-152D-54E0-F535-C73EA185C5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421" y="2668725"/>
            <a:ext cx="4500000" cy="2264967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7D15FDFC-17E5-F70D-A115-AA7647828F4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5149" y="3141476"/>
            <a:ext cx="4500000" cy="2215232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1FA2F1F7-E134-1B40-F33B-1C1BB2CBBF3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30611" y="3617515"/>
            <a:ext cx="4500000" cy="2353741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8E58A367-2DAC-37D2-01C9-B39FB710F01C}"/>
              </a:ext>
            </a:extLst>
          </p:cNvPr>
          <p:cNvSpPr txBox="1"/>
          <p:nvPr/>
        </p:nvSpPr>
        <p:spPr>
          <a:xfrm>
            <a:off x="7208792" y="220394"/>
            <a:ext cx="34291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公众号上的安装教程</a:t>
            </a:r>
          </a:p>
        </p:txBody>
      </p:sp>
    </p:spTree>
    <p:extLst>
      <p:ext uri="{BB962C8B-B14F-4D97-AF65-F5344CB8AC3E}">
        <p14:creationId xmlns:p14="http://schemas.microsoft.com/office/powerpoint/2010/main" val="1055383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F4AF0BDB-3ED6-D2D1-7779-CD464C1E34E5}"/>
              </a:ext>
            </a:extLst>
          </p:cNvPr>
          <p:cNvSpPr txBox="1"/>
          <p:nvPr/>
        </p:nvSpPr>
        <p:spPr>
          <a:xfrm>
            <a:off x="379118" y="135400"/>
            <a:ext cx="473398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ParFlow</a:t>
            </a:r>
            <a:r>
              <a:rPr lang="zh-CN" altLang="en-US" sz="4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中文社区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64BBF88-86E9-C6EA-FC65-FCA09A47484B}"/>
              </a:ext>
            </a:extLst>
          </p:cNvPr>
          <p:cNvSpPr txBox="1"/>
          <p:nvPr/>
        </p:nvSpPr>
        <p:spPr>
          <a:xfrm>
            <a:off x="669279" y="1081728"/>
            <a:ext cx="43540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不想手动编译安装？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C2C7242-D5C2-DEC6-009A-2A45B5CC4A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836" y="2007413"/>
            <a:ext cx="5580000" cy="2847319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28443E7F-BB4F-FFD5-E449-EA026E33D57B}"/>
              </a:ext>
            </a:extLst>
          </p:cNvPr>
          <p:cNvSpPr txBox="1"/>
          <p:nvPr/>
        </p:nvSpPr>
        <p:spPr>
          <a:xfrm>
            <a:off x="-1" y="5391350"/>
            <a:ext cx="64462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https://github.com/ParFlowCommunity/ParFlow-Docker-CN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2664744-A634-05E9-033B-67088647A26C}"/>
              </a:ext>
            </a:extLst>
          </p:cNvPr>
          <p:cNvSpPr txBox="1"/>
          <p:nvPr/>
        </p:nvSpPr>
        <p:spPr>
          <a:xfrm>
            <a:off x="6932391" y="1081727"/>
            <a:ext cx="48173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没有快速上手的实例？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6A7B084-9E55-83AE-07B1-E0B30D99BEAB}"/>
              </a:ext>
            </a:extLst>
          </p:cNvPr>
          <p:cNvSpPr txBox="1"/>
          <p:nvPr/>
        </p:nvSpPr>
        <p:spPr>
          <a:xfrm>
            <a:off x="6737942" y="5372544"/>
            <a:ext cx="60970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https://github.com/ParFlowCommunity/example</a:t>
            </a:r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6D32395-AD04-A44C-5F05-94252CE754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3103" y="3134163"/>
            <a:ext cx="1664692" cy="166469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610D9EFD-61A6-22DC-7BC8-51D1EF9E36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6164" y="2045490"/>
            <a:ext cx="5580000" cy="280924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71EA948-9118-6690-7C4A-E772A4B216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84590" y="3069316"/>
            <a:ext cx="1663200" cy="166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9913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F4AF0BDB-3ED6-D2D1-7779-CD464C1E34E5}"/>
              </a:ext>
            </a:extLst>
          </p:cNvPr>
          <p:cNvSpPr txBox="1"/>
          <p:nvPr/>
        </p:nvSpPr>
        <p:spPr>
          <a:xfrm>
            <a:off x="397907" y="119690"/>
            <a:ext cx="596509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ParFlow</a:t>
            </a:r>
            <a:r>
              <a:rPr lang="zh-CN" altLang="en-US" sz="4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官方部分资源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40379F6-C419-4280-291E-2D32F796FC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194" y="1539314"/>
            <a:ext cx="4620574" cy="348755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FEA11C39-EDB0-A399-4BE0-F4D0C5472699}"/>
              </a:ext>
            </a:extLst>
          </p:cNvPr>
          <p:cNvSpPr txBox="1"/>
          <p:nvPr/>
        </p:nvSpPr>
        <p:spPr>
          <a:xfrm>
            <a:off x="636503" y="1607571"/>
            <a:ext cx="29434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err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ParFlow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用户手册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21C13647-43F3-F490-7A73-31FE474166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3519" y="1554787"/>
            <a:ext cx="4945966" cy="3581008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3A6F06B4-1F3E-AC40-55A4-AE76E613B867}"/>
              </a:ext>
            </a:extLst>
          </p:cNvPr>
          <p:cNvSpPr txBox="1"/>
          <p:nvPr/>
        </p:nvSpPr>
        <p:spPr>
          <a:xfrm>
            <a:off x="4801169" y="1578650"/>
            <a:ext cx="22493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err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ParFlow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blog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03B0550A-19DA-12C3-3FA1-485D23A1A5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7125" y="1554787"/>
            <a:ext cx="4215561" cy="3581008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A1BFFD71-9148-BE78-4123-48B54C4DC69D}"/>
              </a:ext>
            </a:extLst>
          </p:cNvPr>
          <p:cNvSpPr txBox="1"/>
          <p:nvPr/>
        </p:nvSpPr>
        <p:spPr>
          <a:xfrm>
            <a:off x="7823998" y="1640887"/>
            <a:ext cx="34740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err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ParFlow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short course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59A6ACF-E2E2-3267-0911-FF08045C2036}"/>
              </a:ext>
            </a:extLst>
          </p:cNvPr>
          <p:cNvSpPr txBox="1"/>
          <p:nvPr/>
        </p:nvSpPr>
        <p:spPr>
          <a:xfrm>
            <a:off x="1987143" y="5867927"/>
            <a:ext cx="72859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err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ParFlow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中文社区也将持续更新中文系列教程</a:t>
            </a:r>
          </a:p>
        </p:txBody>
      </p:sp>
    </p:spTree>
    <p:extLst>
      <p:ext uri="{BB962C8B-B14F-4D97-AF65-F5344CB8AC3E}">
        <p14:creationId xmlns:p14="http://schemas.microsoft.com/office/powerpoint/2010/main" val="37030406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F4AF0BDB-3ED6-D2D1-7779-CD464C1E34E5}"/>
              </a:ext>
            </a:extLst>
          </p:cNvPr>
          <p:cNvSpPr txBox="1"/>
          <p:nvPr/>
        </p:nvSpPr>
        <p:spPr>
          <a:xfrm>
            <a:off x="1251595" y="2130001"/>
            <a:ext cx="1015053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一、</a:t>
            </a:r>
            <a:r>
              <a:rPr lang="en-US" altLang="zh-CN" sz="36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ParFlow</a:t>
            </a:r>
            <a:r>
              <a:rPr lang="zh-CN" altLang="en-US" sz="36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中文社区及其它公开资源简介</a:t>
            </a:r>
            <a:endParaRPr lang="en-US" altLang="zh-CN" sz="36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endParaRPr lang="en-US" altLang="zh-CN" sz="36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二、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Docker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环境下运行</a:t>
            </a:r>
            <a:r>
              <a:rPr lang="en-US" altLang="zh-CN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ParFlow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-CLM/</a:t>
            </a:r>
            <a:r>
              <a:rPr lang="en-US" altLang="zh-CN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CoLM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实例</a:t>
            </a:r>
          </a:p>
        </p:txBody>
      </p:sp>
    </p:spTree>
    <p:extLst>
      <p:ext uri="{BB962C8B-B14F-4D97-AF65-F5344CB8AC3E}">
        <p14:creationId xmlns:p14="http://schemas.microsoft.com/office/powerpoint/2010/main" val="30412762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4C86BB0-E364-A60A-73E0-095EE973ACD0}"/>
              </a:ext>
            </a:extLst>
          </p:cNvPr>
          <p:cNvSpPr txBox="1"/>
          <p:nvPr/>
        </p:nvSpPr>
        <p:spPr>
          <a:xfrm>
            <a:off x="1797570" y="839669"/>
            <a:ext cx="24577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err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ParFlow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-CLM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ED4E771-9B91-8D1E-4795-C8B440B30E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234" y="1362889"/>
            <a:ext cx="4914947" cy="4293973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D9F9979-4DFF-14CA-7622-8ADB3B137A64}"/>
              </a:ext>
            </a:extLst>
          </p:cNvPr>
          <p:cNvSpPr txBox="1"/>
          <p:nvPr/>
        </p:nvSpPr>
        <p:spPr>
          <a:xfrm>
            <a:off x="7695862" y="839669"/>
            <a:ext cx="26372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err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ParFlow-CoLM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31834E9A-F8B3-1E61-E549-175A4EE1AF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0468" y="1751939"/>
            <a:ext cx="5739349" cy="3515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3750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EC68AE9-BD38-C96D-2E2E-9C1C0A88C2CF}"/>
              </a:ext>
            </a:extLst>
          </p:cNvPr>
          <p:cNvSpPr txBox="1"/>
          <p:nvPr/>
        </p:nvSpPr>
        <p:spPr>
          <a:xfrm>
            <a:off x="88147" y="-80408"/>
            <a:ext cx="4887877" cy="9794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44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ParFlow</a:t>
            </a:r>
            <a:r>
              <a:rPr lang="en-US" altLang="zh-CN" sz="4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-CLM</a:t>
            </a:r>
            <a:r>
              <a:rPr lang="zh-CN" altLang="en-US" sz="4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例子</a:t>
            </a:r>
            <a:endParaRPr lang="en-US" altLang="zh-CN" sz="44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53300F9-FD49-FD4C-0F11-7CEE595791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268" y="1171663"/>
            <a:ext cx="3820750" cy="2694634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7310257F-0050-0E5D-CE8D-9C3503D60F9E}"/>
              </a:ext>
            </a:extLst>
          </p:cNvPr>
          <p:cNvSpPr txBox="1"/>
          <p:nvPr/>
        </p:nvSpPr>
        <p:spPr>
          <a:xfrm>
            <a:off x="1141310" y="1003332"/>
            <a:ext cx="25314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NX=98, NY=61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D4628AE0-6579-D453-A599-56973265A2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4724" y="1623245"/>
            <a:ext cx="3153562" cy="2003644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3C5D2ACF-2AC2-5AC6-D0EB-6EA59A80E1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7753" y="1610653"/>
            <a:ext cx="3153600" cy="2016236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0529B95B-7993-FB93-652B-41C8533C17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4724" y="3885018"/>
            <a:ext cx="3153600" cy="2032320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DF0160AD-20AA-2B0B-0E9E-D7736E81EB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07753" y="3866297"/>
            <a:ext cx="3153600" cy="2038515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66DEACD5-9006-86E5-B51C-64FE85218B78}"/>
              </a:ext>
            </a:extLst>
          </p:cNvPr>
          <p:cNvSpPr txBox="1"/>
          <p:nvPr/>
        </p:nvSpPr>
        <p:spPr>
          <a:xfrm>
            <a:off x="6209478" y="1264942"/>
            <a:ext cx="934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Slope X</a:t>
            </a: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4A1F1B4-CC35-1442-7D3A-A4BF89E0CB26}"/>
              </a:ext>
            </a:extLst>
          </p:cNvPr>
          <p:cNvSpPr txBox="1"/>
          <p:nvPr/>
        </p:nvSpPr>
        <p:spPr>
          <a:xfrm>
            <a:off x="9586430" y="1196066"/>
            <a:ext cx="926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Slope Y</a:t>
            </a: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34C4DD9-25D8-447A-66EF-665F563E52FA}"/>
              </a:ext>
            </a:extLst>
          </p:cNvPr>
          <p:cNvSpPr txBox="1"/>
          <p:nvPr/>
        </p:nvSpPr>
        <p:spPr>
          <a:xfrm>
            <a:off x="6209478" y="3595216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Manning</a:t>
            </a: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291918A-6D15-A915-ECA2-35EE56682638}"/>
              </a:ext>
            </a:extLst>
          </p:cNvPr>
          <p:cNvSpPr txBox="1"/>
          <p:nvPr/>
        </p:nvSpPr>
        <p:spPr>
          <a:xfrm>
            <a:off x="9046792" y="3561927"/>
            <a:ext cx="2089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Subsurface indicator</a:t>
            </a: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D6E7DA5-7E01-A3B0-43CE-8D4AE8270349}"/>
              </a:ext>
            </a:extLst>
          </p:cNvPr>
          <p:cNvSpPr txBox="1"/>
          <p:nvPr/>
        </p:nvSpPr>
        <p:spPr>
          <a:xfrm>
            <a:off x="951832" y="3866297"/>
            <a:ext cx="3913251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稳定流初始水头</a:t>
            </a:r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Flow barrier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PME 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通量</a:t>
            </a:r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WY2019 1-72h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气象驱动</a:t>
            </a:r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CLM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输入文件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D6E91F2-600E-70D3-59E7-9F14394B04B1}"/>
              </a:ext>
            </a:extLst>
          </p:cNvPr>
          <p:cNvSpPr txBox="1"/>
          <p:nvPr/>
        </p:nvSpPr>
        <p:spPr>
          <a:xfrm>
            <a:off x="6662950" y="562571"/>
            <a:ext cx="4387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Solid input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（不规则边界）</a:t>
            </a:r>
          </a:p>
        </p:txBody>
      </p:sp>
    </p:spTree>
    <p:extLst>
      <p:ext uri="{BB962C8B-B14F-4D97-AF65-F5344CB8AC3E}">
        <p14:creationId xmlns:p14="http://schemas.microsoft.com/office/powerpoint/2010/main" val="616735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116ED63-B9BB-1301-771F-E8351B1F74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308" y="1726040"/>
            <a:ext cx="4898332" cy="361207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3385B6F-0BFC-81C5-0F8B-0E2836E720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1438" y="1726039"/>
            <a:ext cx="4898054" cy="3612079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C571B630-0909-3C6B-987A-740F7C21521E}"/>
              </a:ext>
            </a:extLst>
          </p:cNvPr>
          <p:cNvSpPr txBox="1"/>
          <p:nvPr/>
        </p:nvSpPr>
        <p:spPr>
          <a:xfrm>
            <a:off x="1346548" y="1018153"/>
            <a:ext cx="2242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输入文件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96926D2-A6B4-EF00-8A3D-FEA894035F20}"/>
              </a:ext>
            </a:extLst>
          </p:cNvPr>
          <p:cNvSpPr txBox="1"/>
          <p:nvPr/>
        </p:nvSpPr>
        <p:spPr>
          <a:xfrm>
            <a:off x="6991525" y="1004517"/>
            <a:ext cx="449834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1-72h</a:t>
            </a:r>
            <a:r>
              <a:rPr lang="zh-CN" alt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气象驱动数据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1365C98-73C3-F234-6242-7092FD265FB7}"/>
              </a:ext>
            </a:extLst>
          </p:cNvPr>
          <p:cNvSpPr txBox="1"/>
          <p:nvPr/>
        </p:nvSpPr>
        <p:spPr>
          <a:xfrm>
            <a:off x="94325" y="0"/>
            <a:ext cx="4887877" cy="9794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44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ParFlow</a:t>
            </a:r>
            <a:r>
              <a:rPr lang="en-US" altLang="zh-CN" sz="4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-CLM</a:t>
            </a:r>
            <a:r>
              <a:rPr lang="zh-CN" altLang="en-US" sz="4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例子</a:t>
            </a:r>
            <a:endParaRPr lang="en-US" altLang="zh-CN" sz="44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57248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7310257F-0050-0E5D-CE8D-9C3503D60F9E}"/>
              </a:ext>
            </a:extLst>
          </p:cNvPr>
          <p:cNvSpPr txBox="1"/>
          <p:nvPr/>
        </p:nvSpPr>
        <p:spPr>
          <a:xfrm>
            <a:off x="1624804" y="773752"/>
            <a:ext cx="25314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NX=98, NY=61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D4628AE0-6579-D453-A599-56973265A2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44724" y="1642810"/>
            <a:ext cx="3153562" cy="1964514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3C5D2ACF-2AC2-5AC6-D0EB-6EA59A80E1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07753" y="1614552"/>
            <a:ext cx="3153600" cy="2008437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0529B95B-7993-FB93-652B-41C8533C17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44724" y="3902538"/>
            <a:ext cx="3153600" cy="1997280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DF0160AD-20AA-2B0B-0E9E-D7736E81EB7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07753" y="3889225"/>
            <a:ext cx="3153600" cy="1992659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66DEACD5-9006-86E5-B51C-64FE85218B78}"/>
              </a:ext>
            </a:extLst>
          </p:cNvPr>
          <p:cNvSpPr txBox="1"/>
          <p:nvPr/>
        </p:nvSpPr>
        <p:spPr>
          <a:xfrm>
            <a:off x="6209478" y="1264942"/>
            <a:ext cx="934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Slope X</a:t>
            </a: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4A1F1B4-CC35-1442-7D3A-A4BF89E0CB26}"/>
              </a:ext>
            </a:extLst>
          </p:cNvPr>
          <p:cNvSpPr txBox="1"/>
          <p:nvPr/>
        </p:nvSpPr>
        <p:spPr>
          <a:xfrm>
            <a:off x="9628168" y="1264942"/>
            <a:ext cx="926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Slope Y</a:t>
            </a: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34C4DD9-25D8-447A-66EF-665F563E52FA}"/>
              </a:ext>
            </a:extLst>
          </p:cNvPr>
          <p:cNvSpPr txBox="1"/>
          <p:nvPr/>
        </p:nvSpPr>
        <p:spPr>
          <a:xfrm>
            <a:off x="6209478" y="3595216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Manning</a:t>
            </a: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291918A-6D15-A915-ECA2-35EE56682638}"/>
              </a:ext>
            </a:extLst>
          </p:cNvPr>
          <p:cNvSpPr txBox="1"/>
          <p:nvPr/>
        </p:nvSpPr>
        <p:spPr>
          <a:xfrm>
            <a:off x="9046792" y="3561927"/>
            <a:ext cx="2089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Subsurface indicator</a:t>
            </a: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D6E7DA5-7E01-A3B0-43CE-8D4AE8270349}"/>
              </a:ext>
            </a:extLst>
          </p:cNvPr>
          <p:cNvSpPr txBox="1"/>
          <p:nvPr/>
        </p:nvSpPr>
        <p:spPr>
          <a:xfrm>
            <a:off x="1076758" y="4193056"/>
            <a:ext cx="3913251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11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层</a:t>
            </a:r>
            <a:endParaRPr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WY2019 1-72h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气象驱动</a:t>
            </a:r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CoLM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输入文件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D1A427F-5597-DB10-88A4-C8BD1AAD1C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6791" y="1666304"/>
            <a:ext cx="3153600" cy="199728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8B5EA80C-5213-6A7F-B3D8-022F662F5762}"/>
              </a:ext>
            </a:extLst>
          </p:cNvPr>
          <p:cNvSpPr txBox="1"/>
          <p:nvPr/>
        </p:nvSpPr>
        <p:spPr>
          <a:xfrm>
            <a:off x="2346155" y="1296972"/>
            <a:ext cx="1088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PME flux</a:t>
            </a: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2F16BFE-CEA7-DC4F-50BD-6455E55FDB8B}"/>
              </a:ext>
            </a:extLst>
          </p:cNvPr>
          <p:cNvSpPr txBox="1"/>
          <p:nvPr/>
        </p:nvSpPr>
        <p:spPr>
          <a:xfrm>
            <a:off x="88147" y="-80408"/>
            <a:ext cx="5170005" cy="9794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44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ParFlow-CoLM</a:t>
            </a:r>
            <a:r>
              <a:rPr lang="zh-CN" altLang="en-US" sz="4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例子</a:t>
            </a:r>
            <a:endParaRPr lang="en-US" altLang="zh-CN" sz="44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76411AA-4829-ECE3-9D6D-A5609B394FE9}"/>
              </a:ext>
            </a:extLst>
          </p:cNvPr>
          <p:cNvSpPr txBox="1"/>
          <p:nvPr/>
        </p:nvSpPr>
        <p:spPr>
          <a:xfrm>
            <a:off x="6662950" y="562571"/>
            <a:ext cx="38475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Box input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（规则边界）</a:t>
            </a:r>
          </a:p>
        </p:txBody>
      </p:sp>
    </p:spTree>
    <p:extLst>
      <p:ext uri="{BB962C8B-B14F-4D97-AF65-F5344CB8AC3E}">
        <p14:creationId xmlns:p14="http://schemas.microsoft.com/office/powerpoint/2010/main" val="11028804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53385B6F-0BFC-81C5-0F8B-0E2836E72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1438" y="1726039"/>
            <a:ext cx="4898054" cy="3612079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C571B630-0909-3C6B-987A-740F7C21521E}"/>
              </a:ext>
            </a:extLst>
          </p:cNvPr>
          <p:cNvSpPr txBox="1"/>
          <p:nvPr/>
        </p:nvSpPr>
        <p:spPr>
          <a:xfrm>
            <a:off x="1686358" y="1018153"/>
            <a:ext cx="2242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输入文件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96926D2-A6B4-EF00-8A3D-FEA894035F20}"/>
              </a:ext>
            </a:extLst>
          </p:cNvPr>
          <p:cNvSpPr txBox="1"/>
          <p:nvPr/>
        </p:nvSpPr>
        <p:spPr>
          <a:xfrm>
            <a:off x="6935920" y="1018153"/>
            <a:ext cx="449834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1-72h</a:t>
            </a:r>
            <a:r>
              <a:rPr lang="zh-CN" alt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气象驱动数据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6D0ACD8-21C9-2A6F-867B-F39CDC9DBD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937" y="1874485"/>
            <a:ext cx="5365014" cy="3109029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BE465AA8-C4F3-CB06-AB60-0FC820AC11CF}"/>
              </a:ext>
            </a:extLst>
          </p:cNvPr>
          <p:cNvSpPr txBox="1"/>
          <p:nvPr/>
        </p:nvSpPr>
        <p:spPr>
          <a:xfrm>
            <a:off x="1553457" y="5916939"/>
            <a:ext cx="89867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输入文件的准备将会在后续课程详细讲解！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199E0EC-AEEC-5E74-EFEC-2EF8AF5FA940}"/>
              </a:ext>
            </a:extLst>
          </p:cNvPr>
          <p:cNvSpPr txBox="1"/>
          <p:nvPr/>
        </p:nvSpPr>
        <p:spPr>
          <a:xfrm>
            <a:off x="88147" y="-80408"/>
            <a:ext cx="5170005" cy="9794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44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ParFlow-CoLM</a:t>
            </a:r>
            <a:r>
              <a:rPr lang="zh-CN" altLang="en-US" sz="4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例子</a:t>
            </a:r>
            <a:endParaRPr lang="en-US" altLang="zh-CN" sz="44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60535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1BE0109-F8EC-C620-5136-320F7D857E85}"/>
              </a:ext>
            </a:extLst>
          </p:cNvPr>
          <p:cNvSpPr txBox="1"/>
          <p:nvPr/>
        </p:nvSpPr>
        <p:spPr>
          <a:xfrm>
            <a:off x="397907" y="119690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前置条件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9F4E804-0BDF-DF30-4F62-8F7C4315CEA3}"/>
              </a:ext>
            </a:extLst>
          </p:cNvPr>
          <p:cNvSpPr txBox="1"/>
          <p:nvPr/>
        </p:nvSpPr>
        <p:spPr>
          <a:xfrm>
            <a:off x="685799" y="1122406"/>
            <a:ext cx="35894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zh-CN" altLang="en-US" sz="36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已安装</a:t>
            </a:r>
            <a:r>
              <a:rPr lang="en-US" altLang="zh-CN" sz="36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Docker</a:t>
            </a:r>
            <a:endParaRPr lang="zh-CN" altLang="en-US" sz="36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AE46EDB-6F58-986B-3B47-734E0D0F636C}"/>
              </a:ext>
            </a:extLst>
          </p:cNvPr>
          <p:cNvSpPr txBox="1"/>
          <p:nvPr/>
        </p:nvSpPr>
        <p:spPr>
          <a:xfrm>
            <a:off x="685799" y="2992734"/>
            <a:ext cx="39677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zh-CN" altLang="en-US" sz="36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拉取</a:t>
            </a:r>
            <a:r>
              <a:rPr lang="en-US" altLang="zh-CN" sz="36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Docker</a:t>
            </a:r>
            <a:r>
              <a:rPr lang="zh-CN" altLang="en-US" sz="36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镜像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1068D3C-A477-9AC4-6106-6D036D85E7C7}"/>
              </a:ext>
            </a:extLst>
          </p:cNvPr>
          <p:cNvSpPr txBox="1"/>
          <p:nvPr/>
        </p:nvSpPr>
        <p:spPr>
          <a:xfrm>
            <a:off x="693210" y="5089263"/>
            <a:ext cx="60195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zh-CN" altLang="en-US" sz="36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下载</a:t>
            </a:r>
            <a:r>
              <a:rPr lang="en-US" altLang="zh-CN" sz="36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ParFlow</a:t>
            </a:r>
            <a:r>
              <a:rPr lang="zh-CN" altLang="en-US" sz="36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中文社区例子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9679B88-A6F3-3E82-B1F4-C20ECA8BD5B4}"/>
              </a:ext>
            </a:extLst>
          </p:cNvPr>
          <p:cNvSpPr txBox="1"/>
          <p:nvPr/>
        </p:nvSpPr>
        <p:spPr>
          <a:xfrm>
            <a:off x="1101295" y="2011403"/>
            <a:ext cx="60949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https://www.docker.com/products/docker-desktop/</a:t>
            </a:r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3E1D5FC-9F1F-E497-C78A-4CB4E097A41F}"/>
              </a:ext>
            </a:extLst>
          </p:cNvPr>
          <p:cNvSpPr txBox="1"/>
          <p:nvPr/>
        </p:nvSpPr>
        <p:spPr>
          <a:xfrm>
            <a:off x="1101295" y="3994832"/>
            <a:ext cx="60949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docker pull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parflowcommunity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/parflow-docker-cn:v1.0</a:t>
            </a:r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D22ABB3-74B5-5CF3-CE41-66D8D1C9B712}"/>
              </a:ext>
            </a:extLst>
          </p:cNvPr>
          <p:cNvSpPr txBox="1"/>
          <p:nvPr/>
        </p:nvSpPr>
        <p:spPr>
          <a:xfrm>
            <a:off x="1081579" y="5978261"/>
            <a:ext cx="71439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 clone https://github.com/ParFlowCommunity/example.git</a:t>
            </a:r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93439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1BE0109-F8EC-C620-5136-320F7D857E85}"/>
              </a:ext>
            </a:extLst>
          </p:cNvPr>
          <p:cNvSpPr txBox="1"/>
          <p:nvPr/>
        </p:nvSpPr>
        <p:spPr>
          <a:xfrm>
            <a:off x="397907" y="119690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注意事项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9F4E804-0BDF-DF30-4F62-8F7C4315CEA3}"/>
              </a:ext>
            </a:extLst>
          </p:cNvPr>
          <p:cNvSpPr txBox="1"/>
          <p:nvPr/>
        </p:nvSpPr>
        <p:spPr>
          <a:xfrm>
            <a:off x="512806" y="2218630"/>
            <a:ext cx="114670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Windows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用户在运行</a:t>
            </a:r>
            <a:r>
              <a:rPr lang="en-US" altLang="zh-CN" sz="24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ParFlow-CoLM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例子时，必须将工作目录移动至</a:t>
            </a:r>
            <a:r>
              <a:rPr lang="en-US" altLang="zh-CN" sz="24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linux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原生路径下</a:t>
            </a:r>
          </a:p>
          <a:p>
            <a:endParaRPr lang="zh-CN" altLang="en-US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DE67A46-2B46-71C5-E4B7-CE7A627D261F}"/>
              </a:ext>
            </a:extLst>
          </p:cNvPr>
          <p:cNvSpPr txBox="1"/>
          <p:nvPr/>
        </p:nvSpPr>
        <p:spPr>
          <a:xfrm>
            <a:off x="512806" y="3330016"/>
            <a:ext cx="111144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若直接在挂载到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docker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环境下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Windows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路径下运行，模型会无法正常读取输入文件</a:t>
            </a:r>
          </a:p>
          <a:p>
            <a:endParaRPr lang="zh-CN" altLang="en-US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82255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F70D7914-3742-9051-B1EF-08C062526B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822" y="814745"/>
            <a:ext cx="4555794" cy="578538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0C6EC22-E028-7D6F-D4C4-EBE3E6DEBC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2482" y="764518"/>
            <a:ext cx="4426814" cy="5885838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1D48962-DE12-0FA1-5FD9-1DC42FE561B3}"/>
              </a:ext>
            </a:extLst>
          </p:cNvPr>
          <p:cNvSpPr txBox="1"/>
          <p:nvPr/>
        </p:nvSpPr>
        <p:spPr>
          <a:xfrm>
            <a:off x="1636020" y="106859"/>
            <a:ext cx="325794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Windows</a:t>
            </a:r>
            <a:r>
              <a:rPr lang="zh-CN" alt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路径</a:t>
            </a:r>
            <a:endParaRPr lang="en-US" altLang="zh-CN" sz="4000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9C9E951-E893-415B-F655-D214F47FF088}"/>
              </a:ext>
            </a:extLst>
          </p:cNvPr>
          <p:cNvSpPr txBox="1"/>
          <p:nvPr/>
        </p:nvSpPr>
        <p:spPr>
          <a:xfrm>
            <a:off x="8198257" y="106859"/>
            <a:ext cx="252505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Linux</a:t>
            </a:r>
            <a:r>
              <a:rPr lang="zh-CN" alt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路径</a:t>
            </a:r>
            <a:endParaRPr lang="en-US" altLang="zh-CN" sz="4000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687559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a39ea7d3-b168-4ed1-804b-ec193505555a"/>
  <p:tag name="COMMONDATA" val="eyJoZGlkIjoiZTExNTE2OGNkMTVjYjRjODRiMmE4NzY5NDA3YTVjYzY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22445</TotalTime>
  <Words>343</Words>
  <Application>Microsoft Office PowerPoint</Application>
  <PresentationFormat>宽屏</PresentationFormat>
  <Paragraphs>85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6" baseType="lpstr">
      <vt:lpstr>等线</vt:lpstr>
      <vt:lpstr>等线 Light</vt:lpstr>
      <vt:lpstr>方正粗黑宋简体</vt:lpstr>
      <vt:lpstr>微软雅黑</vt:lpstr>
      <vt:lpstr>Arial</vt:lpstr>
      <vt:lpstr>Calibri</vt:lpstr>
      <vt:lpstr>Segoe UI</vt:lpstr>
      <vt:lpstr>Segoe UI Light</vt:lpstr>
      <vt:lpstr>Times New Roman</vt:lpstr>
      <vt:lpstr>Office 主题​​</vt:lpstr>
      <vt:lpstr>1_OfficePLUS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Zyu Tang</dc:creator>
  <cp:lastModifiedBy>ohana</cp:lastModifiedBy>
  <cp:revision>247</cp:revision>
  <dcterms:created xsi:type="dcterms:W3CDTF">2018-07-04T09:56:00Z</dcterms:created>
  <dcterms:modified xsi:type="dcterms:W3CDTF">2026-05-23T09:24:13Z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Nuaxnuy@DESKTOP-GLORKB7</vt:lpwstr>
  </property>
  <property fmtid="{D5CDD505-2E9C-101B-9397-08002B2CF9AE}" pid="5" name="MSIP_Label_f42aa342-8706-4288-bd11-ebb85995028c_SetDate">
    <vt:lpwstr>2019-04-13T06:18:49.6788300Z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ActionId">
    <vt:lpwstr>b82f1bfb-2bd9-43f8-8756-776af7278d10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  <property fmtid="{D5CDD505-2E9C-101B-9397-08002B2CF9AE}" pid="11" name="ICV">
    <vt:lpwstr>4807BDB50080469E8A59A81ACAD300F4</vt:lpwstr>
  </property>
  <property fmtid="{D5CDD505-2E9C-101B-9397-08002B2CF9AE}" pid="12" name="KSOProductBuildVer">
    <vt:lpwstr>2052-11.1.0.13703</vt:lpwstr>
  </property>
</Properties>
</file>