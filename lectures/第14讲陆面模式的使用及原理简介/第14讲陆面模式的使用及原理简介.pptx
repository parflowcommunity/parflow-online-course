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0" r:id="rId4"/>
    <p:sldId id="274" r:id="rId5"/>
    <p:sldId id="257" r:id="rId6"/>
    <p:sldId id="268" r:id="rId7"/>
    <p:sldId id="270" r:id="rId8"/>
    <p:sldId id="271" r:id="rId9"/>
    <p:sldId id="272" r:id="rId10"/>
    <p:sldId id="273" r:id="rId11"/>
    <p:sldId id="269" r:id="rId12"/>
    <p:sldId id="258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5"/>
    <p:restoredTop sz="94707"/>
  </p:normalViewPr>
  <p:slideViewPr>
    <p:cSldViewPr snapToGrid="0">
      <p:cViewPr varScale="1">
        <p:scale>
          <a:sx n="143" d="100"/>
          <a:sy n="143" d="100"/>
        </p:scale>
        <p:origin x="24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CD1F1-C58E-ED49-A2F4-7D7C90CCCCBE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9AA72-D606-AE4C-8D9C-53D70A41DB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2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9AA72-D606-AE4C-8D9C-53D70A41DB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7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5C8D-A04F-BF76-2C08-E65D31550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7ACA3-8499-0DCE-5320-AAB344A8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4D894-906E-E783-3FEB-E4666A8F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C03B2-C7CF-1349-CF43-30DCE21F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FAE3D-0DA4-80EF-89C6-E7BD3BFD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B5CC-706D-564C-C7DE-B2182141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5F75-7D58-6A3B-B447-6A51813D5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6128-B420-D240-3467-4048ECFB8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EAE16-5639-8A5A-A6A0-43725F57C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28443-F956-7BFA-0024-161C0B4E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7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AC275-6052-A41E-3573-A8BCE189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E2CC0-26FC-BEC3-FE81-FAA971A3B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6F1D8-E751-3D2F-30DC-9E132025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08AA9-AD4A-5869-F40D-2AA9FBEE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53897-803E-54D3-4683-6FEF000A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04A0-6275-A36A-533C-DC113891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3799-AF96-8802-CBA3-57ADB5625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0C259-169A-AECA-4770-A633562E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D0D61-CABF-39A5-4444-CFE90AA0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9F420-0A2C-4ED5-7387-7B8C0EA7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40E54-2E5B-27FA-6C6E-98DBC2C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4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471C-D99B-05EF-5633-1CF17A29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09036-B994-2635-0890-007899951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90637-DB9C-5708-8BA5-05D2F8BE9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B58A63-90A2-7869-FF45-0701F9973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9E31A-2957-AC03-2819-ED8E547D5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31755D-1014-2DF7-3B2C-CBB45724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93A69-2E8E-425F-1B70-40279CA1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D9048-701E-1A24-AF2A-9A677671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75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57D5-A3EE-4432-3197-372F2D37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E981F-4D92-6BFD-58EF-F9062299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24C98-6B0E-25AA-5438-CFE525FE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AD88C-7720-5A03-9383-2845441D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4146C-BC0D-2223-1F87-0CEC97A39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9D86E-9395-515E-5663-FB096DBF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45274-8206-044F-56BD-D1B47DF1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2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3C25-F934-A46D-85E1-D60B83905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DFAA6-1121-0358-021D-E6DEEE983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8C8B0-983D-25DC-F473-E8334E5D2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EE389-EFCB-B3DF-F56D-E1BA2A5B7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699A4-D519-3EAD-6013-462E3568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A0CC4-73D0-5D60-76DA-BC090316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6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FC896-643D-3F3D-85A2-9A0144B2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447C5-AE09-2426-E1F9-84CC00156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39793-27D9-E2E5-406C-A6AE067E0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1224B-5869-D3FB-8B5C-1DFEAAC2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61439-B51D-A2F7-C01C-D1C29793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0644B-936D-153D-913D-D20B57F5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6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3199-21AF-40C6-962B-43EEFC0D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604AC-0A90-1F6B-DEFD-8B7A09944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771F-7BA7-8B27-50A5-1077610CF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087C-EA1F-CE3D-9A58-7C821BB7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9E957-921E-1A6B-1B3E-7392AB44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4F980-9C2B-4E42-C657-DDA6BB40A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4EF59-3CD6-7679-8C1E-0D150FDA6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8B039-75EA-8903-25E7-A9B56A73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555E9-2EBE-27E9-1427-47DC15A7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14DAF-D492-3C04-AED2-64AA043C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0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3D9A6-A1CD-3BD3-5B88-8CB71E60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D9AC2-0A85-9199-0DB9-E3933F6F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75B10-388B-BA8D-CE41-C423F73D1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9C2D9-AE14-CA46-84FB-36273E9E536B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AA4C-F072-D883-8E45-121B3820D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1748-6D69-4DEF-5C0A-20C486709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D4AFD-2CF8-2646-9370-5FCE17E24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3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37CFF-A9CB-C24A-7B05-5E850AEFF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 err="1">
                <a:latin typeface="Century Gothic" panose="020B0502020202020204" pitchFamily="34" charset="0"/>
                <a:ea typeface="Microsoft YaHei" panose="020B0503020204020204" pitchFamily="34" charset="-122"/>
              </a:rPr>
              <a:t>ParFlow</a:t>
            </a:r>
            <a:r>
              <a:rPr lang="zh-CN" altLang="en-US" sz="5400" dirty="0">
                <a:latin typeface="Century Gothic" panose="020B0502020202020204" pitchFamily="34" charset="0"/>
                <a:ea typeface="Microsoft YaHei" panose="020B0503020204020204" pitchFamily="34" charset="-122"/>
              </a:rPr>
              <a:t>中陆面模式的</a:t>
            </a:r>
            <a:br>
              <a:rPr lang="en-US" altLang="zh-CN" sz="5400" dirty="0">
                <a:latin typeface="Century Gothic" panose="020B0502020202020204" pitchFamily="34" charset="0"/>
                <a:ea typeface="Microsoft YaHei" panose="020B0503020204020204" pitchFamily="34" charset="-122"/>
              </a:rPr>
            </a:br>
            <a:r>
              <a:rPr lang="zh-CN" altLang="en-US" sz="5400" dirty="0">
                <a:latin typeface="Century Gothic" panose="020B0502020202020204" pitchFamily="34" charset="0"/>
                <a:ea typeface="Microsoft YaHei" panose="020B0503020204020204" pitchFamily="34" charset="-122"/>
              </a:rPr>
              <a:t>使用及原理简介</a:t>
            </a:r>
            <a:endParaRPr lang="en-US" sz="5400" dirty="0">
              <a:latin typeface="Century Gothic" panose="020B0502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E14EB-8E41-0DED-216E-A7F050B12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杨晨</a:t>
            </a:r>
            <a:endParaRPr lang="en-US" dirty="0"/>
          </a:p>
          <a:p>
            <a:r>
              <a:rPr lang="en-US" dirty="0" err="1"/>
              <a:t>中山大学大气科学学院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40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54412C-C6FA-6550-6EA0-B7407BB80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66" y="116380"/>
            <a:ext cx="8465917" cy="662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1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9CCE85-3099-DC03-1C24-807F9C5EB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864" y="117448"/>
            <a:ext cx="8830804" cy="662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59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B5C611-44E4-D6AE-B2FB-AFA3D80C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93" y="541244"/>
            <a:ext cx="8117541" cy="60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2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D99616-5255-6009-0440-213680B4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82" b="15224"/>
          <a:stretch>
            <a:fillRect/>
          </a:stretch>
        </p:blipFill>
        <p:spPr>
          <a:xfrm>
            <a:off x="1660250" y="295287"/>
            <a:ext cx="9013387" cy="62674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87FE52-FCE6-AF8F-4CB1-BBFE84327E37}"/>
              </a:ext>
            </a:extLst>
          </p:cNvPr>
          <p:cNvSpPr txBox="1"/>
          <p:nvPr/>
        </p:nvSpPr>
        <p:spPr>
          <a:xfrm>
            <a:off x="3039035" y="5457935"/>
            <a:ext cx="3738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Monin–</a:t>
            </a:r>
            <a:r>
              <a:rPr lang="en-US" sz="1800" dirty="0" err="1">
                <a:solidFill>
                  <a:srgbClr val="FF0000"/>
                </a:solidFill>
                <a:effectLst/>
                <a:latin typeface="Century Gothic" panose="020B0502020202020204" pitchFamily="34" charset="0"/>
              </a:rPr>
              <a:t>Obukhov相似理论</a:t>
            </a:r>
            <a:endParaRPr lang="en-US" sz="788" dirty="0">
              <a:solidFill>
                <a:srgbClr val="FF0000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2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FD70BE-59F7-B619-4B47-7AC17303E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828" y="90451"/>
            <a:ext cx="9292343" cy="667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93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86E4A7-F2D7-C1D9-8CD0-C86EB9DE1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332" y="1276199"/>
            <a:ext cx="2926080" cy="10511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87CA31-28F3-E93B-5E10-B26E0AD0A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086" y="3690262"/>
            <a:ext cx="4754880" cy="2018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CB938-E8E5-8507-6E04-04326CE7B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14" y="733425"/>
            <a:ext cx="5966904" cy="5391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E1B011-4E79-1839-0AF5-0133E2EAD1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423" y="2495896"/>
            <a:ext cx="2259899" cy="8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4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9614F5-4998-40E4-BB64-5650BA359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51" y="808264"/>
            <a:ext cx="5250949" cy="52414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DC83DB-E022-91CB-9B5D-29245D48A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79" y="1142094"/>
            <a:ext cx="2628900" cy="107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363197-DFB5-4EDF-8CCB-2D6E28B2A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007" y="2380189"/>
            <a:ext cx="2190751" cy="1002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44D73-2207-FF09-A166-FAB58B65C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722" y="3626071"/>
            <a:ext cx="3093641" cy="217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4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50AF1-0D95-AFD2-1204-A9DF0B7C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1" y="1942337"/>
            <a:ext cx="10796838" cy="267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72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8956FB-A0E3-D7DC-2AA4-CE90ED1D4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2" y="1241095"/>
            <a:ext cx="5095839" cy="824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105BB2-A558-02AF-D14F-3C1163436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753" y="1034368"/>
            <a:ext cx="6126480" cy="1031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A38CE-C147-7734-6FFA-1A145F394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753" y="2736456"/>
            <a:ext cx="6035040" cy="3388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D0DF-E3E0-C2D1-E893-783E9D47F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36" y="3435704"/>
            <a:ext cx="3017520" cy="1034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5F2D3-62E4-6B28-10B9-1868B16E81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2591" y="4872963"/>
            <a:ext cx="1737360" cy="8289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B30D5C-0CE0-7142-40C5-160CCEFDA9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591" y="1981781"/>
            <a:ext cx="1844429" cy="105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8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F46147-E057-A649-B13A-3D81341C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5" y="37349"/>
            <a:ext cx="9432473" cy="678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16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BEAF68-279D-9F38-0CF6-94833FD2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88" y="199384"/>
            <a:ext cx="8843721" cy="650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8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ABA516-EA17-A20F-71F8-F91D23C8B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82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15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BF8B9A-4B8C-78DD-C554-D6FA6D31F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29" y="93686"/>
            <a:ext cx="9056914" cy="667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9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BC6253-BF36-FEEB-854A-0AFEEA997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85" y="79788"/>
            <a:ext cx="8779329" cy="669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11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535B9-2608-E0D4-1C3B-655396062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42" y="271142"/>
            <a:ext cx="8958502" cy="631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4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4B298-68D6-E574-4C84-76FDEE62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14" y="65314"/>
            <a:ext cx="9389571" cy="672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295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FFDD9B-05FB-F636-226F-3921455D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42" y="97971"/>
            <a:ext cx="8747979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3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6F78E9-A3D4-06B4-B9B0-0723A1B7E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07" y="138695"/>
            <a:ext cx="9497786" cy="65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3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18</Words>
  <Application>Microsoft Macintosh PowerPoint</Application>
  <PresentationFormat>Widescreen</PresentationFormat>
  <Paragraphs>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Century Gothic</vt:lpstr>
      <vt:lpstr>Office Theme</vt:lpstr>
      <vt:lpstr>ParFlow中陆面模式的 使用及原理简介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Yang</dc:creator>
  <cp:lastModifiedBy>Chen Yang</cp:lastModifiedBy>
  <cp:revision>13</cp:revision>
  <dcterms:created xsi:type="dcterms:W3CDTF">2026-08-28T05:49:38Z</dcterms:created>
  <dcterms:modified xsi:type="dcterms:W3CDTF">2026-08-29T06:13:07Z</dcterms:modified>
</cp:coreProperties>
</file>