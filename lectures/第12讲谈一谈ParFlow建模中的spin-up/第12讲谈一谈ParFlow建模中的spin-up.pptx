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49"/>
    <p:restoredTop sz="94647"/>
  </p:normalViewPr>
  <p:slideViewPr>
    <p:cSldViewPr snapToGrid="0">
      <p:cViewPr>
        <p:scale>
          <a:sx n="104" d="100"/>
          <a:sy n="104" d="100"/>
        </p:scale>
        <p:origin x="146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5CA6-6EE2-6767-47E6-C8045DA60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9F9FF-E520-E2BA-69DB-5FC09A3FF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C6A05-317B-11B8-2C68-EB647BEF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DBC6E-5909-8B7B-3958-EC8291D12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A68F8-7B76-4965-C5A9-D0F4F33B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1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24D8-81C5-C845-867E-F4CD280C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02AED-0CF6-D031-4E9A-44F56FF67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6A83E-3462-E429-3ED6-2D4151E8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EB2EE-1AD7-B2D9-927F-07AF7EC9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7B86-4ADA-7ED8-5C95-EDCDEF0F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4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80005-16D2-4A7A-2EFB-A3E9F98A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4B2AF-964B-A977-4E5E-D6C69C9E2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63675-7EFA-11AA-C99E-50C9E00B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C19F9-B5C8-EE9A-EF37-5B7801587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CA863-1B47-BD70-515B-22E1C607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1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FD98-10E2-1AA5-DD67-2E329CEF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2D9B-6906-20FA-3AC6-74AB029EC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21B1C-74B1-989E-60BC-941D0F592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DC3EB-DC13-839F-1FAD-7530C0883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96D64-E217-4AFE-8F87-4085F936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9304F-BABB-3BBE-814B-4FF59A95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6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D2F5-C5E0-65C2-0198-42C82A8B4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1CBAB-BAD5-4EFF-F30A-3F428A077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21C8D-4227-D633-47CB-F397C9B5C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FB8B46-CC85-9868-48BA-7FA241307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6DB4FB-AD4E-1718-D4FE-0F90E7C15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AFB40-AD3F-2F5E-54C6-F57DA80A2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1E49A-AD0E-CF51-63C1-5A018A92A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A7915-6DB3-5CDA-9B4E-86ECB942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940B-21A3-7EF5-4D58-CFAE9611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EE09E-8EA0-4F51-1BED-73BD05B05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9D53E-5431-0491-E12A-CE706DE7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7DC55-F0E4-9C97-02D4-B0C06EC9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0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68B71-1B82-8F61-60C3-4D1402A4D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6F751-1D2D-B3C2-8C6D-3E5818FE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63CC0-679A-EF3D-9EA3-54EAE365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7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263B-66C5-5DBD-77DC-854FA482A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88B7E-BAE9-42FE-9E3D-28B923D6C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CFA86-0D81-1BCD-1877-FCA669DFA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16C79-A682-9B55-F3AB-DD1F9DDC2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88EF3-80D2-774F-789C-1922F6D48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8AA76-7B7D-0CAE-BB14-17D671F8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3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4E12-1F47-6524-8A03-09AE2F1E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1A880C-4BF2-C9B0-1D41-55AF90017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A666C-AB13-CE7A-CB72-14398F37F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2C7E-0F55-94A9-CC0F-46AB26CE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F2BB1-2AAD-87CC-AE3E-9F90C2AD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73D87-A79E-425D-B554-B2CEBA12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9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33A9-400D-C2A1-E931-396AB4C2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8CC58-A7A1-BEDF-3A93-056A579B9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D46D4-58A5-DE30-FB9D-FAAA7FEB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30645-A16A-1261-5FBD-08BE8781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8835D-DDA2-C6EE-503F-5F19BDB1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9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0D2C2-812A-19CB-0602-511469ED6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600BF-5496-22E3-8567-349D541D5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B788D-174A-F33A-870B-C0E85FD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AC5B9-6BC3-4CBB-974F-CA605EF3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827F-53CB-BAD1-FAA9-6C3FBE7E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9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D0CAA-7DB7-0B26-AB4A-FA8DE2F5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C5F12-8BBF-4347-076F-C2F478B16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B673A-C4B6-1571-6933-B086D29C6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86B72-7AAD-3048-94DD-9071346C1DD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9B467-E6A8-57C1-D8DA-25799BBF2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ACEBD-24AE-836D-690A-7C139DA70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7D8F0-5CD1-5B45-AAA0-1302130F8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2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753F-6E47-A7C3-6CEE-EB09AE4E5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谈一谈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建模</a:t>
            </a:r>
            <a:b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spin-up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F88DA-87BC-8782-3DBA-3486C0E37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杨晨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中山大学大气科学学院</a:t>
            </a: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6353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21F0-16D5-0C51-65F1-A284BF04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模型运行的两个主要阶段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78B34-F909-E254-2A40-DEEDA15FB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3200" dirty="0"/>
              <a:t>quasi-steady-sate</a:t>
            </a:r>
            <a:r>
              <a:rPr lang="zh-CN" altLang="en-US" sz="3200" dirty="0"/>
              <a:t> </a:t>
            </a:r>
            <a:r>
              <a:rPr lang="en-US" altLang="zh-CN" sz="3200" dirty="0"/>
              <a:t>run</a:t>
            </a:r>
          </a:p>
          <a:p>
            <a:pPr marL="514350" indent="-514350">
              <a:buAutoNum type="arabicPeriod"/>
            </a:pPr>
            <a:r>
              <a:rPr lang="en-US" altLang="zh-CN" sz="3200" dirty="0"/>
              <a:t>transient</a:t>
            </a:r>
            <a:r>
              <a:rPr lang="zh-CN" altLang="en-US" sz="3200" dirty="0"/>
              <a:t> </a:t>
            </a:r>
            <a:r>
              <a:rPr lang="en-US" altLang="zh-CN" sz="3200" dirty="0"/>
              <a:t>run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1688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7171-742A-B926-0EFD-FCF966C8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为什么要spin</a:t>
            </a:r>
            <a:r>
              <a:rPr lang="en-US" altLang="zh-CN" dirty="0"/>
              <a:t>-up?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FE93C-2C1B-FADF-1222-E17227B44C3E}"/>
              </a:ext>
            </a:extLst>
          </p:cNvPr>
          <p:cNvSpPr txBox="1"/>
          <p:nvPr/>
        </p:nvSpPr>
        <p:spPr>
          <a:xfrm>
            <a:off x="390074" y="1674342"/>
            <a:ext cx="11098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尽可能消除人为设定的</a:t>
            </a:r>
            <a:r>
              <a:rPr 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initial condition </a:t>
            </a:r>
            <a:r>
              <a:rPr lang="en-US" sz="2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对正式模拟结果的影响</a:t>
            </a:r>
            <a:endParaRPr 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05D0EC-E8DE-C0C5-FA4B-5EB2938DBDAE}"/>
              </a:ext>
            </a:extLst>
          </p:cNvPr>
          <p:cNvSpPr>
            <a:spLocks noChangeAspect="1"/>
          </p:cNvSpPr>
          <p:nvPr/>
        </p:nvSpPr>
        <p:spPr>
          <a:xfrm>
            <a:off x="2004183" y="4190248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F64359-0849-C6AA-AFF1-9B84D4181F40}"/>
              </a:ext>
            </a:extLst>
          </p:cNvPr>
          <p:cNvSpPr>
            <a:spLocks noChangeAspect="1"/>
          </p:cNvSpPr>
          <p:nvPr/>
        </p:nvSpPr>
        <p:spPr>
          <a:xfrm>
            <a:off x="1091010" y="3016251"/>
            <a:ext cx="548640" cy="5486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52C23-3C08-5C61-82EC-71334148424C}"/>
              </a:ext>
            </a:extLst>
          </p:cNvPr>
          <p:cNvSpPr txBox="1"/>
          <p:nvPr/>
        </p:nvSpPr>
        <p:spPr>
          <a:xfrm>
            <a:off x="1674304" y="4949052"/>
            <a:ext cx="1927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真实状态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24E86-10C3-A9DF-CF5E-F77A5F7FE424}"/>
              </a:ext>
            </a:extLst>
          </p:cNvPr>
          <p:cNvSpPr txBox="1"/>
          <p:nvPr/>
        </p:nvSpPr>
        <p:spPr>
          <a:xfrm>
            <a:off x="676057" y="2546242"/>
            <a:ext cx="1927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初始状态</a:t>
            </a:r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30F1A1F-75EC-9AE4-EA49-A729CE3E98A9}"/>
              </a:ext>
            </a:extLst>
          </p:cNvPr>
          <p:cNvSpPr/>
          <p:nvPr/>
        </p:nvSpPr>
        <p:spPr>
          <a:xfrm>
            <a:off x="3890769" y="3414908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9EDDEF-CD3C-4A2D-810A-80E696A5E07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537854" y="3514781"/>
            <a:ext cx="546675" cy="75581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78378E5A-563D-792E-038E-69887F1A588E}"/>
              </a:ext>
            </a:extLst>
          </p:cNvPr>
          <p:cNvSpPr/>
          <p:nvPr/>
        </p:nvSpPr>
        <p:spPr>
          <a:xfrm rot="20723618">
            <a:off x="3665057" y="3374068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AE940D5E-7FFF-E6D8-BC58-E39A71025FEB}"/>
              </a:ext>
            </a:extLst>
          </p:cNvPr>
          <p:cNvSpPr/>
          <p:nvPr/>
        </p:nvSpPr>
        <p:spPr>
          <a:xfrm rot="895982">
            <a:off x="3952952" y="3393494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  <a:ln w="38100"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60112AD-1BFB-002E-9D1E-10A5228CED66}"/>
              </a:ext>
            </a:extLst>
          </p:cNvPr>
          <p:cNvSpPr/>
          <p:nvPr/>
        </p:nvSpPr>
        <p:spPr>
          <a:xfrm>
            <a:off x="3890769" y="3335479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0" grpId="0"/>
      <p:bldP spid="11" grpId="0" animBg="1"/>
      <p:bldP spid="15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683F7-35DA-F9C6-BC0C-67BA825DF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quasi-steady-sate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938CA7-C115-5674-139E-A4A1AD0DD2D2}"/>
              </a:ext>
            </a:extLst>
          </p:cNvPr>
          <p:cNvSpPr>
            <a:spLocks noChangeAspect="1"/>
          </p:cNvSpPr>
          <p:nvPr/>
        </p:nvSpPr>
        <p:spPr>
          <a:xfrm>
            <a:off x="2609664" y="3609480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734A79-9209-93CF-08C4-C135AB43EC2C}"/>
              </a:ext>
            </a:extLst>
          </p:cNvPr>
          <p:cNvSpPr>
            <a:spLocks noChangeAspect="1"/>
          </p:cNvSpPr>
          <p:nvPr/>
        </p:nvSpPr>
        <p:spPr>
          <a:xfrm>
            <a:off x="1696491" y="2435483"/>
            <a:ext cx="548640" cy="5486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33C5D-929F-0E7A-21EC-ACB007D51F55}"/>
              </a:ext>
            </a:extLst>
          </p:cNvPr>
          <p:cNvSpPr txBox="1"/>
          <p:nvPr/>
        </p:nvSpPr>
        <p:spPr>
          <a:xfrm>
            <a:off x="2279785" y="4368284"/>
            <a:ext cx="1927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真实状态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63BFD-4666-5DD7-46E4-58EAC3CDE063}"/>
              </a:ext>
            </a:extLst>
          </p:cNvPr>
          <p:cNvSpPr txBox="1"/>
          <p:nvPr/>
        </p:nvSpPr>
        <p:spPr>
          <a:xfrm>
            <a:off x="1281538" y="1965474"/>
            <a:ext cx="1927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初始状态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F5C362-D014-E2CC-4167-1BF742A223EC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143335" y="2934013"/>
            <a:ext cx="546675" cy="75581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87DD2CA-2979-E385-B7C7-451700EC0B48}"/>
              </a:ext>
            </a:extLst>
          </p:cNvPr>
          <p:cNvSpPr>
            <a:spLocks noChangeAspect="1"/>
          </p:cNvSpPr>
          <p:nvPr/>
        </p:nvSpPr>
        <p:spPr>
          <a:xfrm>
            <a:off x="8322240" y="3502388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7CF95E-BFEA-1C28-DCE5-67D114C4FF11}"/>
              </a:ext>
            </a:extLst>
          </p:cNvPr>
          <p:cNvSpPr>
            <a:spLocks noChangeAspect="1"/>
          </p:cNvSpPr>
          <p:nvPr/>
        </p:nvSpPr>
        <p:spPr>
          <a:xfrm>
            <a:off x="8276449" y="3449149"/>
            <a:ext cx="548640" cy="5486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DEBA8-6607-E624-321D-CCE8B1F75A33}"/>
              </a:ext>
            </a:extLst>
          </p:cNvPr>
          <p:cNvSpPr txBox="1"/>
          <p:nvPr/>
        </p:nvSpPr>
        <p:spPr>
          <a:xfrm>
            <a:off x="7992361" y="4261192"/>
            <a:ext cx="291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More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spin-up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73589-1F50-61FF-74CD-3CA009C5FFB9}"/>
              </a:ext>
            </a:extLst>
          </p:cNvPr>
          <p:cNvSpPr txBox="1"/>
          <p:nvPr/>
        </p:nvSpPr>
        <p:spPr>
          <a:xfrm>
            <a:off x="6994114" y="1858382"/>
            <a:ext cx="1927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初始状态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F46CCC-F09F-C0A9-92DB-3F0DDD40F1C0}"/>
              </a:ext>
            </a:extLst>
          </p:cNvPr>
          <p:cNvSpPr txBox="1"/>
          <p:nvPr/>
        </p:nvSpPr>
        <p:spPr>
          <a:xfrm>
            <a:off x="1587591" y="5340461"/>
            <a:ext cx="90168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e.g. 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The change in subsurface water storage between timesteps is less than X% of total water storage or potential recharge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B0F6CF-8E0B-8D6F-A658-1A2DBB09C5EC}"/>
              </a:ext>
            </a:extLst>
          </p:cNvPr>
          <p:cNvSpPr txBox="1"/>
          <p:nvPr/>
        </p:nvSpPr>
        <p:spPr>
          <a:xfrm>
            <a:off x="8870880" y="543957"/>
            <a:ext cx="40901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Yang</a:t>
            </a:r>
            <a:r>
              <a:rPr lang="zh-CN" altLang="en-US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et</a:t>
            </a:r>
            <a:r>
              <a:rPr lang="zh-CN" altLang="en-US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al.,</a:t>
            </a:r>
            <a:r>
              <a:rPr lang="zh-CN" altLang="en-US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JoH</a:t>
            </a:r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,</a:t>
            </a:r>
            <a:r>
              <a:rPr lang="zh-CN" altLang="en-US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2023</a:t>
            </a:r>
          </a:p>
          <a:p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Yang</a:t>
            </a:r>
            <a:r>
              <a:rPr lang="zh-CN" altLang="en-US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et</a:t>
            </a:r>
            <a:r>
              <a:rPr lang="zh-CN" altLang="en-US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al.,</a:t>
            </a:r>
            <a:r>
              <a:rPr lang="zh-CN" altLang="en-US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HESS,</a:t>
            </a:r>
            <a:r>
              <a:rPr lang="zh-CN" altLang="en-US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endParaRPr lang="en-US" sz="1000" i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5" grpId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36BE0529-3DC0-D073-BA76-8803ADB6C89A}"/>
              </a:ext>
            </a:extLst>
          </p:cNvPr>
          <p:cNvSpPr/>
          <p:nvPr/>
        </p:nvSpPr>
        <p:spPr>
          <a:xfrm rot="20352071">
            <a:off x="1201479" y="1913860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7C7562B-A1C9-EE0A-07FC-F7B1BC3A6B8A}"/>
              </a:ext>
            </a:extLst>
          </p:cNvPr>
          <p:cNvSpPr/>
          <p:nvPr/>
        </p:nvSpPr>
        <p:spPr>
          <a:xfrm rot="20940093">
            <a:off x="1353879" y="2066260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89CA47A-A480-C609-C874-D013ADB4DAE0}"/>
              </a:ext>
            </a:extLst>
          </p:cNvPr>
          <p:cNvSpPr/>
          <p:nvPr/>
        </p:nvSpPr>
        <p:spPr>
          <a:xfrm rot="21259614">
            <a:off x="1506279" y="2218660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996C73D-0BB3-AD2D-F07B-40DAADB548B1}"/>
              </a:ext>
            </a:extLst>
          </p:cNvPr>
          <p:cNvSpPr/>
          <p:nvPr/>
        </p:nvSpPr>
        <p:spPr>
          <a:xfrm>
            <a:off x="1506278" y="2218660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CA1C6-6FAE-7C74-3AF3-12C5B597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transient</a:t>
            </a:r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C6EC448-7664-B4B2-CBD9-9FD0CE6EA64C}"/>
              </a:ext>
            </a:extLst>
          </p:cNvPr>
          <p:cNvSpPr/>
          <p:nvPr/>
        </p:nvSpPr>
        <p:spPr>
          <a:xfrm rot="-60000">
            <a:off x="1506278" y="2226266"/>
            <a:ext cx="7432158" cy="1456661"/>
          </a:xfrm>
          <a:custGeom>
            <a:avLst/>
            <a:gdLst>
              <a:gd name="csX0" fmla="*/ 0 w 7432158"/>
              <a:gd name="csY0" fmla="*/ 1307805 h 1456661"/>
              <a:gd name="csX1" fmla="*/ 63795 w 7432158"/>
              <a:gd name="csY1" fmla="*/ 1116419 h 1456661"/>
              <a:gd name="csX2" fmla="*/ 106326 w 7432158"/>
              <a:gd name="csY2" fmla="*/ 999461 h 1456661"/>
              <a:gd name="csX3" fmla="*/ 148856 w 7432158"/>
              <a:gd name="csY3" fmla="*/ 925033 h 1456661"/>
              <a:gd name="csX4" fmla="*/ 159488 w 7432158"/>
              <a:gd name="csY4" fmla="*/ 882503 h 1456661"/>
              <a:gd name="csX5" fmla="*/ 191386 w 7432158"/>
              <a:gd name="csY5" fmla="*/ 839973 h 1456661"/>
              <a:gd name="csX6" fmla="*/ 244549 w 7432158"/>
              <a:gd name="csY6" fmla="*/ 754912 h 1456661"/>
              <a:gd name="csX7" fmla="*/ 265814 w 7432158"/>
              <a:gd name="csY7" fmla="*/ 701749 h 1456661"/>
              <a:gd name="csX8" fmla="*/ 297712 w 7432158"/>
              <a:gd name="csY8" fmla="*/ 659219 h 1456661"/>
              <a:gd name="csX9" fmla="*/ 382772 w 7432158"/>
              <a:gd name="csY9" fmla="*/ 520996 h 1456661"/>
              <a:gd name="csX10" fmla="*/ 457200 w 7432158"/>
              <a:gd name="csY10" fmla="*/ 393405 h 1456661"/>
              <a:gd name="csX11" fmla="*/ 478465 w 7432158"/>
              <a:gd name="csY11" fmla="*/ 350875 h 1456661"/>
              <a:gd name="csX12" fmla="*/ 510363 w 7432158"/>
              <a:gd name="csY12" fmla="*/ 308345 h 1456661"/>
              <a:gd name="csX13" fmla="*/ 542261 w 7432158"/>
              <a:gd name="csY13" fmla="*/ 255182 h 1456661"/>
              <a:gd name="csX14" fmla="*/ 563526 w 7432158"/>
              <a:gd name="csY14" fmla="*/ 212652 h 1456661"/>
              <a:gd name="csX15" fmla="*/ 659219 w 7432158"/>
              <a:gd name="csY15" fmla="*/ 106326 h 1456661"/>
              <a:gd name="csX16" fmla="*/ 744279 w 7432158"/>
              <a:gd name="csY16" fmla="*/ 10633 h 1456661"/>
              <a:gd name="csX17" fmla="*/ 776177 w 7432158"/>
              <a:gd name="csY17" fmla="*/ 0 h 1456661"/>
              <a:gd name="csX18" fmla="*/ 808074 w 7432158"/>
              <a:gd name="csY18" fmla="*/ 42531 h 1456661"/>
              <a:gd name="csX19" fmla="*/ 818707 w 7432158"/>
              <a:gd name="csY19" fmla="*/ 85061 h 1456661"/>
              <a:gd name="csX20" fmla="*/ 861237 w 7432158"/>
              <a:gd name="csY20" fmla="*/ 138224 h 1456661"/>
              <a:gd name="csX21" fmla="*/ 914400 w 7432158"/>
              <a:gd name="csY21" fmla="*/ 223284 h 1456661"/>
              <a:gd name="csX22" fmla="*/ 1052623 w 7432158"/>
              <a:gd name="csY22" fmla="*/ 435935 h 1456661"/>
              <a:gd name="csX23" fmla="*/ 1095154 w 7432158"/>
              <a:gd name="csY23" fmla="*/ 542261 h 1456661"/>
              <a:gd name="csX24" fmla="*/ 1105786 w 7432158"/>
              <a:gd name="csY24" fmla="*/ 574159 h 1456661"/>
              <a:gd name="csX25" fmla="*/ 1127051 w 7432158"/>
              <a:gd name="csY25" fmla="*/ 669852 h 1456661"/>
              <a:gd name="csX26" fmla="*/ 1137684 w 7432158"/>
              <a:gd name="csY26" fmla="*/ 712382 h 1456661"/>
              <a:gd name="csX27" fmla="*/ 1158949 w 7432158"/>
              <a:gd name="csY27" fmla="*/ 818707 h 1456661"/>
              <a:gd name="csX28" fmla="*/ 1169581 w 7432158"/>
              <a:gd name="csY28" fmla="*/ 861238 h 1456661"/>
              <a:gd name="csX29" fmla="*/ 1190847 w 7432158"/>
              <a:gd name="csY29" fmla="*/ 956931 h 1456661"/>
              <a:gd name="csX30" fmla="*/ 1201479 w 7432158"/>
              <a:gd name="csY30" fmla="*/ 988828 h 1456661"/>
              <a:gd name="csX31" fmla="*/ 1233377 w 7432158"/>
              <a:gd name="csY31" fmla="*/ 1095154 h 1456661"/>
              <a:gd name="csX32" fmla="*/ 1244009 w 7432158"/>
              <a:gd name="csY32" fmla="*/ 1127052 h 1456661"/>
              <a:gd name="csX33" fmla="*/ 1254642 w 7432158"/>
              <a:gd name="csY33" fmla="*/ 1201480 h 1456661"/>
              <a:gd name="csX34" fmla="*/ 1286540 w 7432158"/>
              <a:gd name="csY34" fmla="*/ 1169582 h 1456661"/>
              <a:gd name="csX35" fmla="*/ 1297172 w 7432158"/>
              <a:gd name="csY35" fmla="*/ 1137684 h 1456661"/>
              <a:gd name="csX36" fmla="*/ 1318437 w 7432158"/>
              <a:gd name="csY36" fmla="*/ 1084521 h 1456661"/>
              <a:gd name="csX37" fmla="*/ 1371600 w 7432158"/>
              <a:gd name="csY37" fmla="*/ 946298 h 1456661"/>
              <a:gd name="csX38" fmla="*/ 1467293 w 7432158"/>
              <a:gd name="csY38" fmla="*/ 776177 h 1456661"/>
              <a:gd name="csX39" fmla="*/ 1509823 w 7432158"/>
              <a:gd name="csY39" fmla="*/ 733647 h 1456661"/>
              <a:gd name="csX40" fmla="*/ 1573619 w 7432158"/>
              <a:gd name="csY40" fmla="*/ 627321 h 1456661"/>
              <a:gd name="csX41" fmla="*/ 1605516 w 7432158"/>
              <a:gd name="csY41" fmla="*/ 574159 h 1456661"/>
              <a:gd name="csX42" fmla="*/ 1648047 w 7432158"/>
              <a:gd name="csY42" fmla="*/ 489098 h 1456661"/>
              <a:gd name="csX43" fmla="*/ 1679944 w 7432158"/>
              <a:gd name="csY43" fmla="*/ 414670 h 1456661"/>
              <a:gd name="csX44" fmla="*/ 1743740 w 7432158"/>
              <a:gd name="csY44" fmla="*/ 265814 h 1456661"/>
              <a:gd name="csX45" fmla="*/ 1775637 w 7432158"/>
              <a:gd name="csY45" fmla="*/ 287080 h 1456661"/>
              <a:gd name="csX46" fmla="*/ 1839433 w 7432158"/>
              <a:gd name="csY46" fmla="*/ 372140 h 1456661"/>
              <a:gd name="csX47" fmla="*/ 1871330 w 7432158"/>
              <a:gd name="csY47" fmla="*/ 414670 h 1456661"/>
              <a:gd name="csX48" fmla="*/ 1924493 w 7432158"/>
              <a:gd name="csY48" fmla="*/ 510363 h 1456661"/>
              <a:gd name="csX49" fmla="*/ 1988288 w 7432158"/>
              <a:gd name="csY49" fmla="*/ 648587 h 1456661"/>
              <a:gd name="csX50" fmla="*/ 2052084 w 7432158"/>
              <a:gd name="csY50" fmla="*/ 744280 h 1456661"/>
              <a:gd name="csX51" fmla="*/ 2115879 w 7432158"/>
              <a:gd name="csY51" fmla="*/ 850605 h 1456661"/>
              <a:gd name="csX52" fmla="*/ 2147777 w 7432158"/>
              <a:gd name="csY52" fmla="*/ 903768 h 1456661"/>
              <a:gd name="csX53" fmla="*/ 2190307 w 7432158"/>
              <a:gd name="csY53" fmla="*/ 988828 h 1456661"/>
              <a:gd name="csX54" fmla="*/ 2222205 w 7432158"/>
              <a:gd name="csY54" fmla="*/ 999461 h 1456661"/>
              <a:gd name="csX55" fmla="*/ 2264735 w 7432158"/>
              <a:gd name="csY55" fmla="*/ 871870 h 1456661"/>
              <a:gd name="csX56" fmla="*/ 2275368 w 7432158"/>
              <a:gd name="csY56" fmla="*/ 839973 h 1456661"/>
              <a:gd name="csX57" fmla="*/ 2307265 w 7432158"/>
              <a:gd name="csY57" fmla="*/ 808075 h 1456661"/>
              <a:gd name="csX58" fmla="*/ 2371061 w 7432158"/>
              <a:gd name="csY58" fmla="*/ 723014 h 1456661"/>
              <a:gd name="csX59" fmla="*/ 2424223 w 7432158"/>
              <a:gd name="csY59" fmla="*/ 669852 h 1456661"/>
              <a:gd name="csX60" fmla="*/ 2488019 w 7432158"/>
              <a:gd name="csY60" fmla="*/ 595424 h 1456661"/>
              <a:gd name="csX61" fmla="*/ 2583712 w 7432158"/>
              <a:gd name="csY61" fmla="*/ 499731 h 1456661"/>
              <a:gd name="csX62" fmla="*/ 2636874 w 7432158"/>
              <a:gd name="csY62" fmla="*/ 435935 h 1456661"/>
              <a:gd name="csX63" fmla="*/ 2721935 w 7432158"/>
              <a:gd name="csY63" fmla="*/ 382773 h 1456661"/>
              <a:gd name="csX64" fmla="*/ 2753833 w 7432158"/>
              <a:gd name="csY64" fmla="*/ 393405 h 1456661"/>
              <a:gd name="csX65" fmla="*/ 2764465 w 7432158"/>
              <a:gd name="csY65" fmla="*/ 435935 h 1456661"/>
              <a:gd name="csX66" fmla="*/ 2775098 w 7432158"/>
              <a:gd name="csY66" fmla="*/ 467833 h 1456661"/>
              <a:gd name="csX67" fmla="*/ 2785730 w 7432158"/>
              <a:gd name="csY67" fmla="*/ 510363 h 1456661"/>
              <a:gd name="csX68" fmla="*/ 2828261 w 7432158"/>
              <a:gd name="csY68" fmla="*/ 584791 h 1456661"/>
              <a:gd name="csX69" fmla="*/ 2913321 w 7432158"/>
              <a:gd name="csY69" fmla="*/ 712382 h 1456661"/>
              <a:gd name="csX70" fmla="*/ 2977116 w 7432158"/>
              <a:gd name="csY70" fmla="*/ 808075 h 1456661"/>
              <a:gd name="csX71" fmla="*/ 3062177 w 7432158"/>
              <a:gd name="csY71" fmla="*/ 935666 h 1456661"/>
              <a:gd name="csX72" fmla="*/ 3115340 w 7432158"/>
              <a:gd name="csY72" fmla="*/ 988828 h 1456661"/>
              <a:gd name="csX73" fmla="*/ 3189768 w 7432158"/>
              <a:gd name="csY73" fmla="*/ 1073889 h 1456661"/>
              <a:gd name="csX74" fmla="*/ 3242930 w 7432158"/>
              <a:gd name="csY74" fmla="*/ 1020726 h 1456661"/>
              <a:gd name="csX75" fmla="*/ 3274828 w 7432158"/>
              <a:gd name="csY75" fmla="*/ 988828 h 1456661"/>
              <a:gd name="csX76" fmla="*/ 3317358 w 7432158"/>
              <a:gd name="csY76" fmla="*/ 925033 h 1456661"/>
              <a:gd name="csX77" fmla="*/ 3370521 w 7432158"/>
              <a:gd name="csY77" fmla="*/ 882503 h 1456661"/>
              <a:gd name="csX78" fmla="*/ 3413051 w 7432158"/>
              <a:gd name="csY78" fmla="*/ 839973 h 1456661"/>
              <a:gd name="csX79" fmla="*/ 3455581 w 7432158"/>
              <a:gd name="csY79" fmla="*/ 808075 h 1456661"/>
              <a:gd name="csX80" fmla="*/ 3476847 w 7432158"/>
              <a:gd name="csY80" fmla="*/ 786810 h 1456661"/>
              <a:gd name="csX81" fmla="*/ 3572540 w 7432158"/>
              <a:gd name="csY81" fmla="*/ 733647 h 1456661"/>
              <a:gd name="csX82" fmla="*/ 3615070 w 7432158"/>
              <a:gd name="csY82" fmla="*/ 744280 h 1456661"/>
              <a:gd name="csX83" fmla="*/ 3625702 w 7432158"/>
              <a:gd name="csY83" fmla="*/ 786810 h 1456661"/>
              <a:gd name="csX84" fmla="*/ 3668233 w 7432158"/>
              <a:gd name="csY84" fmla="*/ 882503 h 1456661"/>
              <a:gd name="csX85" fmla="*/ 3806456 w 7432158"/>
              <a:gd name="csY85" fmla="*/ 1084521 h 1456661"/>
              <a:gd name="csX86" fmla="*/ 3891516 w 7432158"/>
              <a:gd name="csY86" fmla="*/ 1127052 h 1456661"/>
              <a:gd name="csX87" fmla="*/ 3955312 w 7432158"/>
              <a:gd name="csY87" fmla="*/ 1095154 h 1456661"/>
              <a:gd name="csX88" fmla="*/ 4029740 w 7432158"/>
              <a:gd name="csY88" fmla="*/ 999461 h 1456661"/>
              <a:gd name="csX89" fmla="*/ 4072270 w 7432158"/>
              <a:gd name="csY89" fmla="*/ 956931 h 1456661"/>
              <a:gd name="csX90" fmla="*/ 4093535 w 7432158"/>
              <a:gd name="csY90" fmla="*/ 925033 h 1456661"/>
              <a:gd name="csX91" fmla="*/ 4178595 w 7432158"/>
              <a:gd name="csY91" fmla="*/ 829340 h 1456661"/>
              <a:gd name="csX92" fmla="*/ 4221126 w 7432158"/>
              <a:gd name="csY92" fmla="*/ 808075 h 1456661"/>
              <a:gd name="csX93" fmla="*/ 4253023 w 7432158"/>
              <a:gd name="csY93" fmla="*/ 786810 h 1456661"/>
              <a:gd name="csX94" fmla="*/ 4295554 w 7432158"/>
              <a:gd name="csY94" fmla="*/ 776177 h 1456661"/>
              <a:gd name="csX95" fmla="*/ 4391247 w 7432158"/>
              <a:gd name="csY95" fmla="*/ 744280 h 1456661"/>
              <a:gd name="csX96" fmla="*/ 4423144 w 7432158"/>
              <a:gd name="csY96" fmla="*/ 754912 h 1456661"/>
              <a:gd name="csX97" fmla="*/ 4476307 w 7432158"/>
              <a:gd name="csY97" fmla="*/ 850605 h 1456661"/>
              <a:gd name="csX98" fmla="*/ 4582633 w 7432158"/>
              <a:gd name="csY98" fmla="*/ 999461 h 1456661"/>
              <a:gd name="csX99" fmla="*/ 4614530 w 7432158"/>
              <a:gd name="csY99" fmla="*/ 1052624 h 1456661"/>
              <a:gd name="csX100" fmla="*/ 4657061 w 7432158"/>
              <a:gd name="csY100" fmla="*/ 1073889 h 1456661"/>
              <a:gd name="csX101" fmla="*/ 4699591 w 7432158"/>
              <a:gd name="csY101" fmla="*/ 1105787 h 1456661"/>
              <a:gd name="csX102" fmla="*/ 4880344 w 7432158"/>
              <a:gd name="csY102" fmla="*/ 1084521 h 1456661"/>
              <a:gd name="csX103" fmla="*/ 5007935 w 7432158"/>
              <a:gd name="csY103" fmla="*/ 1041991 h 1456661"/>
              <a:gd name="csX104" fmla="*/ 5092995 w 7432158"/>
              <a:gd name="csY104" fmla="*/ 988828 h 1456661"/>
              <a:gd name="csX105" fmla="*/ 5156791 w 7432158"/>
              <a:gd name="csY105" fmla="*/ 967563 h 1456661"/>
              <a:gd name="csX106" fmla="*/ 5252484 w 7432158"/>
              <a:gd name="csY106" fmla="*/ 925033 h 1456661"/>
              <a:gd name="csX107" fmla="*/ 5390707 w 7432158"/>
              <a:gd name="csY107" fmla="*/ 956931 h 1456661"/>
              <a:gd name="csX108" fmla="*/ 5550195 w 7432158"/>
              <a:gd name="csY108" fmla="*/ 1084521 h 1456661"/>
              <a:gd name="csX109" fmla="*/ 5603358 w 7432158"/>
              <a:gd name="csY109" fmla="*/ 1095154 h 1456661"/>
              <a:gd name="csX110" fmla="*/ 5794744 w 7432158"/>
              <a:gd name="csY110" fmla="*/ 1127052 h 1456661"/>
              <a:gd name="csX111" fmla="*/ 5911702 w 7432158"/>
              <a:gd name="csY111" fmla="*/ 1148317 h 1456661"/>
              <a:gd name="csX112" fmla="*/ 5986130 w 7432158"/>
              <a:gd name="csY112" fmla="*/ 1169582 h 1456661"/>
              <a:gd name="csX113" fmla="*/ 6071191 w 7432158"/>
              <a:gd name="csY113" fmla="*/ 1180214 h 1456661"/>
              <a:gd name="csX114" fmla="*/ 6305107 w 7432158"/>
              <a:gd name="csY114" fmla="*/ 1244010 h 1456661"/>
              <a:gd name="csX115" fmla="*/ 6432698 w 7432158"/>
              <a:gd name="csY115" fmla="*/ 1307805 h 1456661"/>
              <a:gd name="csX116" fmla="*/ 6507126 w 7432158"/>
              <a:gd name="csY116" fmla="*/ 1350335 h 1456661"/>
              <a:gd name="csX117" fmla="*/ 6624084 w 7432158"/>
              <a:gd name="csY117" fmla="*/ 1392866 h 1456661"/>
              <a:gd name="csX118" fmla="*/ 6932428 w 7432158"/>
              <a:gd name="csY118" fmla="*/ 1371600 h 1456661"/>
              <a:gd name="csX119" fmla="*/ 6985591 w 7432158"/>
              <a:gd name="csY119" fmla="*/ 1350335 h 1456661"/>
              <a:gd name="csX120" fmla="*/ 7060019 w 7432158"/>
              <a:gd name="csY120" fmla="*/ 1329070 h 1456661"/>
              <a:gd name="csX121" fmla="*/ 7176977 w 7432158"/>
              <a:gd name="csY121" fmla="*/ 1339703 h 1456661"/>
              <a:gd name="csX122" fmla="*/ 7262037 w 7432158"/>
              <a:gd name="csY122" fmla="*/ 1382233 h 1456661"/>
              <a:gd name="csX123" fmla="*/ 7336465 w 7432158"/>
              <a:gd name="csY123" fmla="*/ 1414131 h 1456661"/>
              <a:gd name="csX124" fmla="*/ 7378995 w 7432158"/>
              <a:gd name="csY124" fmla="*/ 1446028 h 1456661"/>
              <a:gd name="csX125" fmla="*/ 7432158 w 7432158"/>
              <a:gd name="csY125" fmla="*/ 1456661 h 1456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7432158" h="1456661">
                <a:moveTo>
                  <a:pt x="0" y="1307805"/>
                </a:moveTo>
                <a:cubicBezTo>
                  <a:pt x="18548" y="1177972"/>
                  <a:pt x="-2914" y="1278425"/>
                  <a:pt x="63795" y="1116419"/>
                </a:cubicBezTo>
                <a:cubicBezTo>
                  <a:pt x="86947" y="1060194"/>
                  <a:pt x="80270" y="1051574"/>
                  <a:pt x="106326" y="999461"/>
                </a:cubicBezTo>
                <a:cubicBezTo>
                  <a:pt x="119105" y="973903"/>
                  <a:pt x="134679" y="949842"/>
                  <a:pt x="148856" y="925033"/>
                </a:cubicBezTo>
                <a:cubicBezTo>
                  <a:pt x="152400" y="910856"/>
                  <a:pt x="152953" y="895573"/>
                  <a:pt x="159488" y="882503"/>
                </a:cubicBezTo>
                <a:cubicBezTo>
                  <a:pt x="167413" y="866653"/>
                  <a:pt x="181556" y="854718"/>
                  <a:pt x="191386" y="839973"/>
                </a:cubicBezTo>
                <a:cubicBezTo>
                  <a:pt x="209933" y="812153"/>
                  <a:pt x="228697" y="784351"/>
                  <a:pt x="244549" y="754912"/>
                </a:cubicBezTo>
                <a:cubicBezTo>
                  <a:pt x="253598" y="738107"/>
                  <a:pt x="256545" y="718433"/>
                  <a:pt x="265814" y="701749"/>
                </a:cubicBezTo>
                <a:cubicBezTo>
                  <a:pt x="274420" y="686258"/>
                  <a:pt x="288920" y="674605"/>
                  <a:pt x="297712" y="659219"/>
                </a:cubicBezTo>
                <a:cubicBezTo>
                  <a:pt x="377562" y="519481"/>
                  <a:pt x="315279" y="588487"/>
                  <a:pt x="382772" y="520996"/>
                </a:cubicBezTo>
                <a:cubicBezTo>
                  <a:pt x="430663" y="425213"/>
                  <a:pt x="371011" y="541157"/>
                  <a:pt x="457200" y="393405"/>
                </a:cubicBezTo>
                <a:cubicBezTo>
                  <a:pt x="465186" y="379714"/>
                  <a:pt x="470064" y="364316"/>
                  <a:pt x="478465" y="350875"/>
                </a:cubicBezTo>
                <a:cubicBezTo>
                  <a:pt x="487857" y="335848"/>
                  <a:pt x="500533" y="323090"/>
                  <a:pt x="510363" y="308345"/>
                </a:cubicBezTo>
                <a:cubicBezTo>
                  <a:pt x="521827" y="291150"/>
                  <a:pt x="532225" y="273247"/>
                  <a:pt x="542261" y="255182"/>
                </a:cubicBezTo>
                <a:cubicBezTo>
                  <a:pt x="549958" y="241327"/>
                  <a:pt x="553734" y="225115"/>
                  <a:pt x="563526" y="212652"/>
                </a:cubicBezTo>
                <a:cubicBezTo>
                  <a:pt x="592985" y="175159"/>
                  <a:pt x="628419" y="142726"/>
                  <a:pt x="659219" y="106326"/>
                </a:cubicBezTo>
                <a:cubicBezTo>
                  <a:pt x="710028" y="46278"/>
                  <a:pt x="641177" y="90824"/>
                  <a:pt x="744279" y="10633"/>
                </a:cubicBezTo>
                <a:cubicBezTo>
                  <a:pt x="753126" y="3752"/>
                  <a:pt x="765544" y="3544"/>
                  <a:pt x="776177" y="0"/>
                </a:cubicBezTo>
                <a:cubicBezTo>
                  <a:pt x="786809" y="14177"/>
                  <a:pt x="800149" y="26681"/>
                  <a:pt x="808074" y="42531"/>
                </a:cubicBezTo>
                <a:cubicBezTo>
                  <a:pt x="814609" y="55601"/>
                  <a:pt x="811610" y="72287"/>
                  <a:pt x="818707" y="85061"/>
                </a:cubicBezTo>
                <a:cubicBezTo>
                  <a:pt x="829728" y="104899"/>
                  <a:pt x="847060" y="120503"/>
                  <a:pt x="861237" y="138224"/>
                </a:cubicBezTo>
                <a:cubicBezTo>
                  <a:pt x="881340" y="198530"/>
                  <a:pt x="860225" y="147438"/>
                  <a:pt x="914400" y="223284"/>
                </a:cubicBezTo>
                <a:cubicBezTo>
                  <a:pt x="929161" y="243950"/>
                  <a:pt x="1047617" y="423420"/>
                  <a:pt x="1052623" y="435935"/>
                </a:cubicBezTo>
                <a:cubicBezTo>
                  <a:pt x="1066800" y="471377"/>
                  <a:pt x="1081451" y="506633"/>
                  <a:pt x="1095154" y="542261"/>
                </a:cubicBezTo>
                <a:cubicBezTo>
                  <a:pt x="1099177" y="552722"/>
                  <a:pt x="1103068" y="563286"/>
                  <a:pt x="1105786" y="574159"/>
                </a:cubicBezTo>
                <a:cubicBezTo>
                  <a:pt x="1113711" y="605859"/>
                  <a:pt x="1119703" y="638013"/>
                  <a:pt x="1127051" y="669852"/>
                </a:cubicBezTo>
                <a:cubicBezTo>
                  <a:pt x="1130337" y="684091"/>
                  <a:pt x="1134622" y="698093"/>
                  <a:pt x="1137684" y="712382"/>
                </a:cubicBezTo>
                <a:cubicBezTo>
                  <a:pt x="1145257" y="747723"/>
                  <a:pt x="1151376" y="783366"/>
                  <a:pt x="1158949" y="818707"/>
                </a:cubicBezTo>
                <a:cubicBezTo>
                  <a:pt x="1162011" y="832996"/>
                  <a:pt x="1166295" y="846999"/>
                  <a:pt x="1169581" y="861238"/>
                </a:cubicBezTo>
                <a:cubicBezTo>
                  <a:pt x="1176929" y="893077"/>
                  <a:pt x="1182922" y="925231"/>
                  <a:pt x="1190847" y="956931"/>
                </a:cubicBezTo>
                <a:cubicBezTo>
                  <a:pt x="1193565" y="967804"/>
                  <a:pt x="1198400" y="978052"/>
                  <a:pt x="1201479" y="988828"/>
                </a:cubicBezTo>
                <a:cubicBezTo>
                  <a:pt x="1233618" y="1101315"/>
                  <a:pt x="1182842" y="943547"/>
                  <a:pt x="1233377" y="1095154"/>
                </a:cubicBezTo>
                <a:lnTo>
                  <a:pt x="1244009" y="1127052"/>
                </a:lnTo>
                <a:cubicBezTo>
                  <a:pt x="1247553" y="1151861"/>
                  <a:pt x="1236921" y="1183759"/>
                  <a:pt x="1254642" y="1201480"/>
                </a:cubicBezTo>
                <a:cubicBezTo>
                  <a:pt x="1265275" y="1212113"/>
                  <a:pt x="1278199" y="1182093"/>
                  <a:pt x="1286540" y="1169582"/>
                </a:cubicBezTo>
                <a:cubicBezTo>
                  <a:pt x="1292757" y="1160257"/>
                  <a:pt x="1293237" y="1148178"/>
                  <a:pt x="1297172" y="1137684"/>
                </a:cubicBezTo>
                <a:cubicBezTo>
                  <a:pt x="1303873" y="1119813"/>
                  <a:pt x="1311349" y="1102242"/>
                  <a:pt x="1318437" y="1084521"/>
                </a:cubicBezTo>
                <a:cubicBezTo>
                  <a:pt x="1334985" y="985240"/>
                  <a:pt x="1316761" y="1049121"/>
                  <a:pt x="1371600" y="946298"/>
                </a:cubicBezTo>
                <a:cubicBezTo>
                  <a:pt x="1409692" y="874875"/>
                  <a:pt x="1417782" y="842192"/>
                  <a:pt x="1467293" y="776177"/>
                </a:cubicBezTo>
                <a:cubicBezTo>
                  <a:pt x="1479322" y="760138"/>
                  <a:pt x="1498170" y="749961"/>
                  <a:pt x="1509823" y="733647"/>
                </a:cubicBezTo>
                <a:cubicBezTo>
                  <a:pt x="1533847" y="700014"/>
                  <a:pt x="1552354" y="662763"/>
                  <a:pt x="1573619" y="627321"/>
                </a:cubicBezTo>
                <a:cubicBezTo>
                  <a:pt x="1584251" y="609600"/>
                  <a:pt x="1598981" y="593764"/>
                  <a:pt x="1605516" y="574159"/>
                </a:cubicBezTo>
                <a:cubicBezTo>
                  <a:pt x="1629495" y="502226"/>
                  <a:pt x="1597825" y="589542"/>
                  <a:pt x="1648047" y="489098"/>
                </a:cubicBezTo>
                <a:cubicBezTo>
                  <a:pt x="1660118" y="464956"/>
                  <a:pt x="1670613" y="439997"/>
                  <a:pt x="1679944" y="414670"/>
                </a:cubicBezTo>
                <a:cubicBezTo>
                  <a:pt x="1733260" y="269954"/>
                  <a:pt x="1689071" y="320483"/>
                  <a:pt x="1743740" y="265814"/>
                </a:cubicBezTo>
                <a:cubicBezTo>
                  <a:pt x="1754372" y="272903"/>
                  <a:pt x="1766601" y="278044"/>
                  <a:pt x="1775637" y="287080"/>
                </a:cubicBezTo>
                <a:cubicBezTo>
                  <a:pt x="1809616" y="321059"/>
                  <a:pt x="1814891" y="337780"/>
                  <a:pt x="1839433" y="372140"/>
                </a:cubicBezTo>
                <a:cubicBezTo>
                  <a:pt x="1849733" y="386560"/>
                  <a:pt x="1860698" y="400493"/>
                  <a:pt x="1871330" y="414670"/>
                </a:cubicBezTo>
                <a:cubicBezTo>
                  <a:pt x="1894321" y="483641"/>
                  <a:pt x="1865995" y="407991"/>
                  <a:pt x="1924493" y="510363"/>
                </a:cubicBezTo>
                <a:cubicBezTo>
                  <a:pt x="2034254" y="702446"/>
                  <a:pt x="1919911" y="511834"/>
                  <a:pt x="1988288" y="648587"/>
                </a:cubicBezTo>
                <a:cubicBezTo>
                  <a:pt x="2024368" y="720746"/>
                  <a:pt x="2012019" y="681957"/>
                  <a:pt x="2052084" y="744280"/>
                </a:cubicBezTo>
                <a:cubicBezTo>
                  <a:pt x="2074434" y="779047"/>
                  <a:pt x="2094614" y="815163"/>
                  <a:pt x="2115879" y="850605"/>
                </a:cubicBezTo>
                <a:cubicBezTo>
                  <a:pt x="2126512" y="868326"/>
                  <a:pt x="2138535" y="885284"/>
                  <a:pt x="2147777" y="903768"/>
                </a:cubicBezTo>
                <a:cubicBezTo>
                  <a:pt x="2161954" y="932121"/>
                  <a:pt x="2160234" y="978803"/>
                  <a:pt x="2190307" y="988828"/>
                </a:cubicBezTo>
                <a:lnTo>
                  <a:pt x="2222205" y="999461"/>
                </a:lnTo>
                <a:cubicBezTo>
                  <a:pt x="2257050" y="877503"/>
                  <a:pt x="2227721" y="970573"/>
                  <a:pt x="2264735" y="871870"/>
                </a:cubicBezTo>
                <a:cubicBezTo>
                  <a:pt x="2268670" y="861376"/>
                  <a:pt x="2269151" y="849298"/>
                  <a:pt x="2275368" y="839973"/>
                </a:cubicBezTo>
                <a:cubicBezTo>
                  <a:pt x="2283709" y="827462"/>
                  <a:pt x="2297639" y="819627"/>
                  <a:pt x="2307265" y="808075"/>
                </a:cubicBezTo>
                <a:cubicBezTo>
                  <a:pt x="2410903" y="683707"/>
                  <a:pt x="2196616" y="916841"/>
                  <a:pt x="2371061" y="723014"/>
                </a:cubicBezTo>
                <a:cubicBezTo>
                  <a:pt x="2387826" y="704386"/>
                  <a:pt x="2407289" y="688326"/>
                  <a:pt x="2424223" y="669852"/>
                </a:cubicBezTo>
                <a:cubicBezTo>
                  <a:pt x="2446303" y="645765"/>
                  <a:pt x="2465671" y="619262"/>
                  <a:pt x="2488019" y="595424"/>
                </a:cubicBezTo>
                <a:cubicBezTo>
                  <a:pt x="2518872" y="562515"/>
                  <a:pt x="2554834" y="534386"/>
                  <a:pt x="2583712" y="499731"/>
                </a:cubicBezTo>
                <a:cubicBezTo>
                  <a:pt x="2601433" y="478466"/>
                  <a:pt x="2617301" y="455508"/>
                  <a:pt x="2636874" y="435935"/>
                </a:cubicBezTo>
                <a:cubicBezTo>
                  <a:pt x="2664476" y="408333"/>
                  <a:pt x="2688249" y="399616"/>
                  <a:pt x="2721935" y="382773"/>
                </a:cubicBezTo>
                <a:cubicBezTo>
                  <a:pt x="2732568" y="386317"/>
                  <a:pt x="2746832" y="384653"/>
                  <a:pt x="2753833" y="393405"/>
                </a:cubicBezTo>
                <a:cubicBezTo>
                  <a:pt x="2762962" y="404816"/>
                  <a:pt x="2760451" y="421884"/>
                  <a:pt x="2764465" y="435935"/>
                </a:cubicBezTo>
                <a:cubicBezTo>
                  <a:pt x="2767544" y="446712"/>
                  <a:pt x="2772019" y="457056"/>
                  <a:pt x="2775098" y="467833"/>
                </a:cubicBezTo>
                <a:cubicBezTo>
                  <a:pt x="2779112" y="481884"/>
                  <a:pt x="2779683" y="497060"/>
                  <a:pt x="2785730" y="510363"/>
                </a:cubicBezTo>
                <a:cubicBezTo>
                  <a:pt x="2797554" y="536376"/>
                  <a:pt x="2814714" y="559632"/>
                  <a:pt x="2828261" y="584791"/>
                </a:cubicBezTo>
                <a:cubicBezTo>
                  <a:pt x="2882166" y="684900"/>
                  <a:pt x="2833727" y="616870"/>
                  <a:pt x="2913321" y="712382"/>
                </a:cubicBezTo>
                <a:cubicBezTo>
                  <a:pt x="2935500" y="778916"/>
                  <a:pt x="2909883" y="714983"/>
                  <a:pt x="2977116" y="808075"/>
                </a:cubicBezTo>
                <a:cubicBezTo>
                  <a:pt x="3007043" y="849513"/>
                  <a:pt x="3026033" y="899522"/>
                  <a:pt x="3062177" y="935666"/>
                </a:cubicBezTo>
                <a:cubicBezTo>
                  <a:pt x="3079898" y="953387"/>
                  <a:pt x="3098482" y="970284"/>
                  <a:pt x="3115340" y="988828"/>
                </a:cubicBezTo>
                <a:cubicBezTo>
                  <a:pt x="3234483" y="1119886"/>
                  <a:pt x="3127357" y="1011481"/>
                  <a:pt x="3189768" y="1073889"/>
                </a:cubicBezTo>
                <a:cubicBezTo>
                  <a:pt x="3247153" y="1054759"/>
                  <a:pt x="3201872" y="1078208"/>
                  <a:pt x="3242930" y="1020726"/>
                </a:cubicBezTo>
                <a:cubicBezTo>
                  <a:pt x="3251670" y="1008490"/>
                  <a:pt x="3265596" y="1000697"/>
                  <a:pt x="3274828" y="988828"/>
                </a:cubicBezTo>
                <a:cubicBezTo>
                  <a:pt x="3290519" y="968654"/>
                  <a:pt x="3300261" y="944030"/>
                  <a:pt x="3317358" y="925033"/>
                </a:cubicBezTo>
                <a:cubicBezTo>
                  <a:pt x="3332539" y="908165"/>
                  <a:pt x="3353559" y="897580"/>
                  <a:pt x="3370521" y="882503"/>
                </a:cubicBezTo>
                <a:cubicBezTo>
                  <a:pt x="3385506" y="869183"/>
                  <a:pt x="3397963" y="853175"/>
                  <a:pt x="3413051" y="839973"/>
                </a:cubicBezTo>
                <a:cubicBezTo>
                  <a:pt x="3426387" y="828304"/>
                  <a:pt x="3441967" y="819420"/>
                  <a:pt x="3455581" y="808075"/>
                </a:cubicBezTo>
                <a:cubicBezTo>
                  <a:pt x="3463282" y="801657"/>
                  <a:pt x="3468690" y="792637"/>
                  <a:pt x="3476847" y="786810"/>
                </a:cubicBezTo>
                <a:cubicBezTo>
                  <a:pt x="3508005" y="764554"/>
                  <a:pt x="3538826" y="750504"/>
                  <a:pt x="3572540" y="733647"/>
                </a:cubicBezTo>
                <a:cubicBezTo>
                  <a:pt x="3586717" y="737191"/>
                  <a:pt x="3604737" y="733947"/>
                  <a:pt x="3615070" y="744280"/>
                </a:cubicBezTo>
                <a:cubicBezTo>
                  <a:pt x="3625403" y="754613"/>
                  <a:pt x="3621081" y="772947"/>
                  <a:pt x="3625702" y="786810"/>
                </a:cubicBezTo>
                <a:cubicBezTo>
                  <a:pt x="3634815" y="814148"/>
                  <a:pt x="3653414" y="856569"/>
                  <a:pt x="3668233" y="882503"/>
                </a:cubicBezTo>
                <a:cubicBezTo>
                  <a:pt x="3687982" y="917063"/>
                  <a:pt x="3770044" y="1060245"/>
                  <a:pt x="3806456" y="1084521"/>
                </a:cubicBezTo>
                <a:cubicBezTo>
                  <a:pt x="3854234" y="1116374"/>
                  <a:pt x="3826489" y="1101041"/>
                  <a:pt x="3891516" y="1127052"/>
                </a:cubicBezTo>
                <a:cubicBezTo>
                  <a:pt x="3912781" y="1116419"/>
                  <a:pt x="3937842" y="1111280"/>
                  <a:pt x="3955312" y="1095154"/>
                </a:cubicBezTo>
                <a:cubicBezTo>
                  <a:pt x="3985005" y="1067745"/>
                  <a:pt x="4001166" y="1028035"/>
                  <a:pt x="4029740" y="999461"/>
                </a:cubicBezTo>
                <a:cubicBezTo>
                  <a:pt x="4043917" y="985284"/>
                  <a:pt x="4059222" y="972153"/>
                  <a:pt x="4072270" y="956931"/>
                </a:cubicBezTo>
                <a:cubicBezTo>
                  <a:pt x="4080586" y="947229"/>
                  <a:pt x="4086107" y="935432"/>
                  <a:pt x="4093535" y="925033"/>
                </a:cubicBezTo>
                <a:cubicBezTo>
                  <a:pt x="4118848" y="889594"/>
                  <a:pt x="4143480" y="856652"/>
                  <a:pt x="4178595" y="829340"/>
                </a:cubicBezTo>
                <a:cubicBezTo>
                  <a:pt x="4191106" y="819609"/>
                  <a:pt x="4207364" y="815939"/>
                  <a:pt x="4221126" y="808075"/>
                </a:cubicBezTo>
                <a:cubicBezTo>
                  <a:pt x="4232221" y="801735"/>
                  <a:pt x="4241278" y="791844"/>
                  <a:pt x="4253023" y="786810"/>
                </a:cubicBezTo>
                <a:cubicBezTo>
                  <a:pt x="4266455" y="781053"/>
                  <a:pt x="4281871" y="781308"/>
                  <a:pt x="4295554" y="776177"/>
                </a:cubicBezTo>
                <a:cubicBezTo>
                  <a:pt x="4396169" y="738446"/>
                  <a:pt x="4274744" y="767579"/>
                  <a:pt x="4391247" y="744280"/>
                </a:cubicBezTo>
                <a:cubicBezTo>
                  <a:pt x="4401879" y="747824"/>
                  <a:pt x="4414534" y="747737"/>
                  <a:pt x="4423144" y="754912"/>
                </a:cubicBezTo>
                <a:cubicBezTo>
                  <a:pt x="4462056" y="787339"/>
                  <a:pt x="4453240" y="808315"/>
                  <a:pt x="4476307" y="850605"/>
                </a:cubicBezTo>
                <a:cubicBezTo>
                  <a:pt x="4528250" y="945835"/>
                  <a:pt x="4517712" y="891256"/>
                  <a:pt x="4582633" y="999461"/>
                </a:cubicBezTo>
                <a:cubicBezTo>
                  <a:pt x="4593265" y="1017182"/>
                  <a:pt x="4599917" y="1038011"/>
                  <a:pt x="4614530" y="1052624"/>
                </a:cubicBezTo>
                <a:cubicBezTo>
                  <a:pt x="4625738" y="1063832"/>
                  <a:pt x="4643620" y="1065488"/>
                  <a:pt x="4657061" y="1073889"/>
                </a:cubicBezTo>
                <a:cubicBezTo>
                  <a:pt x="4672088" y="1083281"/>
                  <a:pt x="4685414" y="1095154"/>
                  <a:pt x="4699591" y="1105787"/>
                </a:cubicBezTo>
                <a:cubicBezTo>
                  <a:pt x="4759842" y="1098698"/>
                  <a:pt x="4820503" y="1094495"/>
                  <a:pt x="4880344" y="1084521"/>
                </a:cubicBezTo>
                <a:cubicBezTo>
                  <a:pt x="4904589" y="1080480"/>
                  <a:pt x="4981511" y="1056219"/>
                  <a:pt x="5007935" y="1041991"/>
                </a:cubicBezTo>
                <a:cubicBezTo>
                  <a:pt x="5037374" y="1026139"/>
                  <a:pt x="5063089" y="1003781"/>
                  <a:pt x="5092995" y="988828"/>
                </a:cubicBezTo>
                <a:cubicBezTo>
                  <a:pt x="5113044" y="978803"/>
                  <a:pt x="5135725" y="975223"/>
                  <a:pt x="5156791" y="967563"/>
                </a:cubicBezTo>
                <a:cubicBezTo>
                  <a:pt x="5206569" y="949462"/>
                  <a:pt x="5207915" y="947318"/>
                  <a:pt x="5252484" y="925033"/>
                </a:cubicBezTo>
                <a:cubicBezTo>
                  <a:pt x="5298558" y="935666"/>
                  <a:pt x="5349195" y="934288"/>
                  <a:pt x="5390707" y="956931"/>
                </a:cubicBezTo>
                <a:cubicBezTo>
                  <a:pt x="5636276" y="1090878"/>
                  <a:pt x="5375921" y="1021149"/>
                  <a:pt x="5550195" y="1084521"/>
                </a:cubicBezTo>
                <a:cubicBezTo>
                  <a:pt x="5567179" y="1090697"/>
                  <a:pt x="5586048" y="1089961"/>
                  <a:pt x="5603358" y="1095154"/>
                </a:cubicBezTo>
                <a:cubicBezTo>
                  <a:pt x="5742489" y="1136894"/>
                  <a:pt x="5533229" y="1106935"/>
                  <a:pt x="5794744" y="1127052"/>
                </a:cubicBezTo>
                <a:cubicBezTo>
                  <a:pt x="5833730" y="1134140"/>
                  <a:pt x="5873020" y="1139721"/>
                  <a:pt x="5911702" y="1148317"/>
                </a:cubicBezTo>
                <a:cubicBezTo>
                  <a:pt x="5936890" y="1153914"/>
                  <a:pt x="5960829" y="1164522"/>
                  <a:pt x="5986130" y="1169582"/>
                </a:cubicBezTo>
                <a:cubicBezTo>
                  <a:pt x="6014149" y="1175186"/>
                  <a:pt x="6042837" y="1176670"/>
                  <a:pt x="6071191" y="1180214"/>
                </a:cubicBezTo>
                <a:cubicBezTo>
                  <a:pt x="6149163" y="1201479"/>
                  <a:pt x="6234936" y="1203912"/>
                  <a:pt x="6305107" y="1244010"/>
                </a:cubicBezTo>
                <a:cubicBezTo>
                  <a:pt x="6563141" y="1391457"/>
                  <a:pt x="6241434" y="1212174"/>
                  <a:pt x="6432698" y="1307805"/>
                </a:cubicBezTo>
                <a:cubicBezTo>
                  <a:pt x="6458256" y="1320584"/>
                  <a:pt x="6481569" y="1337556"/>
                  <a:pt x="6507126" y="1350335"/>
                </a:cubicBezTo>
                <a:cubicBezTo>
                  <a:pt x="6536715" y="1365129"/>
                  <a:pt x="6594312" y="1382942"/>
                  <a:pt x="6624084" y="1392866"/>
                </a:cubicBezTo>
                <a:cubicBezTo>
                  <a:pt x="6637553" y="1392280"/>
                  <a:pt x="6854896" y="1392745"/>
                  <a:pt x="6932428" y="1371600"/>
                </a:cubicBezTo>
                <a:cubicBezTo>
                  <a:pt x="6950842" y="1366578"/>
                  <a:pt x="6967720" y="1357036"/>
                  <a:pt x="6985591" y="1350335"/>
                </a:cubicBezTo>
                <a:cubicBezTo>
                  <a:pt x="7016095" y="1338896"/>
                  <a:pt x="7026508" y="1337448"/>
                  <a:pt x="7060019" y="1329070"/>
                </a:cubicBezTo>
                <a:cubicBezTo>
                  <a:pt x="7099005" y="1332614"/>
                  <a:pt x="7139119" y="1329740"/>
                  <a:pt x="7176977" y="1339703"/>
                </a:cubicBezTo>
                <a:cubicBezTo>
                  <a:pt x="7207633" y="1347770"/>
                  <a:pt x="7233311" y="1368827"/>
                  <a:pt x="7262037" y="1382233"/>
                </a:cubicBezTo>
                <a:cubicBezTo>
                  <a:pt x="7286496" y="1393647"/>
                  <a:pt x="7312769" y="1401206"/>
                  <a:pt x="7336465" y="1414131"/>
                </a:cubicBezTo>
                <a:cubicBezTo>
                  <a:pt x="7352022" y="1422617"/>
                  <a:pt x="7362802" y="1438831"/>
                  <a:pt x="7378995" y="1446028"/>
                </a:cubicBezTo>
                <a:cubicBezTo>
                  <a:pt x="7395509" y="1453368"/>
                  <a:pt x="7432158" y="1456661"/>
                  <a:pt x="7432158" y="1456661"/>
                </a:cubicBezTo>
              </a:path>
            </a:pathLst>
          </a:cu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AA3984-5A9A-833B-ACAC-E6708AC9B2F1}"/>
              </a:ext>
            </a:extLst>
          </p:cNvPr>
          <p:cNvSpPr txBox="1"/>
          <p:nvPr/>
        </p:nvSpPr>
        <p:spPr>
          <a:xfrm>
            <a:off x="8691743" y="1812661"/>
            <a:ext cx="1453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Less</a:t>
            </a:r>
            <a:r>
              <a:rPr lang="zh-CN" altLang="en-US" dirty="0"/>
              <a:t> </a:t>
            </a:r>
            <a:r>
              <a:rPr lang="en-US" altLang="zh-CN" dirty="0"/>
              <a:t>spin-up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14DA0-A28F-EA38-FBF4-69A7FFC5FC2B}"/>
              </a:ext>
            </a:extLst>
          </p:cNvPr>
          <p:cNvSpPr txBox="1"/>
          <p:nvPr/>
        </p:nvSpPr>
        <p:spPr>
          <a:xfrm>
            <a:off x="8992232" y="3490655"/>
            <a:ext cx="149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spin-up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8AEB3-F997-F16F-19C3-20A2D4DE189D}"/>
              </a:ext>
            </a:extLst>
          </p:cNvPr>
          <p:cNvSpPr txBox="1"/>
          <p:nvPr/>
        </p:nvSpPr>
        <p:spPr>
          <a:xfrm>
            <a:off x="1452482" y="5256492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threshold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？单点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or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时间序列？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A0D13D-D43F-E95E-FCCC-1FF58F3DE3EC}"/>
              </a:ext>
            </a:extLst>
          </p:cNvPr>
          <p:cNvSpPr txBox="1"/>
          <p:nvPr/>
        </p:nvSpPr>
        <p:spPr>
          <a:xfrm>
            <a:off x="2020929" y="4095808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dynamic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equilibrium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D054B-04AC-D55C-B6A9-276380E5420A}"/>
              </a:ext>
            </a:extLst>
          </p:cNvPr>
          <p:cNvSpPr txBox="1"/>
          <p:nvPr/>
        </p:nvSpPr>
        <p:spPr>
          <a:xfrm>
            <a:off x="6996229" y="6031210"/>
            <a:ext cx="4844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O’Neill</a:t>
            </a:r>
            <a:r>
              <a:rPr lang="zh-CN" altLang="en-US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et</a:t>
            </a:r>
            <a:r>
              <a:rPr lang="zh-CN" altLang="en-US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al.,</a:t>
            </a:r>
            <a:r>
              <a:rPr lang="zh-CN" altLang="en-US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GMD,</a:t>
            </a:r>
            <a:r>
              <a:rPr lang="zh-CN" altLang="en-US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2021</a:t>
            </a:r>
            <a:endParaRPr lang="en-US" sz="1050" i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50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8657B-27AE-1FBD-D2D9-3530A250F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approach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0ACA5-09BC-877B-6153-ADD1FB68C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654" y="1391681"/>
            <a:ext cx="6251146" cy="43809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2BA8C-2F47-F2C5-C884-F4CF16A283BC}"/>
              </a:ext>
            </a:extLst>
          </p:cNvPr>
          <p:cNvSpPr txBox="1"/>
          <p:nvPr/>
        </p:nvSpPr>
        <p:spPr>
          <a:xfrm>
            <a:off x="6996229" y="6031210"/>
            <a:ext cx="4844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Jadallah</a:t>
            </a:r>
            <a:r>
              <a:rPr lang="zh-CN" altLang="en-US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lang="zh-CN" altLang="en-US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Maxwell,</a:t>
            </a:r>
            <a:r>
              <a:rPr lang="zh-CN" altLang="en-US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JoH</a:t>
            </a:r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,</a:t>
            </a:r>
            <a:r>
              <a:rPr lang="zh-CN" altLang="en-US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2026</a:t>
            </a:r>
            <a:endParaRPr lang="en-US" sz="1050" i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8E0D0A-4981-F35A-4610-29E17F530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27" y="1849355"/>
            <a:ext cx="4429726" cy="346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6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14077C-CA57-8C30-EE27-EEBCC5B53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356" y="176319"/>
            <a:ext cx="6579287" cy="650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7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108</Words>
  <Application>Microsoft Macintosh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YaHei</vt:lpstr>
      <vt:lpstr>Aptos</vt:lpstr>
      <vt:lpstr>Aptos Display</vt:lpstr>
      <vt:lpstr>Arial</vt:lpstr>
      <vt:lpstr>Office Theme</vt:lpstr>
      <vt:lpstr>谈一谈ParFlow建模 中的spin-up</vt:lpstr>
      <vt:lpstr>ParFlow模型运行的两个主要阶段</vt:lpstr>
      <vt:lpstr>为什么要spin-up?</vt:lpstr>
      <vt:lpstr>quasi-steady-sate</vt:lpstr>
      <vt:lpstr>transient</vt:lpstr>
      <vt:lpstr>A new approach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Yang</dc:creator>
  <cp:lastModifiedBy>Chen Yang</cp:lastModifiedBy>
  <cp:revision>12</cp:revision>
  <dcterms:created xsi:type="dcterms:W3CDTF">2026-08-14T12:35:06Z</dcterms:created>
  <dcterms:modified xsi:type="dcterms:W3CDTF">2026-08-15T04:34:58Z</dcterms:modified>
</cp:coreProperties>
</file>